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6760951" cy="694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is recreated entirely with editable PowerPoint vector shapes and live text. Grouped by panel and icon. No reference-image bitmap is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676095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3" name="(a) Heterogeneous Expert-Lay Datasets"/>
          <p:cNvGrpSpPr/>
          <p:nvPr/>
        </p:nvGrpSpPr>
        <p:grpSpPr>
          <a:xfrm>
            <a:off x="137160" y="192024"/>
            <a:ext cx="4187952" cy="6754033"/>
            <a:chOff x="137160" y="192024"/>
            <a:chExt cx="4187952" cy="6754033"/>
          </a:xfrm>
        </p:grpSpPr>
        <p:sp>
          <p:nvSpPr>
            <p:cNvPr id="4" name="Expert to lay panel"/>
            <p:cNvSpPr/>
            <p:nvPr/>
          </p:nvSpPr>
          <p:spPr>
            <a:xfrm>
              <a:off x="137160" y="192024"/>
              <a:ext cx="4187952" cy="2496312"/>
            </a:xfrm>
            <a:prstGeom prst="roundRect">
              <a:avLst>
                <a:gd name="adj" fmla="val 7326"/>
              </a:avLst>
            </a:prstGeom>
            <a:solidFill>
              <a:srgbClr val="C2D7EA"/>
            </a:solidFill>
            <a:ln w="45719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terogeneous dataset panel"/>
            <p:cNvSpPr/>
            <p:nvPr/>
          </p:nvSpPr>
          <p:spPr>
            <a:xfrm>
              <a:off x="137160" y="2926080"/>
              <a:ext cx="4187952" cy="3191256"/>
            </a:xfrm>
            <a:prstGeom prst="roundRect">
              <a:avLst>
                <a:gd name="adj" fmla="val 5730"/>
              </a:avLst>
            </a:prstGeom>
            <a:solidFill>
              <a:srgbClr val="E4F0DC"/>
            </a:solidFill>
            <a:ln w="45719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Expert-lay boundary"/>
            <p:cNvSpPr/>
            <p:nvPr/>
          </p:nvSpPr>
          <p:spPr>
            <a:xfrm>
              <a:off x="512064" y="347472"/>
              <a:ext cx="3502152" cy="2258568"/>
            </a:xfrm>
            <a:custGeom>
              <a:avLst/>
              <a:gdLst/>
              <a:ahLst/>
              <a:cxnLst/>
              <a:rect l="0" t="0" r="r" b="b"/>
              <a:pathLst>
                <a:path w="383000" h="247000" fill="none">
                  <a:moveTo>
                    <a:pt x="0" y="247000"/>
                  </a:moveTo>
                  <a:lnTo>
                    <a:pt x="383000" y="0"/>
                  </a:lnTo>
                </a:path>
              </a:pathLst>
            </a:custGeom>
            <a:noFill/>
            <a:ln w="54864" cap="flat">
              <a:solidFill>
                <a:srgbClr val="4278CE"/>
              </a:solidFill>
              <a:custDash>
                <a:ds d="416666" sp="316666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_6"/>
            <p:cNvSpPr txBox="1"/>
            <p:nvPr/>
          </p:nvSpPr>
          <p:spPr>
            <a:xfrm>
              <a:off x="283464" y="453817"/>
              <a:ext cx="842191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Expert</a:t>
              </a:r>
            </a:p>
          </p:txBody>
        </p:sp>
        <p:sp>
          <p:nvSpPr>
            <p:cNvPr id="8" name="text_7"/>
            <p:cNvSpPr txBox="1"/>
            <p:nvPr/>
          </p:nvSpPr>
          <p:spPr>
            <a:xfrm>
              <a:off x="3383280" y="2081449"/>
              <a:ext cx="491661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Lay</a:t>
              </a:r>
            </a:p>
          </p:txBody>
        </p:sp>
        <p:sp>
          <p:nvSpPr>
            <p:cNvPr id="9" name="path_8"/>
            <p:cNvSpPr/>
            <p:nvPr/>
          </p:nvSpPr>
          <p:spPr>
            <a:xfrm>
              <a:off x="950976" y="576072"/>
              <a:ext cx="731520" cy="429768"/>
            </a:xfrm>
            <a:custGeom>
              <a:avLst/>
              <a:gdLst/>
              <a:ahLst/>
              <a:cxnLst/>
              <a:rect l="0" t="0" r="r" b="b"/>
              <a:pathLst>
                <a:path w="80000" h="47000">
                  <a:moveTo>
                    <a:pt x="0" y="46000"/>
                  </a:moveTo>
                  <a:cubicBezTo>
                    <a:pt x="5000" y="28000"/>
                    <a:pt x="20000" y="16000"/>
                    <a:pt x="38000" y="11000"/>
                  </a:cubicBezTo>
                  <a:lnTo>
                    <a:pt x="29000" y="0"/>
                  </a:lnTo>
                  <a:lnTo>
                    <a:pt x="80000" y="6000"/>
                  </a:lnTo>
                  <a:lnTo>
                    <a:pt x="54000" y="39000"/>
                  </a:lnTo>
                  <a:lnTo>
                    <a:pt x="49000" y="27000"/>
                  </a:lnTo>
                  <a:cubicBezTo>
                    <a:pt x="39000" y="34000"/>
                    <a:pt x="30000" y="39000"/>
                    <a:pt x="27000" y="47000"/>
                  </a:cubicBezTo>
                  <a:lnTo>
                    <a:pt x="0" y="46000"/>
                  </a:lnTo>
                  <a:close/>
                </a:path>
              </a:pathLst>
            </a:custGeom>
            <a:solidFill>
              <a:srgbClr val="48515D"/>
            </a:solidFill>
            <a:ln w="9144" cap="flat">
              <a:solidFill>
                <a:srgbClr val="555D6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ath_9"/>
            <p:cNvSpPr/>
            <p:nvPr/>
          </p:nvSpPr>
          <p:spPr>
            <a:xfrm>
              <a:off x="2688336" y="1920240"/>
              <a:ext cx="749808" cy="448056"/>
            </a:xfrm>
            <a:custGeom>
              <a:avLst/>
              <a:gdLst/>
              <a:ahLst/>
              <a:cxnLst/>
              <a:rect l="0" t="0" r="r" b="b"/>
              <a:pathLst>
                <a:path w="82000" h="49000">
                  <a:moveTo>
                    <a:pt x="82000" y="2000"/>
                  </a:moveTo>
                  <a:cubicBezTo>
                    <a:pt x="74000" y="23000"/>
                    <a:pt x="58000" y="34000"/>
                    <a:pt x="45000" y="37000"/>
                  </a:cubicBezTo>
                  <a:lnTo>
                    <a:pt x="51000" y="49000"/>
                  </a:lnTo>
                  <a:lnTo>
                    <a:pt x="0" y="43000"/>
                  </a:lnTo>
                  <a:lnTo>
                    <a:pt x="27000" y="14000"/>
                  </a:lnTo>
                  <a:lnTo>
                    <a:pt x="32000" y="25000"/>
                  </a:lnTo>
                  <a:cubicBezTo>
                    <a:pt x="41000" y="18000"/>
                    <a:pt x="48000" y="10000"/>
                    <a:pt x="51000" y="0"/>
                  </a:cubicBezTo>
                  <a:lnTo>
                    <a:pt x="82000" y="2000"/>
                  </a:lnTo>
                  <a:close/>
                </a:path>
              </a:pathLst>
            </a:custGeom>
            <a:solidFill>
              <a:srgbClr val="48515D"/>
            </a:solidFill>
            <a:ln w="9144" cap="flat">
              <a:solidFill>
                <a:srgbClr val="555D6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" name="Expert doctor illustration"/>
            <p:cNvGrpSpPr/>
            <p:nvPr/>
          </p:nvGrpSpPr>
          <p:grpSpPr>
            <a:xfrm>
              <a:off x="1831360" y="259162"/>
              <a:ext cx="740298" cy="965866"/>
              <a:chOff x="1831360" y="259162"/>
              <a:chExt cx="740298" cy="965866"/>
            </a:xfrm>
          </p:grpSpPr>
          <p:sp>
            <p:nvSpPr>
              <p:cNvPr id="12" name="path_11"/>
              <p:cNvSpPr/>
              <p:nvPr/>
            </p:nvSpPr>
            <p:spPr>
              <a:xfrm>
                <a:off x="1831360" y="861877"/>
                <a:ext cx="740298" cy="363151"/>
              </a:xfrm>
              <a:custGeom>
                <a:avLst/>
                <a:gdLst/>
                <a:ahLst/>
                <a:cxnLst/>
                <a:rect l="0" t="0" r="r" b="b"/>
                <a:pathLst>
                  <a:path w="80960" h="39715">
                    <a:moveTo>
                      <a:pt x="0" y="36288"/>
                    </a:moveTo>
                    <a:cubicBezTo>
                      <a:pt x="1760" y="20736"/>
                      <a:pt x="5280" y="7776"/>
                      <a:pt x="20240" y="4320"/>
                    </a:cubicBezTo>
                    <a:lnTo>
                      <a:pt x="31680" y="0"/>
                    </a:lnTo>
                    <a:lnTo>
                      <a:pt x="48400" y="0"/>
                    </a:lnTo>
                    <a:lnTo>
                      <a:pt x="60720" y="6912"/>
                    </a:lnTo>
                    <a:cubicBezTo>
                      <a:pt x="74800" y="11232"/>
                      <a:pt x="79200" y="23328"/>
                      <a:pt x="80960" y="37152"/>
                    </a:cubicBezTo>
                    <a:cubicBezTo>
                      <a:pt x="54560" y="41472"/>
                      <a:pt x="25520" y="39744"/>
                      <a:pt x="0" y="36288"/>
                    </a:cubicBezTo>
                    <a:close/>
                  </a:path>
                </a:pathLst>
              </a:custGeom>
              <a:solidFill>
                <a:srgbClr val="D8E0DC"/>
              </a:solidFill>
              <a:ln w="19933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path_12"/>
              <p:cNvSpPr/>
              <p:nvPr/>
            </p:nvSpPr>
            <p:spPr>
              <a:xfrm>
                <a:off x="2064715" y="901379"/>
                <a:ext cx="201168" cy="292315"/>
              </a:xfrm>
              <a:custGeom>
                <a:avLst/>
                <a:gdLst/>
                <a:ahLst/>
                <a:cxnLst/>
                <a:rect l="0" t="0" r="r" b="b"/>
                <a:pathLst>
                  <a:path w="22000" h="31968">
                    <a:moveTo>
                      <a:pt x="0" y="0"/>
                    </a:moveTo>
                    <a:lnTo>
                      <a:pt x="10560" y="31968"/>
                    </a:lnTo>
                    <a:lnTo>
                      <a:pt x="22000" y="1728"/>
                    </a:lnTo>
                    <a:lnTo>
                      <a:pt x="14960" y="9504"/>
                    </a:lnTo>
                    <a:lnTo>
                      <a:pt x="6160" y="86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B9D0"/>
              </a:solidFill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path_13"/>
              <p:cNvSpPr/>
              <p:nvPr/>
            </p:nvSpPr>
            <p:spPr>
              <a:xfrm>
                <a:off x="2112996" y="838176"/>
                <a:ext cx="152888" cy="150108"/>
              </a:xfrm>
              <a:custGeom>
                <a:avLst/>
                <a:gdLst/>
                <a:ahLst/>
                <a:cxnLst/>
                <a:rect l="0" t="0" r="r" b="b"/>
                <a:pathLst>
                  <a:path w="16720" h="16416">
                    <a:moveTo>
                      <a:pt x="0" y="864"/>
                    </a:moveTo>
                    <a:lnTo>
                      <a:pt x="880" y="10368"/>
                    </a:lnTo>
                    <a:lnTo>
                      <a:pt x="7920" y="16416"/>
                    </a:lnTo>
                    <a:lnTo>
                      <a:pt x="15840" y="9504"/>
                    </a:lnTo>
                    <a:lnTo>
                      <a:pt x="16720" y="0"/>
                    </a:lnTo>
                    <a:lnTo>
                      <a:pt x="0" y="864"/>
                    </a:lnTo>
                    <a:close/>
                  </a:path>
                </a:pathLst>
              </a:custGeom>
              <a:solidFill>
                <a:srgbClr val="F9BD85"/>
              </a:solidFill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path_14"/>
              <p:cNvSpPr/>
              <p:nvPr/>
            </p:nvSpPr>
            <p:spPr>
              <a:xfrm>
                <a:off x="2032528" y="909279"/>
                <a:ext cx="329916" cy="284415"/>
              </a:xfrm>
              <a:custGeom>
                <a:avLst/>
                <a:gdLst/>
                <a:ahLst/>
                <a:cxnLst/>
                <a:rect l="0" t="0" r="r" b="b"/>
                <a:pathLst>
                  <a:path w="36080" h="31104" fill="none">
                    <a:moveTo>
                      <a:pt x="880" y="0"/>
                    </a:moveTo>
                    <a:lnTo>
                      <a:pt x="0" y="17280"/>
                    </a:lnTo>
                    <a:lnTo>
                      <a:pt x="7920" y="14688"/>
                    </a:lnTo>
                    <a:lnTo>
                      <a:pt x="15840" y="30240"/>
                    </a:lnTo>
                    <a:lnTo>
                      <a:pt x="6160" y="4320"/>
                    </a:lnTo>
                    <a:moveTo>
                      <a:pt x="30800" y="0"/>
                    </a:moveTo>
                    <a:lnTo>
                      <a:pt x="36080" y="15552"/>
                    </a:lnTo>
                    <a:lnTo>
                      <a:pt x="28160" y="14688"/>
                    </a:lnTo>
                    <a:lnTo>
                      <a:pt x="18480" y="31104"/>
                    </a:lnTo>
                    <a:lnTo>
                      <a:pt x="27280" y="3456"/>
                    </a:lnTo>
                  </a:path>
                </a:pathLst>
              </a:custGeom>
              <a:noFill/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ath_15"/>
              <p:cNvSpPr/>
              <p:nvPr/>
            </p:nvSpPr>
            <p:spPr>
              <a:xfrm>
                <a:off x="1919874" y="1019885"/>
                <a:ext cx="563270" cy="181710"/>
              </a:xfrm>
              <a:custGeom>
                <a:avLst/>
                <a:gdLst/>
                <a:ahLst/>
                <a:cxnLst/>
                <a:rect l="0" t="0" r="r" b="b"/>
                <a:pathLst>
                  <a:path w="61600" h="19872" fill="none">
                    <a:moveTo>
                      <a:pt x="0" y="17280"/>
                    </a:moveTo>
                    <a:lnTo>
                      <a:pt x="3520" y="0"/>
                    </a:lnTo>
                    <a:moveTo>
                      <a:pt x="58960" y="1728"/>
                    </a:moveTo>
                    <a:lnTo>
                      <a:pt x="61600" y="18144"/>
                    </a:lnTo>
                    <a:moveTo>
                      <a:pt x="29920" y="864"/>
                    </a:moveTo>
                    <a:lnTo>
                      <a:pt x="29920" y="19872"/>
                    </a:lnTo>
                  </a:path>
                </a:pathLst>
              </a:custGeom>
              <a:noFill/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ath_16"/>
              <p:cNvSpPr/>
              <p:nvPr/>
            </p:nvSpPr>
            <p:spPr>
              <a:xfrm>
                <a:off x="1942334" y="932981"/>
                <a:ext cx="114334" cy="210524"/>
              </a:xfrm>
              <a:custGeom>
                <a:avLst/>
                <a:gdLst/>
                <a:ahLst/>
                <a:cxnLst/>
                <a:rect l="0" t="0" r="r" b="b"/>
                <a:pathLst>
                  <a:path w="12504" h="23023" fill="none">
                    <a:moveTo>
                      <a:pt x="9864" y="0"/>
                    </a:moveTo>
                    <a:cubicBezTo>
                      <a:pt x="-2456" y="5184"/>
                      <a:pt x="184" y="11232"/>
                      <a:pt x="1944" y="16416"/>
                    </a:cubicBezTo>
                    <a:moveTo>
                      <a:pt x="7224" y="20736"/>
                    </a:moveTo>
                    <a:cubicBezTo>
                      <a:pt x="2824" y="25920"/>
                      <a:pt x="-696" y="21600"/>
                      <a:pt x="184" y="14688"/>
                    </a:cubicBezTo>
                    <a:cubicBezTo>
                      <a:pt x="-1576" y="6912"/>
                      <a:pt x="9864" y="5184"/>
                      <a:pt x="10744" y="12960"/>
                    </a:cubicBezTo>
                    <a:lnTo>
                      <a:pt x="12504" y="20736"/>
                    </a:lnTo>
                  </a:path>
                </a:pathLst>
              </a:custGeom>
              <a:noFill/>
              <a:ln w="19136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path_17"/>
              <p:cNvSpPr/>
              <p:nvPr/>
            </p:nvSpPr>
            <p:spPr>
              <a:xfrm>
                <a:off x="2314164" y="925080"/>
                <a:ext cx="72420" cy="165909"/>
              </a:xfrm>
              <a:custGeom>
                <a:avLst/>
                <a:gdLst/>
                <a:ahLst/>
                <a:cxnLst/>
                <a:rect l="0" t="0" r="r" b="b"/>
                <a:pathLst>
                  <a:path w="7920" h="18144" fill="none">
                    <a:moveTo>
                      <a:pt x="0" y="0"/>
                    </a:moveTo>
                    <a:cubicBezTo>
                      <a:pt x="7920" y="8640"/>
                      <a:pt x="7040" y="13824"/>
                      <a:pt x="7920" y="18144"/>
                    </a:cubicBezTo>
                  </a:path>
                </a:pathLst>
              </a:custGeom>
              <a:noFill/>
              <a:ln w="19933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path_18"/>
              <p:cNvSpPr/>
              <p:nvPr/>
            </p:nvSpPr>
            <p:spPr>
              <a:xfrm>
                <a:off x="2346350" y="1043586"/>
                <a:ext cx="96561" cy="94805"/>
              </a:xfrm>
              <a:custGeom>
                <a:avLst/>
                <a:gdLst/>
                <a:ahLst/>
                <a:cxnLst/>
                <a:rect l="0" t="0" r="r" b="b"/>
                <a:pathLst>
                  <a:path w="10560" h="10368">
                    <a:moveTo>
                      <a:pt x="10560" y="5184"/>
                    </a:moveTo>
                    <a:cubicBezTo>
                      <a:pt x="10560" y="8047"/>
                      <a:pt x="8196" y="10368"/>
                      <a:pt x="5280" y="10368"/>
                    </a:cubicBezTo>
                    <a:cubicBezTo>
                      <a:pt x="2364" y="10368"/>
                      <a:pt x="0" y="8047"/>
                      <a:pt x="0" y="5184"/>
                    </a:cubicBezTo>
                    <a:cubicBezTo>
                      <a:pt x="0" y="2321"/>
                      <a:pt x="2364" y="0"/>
                      <a:pt x="5280" y="0"/>
                    </a:cubicBezTo>
                    <a:cubicBezTo>
                      <a:pt x="8196" y="0"/>
                      <a:pt x="10560" y="2321"/>
                      <a:pt x="10560" y="5184"/>
                    </a:cubicBezTo>
                    <a:close/>
                  </a:path>
                </a:pathLst>
              </a:custGeom>
              <a:solidFill>
                <a:srgbClr val="CCC6A7"/>
              </a:solidFill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path_19"/>
              <p:cNvSpPr/>
              <p:nvPr/>
            </p:nvSpPr>
            <p:spPr>
              <a:xfrm>
                <a:off x="2374514" y="1071238"/>
                <a:ext cx="40234" cy="39502"/>
              </a:xfrm>
              <a:custGeom>
                <a:avLst/>
                <a:gdLst/>
                <a:ahLst/>
                <a:cxnLst/>
                <a:rect l="0" t="0" r="r" b="b"/>
                <a:pathLst>
                  <a:path w="4400" h="4320">
                    <a:moveTo>
                      <a:pt x="4400" y="2160"/>
                    </a:moveTo>
                    <a:cubicBezTo>
                      <a:pt x="4400" y="3353"/>
                      <a:pt x="3415" y="4320"/>
                      <a:pt x="2200" y="4320"/>
                    </a:cubicBezTo>
                    <a:cubicBezTo>
                      <a:pt x="985" y="4320"/>
                      <a:pt x="0" y="3353"/>
                      <a:pt x="0" y="2160"/>
                    </a:cubicBezTo>
                    <a:cubicBezTo>
                      <a:pt x="0" y="967"/>
                      <a:pt x="985" y="0"/>
                      <a:pt x="2200" y="0"/>
                    </a:cubicBezTo>
                    <a:cubicBezTo>
                      <a:pt x="3415" y="0"/>
                      <a:pt x="4400" y="967"/>
                      <a:pt x="4400" y="2160"/>
                    </a:cubicBezTo>
                    <a:close/>
                  </a:path>
                </a:pathLst>
              </a:custGeom>
              <a:solidFill>
                <a:srgbClr val="59666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path_20"/>
              <p:cNvSpPr/>
              <p:nvPr/>
            </p:nvSpPr>
            <p:spPr>
              <a:xfrm>
                <a:off x="1903781" y="530059"/>
                <a:ext cx="112654" cy="142207"/>
              </a:xfrm>
              <a:custGeom>
                <a:avLst/>
                <a:gdLst/>
                <a:ahLst/>
                <a:cxnLst/>
                <a:rect l="0" t="0" r="r" b="b"/>
                <a:pathLst>
                  <a:path w="12320" h="15552">
                    <a:moveTo>
                      <a:pt x="12320" y="7776"/>
                    </a:moveTo>
                    <a:cubicBezTo>
                      <a:pt x="12320" y="12071"/>
                      <a:pt x="9562" y="15552"/>
                      <a:pt x="6160" y="15552"/>
                    </a:cubicBezTo>
                    <a:cubicBezTo>
                      <a:pt x="2758" y="15552"/>
                      <a:pt x="0" y="12071"/>
                      <a:pt x="0" y="7776"/>
                    </a:cubicBezTo>
                    <a:cubicBezTo>
                      <a:pt x="0" y="3481"/>
                      <a:pt x="2758" y="0"/>
                      <a:pt x="6160" y="0"/>
                    </a:cubicBezTo>
                    <a:cubicBezTo>
                      <a:pt x="9562" y="0"/>
                      <a:pt x="12320" y="3481"/>
                      <a:pt x="12320" y="7776"/>
                    </a:cubicBezTo>
                    <a:close/>
                  </a:path>
                </a:pathLst>
              </a:custGeom>
              <a:solidFill>
                <a:srgbClr val="F9BD85"/>
              </a:solidFill>
              <a:ln w="17541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path_21"/>
              <p:cNvSpPr/>
              <p:nvPr/>
            </p:nvSpPr>
            <p:spPr>
              <a:xfrm>
                <a:off x="2362444" y="530059"/>
                <a:ext cx="112654" cy="142207"/>
              </a:xfrm>
              <a:custGeom>
                <a:avLst/>
                <a:gdLst/>
                <a:ahLst/>
                <a:cxnLst/>
                <a:rect l="0" t="0" r="r" b="b"/>
                <a:pathLst>
                  <a:path w="12320" h="15552">
                    <a:moveTo>
                      <a:pt x="12320" y="7776"/>
                    </a:moveTo>
                    <a:cubicBezTo>
                      <a:pt x="12320" y="12071"/>
                      <a:pt x="9562" y="15552"/>
                      <a:pt x="6160" y="15552"/>
                    </a:cubicBezTo>
                    <a:cubicBezTo>
                      <a:pt x="2758" y="15552"/>
                      <a:pt x="0" y="12071"/>
                      <a:pt x="0" y="7776"/>
                    </a:cubicBezTo>
                    <a:cubicBezTo>
                      <a:pt x="0" y="3481"/>
                      <a:pt x="2758" y="0"/>
                      <a:pt x="6160" y="0"/>
                    </a:cubicBezTo>
                    <a:cubicBezTo>
                      <a:pt x="9562" y="0"/>
                      <a:pt x="12320" y="3481"/>
                      <a:pt x="12320" y="7776"/>
                    </a:cubicBezTo>
                    <a:close/>
                  </a:path>
                </a:pathLst>
              </a:custGeom>
              <a:solidFill>
                <a:srgbClr val="F9BD85"/>
              </a:solidFill>
              <a:ln w="17541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path_22"/>
              <p:cNvSpPr/>
              <p:nvPr/>
            </p:nvSpPr>
            <p:spPr>
              <a:xfrm>
                <a:off x="1984248" y="368008"/>
                <a:ext cx="410383" cy="517570"/>
              </a:xfrm>
              <a:custGeom>
                <a:avLst/>
                <a:gdLst/>
                <a:ahLst/>
                <a:cxnLst/>
                <a:rect l="0" t="0" r="r" b="b"/>
                <a:pathLst>
                  <a:path w="44880" h="56602">
                    <a:moveTo>
                      <a:pt x="0" y="9082"/>
                    </a:moveTo>
                    <a:cubicBezTo>
                      <a:pt x="1760" y="-3014"/>
                      <a:pt x="37840" y="-3878"/>
                      <a:pt x="44880" y="11674"/>
                    </a:cubicBezTo>
                    <a:lnTo>
                      <a:pt x="44880" y="35002"/>
                    </a:lnTo>
                    <a:cubicBezTo>
                      <a:pt x="42240" y="50554"/>
                      <a:pt x="31680" y="55738"/>
                      <a:pt x="23760" y="56602"/>
                    </a:cubicBezTo>
                    <a:cubicBezTo>
                      <a:pt x="11440" y="54010"/>
                      <a:pt x="0" y="47098"/>
                      <a:pt x="0" y="35002"/>
                    </a:cubicBezTo>
                    <a:lnTo>
                      <a:pt x="0" y="9082"/>
                    </a:lnTo>
                    <a:close/>
                  </a:path>
                </a:pathLst>
              </a:custGeom>
              <a:solidFill>
                <a:srgbClr val="F9BD85"/>
              </a:solidFill>
              <a:ln w="19933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path_23"/>
              <p:cNvSpPr/>
              <p:nvPr/>
            </p:nvSpPr>
            <p:spPr>
              <a:xfrm>
                <a:off x="1951934" y="260688"/>
                <a:ext cx="499209" cy="316774"/>
              </a:xfrm>
              <a:custGeom>
                <a:avLst/>
                <a:gdLst/>
                <a:ahLst/>
                <a:cxnLst/>
                <a:rect l="0" t="0" r="r" b="b"/>
                <a:pathLst>
                  <a:path w="54594" h="34643">
                    <a:moveTo>
                      <a:pt x="2654" y="33779"/>
                    </a:moveTo>
                    <a:cubicBezTo>
                      <a:pt x="-4386" y="14771"/>
                      <a:pt x="4414" y="6995"/>
                      <a:pt x="7934" y="6131"/>
                    </a:cubicBezTo>
                    <a:cubicBezTo>
                      <a:pt x="7934" y="1811"/>
                      <a:pt x="19374" y="83"/>
                      <a:pt x="25534" y="83"/>
                    </a:cubicBezTo>
                    <a:cubicBezTo>
                      <a:pt x="40494" y="-781"/>
                      <a:pt x="48414" y="5267"/>
                      <a:pt x="48414" y="11315"/>
                    </a:cubicBezTo>
                    <a:cubicBezTo>
                      <a:pt x="58094" y="15635"/>
                      <a:pt x="54574" y="29459"/>
                      <a:pt x="50174" y="34643"/>
                    </a:cubicBezTo>
                    <a:lnTo>
                      <a:pt x="45774" y="32051"/>
                    </a:lnTo>
                    <a:lnTo>
                      <a:pt x="44894" y="19091"/>
                    </a:lnTo>
                    <a:cubicBezTo>
                      <a:pt x="33454" y="22547"/>
                      <a:pt x="19374" y="20819"/>
                      <a:pt x="13214" y="15635"/>
                    </a:cubicBezTo>
                    <a:cubicBezTo>
                      <a:pt x="7054" y="18227"/>
                      <a:pt x="7054" y="28595"/>
                      <a:pt x="6174" y="33779"/>
                    </a:cubicBezTo>
                    <a:lnTo>
                      <a:pt x="2654" y="33779"/>
                    </a:lnTo>
                    <a:close/>
                  </a:path>
                </a:pathLst>
              </a:custGeom>
              <a:solidFill>
                <a:srgbClr val="955A2C"/>
              </a:solidFill>
              <a:ln w="19136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ath_24"/>
              <p:cNvSpPr/>
              <p:nvPr/>
            </p:nvSpPr>
            <p:spPr>
              <a:xfrm>
                <a:off x="1960108" y="259162"/>
                <a:ext cx="410383" cy="144639"/>
              </a:xfrm>
              <a:custGeom>
                <a:avLst/>
                <a:gdLst/>
                <a:ahLst/>
                <a:cxnLst/>
                <a:rect l="0" t="0" r="r" b="b"/>
                <a:pathLst>
                  <a:path w="44880" h="15818">
                    <a:moveTo>
                      <a:pt x="7040" y="5434"/>
                    </a:moveTo>
                    <a:cubicBezTo>
                      <a:pt x="20240" y="-4070"/>
                      <a:pt x="36960" y="250"/>
                      <a:pt x="44880" y="8026"/>
                    </a:cubicBezTo>
                    <a:cubicBezTo>
                      <a:pt x="39600" y="18394"/>
                      <a:pt x="16720" y="17530"/>
                      <a:pt x="7040" y="10618"/>
                    </a:cubicBezTo>
                    <a:lnTo>
                      <a:pt x="0" y="4570"/>
                    </a:lnTo>
                    <a:lnTo>
                      <a:pt x="7040" y="5434"/>
                    </a:lnTo>
                    <a:close/>
                  </a:path>
                </a:pathLst>
              </a:custGeom>
              <a:solidFill>
                <a:srgbClr val="A56733"/>
              </a:solidFill>
              <a:ln w="17541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path_25"/>
              <p:cNvSpPr/>
              <p:nvPr/>
            </p:nvSpPr>
            <p:spPr>
              <a:xfrm>
                <a:off x="2016435" y="547216"/>
                <a:ext cx="346009" cy="38147"/>
              </a:xfrm>
              <a:custGeom>
                <a:avLst/>
                <a:gdLst/>
                <a:ahLst/>
                <a:cxnLst/>
                <a:rect l="0" t="0" r="r" b="b"/>
                <a:pathLst>
                  <a:path w="37840" h="4172" fill="none">
                    <a:moveTo>
                      <a:pt x="0" y="4172"/>
                    </a:moveTo>
                    <a:cubicBezTo>
                      <a:pt x="1760" y="1580"/>
                      <a:pt x="5280" y="-148"/>
                      <a:pt x="8800" y="1580"/>
                    </a:cubicBezTo>
                    <a:moveTo>
                      <a:pt x="27280" y="716"/>
                    </a:moveTo>
                    <a:cubicBezTo>
                      <a:pt x="30800" y="-1012"/>
                      <a:pt x="35200" y="716"/>
                      <a:pt x="37840" y="2444"/>
                    </a:cubicBezTo>
                  </a:path>
                </a:pathLst>
              </a:custGeom>
              <a:noFill/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th_26"/>
              <p:cNvSpPr/>
              <p:nvPr/>
            </p:nvSpPr>
            <p:spPr>
              <a:xfrm>
                <a:off x="2063911" y="592473"/>
                <a:ext cx="33796" cy="48983"/>
              </a:xfrm>
              <a:custGeom>
                <a:avLst/>
                <a:gdLst/>
                <a:ahLst/>
                <a:cxnLst/>
                <a:rect l="0" t="0" r="r" b="b"/>
                <a:pathLst>
                  <a:path w="3696" h="5357">
                    <a:moveTo>
                      <a:pt x="3696" y="2678"/>
                    </a:moveTo>
                    <a:cubicBezTo>
                      <a:pt x="3696" y="4158"/>
                      <a:pt x="2869" y="5357"/>
                      <a:pt x="1848" y="5357"/>
                    </a:cubicBezTo>
                    <a:cubicBezTo>
                      <a:pt x="827" y="5357"/>
                      <a:pt x="0" y="4158"/>
                      <a:pt x="0" y="2678"/>
                    </a:cubicBezTo>
                    <a:cubicBezTo>
                      <a:pt x="0" y="1199"/>
                      <a:pt x="827" y="0"/>
                      <a:pt x="1848" y="0"/>
                    </a:cubicBezTo>
                    <a:cubicBezTo>
                      <a:pt x="2869" y="0"/>
                      <a:pt x="3696" y="1199"/>
                      <a:pt x="3696" y="2678"/>
                    </a:cubicBezTo>
                    <a:close/>
                  </a:path>
                </a:pathLst>
              </a:custGeom>
              <a:solidFill>
                <a:srgbClr val="3937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ath_27"/>
              <p:cNvSpPr/>
              <p:nvPr/>
            </p:nvSpPr>
            <p:spPr>
              <a:xfrm>
                <a:off x="2289219" y="600373"/>
                <a:ext cx="33796" cy="48983"/>
              </a:xfrm>
              <a:custGeom>
                <a:avLst/>
                <a:gdLst/>
                <a:ahLst/>
                <a:cxnLst/>
                <a:rect l="0" t="0" r="r" b="b"/>
                <a:pathLst>
                  <a:path w="3696" h="5357">
                    <a:moveTo>
                      <a:pt x="3696" y="2678"/>
                    </a:moveTo>
                    <a:cubicBezTo>
                      <a:pt x="3696" y="4158"/>
                      <a:pt x="2869" y="5357"/>
                      <a:pt x="1848" y="5357"/>
                    </a:cubicBezTo>
                    <a:cubicBezTo>
                      <a:pt x="827" y="5357"/>
                      <a:pt x="0" y="4158"/>
                      <a:pt x="0" y="2678"/>
                    </a:cubicBezTo>
                    <a:cubicBezTo>
                      <a:pt x="0" y="1199"/>
                      <a:pt x="827" y="0"/>
                      <a:pt x="1848" y="0"/>
                    </a:cubicBezTo>
                    <a:cubicBezTo>
                      <a:pt x="2869" y="0"/>
                      <a:pt x="3696" y="1199"/>
                      <a:pt x="3696" y="2678"/>
                    </a:cubicBezTo>
                    <a:close/>
                  </a:path>
                </a:pathLst>
              </a:custGeom>
              <a:solidFill>
                <a:srgbClr val="3937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path_28"/>
              <p:cNvSpPr/>
              <p:nvPr/>
            </p:nvSpPr>
            <p:spPr>
              <a:xfrm>
                <a:off x="2121042" y="601163"/>
                <a:ext cx="160934" cy="190104"/>
              </a:xfrm>
              <a:custGeom>
                <a:avLst/>
                <a:gdLst/>
                <a:ahLst/>
                <a:cxnLst/>
                <a:rect l="0" t="0" r="r" b="b"/>
                <a:pathLst>
                  <a:path w="17600" h="20790" fill="none">
                    <a:moveTo>
                      <a:pt x="7920" y="0"/>
                    </a:moveTo>
                    <a:lnTo>
                      <a:pt x="5280" y="12096"/>
                    </a:lnTo>
                    <a:quadBezTo>
                      <a:pt x="7920" y="14688"/>
                      <a:pt x="11440" y="11232"/>
                    </a:quadBezTo>
                    <a:moveTo>
                      <a:pt x="0" y="18144"/>
                    </a:moveTo>
                    <a:quadBezTo>
                      <a:pt x="8800" y="24192"/>
                      <a:pt x="17600" y="16416"/>
                    </a:quadBezTo>
                  </a:path>
                </a:pathLst>
              </a:custGeom>
              <a:noFill/>
              <a:ln w="15947" cap="flat">
                <a:solidFill>
                  <a:srgbClr val="674B3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path_29"/>
              <p:cNvSpPr/>
              <p:nvPr/>
            </p:nvSpPr>
            <p:spPr>
              <a:xfrm>
                <a:off x="2016435" y="680167"/>
                <a:ext cx="64374" cy="47402"/>
              </a:xfrm>
              <a:custGeom>
                <a:avLst/>
                <a:gdLst/>
                <a:ahLst/>
                <a:cxnLst/>
                <a:rect l="0" t="0" r="r" b="b"/>
                <a:pathLst>
                  <a:path w="7040" h="5184">
                    <a:moveTo>
                      <a:pt x="7040" y="2592"/>
                    </a:moveTo>
                    <a:cubicBezTo>
                      <a:pt x="7040" y="4024"/>
                      <a:pt x="5464" y="5184"/>
                      <a:pt x="3520" y="5184"/>
                    </a:cubicBezTo>
                    <a:cubicBezTo>
                      <a:pt x="1576" y="5184"/>
                      <a:pt x="0" y="4024"/>
                      <a:pt x="0" y="2592"/>
                    </a:cubicBezTo>
                    <a:cubicBezTo>
                      <a:pt x="0" y="1160"/>
                      <a:pt x="1576" y="0"/>
                      <a:pt x="3520" y="0"/>
                    </a:cubicBezTo>
                    <a:cubicBezTo>
                      <a:pt x="5464" y="0"/>
                      <a:pt x="7040" y="1160"/>
                      <a:pt x="7040" y="2592"/>
                    </a:cubicBezTo>
                    <a:close/>
                  </a:path>
                </a:pathLst>
              </a:custGeom>
              <a:solidFill>
                <a:srgbClr val="F5A97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path_30"/>
              <p:cNvSpPr/>
              <p:nvPr/>
            </p:nvSpPr>
            <p:spPr>
              <a:xfrm>
                <a:off x="2298070" y="680167"/>
                <a:ext cx="64374" cy="47402"/>
              </a:xfrm>
              <a:custGeom>
                <a:avLst/>
                <a:gdLst/>
                <a:ahLst/>
                <a:cxnLst/>
                <a:rect l="0" t="0" r="r" b="b"/>
                <a:pathLst>
                  <a:path w="7040" h="5184">
                    <a:moveTo>
                      <a:pt x="7040" y="2592"/>
                    </a:moveTo>
                    <a:cubicBezTo>
                      <a:pt x="7040" y="4024"/>
                      <a:pt x="5464" y="5184"/>
                      <a:pt x="3520" y="5184"/>
                    </a:cubicBezTo>
                    <a:cubicBezTo>
                      <a:pt x="1576" y="5184"/>
                      <a:pt x="0" y="4024"/>
                      <a:pt x="0" y="2592"/>
                    </a:cubicBezTo>
                    <a:cubicBezTo>
                      <a:pt x="0" y="1160"/>
                      <a:pt x="1576" y="0"/>
                      <a:pt x="3520" y="0"/>
                    </a:cubicBezTo>
                    <a:cubicBezTo>
                      <a:pt x="5464" y="0"/>
                      <a:pt x="7040" y="1160"/>
                      <a:pt x="7040" y="2592"/>
                    </a:cubicBezTo>
                    <a:close/>
                  </a:path>
                </a:pathLst>
              </a:custGeom>
              <a:solidFill>
                <a:srgbClr val="F5A97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" name="Layperson illustration"/>
            <p:cNvGrpSpPr/>
            <p:nvPr/>
          </p:nvGrpSpPr>
          <p:grpSpPr>
            <a:xfrm>
              <a:off x="1845442" y="1799905"/>
              <a:ext cx="798820" cy="816010"/>
              <a:chOff x="1845442" y="1799905"/>
              <a:chExt cx="798820" cy="816010"/>
            </a:xfrm>
          </p:grpSpPr>
          <p:sp>
            <p:nvSpPr>
              <p:cNvPr id="33" name="path_32"/>
              <p:cNvSpPr/>
              <p:nvPr/>
            </p:nvSpPr>
            <p:spPr>
              <a:xfrm>
                <a:off x="1845442" y="2397191"/>
                <a:ext cx="798820" cy="218724"/>
              </a:xfrm>
              <a:custGeom>
                <a:avLst/>
                <a:gdLst/>
                <a:ahLst/>
                <a:cxnLst/>
                <a:rect l="0" t="0" r="r" b="b"/>
                <a:pathLst>
                  <a:path w="87360" h="23920">
                    <a:moveTo>
                      <a:pt x="0" y="23920"/>
                    </a:moveTo>
                    <a:cubicBezTo>
                      <a:pt x="7280" y="2760"/>
                      <a:pt x="25480" y="920"/>
                      <a:pt x="35490" y="0"/>
                    </a:cubicBezTo>
                    <a:lnTo>
                      <a:pt x="52780" y="0"/>
                    </a:lnTo>
                    <a:cubicBezTo>
                      <a:pt x="70070" y="2760"/>
                      <a:pt x="81900" y="9200"/>
                      <a:pt x="87360" y="23920"/>
                    </a:cubicBezTo>
                    <a:lnTo>
                      <a:pt x="0" y="23920"/>
                    </a:lnTo>
                    <a:close/>
                  </a:path>
                </a:pathLst>
              </a:custGeom>
              <a:solidFill>
                <a:srgbClr val="AD565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path_33"/>
              <p:cNvSpPr/>
              <p:nvPr/>
            </p:nvSpPr>
            <p:spPr>
              <a:xfrm>
                <a:off x="2161642" y="2321479"/>
                <a:ext cx="166421" cy="202985"/>
              </a:xfrm>
              <a:custGeom>
                <a:avLst/>
                <a:gdLst/>
                <a:ahLst/>
                <a:cxnLst/>
                <a:rect l="0" t="0" r="r" b="b"/>
                <a:pathLst>
                  <a:path w="18200" h="22199">
                    <a:moveTo>
                      <a:pt x="0" y="0"/>
                    </a:moveTo>
                    <a:lnTo>
                      <a:pt x="0" y="14720"/>
                    </a:lnTo>
                    <a:cubicBezTo>
                      <a:pt x="910" y="24840"/>
                      <a:pt x="17290" y="24840"/>
                      <a:pt x="18200" y="13800"/>
                    </a:cubicBezTo>
                    <a:lnTo>
                      <a:pt x="182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BA8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path_34"/>
              <p:cNvSpPr/>
              <p:nvPr/>
            </p:nvSpPr>
            <p:spPr>
              <a:xfrm>
                <a:off x="1986900" y="1799905"/>
                <a:ext cx="515904" cy="555224"/>
              </a:xfrm>
              <a:custGeom>
                <a:avLst/>
                <a:gdLst/>
                <a:ahLst/>
                <a:cxnLst/>
                <a:rect l="0" t="0" r="r" b="b"/>
                <a:pathLst>
                  <a:path w="56420" h="60720">
                    <a:moveTo>
                      <a:pt x="56420" y="30360"/>
                    </a:moveTo>
                    <a:cubicBezTo>
                      <a:pt x="56420" y="47127"/>
                      <a:pt x="43790" y="60720"/>
                      <a:pt x="28210" y="60720"/>
                    </a:cubicBezTo>
                    <a:cubicBezTo>
                      <a:pt x="12630" y="60720"/>
                      <a:pt x="0" y="47127"/>
                      <a:pt x="0" y="30360"/>
                    </a:cubicBezTo>
                    <a:cubicBezTo>
                      <a:pt x="0" y="13593"/>
                      <a:pt x="12630" y="0"/>
                      <a:pt x="28210" y="0"/>
                    </a:cubicBezTo>
                    <a:cubicBezTo>
                      <a:pt x="43790" y="0"/>
                      <a:pt x="56420" y="13593"/>
                      <a:pt x="56420" y="30360"/>
                    </a:cubicBezTo>
                    <a:close/>
                  </a:path>
                </a:pathLst>
              </a:custGeom>
              <a:solidFill>
                <a:srgbClr val="D2D2B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path_35"/>
              <p:cNvSpPr/>
              <p:nvPr/>
            </p:nvSpPr>
            <p:spPr>
              <a:xfrm>
                <a:off x="2018685" y="1808317"/>
                <a:ext cx="459845" cy="630936"/>
              </a:xfrm>
              <a:custGeom>
                <a:avLst/>
                <a:gdLst/>
                <a:ahLst/>
                <a:cxnLst/>
                <a:rect l="0" t="0" r="r" b="b"/>
                <a:pathLst>
                  <a:path w="50289" h="69000">
                    <a:moveTo>
                      <a:pt x="164" y="26680"/>
                    </a:moveTo>
                    <a:cubicBezTo>
                      <a:pt x="-1656" y="7360"/>
                      <a:pt x="11994" y="0"/>
                      <a:pt x="25644" y="0"/>
                    </a:cubicBezTo>
                    <a:cubicBezTo>
                      <a:pt x="43844" y="920"/>
                      <a:pt x="51124" y="11960"/>
                      <a:pt x="50214" y="27600"/>
                    </a:cubicBezTo>
                    <a:lnTo>
                      <a:pt x="46574" y="42320"/>
                    </a:lnTo>
                    <a:cubicBezTo>
                      <a:pt x="43844" y="54280"/>
                      <a:pt x="38384" y="66240"/>
                      <a:pt x="24734" y="69000"/>
                    </a:cubicBezTo>
                    <a:cubicBezTo>
                      <a:pt x="13814" y="65320"/>
                      <a:pt x="5624" y="57040"/>
                      <a:pt x="2894" y="42320"/>
                    </a:cubicBezTo>
                    <a:lnTo>
                      <a:pt x="164" y="26680"/>
                    </a:lnTo>
                    <a:close/>
                  </a:path>
                </a:pathLst>
              </a:custGeom>
              <a:solidFill>
                <a:srgbClr val="F6C58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ath_36"/>
              <p:cNvSpPr/>
              <p:nvPr/>
            </p:nvSpPr>
            <p:spPr>
              <a:xfrm>
                <a:off x="2011863" y="1850380"/>
                <a:ext cx="91531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10010" h="23000">
                    <a:moveTo>
                      <a:pt x="0" y="14720"/>
                    </a:moveTo>
                    <a:cubicBezTo>
                      <a:pt x="910" y="4600"/>
                      <a:pt x="5460" y="920"/>
                      <a:pt x="10010" y="0"/>
                    </a:cubicBezTo>
                    <a:lnTo>
                      <a:pt x="8190" y="22080"/>
                    </a:lnTo>
                    <a:lnTo>
                      <a:pt x="2730" y="23000"/>
                    </a:lnTo>
                    <a:lnTo>
                      <a:pt x="0" y="14720"/>
                    </a:lnTo>
                    <a:close/>
                  </a:path>
                </a:pathLst>
              </a:custGeom>
              <a:solidFill>
                <a:srgbClr val="D8DAC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path_37"/>
              <p:cNvSpPr/>
              <p:nvPr/>
            </p:nvSpPr>
            <p:spPr>
              <a:xfrm>
                <a:off x="2402952" y="1850380"/>
                <a:ext cx="91531" cy="218724"/>
              </a:xfrm>
              <a:custGeom>
                <a:avLst/>
                <a:gdLst/>
                <a:ahLst/>
                <a:cxnLst/>
                <a:rect l="0" t="0" r="r" b="b"/>
                <a:pathLst>
                  <a:path w="10010" h="23920">
                    <a:moveTo>
                      <a:pt x="0" y="0"/>
                    </a:moveTo>
                    <a:cubicBezTo>
                      <a:pt x="7280" y="8280"/>
                      <a:pt x="9100" y="11040"/>
                      <a:pt x="10010" y="19320"/>
                    </a:cubicBezTo>
                    <a:lnTo>
                      <a:pt x="3640" y="23920"/>
                    </a:lnTo>
                    <a:lnTo>
                      <a:pt x="910" y="101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AC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path_38"/>
              <p:cNvSpPr/>
              <p:nvPr/>
            </p:nvSpPr>
            <p:spPr>
              <a:xfrm>
                <a:off x="1970258" y="2010217"/>
                <a:ext cx="116495" cy="168250"/>
              </a:xfrm>
              <a:custGeom>
                <a:avLst/>
                <a:gdLst/>
                <a:ahLst/>
                <a:cxnLst/>
                <a:rect l="0" t="0" r="r" b="b"/>
                <a:pathLst>
                  <a:path w="12740" h="18400">
                    <a:moveTo>
                      <a:pt x="12740" y="9200"/>
                    </a:moveTo>
                    <a:cubicBezTo>
                      <a:pt x="12740" y="14281"/>
                      <a:pt x="9888" y="18400"/>
                      <a:pt x="6370" y="18400"/>
                    </a:cubicBezTo>
                    <a:cubicBezTo>
                      <a:pt x="2852" y="18400"/>
                      <a:pt x="0" y="14281"/>
                      <a:pt x="0" y="9200"/>
                    </a:cubicBezTo>
                    <a:cubicBezTo>
                      <a:pt x="0" y="4119"/>
                      <a:pt x="2852" y="0"/>
                      <a:pt x="6370" y="0"/>
                    </a:cubicBezTo>
                    <a:cubicBezTo>
                      <a:pt x="9888" y="0"/>
                      <a:pt x="12740" y="4119"/>
                      <a:pt x="12740" y="9200"/>
                    </a:cubicBezTo>
                    <a:close/>
                  </a:path>
                </a:pathLst>
              </a:custGeom>
              <a:solidFill>
                <a:srgbClr val="F4BD8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path_39"/>
              <p:cNvSpPr/>
              <p:nvPr/>
            </p:nvSpPr>
            <p:spPr>
              <a:xfrm>
                <a:off x="2411273" y="2010217"/>
                <a:ext cx="116495" cy="168250"/>
              </a:xfrm>
              <a:custGeom>
                <a:avLst/>
                <a:gdLst/>
                <a:ahLst/>
                <a:cxnLst/>
                <a:rect l="0" t="0" r="r" b="b"/>
                <a:pathLst>
                  <a:path w="12740" h="18400">
                    <a:moveTo>
                      <a:pt x="12740" y="9200"/>
                    </a:moveTo>
                    <a:cubicBezTo>
                      <a:pt x="12740" y="14281"/>
                      <a:pt x="9888" y="18400"/>
                      <a:pt x="6370" y="18400"/>
                    </a:cubicBezTo>
                    <a:cubicBezTo>
                      <a:pt x="2852" y="18400"/>
                      <a:pt x="0" y="14281"/>
                      <a:pt x="0" y="9200"/>
                    </a:cubicBezTo>
                    <a:cubicBezTo>
                      <a:pt x="0" y="4119"/>
                      <a:pt x="2852" y="0"/>
                      <a:pt x="6370" y="0"/>
                    </a:cubicBezTo>
                    <a:cubicBezTo>
                      <a:pt x="9888" y="0"/>
                      <a:pt x="12740" y="4119"/>
                      <a:pt x="12740" y="9200"/>
                    </a:cubicBezTo>
                    <a:close/>
                  </a:path>
                </a:pathLst>
              </a:custGeom>
              <a:solidFill>
                <a:srgbClr val="F4BD8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path_40"/>
              <p:cNvSpPr/>
              <p:nvPr/>
            </p:nvSpPr>
            <p:spPr>
              <a:xfrm>
                <a:off x="2006038" y="2052279"/>
                <a:ext cx="61576" cy="100950"/>
              </a:xfrm>
              <a:custGeom>
                <a:avLst/>
                <a:gdLst/>
                <a:ahLst/>
                <a:cxnLst/>
                <a:rect l="0" t="0" r="r" b="b"/>
                <a:pathLst>
                  <a:path w="6734" h="11040">
                    <a:moveTo>
                      <a:pt x="6734" y="5520"/>
                    </a:moveTo>
                    <a:cubicBezTo>
                      <a:pt x="6734" y="8569"/>
                      <a:pt x="5227" y="11040"/>
                      <a:pt x="3367" y="11040"/>
                    </a:cubicBezTo>
                    <a:cubicBezTo>
                      <a:pt x="1507" y="11040"/>
                      <a:pt x="0" y="8569"/>
                      <a:pt x="0" y="5520"/>
                    </a:cubicBezTo>
                    <a:cubicBezTo>
                      <a:pt x="0" y="2471"/>
                      <a:pt x="1507" y="0"/>
                      <a:pt x="3367" y="0"/>
                    </a:cubicBezTo>
                    <a:cubicBezTo>
                      <a:pt x="5227" y="0"/>
                      <a:pt x="6734" y="2471"/>
                      <a:pt x="6734" y="5520"/>
                    </a:cubicBezTo>
                    <a:close/>
                  </a:path>
                </a:pathLst>
              </a:custGeom>
              <a:solidFill>
                <a:srgbClr val="EDAC7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path_41"/>
              <p:cNvSpPr/>
              <p:nvPr/>
            </p:nvSpPr>
            <p:spPr>
              <a:xfrm>
                <a:off x="2430411" y="2052279"/>
                <a:ext cx="61576" cy="100950"/>
              </a:xfrm>
              <a:custGeom>
                <a:avLst/>
                <a:gdLst/>
                <a:ahLst/>
                <a:cxnLst/>
                <a:rect l="0" t="0" r="r" b="b"/>
                <a:pathLst>
                  <a:path w="6734" h="11040">
                    <a:moveTo>
                      <a:pt x="6734" y="5520"/>
                    </a:moveTo>
                    <a:cubicBezTo>
                      <a:pt x="6734" y="8569"/>
                      <a:pt x="5227" y="11040"/>
                      <a:pt x="3367" y="11040"/>
                    </a:cubicBezTo>
                    <a:cubicBezTo>
                      <a:pt x="1507" y="11040"/>
                      <a:pt x="0" y="8569"/>
                      <a:pt x="0" y="5520"/>
                    </a:cubicBezTo>
                    <a:cubicBezTo>
                      <a:pt x="0" y="2471"/>
                      <a:pt x="1507" y="0"/>
                      <a:pt x="3367" y="0"/>
                    </a:cubicBezTo>
                    <a:cubicBezTo>
                      <a:pt x="5227" y="0"/>
                      <a:pt x="6734" y="2471"/>
                      <a:pt x="6734" y="5520"/>
                    </a:cubicBezTo>
                    <a:close/>
                  </a:path>
                </a:pathLst>
              </a:custGeom>
              <a:solidFill>
                <a:srgbClr val="EDAC7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path_42"/>
              <p:cNvSpPr/>
              <p:nvPr/>
            </p:nvSpPr>
            <p:spPr>
              <a:xfrm>
                <a:off x="2111715" y="2010217"/>
                <a:ext cx="282915" cy="16825"/>
              </a:xfrm>
              <a:custGeom>
                <a:avLst/>
                <a:gdLst/>
                <a:ahLst/>
                <a:cxnLst/>
                <a:rect l="0" t="0" r="r" b="b"/>
                <a:pathLst>
                  <a:path w="30940" h="1840" fill="none">
                    <a:moveTo>
                      <a:pt x="0" y="1840"/>
                    </a:moveTo>
                    <a:quadBezTo>
                      <a:pt x="3640" y="-1840"/>
                      <a:pt x="8190" y="1840"/>
                    </a:quadBezTo>
                    <a:moveTo>
                      <a:pt x="21840" y="1840"/>
                    </a:moveTo>
                    <a:quadBezTo>
                      <a:pt x="27300" y="-1840"/>
                      <a:pt x="30940" y="1840"/>
                    </a:quadBezTo>
                  </a:path>
                </a:pathLst>
              </a:custGeom>
              <a:noFill/>
              <a:ln w="33467" cap="flat">
                <a:solidFill>
                  <a:srgbClr val="D8D8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path_43"/>
              <p:cNvSpPr/>
              <p:nvPr/>
            </p:nvSpPr>
            <p:spPr>
              <a:xfrm>
                <a:off x="2111715" y="2028724"/>
                <a:ext cx="83210" cy="97585"/>
              </a:xfrm>
              <a:custGeom>
                <a:avLst/>
                <a:gdLst/>
                <a:ahLst/>
                <a:cxnLst/>
                <a:rect l="0" t="0" r="r" b="b"/>
                <a:pathLst>
                  <a:path w="9100" h="10672">
                    <a:moveTo>
                      <a:pt x="9100" y="5336"/>
                    </a:moveTo>
                    <a:cubicBezTo>
                      <a:pt x="9100" y="8283"/>
                      <a:pt x="7063" y="10672"/>
                      <a:pt x="4550" y="10672"/>
                    </a:cubicBezTo>
                    <a:cubicBezTo>
                      <a:pt x="2037" y="10672"/>
                      <a:pt x="0" y="8283"/>
                      <a:pt x="0" y="5336"/>
                    </a:cubicBezTo>
                    <a:cubicBezTo>
                      <a:pt x="0" y="2389"/>
                      <a:pt x="2037" y="0"/>
                      <a:pt x="4550" y="0"/>
                    </a:cubicBezTo>
                    <a:cubicBezTo>
                      <a:pt x="7063" y="0"/>
                      <a:pt x="9100" y="2389"/>
                      <a:pt x="9100" y="53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path_44"/>
              <p:cNvSpPr/>
              <p:nvPr/>
            </p:nvSpPr>
            <p:spPr>
              <a:xfrm>
                <a:off x="2130854" y="2046391"/>
                <a:ext cx="44934" cy="62252"/>
              </a:xfrm>
              <a:custGeom>
                <a:avLst/>
                <a:gdLst/>
                <a:ahLst/>
                <a:cxnLst/>
                <a:rect l="0" t="0" r="r" b="b"/>
                <a:pathLst>
                  <a:path w="4914" h="6808">
                    <a:moveTo>
                      <a:pt x="4914" y="3404"/>
                    </a:moveTo>
                    <a:cubicBezTo>
                      <a:pt x="4914" y="5284"/>
                      <a:pt x="3814" y="6808"/>
                      <a:pt x="2457" y="6808"/>
                    </a:cubicBezTo>
                    <a:cubicBezTo>
                      <a:pt x="1100" y="6808"/>
                      <a:pt x="0" y="5284"/>
                      <a:pt x="0" y="3404"/>
                    </a:cubicBezTo>
                    <a:cubicBezTo>
                      <a:pt x="0" y="1524"/>
                      <a:pt x="1100" y="0"/>
                      <a:pt x="2457" y="0"/>
                    </a:cubicBezTo>
                    <a:cubicBezTo>
                      <a:pt x="3814" y="0"/>
                      <a:pt x="4914" y="1524"/>
                      <a:pt x="4914" y="3404"/>
                    </a:cubicBezTo>
                    <a:close/>
                  </a:path>
                </a:pathLst>
              </a:custGeom>
              <a:solidFill>
                <a:srgbClr val="6391C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path_45"/>
              <p:cNvSpPr/>
              <p:nvPr/>
            </p:nvSpPr>
            <p:spPr>
              <a:xfrm>
                <a:off x="2139175" y="2060692"/>
                <a:ext cx="19970" cy="33650"/>
              </a:xfrm>
              <a:custGeom>
                <a:avLst/>
                <a:gdLst/>
                <a:ahLst/>
                <a:cxnLst/>
                <a:rect l="0" t="0" r="r" b="b"/>
                <a:pathLst>
                  <a:path w="2184" h="3680">
                    <a:moveTo>
                      <a:pt x="2184" y="1840"/>
                    </a:moveTo>
                    <a:cubicBezTo>
                      <a:pt x="2184" y="2856"/>
                      <a:pt x="1695" y="3680"/>
                      <a:pt x="1092" y="3680"/>
                    </a:cubicBezTo>
                    <a:cubicBezTo>
                      <a:pt x="489" y="3680"/>
                      <a:pt x="0" y="2856"/>
                      <a:pt x="0" y="1840"/>
                    </a:cubicBezTo>
                    <a:cubicBezTo>
                      <a:pt x="0" y="824"/>
                      <a:pt x="489" y="0"/>
                      <a:pt x="1092" y="0"/>
                    </a:cubicBezTo>
                    <a:cubicBezTo>
                      <a:pt x="1695" y="0"/>
                      <a:pt x="2184" y="824"/>
                      <a:pt x="2184" y="1840"/>
                    </a:cubicBezTo>
                    <a:close/>
                  </a:path>
                </a:pathLst>
              </a:custGeom>
              <a:solidFill>
                <a:srgbClr val="46536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path_46"/>
              <p:cNvSpPr/>
              <p:nvPr/>
            </p:nvSpPr>
            <p:spPr>
              <a:xfrm>
                <a:off x="2311420" y="2028724"/>
                <a:ext cx="83210" cy="97585"/>
              </a:xfrm>
              <a:custGeom>
                <a:avLst/>
                <a:gdLst/>
                <a:ahLst/>
                <a:cxnLst/>
                <a:rect l="0" t="0" r="r" b="b"/>
                <a:pathLst>
                  <a:path w="9100" h="10672">
                    <a:moveTo>
                      <a:pt x="9100" y="5336"/>
                    </a:moveTo>
                    <a:cubicBezTo>
                      <a:pt x="9100" y="8283"/>
                      <a:pt x="7063" y="10672"/>
                      <a:pt x="4550" y="10672"/>
                    </a:cubicBezTo>
                    <a:cubicBezTo>
                      <a:pt x="2037" y="10672"/>
                      <a:pt x="0" y="8283"/>
                      <a:pt x="0" y="5336"/>
                    </a:cubicBezTo>
                    <a:cubicBezTo>
                      <a:pt x="0" y="2389"/>
                      <a:pt x="2037" y="0"/>
                      <a:pt x="4550" y="0"/>
                    </a:cubicBezTo>
                    <a:cubicBezTo>
                      <a:pt x="7063" y="0"/>
                      <a:pt x="9100" y="2389"/>
                      <a:pt x="9100" y="53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path_47"/>
              <p:cNvSpPr/>
              <p:nvPr/>
            </p:nvSpPr>
            <p:spPr>
              <a:xfrm>
                <a:off x="2330559" y="2046391"/>
                <a:ext cx="44934" cy="62252"/>
              </a:xfrm>
              <a:custGeom>
                <a:avLst/>
                <a:gdLst/>
                <a:ahLst/>
                <a:cxnLst/>
                <a:rect l="0" t="0" r="r" b="b"/>
                <a:pathLst>
                  <a:path w="4914" h="6808">
                    <a:moveTo>
                      <a:pt x="4914" y="3404"/>
                    </a:moveTo>
                    <a:cubicBezTo>
                      <a:pt x="4914" y="5284"/>
                      <a:pt x="3814" y="6808"/>
                      <a:pt x="2457" y="6808"/>
                    </a:cubicBezTo>
                    <a:cubicBezTo>
                      <a:pt x="1100" y="6808"/>
                      <a:pt x="0" y="5284"/>
                      <a:pt x="0" y="3404"/>
                    </a:cubicBezTo>
                    <a:cubicBezTo>
                      <a:pt x="0" y="1524"/>
                      <a:pt x="1100" y="0"/>
                      <a:pt x="2457" y="0"/>
                    </a:cubicBezTo>
                    <a:cubicBezTo>
                      <a:pt x="3814" y="0"/>
                      <a:pt x="4914" y="1524"/>
                      <a:pt x="4914" y="3404"/>
                    </a:cubicBezTo>
                    <a:close/>
                  </a:path>
                </a:pathLst>
              </a:custGeom>
              <a:solidFill>
                <a:srgbClr val="6391C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path_48"/>
              <p:cNvSpPr/>
              <p:nvPr/>
            </p:nvSpPr>
            <p:spPr>
              <a:xfrm>
                <a:off x="2338880" y="2060692"/>
                <a:ext cx="19970" cy="33650"/>
              </a:xfrm>
              <a:custGeom>
                <a:avLst/>
                <a:gdLst/>
                <a:ahLst/>
                <a:cxnLst/>
                <a:rect l="0" t="0" r="r" b="b"/>
                <a:pathLst>
                  <a:path w="2184" h="3680">
                    <a:moveTo>
                      <a:pt x="2184" y="1840"/>
                    </a:moveTo>
                    <a:cubicBezTo>
                      <a:pt x="2184" y="2856"/>
                      <a:pt x="1695" y="3680"/>
                      <a:pt x="1092" y="3680"/>
                    </a:cubicBezTo>
                    <a:cubicBezTo>
                      <a:pt x="489" y="3680"/>
                      <a:pt x="0" y="2856"/>
                      <a:pt x="0" y="1840"/>
                    </a:cubicBezTo>
                    <a:cubicBezTo>
                      <a:pt x="0" y="824"/>
                      <a:pt x="489" y="0"/>
                      <a:pt x="1092" y="0"/>
                    </a:cubicBezTo>
                    <a:cubicBezTo>
                      <a:pt x="1695" y="0"/>
                      <a:pt x="2184" y="824"/>
                      <a:pt x="2184" y="1840"/>
                    </a:cubicBezTo>
                    <a:close/>
                  </a:path>
                </a:pathLst>
              </a:custGeom>
              <a:solidFill>
                <a:srgbClr val="46536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path_49"/>
              <p:cNvSpPr/>
              <p:nvPr/>
            </p:nvSpPr>
            <p:spPr>
              <a:xfrm>
                <a:off x="2209298" y="2077517"/>
                <a:ext cx="77159" cy="134600"/>
              </a:xfrm>
              <a:custGeom>
                <a:avLst/>
                <a:gdLst/>
                <a:ahLst/>
                <a:cxnLst/>
                <a:rect l="0" t="0" r="r" b="b"/>
                <a:pathLst>
                  <a:path w="8438" h="14720" fill="none">
                    <a:moveTo>
                      <a:pt x="2068" y="0"/>
                    </a:moveTo>
                    <a:quadBezTo>
                      <a:pt x="-2482" y="13800"/>
                      <a:pt x="2978" y="14720"/>
                    </a:quadBezTo>
                    <a:quadBezTo>
                      <a:pt x="7528" y="13800"/>
                      <a:pt x="8438" y="11960"/>
                    </a:quadBezTo>
                  </a:path>
                </a:pathLst>
              </a:custGeom>
              <a:noFill/>
              <a:ln w="16733" cap="flat">
                <a:solidFill>
                  <a:srgbClr val="E9AD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path_50"/>
              <p:cNvSpPr/>
              <p:nvPr/>
            </p:nvSpPr>
            <p:spPr>
              <a:xfrm>
                <a:off x="2086752" y="2212116"/>
                <a:ext cx="316902" cy="227137"/>
              </a:xfrm>
              <a:custGeom>
                <a:avLst/>
                <a:gdLst/>
                <a:ahLst/>
                <a:cxnLst/>
                <a:rect l="0" t="0" r="r" b="b"/>
                <a:pathLst>
                  <a:path w="34657" h="24840">
                    <a:moveTo>
                      <a:pt x="0" y="0"/>
                    </a:moveTo>
                    <a:cubicBezTo>
                      <a:pt x="3640" y="1840"/>
                      <a:pt x="3640" y="6440"/>
                      <a:pt x="8190" y="6440"/>
                    </a:cubicBezTo>
                    <a:quadBezTo>
                      <a:pt x="18200" y="12880"/>
                      <a:pt x="30030" y="5520"/>
                    </a:quadBezTo>
                    <a:lnTo>
                      <a:pt x="34580" y="0"/>
                    </a:lnTo>
                    <a:cubicBezTo>
                      <a:pt x="35490" y="14720"/>
                      <a:pt x="28210" y="24840"/>
                      <a:pt x="18200" y="24840"/>
                    </a:cubicBezTo>
                    <a:cubicBezTo>
                      <a:pt x="8190" y="24840"/>
                      <a:pt x="1820" y="15640"/>
                      <a:pt x="0" y="0"/>
                    </a:cubicBezTo>
                    <a:close/>
                  </a:path>
                </a:pathLst>
              </a:custGeom>
              <a:solidFill>
                <a:srgbClr val="E6DDB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path_51"/>
              <p:cNvSpPr/>
              <p:nvPr/>
            </p:nvSpPr>
            <p:spPr>
              <a:xfrm>
                <a:off x="2145000" y="2207910"/>
                <a:ext cx="199705" cy="105857"/>
              </a:xfrm>
              <a:custGeom>
                <a:avLst/>
                <a:gdLst/>
                <a:ahLst/>
                <a:cxnLst/>
                <a:rect l="0" t="0" r="r" b="b"/>
                <a:pathLst>
                  <a:path w="21840" h="11577">
                    <a:moveTo>
                      <a:pt x="0" y="2300"/>
                    </a:moveTo>
                    <a:quadBezTo>
                      <a:pt x="10010" y="-2300"/>
                      <a:pt x="21840" y="2300"/>
                    </a:quadBezTo>
                    <a:quadBezTo>
                      <a:pt x="18200" y="12420"/>
                      <a:pt x="10010" y="11500"/>
                    </a:quadBezTo>
                    <a:quadBezTo>
                      <a:pt x="1820" y="9660"/>
                      <a:pt x="0" y="2300"/>
                    </a:quadBezTo>
                    <a:close/>
                  </a:path>
                </a:pathLst>
              </a:custGeom>
              <a:solidFill>
                <a:srgbClr val="A4443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path_52"/>
              <p:cNvSpPr/>
              <p:nvPr/>
            </p:nvSpPr>
            <p:spPr>
              <a:xfrm>
                <a:off x="2145000" y="2212116"/>
                <a:ext cx="199705" cy="42062"/>
              </a:xfrm>
              <a:custGeom>
                <a:avLst/>
                <a:gdLst/>
                <a:ahLst/>
                <a:cxnLst/>
                <a:rect l="0" t="0" r="r" b="b"/>
                <a:pathLst>
                  <a:path w="21840" h="4600">
                    <a:moveTo>
                      <a:pt x="0" y="1840"/>
                    </a:moveTo>
                    <a:quadBezTo>
                      <a:pt x="10010" y="-1840"/>
                      <a:pt x="21840" y="1840"/>
                    </a:quadBezTo>
                    <a:lnTo>
                      <a:pt x="19110" y="4600"/>
                    </a:lnTo>
                    <a:lnTo>
                      <a:pt x="2730" y="4600"/>
                    </a:lnTo>
                    <a:lnTo>
                      <a:pt x="0" y="1840"/>
                    </a:lnTo>
                    <a:close/>
                  </a:path>
                </a:pathLst>
              </a:custGeom>
              <a:solidFill>
                <a:srgbClr val="FFFFF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4" name="Expert medical book"/>
            <p:cNvGrpSpPr/>
            <p:nvPr/>
          </p:nvGrpSpPr>
          <p:grpSpPr>
            <a:xfrm>
              <a:off x="553343" y="1027786"/>
              <a:ext cx="1076510" cy="851489"/>
              <a:chOff x="553343" y="1027786"/>
              <a:chExt cx="1076510" cy="851489"/>
            </a:xfrm>
          </p:grpSpPr>
          <p:sp>
            <p:nvSpPr>
              <p:cNvPr id="55" name="path_54"/>
              <p:cNvSpPr/>
              <p:nvPr/>
            </p:nvSpPr>
            <p:spPr>
              <a:xfrm>
                <a:off x="553343" y="1305763"/>
                <a:ext cx="1076510" cy="562458"/>
              </a:xfrm>
              <a:custGeom>
                <a:avLst/>
                <a:gdLst/>
                <a:ahLst/>
                <a:cxnLst/>
                <a:rect l="0" t="0" r="r" b="b"/>
                <a:pathLst>
                  <a:path w="117729" h="61511">
                    <a:moveTo>
                      <a:pt x="0" y="55467"/>
                    </a:moveTo>
                    <a:lnTo>
                      <a:pt x="19329" y="0"/>
                    </a:lnTo>
                    <a:quadBezTo>
                      <a:pt x="36021" y="2133"/>
                      <a:pt x="57986" y="9600"/>
                    </a:quadBezTo>
                    <a:quadBezTo>
                      <a:pt x="80829" y="0"/>
                      <a:pt x="99279" y="0"/>
                    </a:quadBezTo>
                    <a:lnTo>
                      <a:pt x="117729" y="55467"/>
                    </a:lnTo>
                    <a:quadBezTo>
                      <a:pt x="85221" y="53333"/>
                      <a:pt x="62379" y="60800"/>
                    </a:quadBezTo>
                    <a:quadBezTo>
                      <a:pt x="56229" y="62933"/>
                      <a:pt x="53593" y="58667"/>
                    </a:quadBezTo>
                    <a:quadBezTo>
                      <a:pt x="31629" y="52267"/>
                      <a:pt x="0" y="55467"/>
                    </a:quadBezTo>
                    <a:close/>
                  </a:path>
                </a:pathLst>
              </a:custGeom>
              <a:solidFill>
                <a:srgbClr val="EEE5D7"/>
              </a:solidFill>
              <a:ln w="16897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path_55"/>
              <p:cNvSpPr/>
              <p:nvPr/>
            </p:nvSpPr>
            <p:spPr>
              <a:xfrm>
                <a:off x="593511" y="1286256"/>
                <a:ext cx="996173" cy="555955"/>
              </a:xfrm>
              <a:custGeom>
                <a:avLst/>
                <a:gdLst/>
                <a:ahLst/>
                <a:cxnLst/>
                <a:rect l="0" t="0" r="r" b="b"/>
                <a:pathLst>
                  <a:path w="108943" h="60800">
                    <a:moveTo>
                      <a:pt x="0" y="52267"/>
                    </a:moveTo>
                    <a:lnTo>
                      <a:pt x="16693" y="0"/>
                    </a:lnTo>
                    <a:quadBezTo>
                      <a:pt x="36900" y="2133"/>
                      <a:pt x="53593" y="10667"/>
                    </a:quadBezTo>
                    <a:quadBezTo>
                      <a:pt x="72921" y="2133"/>
                      <a:pt x="92250" y="1067"/>
                    </a:quadBezTo>
                    <a:lnTo>
                      <a:pt x="108943" y="52267"/>
                    </a:lnTo>
                    <a:quadBezTo>
                      <a:pt x="76436" y="48000"/>
                      <a:pt x="55350" y="60800"/>
                    </a:quadBezTo>
                    <a:quadBezTo>
                      <a:pt x="28114" y="48000"/>
                      <a:pt x="0" y="52267"/>
                    </a:quadBezTo>
                    <a:close/>
                  </a:path>
                </a:pathLst>
              </a:custGeom>
              <a:solidFill>
                <a:srgbClr val="FFFCF4"/>
              </a:solidFill>
              <a:ln w="10672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path_56"/>
              <p:cNvSpPr/>
              <p:nvPr/>
            </p:nvSpPr>
            <p:spPr>
              <a:xfrm>
                <a:off x="553343" y="1383792"/>
                <a:ext cx="1076510" cy="492557"/>
              </a:xfrm>
              <a:custGeom>
                <a:avLst/>
                <a:gdLst/>
                <a:ahLst/>
                <a:cxnLst/>
                <a:rect l="0" t="0" r="r" b="b"/>
                <a:pathLst>
                  <a:path w="117729" h="53867" fill="none">
                    <a:moveTo>
                      <a:pt x="57986" y="0"/>
                    </a:moveTo>
                    <a:lnTo>
                      <a:pt x="57986" y="48000"/>
                    </a:lnTo>
                    <a:moveTo>
                      <a:pt x="0" y="46933"/>
                    </a:moveTo>
                    <a:quadBezTo>
                      <a:pt x="26357" y="43733"/>
                      <a:pt x="53593" y="51200"/>
                    </a:quadBezTo>
                    <a:quadBezTo>
                      <a:pt x="57107" y="56533"/>
                      <a:pt x="62379" y="51200"/>
                    </a:quadBezTo>
                    <a:quadBezTo>
                      <a:pt x="86979" y="44800"/>
                      <a:pt x="117729" y="46933"/>
                    </a:quadBezTo>
                  </a:path>
                </a:pathLst>
              </a:custGeom>
              <a:noFill/>
              <a:ln w="10672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path_57"/>
              <p:cNvSpPr/>
              <p:nvPr/>
            </p:nvSpPr>
            <p:spPr>
              <a:xfrm>
                <a:off x="617612" y="1719521"/>
                <a:ext cx="947972" cy="73922"/>
              </a:xfrm>
              <a:custGeom>
                <a:avLst/>
                <a:gdLst/>
                <a:ahLst/>
                <a:cxnLst/>
                <a:rect l="0" t="0" r="r" b="b"/>
                <a:pathLst>
                  <a:path w="103671" h="8084" fill="none">
                    <a:moveTo>
                      <a:pt x="0" y="2751"/>
                    </a:moveTo>
                    <a:quadBezTo>
                      <a:pt x="24600" y="-4716"/>
                      <a:pt x="48321" y="8084"/>
                    </a:quadBezTo>
                    <a:moveTo>
                      <a:pt x="53593" y="8084"/>
                    </a:moveTo>
                    <a:quadBezTo>
                      <a:pt x="79071" y="-4716"/>
                      <a:pt x="103671" y="2751"/>
                    </a:quadBezTo>
                  </a:path>
                </a:pathLst>
              </a:custGeom>
              <a:noFill/>
              <a:ln w="5780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path_58"/>
              <p:cNvSpPr/>
              <p:nvPr/>
            </p:nvSpPr>
            <p:spPr>
              <a:xfrm>
                <a:off x="611988" y="1740979"/>
                <a:ext cx="960022" cy="73922"/>
              </a:xfrm>
              <a:custGeom>
                <a:avLst/>
                <a:gdLst/>
                <a:ahLst/>
                <a:cxnLst/>
                <a:rect l="0" t="0" r="r" b="b"/>
                <a:pathLst>
                  <a:path w="104989" h="8084" fill="none">
                    <a:moveTo>
                      <a:pt x="0" y="2751"/>
                    </a:moveTo>
                    <a:quadBezTo>
                      <a:pt x="25215" y="-4716"/>
                      <a:pt x="48936" y="8084"/>
                    </a:quadBezTo>
                    <a:moveTo>
                      <a:pt x="54208" y="8084"/>
                    </a:moveTo>
                    <a:quadBezTo>
                      <a:pt x="79686" y="-4716"/>
                      <a:pt x="104989" y="2751"/>
                    </a:quadBezTo>
                  </a:path>
                </a:pathLst>
              </a:custGeom>
              <a:noFill/>
              <a:ln w="5780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path_59"/>
              <p:cNvSpPr/>
              <p:nvPr/>
            </p:nvSpPr>
            <p:spPr>
              <a:xfrm>
                <a:off x="606365" y="1762437"/>
                <a:ext cx="972073" cy="73922"/>
              </a:xfrm>
              <a:custGeom>
                <a:avLst/>
                <a:gdLst/>
                <a:ahLst/>
                <a:cxnLst/>
                <a:rect l="0" t="0" r="r" b="b"/>
                <a:pathLst>
                  <a:path w="106307" h="8084" fill="none">
                    <a:moveTo>
                      <a:pt x="0" y="2751"/>
                    </a:moveTo>
                    <a:quadBezTo>
                      <a:pt x="25830" y="-4716"/>
                      <a:pt x="49551" y="8084"/>
                    </a:quadBezTo>
                    <a:moveTo>
                      <a:pt x="54823" y="8084"/>
                    </a:moveTo>
                    <a:quadBezTo>
                      <a:pt x="80301" y="-4716"/>
                      <a:pt x="106307" y="2751"/>
                    </a:quadBezTo>
                  </a:path>
                </a:pathLst>
              </a:custGeom>
              <a:noFill/>
              <a:ln w="5780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path_60"/>
              <p:cNvSpPr/>
              <p:nvPr/>
            </p:nvSpPr>
            <p:spPr>
              <a:xfrm>
                <a:off x="600741" y="1783895"/>
                <a:ext cx="984123" cy="73922"/>
              </a:xfrm>
              <a:custGeom>
                <a:avLst/>
                <a:gdLst/>
                <a:ahLst/>
                <a:cxnLst/>
                <a:rect l="0" t="0" r="r" b="b"/>
                <a:pathLst>
                  <a:path w="107625" h="8084" fill="none">
                    <a:moveTo>
                      <a:pt x="0" y="2751"/>
                    </a:moveTo>
                    <a:quadBezTo>
                      <a:pt x="26445" y="-4716"/>
                      <a:pt x="50166" y="8084"/>
                    </a:quadBezTo>
                    <a:moveTo>
                      <a:pt x="55438" y="8084"/>
                    </a:moveTo>
                    <a:quadBezTo>
                      <a:pt x="80916" y="-4716"/>
                      <a:pt x="107625" y="2751"/>
                    </a:quadBezTo>
                  </a:path>
                </a:pathLst>
              </a:custGeom>
              <a:noFill/>
              <a:ln w="5780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path_61"/>
              <p:cNvSpPr/>
              <p:nvPr/>
            </p:nvSpPr>
            <p:spPr>
              <a:xfrm>
                <a:off x="595118" y="1805353"/>
                <a:ext cx="996173" cy="73922"/>
              </a:xfrm>
              <a:custGeom>
                <a:avLst/>
                <a:gdLst/>
                <a:ahLst/>
                <a:cxnLst/>
                <a:rect l="0" t="0" r="r" b="b"/>
                <a:pathLst>
                  <a:path w="108943" h="8084" fill="none">
                    <a:moveTo>
                      <a:pt x="0" y="2751"/>
                    </a:moveTo>
                    <a:quadBezTo>
                      <a:pt x="27060" y="-4716"/>
                      <a:pt x="50781" y="8084"/>
                    </a:quadBezTo>
                    <a:moveTo>
                      <a:pt x="56053" y="8084"/>
                    </a:moveTo>
                    <a:quadBezTo>
                      <a:pt x="81531" y="-4716"/>
                      <a:pt x="108943" y="2751"/>
                    </a:quadBezTo>
                  </a:path>
                </a:pathLst>
              </a:custGeom>
              <a:noFill/>
              <a:ln w="5780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path_62"/>
              <p:cNvSpPr/>
              <p:nvPr/>
            </p:nvSpPr>
            <p:spPr>
              <a:xfrm>
                <a:off x="746150" y="133502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path_63"/>
              <p:cNvSpPr/>
              <p:nvPr/>
            </p:nvSpPr>
            <p:spPr>
              <a:xfrm>
                <a:off x="1155867" y="134233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path_64"/>
              <p:cNvSpPr/>
              <p:nvPr/>
            </p:nvSpPr>
            <p:spPr>
              <a:xfrm>
                <a:off x="814436" y="1338048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path_65"/>
              <p:cNvSpPr/>
              <p:nvPr/>
            </p:nvSpPr>
            <p:spPr>
              <a:xfrm>
                <a:off x="1226563" y="133990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path_66"/>
              <p:cNvSpPr/>
              <p:nvPr/>
            </p:nvSpPr>
            <p:spPr>
              <a:xfrm>
                <a:off x="882723" y="134107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path_67"/>
              <p:cNvSpPr/>
              <p:nvPr/>
            </p:nvSpPr>
            <p:spPr>
              <a:xfrm>
                <a:off x="1297259" y="133746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path_68"/>
              <p:cNvSpPr/>
              <p:nvPr/>
            </p:nvSpPr>
            <p:spPr>
              <a:xfrm>
                <a:off x="951009" y="1344095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path_69"/>
              <p:cNvSpPr/>
              <p:nvPr/>
            </p:nvSpPr>
            <p:spPr>
              <a:xfrm>
                <a:off x="1367955" y="133502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path_70"/>
              <p:cNvSpPr/>
              <p:nvPr/>
            </p:nvSpPr>
            <p:spPr>
              <a:xfrm>
                <a:off x="741652" y="1354531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path_71"/>
              <p:cNvSpPr/>
              <p:nvPr/>
            </p:nvSpPr>
            <p:spPr>
              <a:xfrm>
                <a:off x="1155867" y="136184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path_72"/>
              <p:cNvSpPr/>
              <p:nvPr/>
            </p:nvSpPr>
            <p:spPr>
              <a:xfrm>
                <a:off x="809938" y="135755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path_73"/>
              <p:cNvSpPr/>
              <p:nvPr/>
            </p:nvSpPr>
            <p:spPr>
              <a:xfrm>
                <a:off x="1226563" y="135940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path_74"/>
              <p:cNvSpPr/>
              <p:nvPr/>
            </p:nvSpPr>
            <p:spPr>
              <a:xfrm>
                <a:off x="878224" y="1360578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path_75"/>
              <p:cNvSpPr/>
              <p:nvPr/>
            </p:nvSpPr>
            <p:spPr>
              <a:xfrm>
                <a:off x="1297259" y="135697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path_76"/>
              <p:cNvSpPr/>
              <p:nvPr/>
            </p:nvSpPr>
            <p:spPr>
              <a:xfrm>
                <a:off x="946510" y="136360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path_77"/>
              <p:cNvSpPr/>
              <p:nvPr/>
            </p:nvSpPr>
            <p:spPr>
              <a:xfrm>
                <a:off x="1367955" y="135453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path_78"/>
              <p:cNvSpPr/>
              <p:nvPr/>
            </p:nvSpPr>
            <p:spPr>
              <a:xfrm>
                <a:off x="737153" y="137403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path_79"/>
              <p:cNvSpPr/>
              <p:nvPr/>
            </p:nvSpPr>
            <p:spPr>
              <a:xfrm>
                <a:off x="1155867" y="138135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path_80"/>
              <p:cNvSpPr/>
              <p:nvPr/>
            </p:nvSpPr>
            <p:spPr>
              <a:xfrm>
                <a:off x="805439" y="1377062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path_81"/>
              <p:cNvSpPr/>
              <p:nvPr/>
            </p:nvSpPr>
            <p:spPr>
              <a:xfrm>
                <a:off x="1226563" y="137891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path_82"/>
              <p:cNvSpPr/>
              <p:nvPr/>
            </p:nvSpPr>
            <p:spPr>
              <a:xfrm>
                <a:off x="873725" y="138008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path_83"/>
              <p:cNvSpPr/>
              <p:nvPr/>
            </p:nvSpPr>
            <p:spPr>
              <a:xfrm>
                <a:off x="1297259" y="137647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path_84"/>
              <p:cNvSpPr/>
              <p:nvPr/>
            </p:nvSpPr>
            <p:spPr>
              <a:xfrm>
                <a:off x="942011" y="1383109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path_85"/>
              <p:cNvSpPr/>
              <p:nvPr/>
            </p:nvSpPr>
            <p:spPr>
              <a:xfrm>
                <a:off x="1367955" y="137403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path_86"/>
              <p:cNvSpPr/>
              <p:nvPr/>
            </p:nvSpPr>
            <p:spPr>
              <a:xfrm>
                <a:off x="732654" y="1393546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path_87"/>
              <p:cNvSpPr/>
              <p:nvPr/>
            </p:nvSpPr>
            <p:spPr>
              <a:xfrm>
                <a:off x="1155867" y="140086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path_88"/>
              <p:cNvSpPr/>
              <p:nvPr/>
            </p:nvSpPr>
            <p:spPr>
              <a:xfrm>
                <a:off x="800940" y="139656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path_89"/>
              <p:cNvSpPr/>
              <p:nvPr/>
            </p:nvSpPr>
            <p:spPr>
              <a:xfrm>
                <a:off x="1226563" y="139842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path_90"/>
              <p:cNvSpPr/>
              <p:nvPr/>
            </p:nvSpPr>
            <p:spPr>
              <a:xfrm>
                <a:off x="869226" y="1399593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path_91"/>
              <p:cNvSpPr/>
              <p:nvPr/>
            </p:nvSpPr>
            <p:spPr>
              <a:xfrm>
                <a:off x="1297259" y="139598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path_92"/>
              <p:cNvSpPr/>
              <p:nvPr/>
            </p:nvSpPr>
            <p:spPr>
              <a:xfrm>
                <a:off x="937512" y="140261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ath_93"/>
              <p:cNvSpPr/>
              <p:nvPr/>
            </p:nvSpPr>
            <p:spPr>
              <a:xfrm>
                <a:off x="1367955" y="139354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th_94"/>
              <p:cNvSpPr/>
              <p:nvPr/>
            </p:nvSpPr>
            <p:spPr>
              <a:xfrm>
                <a:off x="728155" y="141305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ath_95"/>
              <p:cNvSpPr/>
              <p:nvPr/>
            </p:nvSpPr>
            <p:spPr>
              <a:xfrm>
                <a:off x="1155867" y="142036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path_96"/>
              <p:cNvSpPr/>
              <p:nvPr/>
            </p:nvSpPr>
            <p:spPr>
              <a:xfrm>
                <a:off x="796441" y="1416076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path_97"/>
              <p:cNvSpPr/>
              <p:nvPr/>
            </p:nvSpPr>
            <p:spPr>
              <a:xfrm>
                <a:off x="1226563" y="141793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ath_98"/>
              <p:cNvSpPr/>
              <p:nvPr/>
            </p:nvSpPr>
            <p:spPr>
              <a:xfrm>
                <a:off x="864727" y="141910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ath_99"/>
              <p:cNvSpPr/>
              <p:nvPr/>
            </p:nvSpPr>
            <p:spPr>
              <a:xfrm>
                <a:off x="1297259" y="141549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ath_100"/>
              <p:cNvSpPr/>
              <p:nvPr/>
            </p:nvSpPr>
            <p:spPr>
              <a:xfrm>
                <a:off x="933013" y="1422124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path_101"/>
              <p:cNvSpPr/>
              <p:nvPr/>
            </p:nvSpPr>
            <p:spPr>
              <a:xfrm>
                <a:off x="1367955" y="141305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path_102"/>
              <p:cNvSpPr/>
              <p:nvPr/>
            </p:nvSpPr>
            <p:spPr>
              <a:xfrm>
                <a:off x="723656" y="1432560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path_103"/>
              <p:cNvSpPr/>
              <p:nvPr/>
            </p:nvSpPr>
            <p:spPr>
              <a:xfrm>
                <a:off x="1155867" y="143987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path_104"/>
              <p:cNvSpPr/>
              <p:nvPr/>
            </p:nvSpPr>
            <p:spPr>
              <a:xfrm>
                <a:off x="791942" y="143558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path_105"/>
              <p:cNvSpPr/>
              <p:nvPr/>
            </p:nvSpPr>
            <p:spPr>
              <a:xfrm>
                <a:off x="1226563" y="143743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path_106"/>
              <p:cNvSpPr/>
              <p:nvPr/>
            </p:nvSpPr>
            <p:spPr>
              <a:xfrm>
                <a:off x="860228" y="1438607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path_107"/>
              <p:cNvSpPr/>
              <p:nvPr/>
            </p:nvSpPr>
            <p:spPr>
              <a:xfrm>
                <a:off x="1297259" y="143499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path_108"/>
              <p:cNvSpPr/>
              <p:nvPr/>
            </p:nvSpPr>
            <p:spPr>
              <a:xfrm>
                <a:off x="928514" y="144163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path_109"/>
              <p:cNvSpPr/>
              <p:nvPr/>
            </p:nvSpPr>
            <p:spPr>
              <a:xfrm>
                <a:off x="1367955" y="143256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path_110"/>
              <p:cNvSpPr/>
              <p:nvPr/>
            </p:nvSpPr>
            <p:spPr>
              <a:xfrm>
                <a:off x="719157" y="145206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path_111"/>
              <p:cNvSpPr/>
              <p:nvPr/>
            </p:nvSpPr>
            <p:spPr>
              <a:xfrm>
                <a:off x="1155867" y="145938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path_112"/>
              <p:cNvSpPr/>
              <p:nvPr/>
            </p:nvSpPr>
            <p:spPr>
              <a:xfrm>
                <a:off x="787443" y="1455091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path_113"/>
              <p:cNvSpPr/>
              <p:nvPr/>
            </p:nvSpPr>
            <p:spPr>
              <a:xfrm>
                <a:off x="1226563" y="145694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path_114"/>
              <p:cNvSpPr/>
              <p:nvPr/>
            </p:nvSpPr>
            <p:spPr>
              <a:xfrm>
                <a:off x="855729" y="145811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path_115"/>
              <p:cNvSpPr/>
              <p:nvPr/>
            </p:nvSpPr>
            <p:spPr>
              <a:xfrm>
                <a:off x="1297259" y="145450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path_116"/>
              <p:cNvSpPr/>
              <p:nvPr/>
            </p:nvSpPr>
            <p:spPr>
              <a:xfrm>
                <a:off x="924016" y="1461138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path_117"/>
              <p:cNvSpPr/>
              <p:nvPr/>
            </p:nvSpPr>
            <p:spPr>
              <a:xfrm>
                <a:off x="1367955" y="145206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path_118"/>
              <p:cNvSpPr/>
              <p:nvPr/>
            </p:nvSpPr>
            <p:spPr>
              <a:xfrm>
                <a:off x="714658" y="1471574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path_119"/>
              <p:cNvSpPr/>
              <p:nvPr/>
            </p:nvSpPr>
            <p:spPr>
              <a:xfrm>
                <a:off x="1155867" y="147889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path_120"/>
              <p:cNvSpPr/>
              <p:nvPr/>
            </p:nvSpPr>
            <p:spPr>
              <a:xfrm>
                <a:off x="782945" y="147459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path_121"/>
              <p:cNvSpPr/>
              <p:nvPr/>
            </p:nvSpPr>
            <p:spPr>
              <a:xfrm>
                <a:off x="1226563" y="147645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path_122"/>
              <p:cNvSpPr/>
              <p:nvPr/>
            </p:nvSpPr>
            <p:spPr>
              <a:xfrm>
                <a:off x="851231" y="1477622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path_123"/>
              <p:cNvSpPr/>
              <p:nvPr/>
            </p:nvSpPr>
            <p:spPr>
              <a:xfrm>
                <a:off x="1297259" y="147401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path_124"/>
              <p:cNvSpPr/>
              <p:nvPr/>
            </p:nvSpPr>
            <p:spPr>
              <a:xfrm>
                <a:off x="919517" y="148064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path_125"/>
              <p:cNvSpPr/>
              <p:nvPr/>
            </p:nvSpPr>
            <p:spPr>
              <a:xfrm>
                <a:off x="1367955" y="147157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path_126"/>
              <p:cNvSpPr/>
              <p:nvPr/>
            </p:nvSpPr>
            <p:spPr>
              <a:xfrm>
                <a:off x="710160" y="149108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ath_127"/>
              <p:cNvSpPr/>
              <p:nvPr/>
            </p:nvSpPr>
            <p:spPr>
              <a:xfrm>
                <a:off x="1155867" y="149839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path_128"/>
              <p:cNvSpPr/>
              <p:nvPr/>
            </p:nvSpPr>
            <p:spPr>
              <a:xfrm>
                <a:off x="778446" y="1494105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path_129"/>
              <p:cNvSpPr/>
              <p:nvPr/>
            </p:nvSpPr>
            <p:spPr>
              <a:xfrm>
                <a:off x="1226563" y="149595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path_130"/>
              <p:cNvSpPr/>
              <p:nvPr/>
            </p:nvSpPr>
            <p:spPr>
              <a:xfrm>
                <a:off x="846732" y="149712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path_131"/>
              <p:cNvSpPr/>
              <p:nvPr/>
            </p:nvSpPr>
            <p:spPr>
              <a:xfrm>
                <a:off x="1297259" y="149352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path_132"/>
              <p:cNvSpPr/>
              <p:nvPr/>
            </p:nvSpPr>
            <p:spPr>
              <a:xfrm>
                <a:off x="915018" y="1500152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path_133"/>
              <p:cNvSpPr/>
              <p:nvPr/>
            </p:nvSpPr>
            <p:spPr>
              <a:xfrm>
                <a:off x="1367955" y="149108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path_134"/>
              <p:cNvSpPr/>
              <p:nvPr/>
            </p:nvSpPr>
            <p:spPr>
              <a:xfrm>
                <a:off x="705661" y="1510589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path_135"/>
              <p:cNvSpPr/>
              <p:nvPr/>
            </p:nvSpPr>
            <p:spPr>
              <a:xfrm>
                <a:off x="1155867" y="151790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path_136"/>
              <p:cNvSpPr/>
              <p:nvPr/>
            </p:nvSpPr>
            <p:spPr>
              <a:xfrm>
                <a:off x="773947" y="151361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path_137"/>
              <p:cNvSpPr/>
              <p:nvPr/>
            </p:nvSpPr>
            <p:spPr>
              <a:xfrm>
                <a:off x="1226563" y="151546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path_138"/>
              <p:cNvSpPr/>
              <p:nvPr/>
            </p:nvSpPr>
            <p:spPr>
              <a:xfrm>
                <a:off x="842233" y="1516636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path_139"/>
              <p:cNvSpPr/>
              <p:nvPr/>
            </p:nvSpPr>
            <p:spPr>
              <a:xfrm>
                <a:off x="1297259" y="151302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path_140"/>
              <p:cNvSpPr/>
              <p:nvPr/>
            </p:nvSpPr>
            <p:spPr>
              <a:xfrm>
                <a:off x="910519" y="151966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path_141"/>
              <p:cNvSpPr/>
              <p:nvPr/>
            </p:nvSpPr>
            <p:spPr>
              <a:xfrm>
                <a:off x="1367955" y="151058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path_142"/>
              <p:cNvSpPr/>
              <p:nvPr/>
            </p:nvSpPr>
            <p:spPr>
              <a:xfrm>
                <a:off x="701162" y="153009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path_143"/>
              <p:cNvSpPr/>
              <p:nvPr/>
            </p:nvSpPr>
            <p:spPr>
              <a:xfrm>
                <a:off x="1155867" y="153741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path_144"/>
              <p:cNvSpPr/>
              <p:nvPr/>
            </p:nvSpPr>
            <p:spPr>
              <a:xfrm>
                <a:off x="769448" y="1533120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path_145"/>
              <p:cNvSpPr/>
              <p:nvPr/>
            </p:nvSpPr>
            <p:spPr>
              <a:xfrm>
                <a:off x="1226563" y="153497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path_146"/>
              <p:cNvSpPr/>
              <p:nvPr/>
            </p:nvSpPr>
            <p:spPr>
              <a:xfrm>
                <a:off x="837734" y="153614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path_147"/>
              <p:cNvSpPr/>
              <p:nvPr/>
            </p:nvSpPr>
            <p:spPr>
              <a:xfrm>
                <a:off x="1297259" y="153253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path_148"/>
              <p:cNvSpPr/>
              <p:nvPr/>
            </p:nvSpPr>
            <p:spPr>
              <a:xfrm>
                <a:off x="906020" y="1539167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path_149"/>
              <p:cNvSpPr/>
              <p:nvPr/>
            </p:nvSpPr>
            <p:spPr>
              <a:xfrm>
                <a:off x="1367955" y="153009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path_150"/>
              <p:cNvSpPr/>
              <p:nvPr/>
            </p:nvSpPr>
            <p:spPr>
              <a:xfrm>
                <a:off x="696663" y="1549603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path_151"/>
              <p:cNvSpPr/>
              <p:nvPr/>
            </p:nvSpPr>
            <p:spPr>
              <a:xfrm>
                <a:off x="1155867" y="155691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path_152"/>
              <p:cNvSpPr/>
              <p:nvPr/>
            </p:nvSpPr>
            <p:spPr>
              <a:xfrm>
                <a:off x="764949" y="155262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path_153"/>
              <p:cNvSpPr/>
              <p:nvPr/>
            </p:nvSpPr>
            <p:spPr>
              <a:xfrm>
                <a:off x="1226563" y="155448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path_154"/>
              <p:cNvSpPr/>
              <p:nvPr/>
            </p:nvSpPr>
            <p:spPr>
              <a:xfrm>
                <a:off x="833235" y="1555650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path_155"/>
              <p:cNvSpPr/>
              <p:nvPr/>
            </p:nvSpPr>
            <p:spPr>
              <a:xfrm>
                <a:off x="1297259" y="155204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path_156"/>
              <p:cNvSpPr/>
              <p:nvPr/>
            </p:nvSpPr>
            <p:spPr>
              <a:xfrm>
                <a:off x="901521" y="155867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path_157"/>
              <p:cNvSpPr/>
              <p:nvPr/>
            </p:nvSpPr>
            <p:spPr>
              <a:xfrm>
                <a:off x="1367955" y="154960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path_158"/>
              <p:cNvSpPr/>
              <p:nvPr/>
            </p:nvSpPr>
            <p:spPr>
              <a:xfrm>
                <a:off x="692164" y="156911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path_159"/>
              <p:cNvSpPr/>
              <p:nvPr/>
            </p:nvSpPr>
            <p:spPr>
              <a:xfrm>
                <a:off x="1155867" y="157642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path_160"/>
              <p:cNvSpPr/>
              <p:nvPr/>
            </p:nvSpPr>
            <p:spPr>
              <a:xfrm>
                <a:off x="760450" y="1572134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path_161"/>
              <p:cNvSpPr/>
              <p:nvPr/>
            </p:nvSpPr>
            <p:spPr>
              <a:xfrm>
                <a:off x="1226563" y="157398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path_162"/>
              <p:cNvSpPr/>
              <p:nvPr/>
            </p:nvSpPr>
            <p:spPr>
              <a:xfrm>
                <a:off x="828736" y="157515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path_163"/>
              <p:cNvSpPr/>
              <p:nvPr/>
            </p:nvSpPr>
            <p:spPr>
              <a:xfrm>
                <a:off x="1297259" y="157154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path_164"/>
              <p:cNvSpPr/>
              <p:nvPr/>
            </p:nvSpPr>
            <p:spPr>
              <a:xfrm>
                <a:off x="897022" y="1578181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path_165"/>
              <p:cNvSpPr/>
              <p:nvPr/>
            </p:nvSpPr>
            <p:spPr>
              <a:xfrm>
                <a:off x="1367955" y="156911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path_166"/>
              <p:cNvSpPr/>
              <p:nvPr/>
            </p:nvSpPr>
            <p:spPr>
              <a:xfrm>
                <a:off x="687665" y="1588618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path_167"/>
              <p:cNvSpPr/>
              <p:nvPr/>
            </p:nvSpPr>
            <p:spPr>
              <a:xfrm>
                <a:off x="1155867" y="159593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path_168"/>
              <p:cNvSpPr/>
              <p:nvPr/>
            </p:nvSpPr>
            <p:spPr>
              <a:xfrm>
                <a:off x="755951" y="1591641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path_169"/>
              <p:cNvSpPr/>
              <p:nvPr/>
            </p:nvSpPr>
            <p:spPr>
              <a:xfrm>
                <a:off x="1226563" y="159349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path_170"/>
              <p:cNvSpPr/>
              <p:nvPr/>
            </p:nvSpPr>
            <p:spPr>
              <a:xfrm>
                <a:off x="824238" y="1594665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path_171"/>
              <p:cNvSpPr/>
              <p:nvPr/>
            </p:nvSpPr>
            <p:spPr>
              <a:xfrm>
                <a:off x="1297259" y="159105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path_172"/>
              <p:cNvSpPr/>
              <p:nvPr/>
            </p:nvSpPr>
            <p:spPr>
              <a:xfrm>
                <a:off x="892524" y="159768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path_173"/>
              <p:cNvSpPr/>
              <p:nvPr/>
            </p:nvSpPr>
            <p:spPr>
              <a:xfrm>
                <a:off x="1367955" y="158861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path_174"/>
              <p:cNvSpPr/>
              <p:nvPr/>
            </p:nvSpPr>
            <p:spPr>
              <a:xfrm>
                <a:off x="683167" y="160812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path_175"/>
              <p:cNvSpPr/>
              <p:nvPr/>
            </p:nvSpPr>
            <p:spPr>
              <a:xfrm>
                <a:off x="1155867" y="161544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path_176"/>
              <p:cNvSpPr/>
              <p:nvPr/>
            </p:nvSpPr>
            <p:spPr>
              <a:xfrm>
                <a:off x="751453" y="1611148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path_177"/>
              <p:cNvSpPr/>
              <p:nvPr/>
            </p:nvSpPr>
            <p:spPr>
              <a:xfrm>
                <a:off x="1226563" y="161300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path_178"/>
              <p:cNvSpPr/>
              <p:nvPr/>
            </p:nvSpPr>
            <p:spPr>
              <a:xfrm>
                <a:off x="819739" y="161417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ath_179"/>
              <p:cNvSpPr/>
              <p:nvPr/>
            </p:nvSpPr>
            <p:spPr>
              <a:xfrm>
                <a:off x="1297259" y="161056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ath_180"/>
              <p:cNvSpPr/>
              <p:nvPr/>
            </p:nvSpPr>
            <p:spPr>
              <a:xfrm>
                <a:off x="888025" y="1617196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path_181"/>
              <p:cNvSpPr/>
              <p:nvPr/>
            </p:nvSpPr>
            <p:spPr>
              <a:xfrm>
                <a:off x="1367955" y="160812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ath_182"/>
              <p:cNvSpPr/>
              <p:nvPr/>
            </p:nvSpPr>
            <p:spPr>
              <a:xfrm>
                <a:off x="678668" y="1627632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ath_183"/>
              <p:cNvSpPr/>
              <p:nvPr/>
            </p:nvSpPr>
            <p:spPr>
              <a:xfrm>
                <a:off x="1155867" y="163494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ath_184"/>
              <p:cNvSpPr/>
              <p:nvPr/>
            </p:nvSpPr>
            <p:spPr>
              <a:xfrm>
                <a:off x="746954" y="163065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ath_185"/>
              <p:cNvSpPr/>
              <p:nvPr/>
            </p:nvSpPr>
            <p:spPr>
              <a:xfrm>
                <a:off x="1226563" y="163250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ath_186"/>
              <p:cNvSpPr/>
              <p:nvPr/>
            </p:nvSpPr>
            <p:spPr>
              <a:xfrm>
                <a:off x="815240" y="1633679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ath_187"/>
              <p:cNvSpPr/>
              <p:nvPr/>
            </p:nvSpPr>
            <p:spPr>
              <a:xfrm>
                <a:off x="1297259" y="163007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ath_188"/>
              <p:cNvSpPr/>
              <p:nvPr/>
            </p:nvSpPr>
            <p:spPr>
              <a:xfrm>
                <a:off x="883526" y="163670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ath_189"/>
              <p:cNvSpPr/>
              <p:nvPr/>
            </p:nvSpPr>
            <p:spPr>
              <a:xfrm>
                <a:off x="1367955" y="162763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ath_190"/>
              <p:cNvSpPr/>
              <p:nvPr/>
            </p:nvSpPr>
            <p:spPr>
              <a:xfrm>
                <a:off x="674169" y="164713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ath_191"/>
              <p:cNvSpPr/>
              <p:nvPr/>
            </p:nvSpPr>
            <p:spPr>
              <a:xfrm>
                <a:off x="1155867" y="1654454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path_192"/>
              <p:cNvSpPr/>
              <p:nvPr/>
            </p:nvSpPr>
            <p:spPr>
              <a:xfrm>
                <a:off x="742455" y="1650163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path_193"/>
              <p:cNvSpPr/>
              <p:nvPr/>
            </p:nvSpPr>
            <p:spPr>
              <a:xfrm>
                <a:off x="1226563" y="165201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ath_194"/>
              <p:cNvSpPr/>
              <p:nvPr/>
            </p:nvSpPr>
            <p:spPr>
              <a:xfrm>
                <a:off x="810741" y="165318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ath_195"/>
              <p:cNvSpPr/>
              <p:nvPr/>
            </p:nvSpPr>
            <p:spPr>
              <a:xfrm>
                <a:off x="1297259" y="1649578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ath_196"/>
              <p:cNvSpPr/>
              <p:nvPr/>
            </p:nvSpPr>
            <p:spPr>
              <a:xfrm>
                <a:off x="879027" y="1656210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ath_197"/>
              <p:cNvSpPr/>
              <p:nvPr/>
            </p:nvSpPr>
            <p:spPr>
              <a:xfrm>
                <a:off x="1367955" y="1647139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ath_198"/>
              <p:cNvSpPr/>
              <p:nvPr/>
            </p:nvSpPr>
            <p:spPr>
              <a:xfrm>
                <a:off x="669670" y="1666646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ath_199"/>
              <p:cNvSpPr/>
              <p:nvPr/>
            </p:nvSpPr>
            <p:spPr>
              <a:xfrm>
                <a:off x="1155867" y="1673962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ath_200"/>
              <p:cNvSpPr/>
              <p:nvPr/>
            </p:nvSpPr>
            <p:spPr>
              <a:xfrm>
                <a:off x="737956" y="1669670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ath_201"/>
              <p:cNvSpPr/>
              <p:nvPr/>
            </p:nvSpPr>
            <p:spPr>
              <a:xfrm>
                <a:off x="1226563" y="1671523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ath_202"/>
              <p:cNvSpPr/>
              <p:nvPr/>
            </p:nvSpPr>
            <p:spPr>
              <a:xfrm>
                <a:off x="806242" y="1672694"/>
                <a:ext cx="5623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150" h="10" fill="none">
                    <a:moveTo>
                      <a:pt x="0" y="0"/>
                    </a:moveTo>
                    <a:lnTo>
                      <a:pt x="6150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ath_203"/>
              <p:cNvSpPr/>
              <p:nvPr/>
            </p:nvSpPr>
            <p:spPr>
              <a:xfrm>
                <a:off x="1297259" y="1669085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ath_204"/>
              <p:cNvSpPr/>
              <p:nvPr/>
            </p:nvSpPr>
            <p:spPr>
              <a:xfrm>
                <a:off x="874528" y="1675717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ath_205"/>
              <p:cNvSpPr/>
              <p:nvPr/>
            </p:nvSpPr>
            <p:spPr>
              <a:xfrm>
                <a:off x="1367955" y="1666646"/>
                <a:ext cx="4820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271" h="10" fill="none">
                    <a:moveTo>
                      <a:pt x="0" y="0"/>
                    </a:moveTo>
                    <a:lnTo>
                      <a:pt x="5271" y="0"/>
                    </a:lnTo>
                  </a:path>
                </a:pathLst>
              </a:custGeom>
              <a:noFill/>
              <a:ln w="5158" cap="flat">
                <a:solidFill>
                  <a:srgbClr val="B58F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ath_206"/>
              <p:cNvSpPr/>
              <p:nvPr/>
            </p:nvSpPr>
            <p:spPr>
              <a:xfrm>
                <a:off x="1003227" y="1027786"/>
                <a:ext cx="136572" cy="755904"/>
              </a:xfrm>
              <a:custGeom>
                <a:avLst/>
                <a:gdLst/>
                <a:ahLst/>
                <a:cxnLst/>
                <a:rect l="0" t="0" r="r" b="b"/>
                <a:pathLst>
                  <a:path w="14936" h="82667">
                    <a:moveTo>
                      <a:pt x="879" y="1600"/>
                    </a:moveTo>
                    <a:quadBezTo>
                      <a:pt x="7907" y="-1600"/>
                      <a:pt x="14936" y="1600"/>
                    </a:quadBezTo>
                    <a:lnTo>
                      <a:pt x="14936" y="62400"/>
                    </a:lnTo>
                    <a:lnTo>
                      <a:pt x="7907" y="82667"/>
                    </a:lnTo>
                    <a:lnTo>
                      <a:pt x="0" y="62400"/>
                    </a:lnTo>
                    <a:lnTo>
                      <a:pt x="879" y="1600"/>
                    </a:lnTo>
                    <a:close/>
                  </a:path>
                </a:pathLst>
              </a:custGeom>
              <a:solidFill>
                <a:srgbClr val="E6A789"/>
              </a:solidFill>
              <a:ln w="12451" cap="flat">
                <a:solidFill>
                  <a:srgbClr val="9361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ath_207"/>
              <p:cNvSpPr/>
              <p:nvPr/>
            </p:nvSpPr>
            <p:spPr>
              <a:xfrm>
                <a:off x="1027328" y="1130198"/>
                <a:ext cx="88370" cy="594970"/>
              </a:xfrm>
              <a:custGeom>
                <a:avLst/>
                <a:gdLst/>
                <a:ahLst/>
                <a:cxnLst/>
                <a:rect l="0" t="0" r="r" b="b"/>
                <a:pathLst>
                  <a:path w="9664" h="65067">
                    <a:moveTo>
                      <a:pt x="0" y="0"/>
                    </a:moveTo>
                    <a:lnTo>
                      <a:pt x="9664" y="0"/>
                    </a:lnTo>
                    <a:lnTo>
                      <a:pt x="9664" y="51200"/>
                    </a:lnTo>
                    <a:lnTo>
                      <a:pt x="5271" y="65067"/>
                    </a:lnTo>
                    <a:lnTo>
                      <a:pt x="879" y="51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0BF"/>
              </a:solidFill>
              <a:ln w="7114" cap="flat">
                <a:solidFill>
                  <a:srgbClr val="B47D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path_208"/>
              <p:cNvSpPr/>
              <p:nvPr/>
            </p:nvSpPr>
            <p:spPr>
              <a:xfrm>
                <a:off x="1067497" y="1159459"/>
                <a:ext cx="91" cy="438912"/>
              </a:xfrm>
              <a:custGeom>
                <a:avLst/>
                <a:gdLst/>
                <a:ahLst/>
                <a:cxnLst/>
                <a:rect l="0" t="0" r="r" b="b"/>
                <a:pathLst>
                  <a:path w="10" h="48000" fill="none">
                    <a:moveTo>
                      <a:pt x="0" y="0"/>
                    </a:moveTo>
                    <a:lnTo>
                      <a:pt x="0" y="48000"/>
                    </a:lnTo>
                  </a:path>
                </a:pathLst>
              </a:custGeom>
              <a:noFill/>
              <a:ln w="26680" cap="flat">
                <a:solidFill>
                  <a:srgbClr val="F9FA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path_209"/>
              <p:cNvSpPr/>
              <p:nvPr/>
            </p:nvSpPr>
            <p:spPr>
              <a:xfrm>
                <a:off x="1027328" y="1617878"/>
                <a:ext cx="96404" cy="165811"/>
              </a:xfrm>
              <a:custGeom>
                <a:avLst/>
                <a:gdLst/>
                <a:ahLst/>
                <a:cxnLst/>
                <a:rect l="0" t="0" r="r" b="b"/>
                <a:pathLst>
                  <a:path w="10543" h="18133">
                    <a:moveTo>
                      <a:pt x="0" y="0"/>
                    </a:moveTo>
                    <a:lnTo>
                      <a:pt x="10543" y="0"/>
                    </a:lnTo>
                    <a:lnTo>
                      <a:pt x="5271" y="181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D3A5"/>
              </a:solidFill>
              <a:ln w="7114" cap="flat">
                <a:solidFill>
                  <a:srgbClr val="9166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path_210"/>
              <p:cNvSpPr/>
              <p:nvPr/>
            </p:nvSpPr>
            <p:spPr>
              <a:xfrm>
                <a:off x="1059463" y="1725168"/>
                <a:ext cx="32135" cy="58522"/>
              </a:xfrm>
              <a:custGeom>
                <a:avLst/>
                <a:gdLst/>
                <a:ahLst/>
                <a:cxnLst/>
                <a:rect l="0" t="0" r="r" b="b"/>
                <a:pathLst>
                  <a:path w="3514" h="6400">
                    <a:moveTo>
                      <a:pt x="0" y="0"/>
                    </a:moveTo>
                    <a:lnTo>
                      <a:pt x="1757" y="6400"/>
                    </a:lnTo>
                    <a:lnTo>
                      <a:pt x="35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584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path_211"/>
              <p:cNvSpPr/>
              <p:nvPr/>
            </p:nvSpPr>
            <p:spPr>
              <a:xfrm>
                <a:off x="1011261" y="1052170"/>
                <a:ext cx="120505" cy="9754"/>
              </a:xfrm>
              <a:custGeom>
                <a:avLst/>
                <a:gdLst/>
                <a:ahLst/>
                <a:cxnLst/>
                <a:rect l="0" t="0" r="r" b="b"/>
                <a:pathLst>
                  <a:path w="13179" h="1067" fill="none">
                    <a:moveTo>
                      <a:pt x="0" y="1067"/>
                    </a:moveTo>
                    <a:quadBezTo>
                      <a:pt x="6150" y="-1067"/>
                      <a:pt x="13179" y="1067"/>
                    </a:quadBezTo>
                  </a:path>
                </a:pathLst>
              </a:custGeom>
              <a:noFill/>
              <a:ln w="7114" cap="flat">
                <a:solidFill>
                  <a:srgbClr val="A868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ath_212"/>
              <p:cNvSpPr/>
              <p:nvPr/>
            </p:nvSpPr>
            <p:spPr>
              <a:xfrm>
                <a:off x="1011261" y="1071677"/>
                <a:ext cx="120505" cy="9754"/>
              </a:xfrm>
              <a:custGeom>
                <a:avLst/>
                <a:gdLst/>
                <a:ahLst/>
                <a:cxnLst/>
                <a:rect l="0" t="0" r="r" b="b"/>
                <a:pathLst>
                  <a:path w="13179" h="1067" fill="none">
                    <a:moveTo>
                      <a:pt x="0" y="1067"/>
                    </a:moveTo>
                    <a:quadBezTo>
                      <a:pt x="6150" y="-1067"/>
                      <a:pt x="13179" y="1067"/>
                    </a:quadBezTo>
                  </a:path>
                </a:pathLst>
              </a:custGeom>
              <a:noFill/>
              <a:ln w="7114" cap="flat">
                <a:solidFill>
                  <a:srgbClr val="A868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path_213"/>
              <p:cNvSpPr/>
              <p:nvPr/>
            </p:nvSpPr>
            <p:spPr>
              <a:xfrm>
                <a:off x="1011261" y="1091184"/>
                <a:ext cx="120505" cy="9754"/>
              </a:xfrm>
              <a:custGeom>
                <a:avLst/>
                <a:gdLst/>
                <a:ahLst/>
                <a:cxnLst/>
                <a:rect l="0" t="0" r="r" b="b"/>
                <a:pathLst>
                  <a:path w="13179" h="1067" fill="none">
                    <a:moveTo>
                      <a:pt x="0" y="1067"/>
                    </a:moveTo>
                    <a:quadBezTo>
                      <a:pt x="6150" y="-1067"/>
                      <a:pt x="13179" y="1067"/>
                    </a:quadBezTo>
                  </a:path>
                </a:pathLst>
              </a:custGeom>
              <a:noFill/>
              <a:ln w="7114" cap="flat">
                <a:solidFill>
                  <a:srgbClr val="A868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path_214"/>
              <p:cNvSpPr/>
              <p:nvPr/>
            </p:nvSpPr>
            <p:spPr>
              <a:xfrm>
                <a:off x="1011261" y="1120445"/>
                <a:ext cx="120505" cy="9754"/>
              </a:xfrm>
              <a:custGeom>
                <a:avLst/>
                <a:gdLst/>
                <a:ahLst/>
                <a:cxnLst/>
                <a:rect l="0" t="0" r="r" b="b"/>
                <a:pathLst>
                  <a:path w="13179" h="1067" fill="none">
                    <a:moveTo>
                      <a:pt x="0" y="1067"/>
                    </a:moveTo>
                    <a:quadBezTo>
                      <a:pt x="6150" y="-1067"/>
                      <a:pt x="13179" y="1067"/>
                    </a:quadBezTo>
                  </a:path>
                </a:pathLst>
              </a:custGeom>
              <a:noFill/>
              <a:ln w="7114" cap="flat">
                <a:solidFill>
                  <a:srgbClr val="A868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6" name="Lay language storybook"/>
            <p:cNvGrpSpPr/>
            <p:nvPr/>
          </p:nvGrpSpPr>
          <p:grpSpPr>
            <a:xfrm>
              <a:off x="2689120" y="1132942"/>
              <a:ext cx="1557876" cy="913485"/>
              <a:chOff x="2689120" y="1132942"/>
              <a:chExt cx="1557876" cy="913485"/>
            </a:xfrm>
          </p:grpSpPr>
          <p:sp>
            <p:nvSpPr>
              <p:cNvPr id="217" name="path_216"/>
              <p:cNvSpPr/>
              <p:nvPr/>
            </p:nvSpPr>
            <p:spPr>
              <a:xfrm>
                <a:off x="2689120" y="1346911"/>
                <a:ext cx="1557876" cy="474574"/>
              </a:xfrm>
              <a:custGeom>
                <a:avLst/>
                <a:gdLst/>
                <a:ahLst/>
                <a:cxnLst/>
                <a:rect l="0" t="0" r="r" b="b"/>
                <a:pathLst>
                  <a:path w="170371" h="51900">
                    <a:moveTo>
                      <a:pt x="0" y="46800"/>
                    </a:moveTo>
                    <a:lnTo>
                      <a:pt x="27971" y="0"/>
                    </a:lnTo>
                    <a:quadBezTo>
                      <a:pt x="52129" y="1800"/>
                      <a:pt x="83914" y="8100"/>
                    </a:quadBezTo>
                    <a:quadBezTo>
                      <a:pt x="116971" y="0"/>
                      <a:pt x="143671" y="0"/>
                    </a:quadBezTo>
                    <a:lnTo>
                      <a:pt x="170371" y="46800"/>
                    </a:lnTo>
                    <a:quadBezTo>
                      <a:pt x="123329" y="45000"/>
                      <a:pt x="90271" y="51300"/>
                    </a:quadBezTo>
                    <a:quadBezTo>
                      <a:pt x="81371" y="53100"/>
                      <a:pt x="77557" y="49500"/>
                    </a:quadBezTo>
                    <a:quadBezTo>
                      <a:pt x="45771" y="44100"/>
                      <a:pt x="0" y="46800"/>
                    </a:quadBezTo>
                    <a:close/>
                  </a:path>
                </a:pathLst>
              </a:custGeom>
              <a:solidFill>
                <a:srgbClr val="EEE5D7"/>
              </a:solidFill>
              <a:ln w="18862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path_217"/>
              <p:cNvSpPr/>
              <p:nvPr/>
            </p:nvSpPr>
            <p:spPr>
              <a:xfrm>
                <a:off x="2747249" y="1330452"/>
                <a:ext cx="1441617" cy="469087"/>
              </a:xfrm>
              <a:custGeom>
                <a:avLst/>
                <a:gdLst/>
                <a:ahLst/>
                <a:cxnLst/>
                <a:rect l="0" t="0" r="r" b="b"/>
                <a:pathLst>
                  <a:path w="157657" h="51300">
                    <a:moveTo>
                      <a:pt x="0" y="44100"/>
                    </a:moveTo>
                    <a:lnTo>
                      <a:pt x="24157" y="0"/>
                    </a:lnTo>
                    <a:quadBezTo>
                      <a:pt x="53400" y="1800"/>
                      <a:pt x="77557" y="9000"/>
                    </a:quadBezTo>
                    <a:quadBezTo>
                      <a:pt x="105529" y="1800"/>
                      <a:pt x="133500" y="900"/>
                    </a:quadBezTo>
                    <a:lnTo>
                      <a:pt x="157657" y="44100"/>
                    </a:lnTo>
                    <a:quadBezTo>
                      <a:pt x="110614" y="40500"/>
                      <a:pt x="80100" y="51300"/>
                    </a:quadBezTo>
                    <a:quadBezTo>
                      <a:pt x="40686" y="40500"/>
                      <a:pt x="0" y="44100"/>
                    </a:quadBezTo>
                    <a:close/>
                  </a:path>
                </a:pathLst>
              </a:custGeom>
              <a:solidFill>
                <a:srgbClr val="FFFCF4"/>
              </a:solidFill>
              <a:ln w="11913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path_218"/>
              <p:cNvSpPr/>
              <p:nvPr/>
            </p:nvSpPr>
            <p:spPr>
              <a:xfrm>
                <a:off x="2689120" y="1412748"/>
                <a:ext cx="1557876" cy="415595"/>
              </a:xfrm>
              <a:custGeom>
                <a:avLst/>
                <a:gdLst/>
                <a:ahLst/>
                <a:cxnLst/>
                <a:rect l="0" t="0" r="r" b="b"/>
                <a:pathLst>
                  <a:path w="170371" h="45450" fill="none">
                    <a:moveTo>
                      <a:pt x="83914" y="0"/>
                    </a:moveTo>
                    <a:lnTo>
                      <a:pt x="83914" y="40500"/>
                    </a:lnTo>
                    <a:moveTo>
                      <a:pt x="0" y="39600"/>
                    </a:moveTo>
                    <a:quadBezTo>
                      <a:pt x="38143" y="36900"/>
                      <a:pt x="77557" y="43200"/>
                    </a:quadBezTo>
                    <a:quadBezTo>
                      <a:pt x="82643" y="47700"/>
                      <a:pt x="90271" y="43200"/>
                    </a:quadBezTo>
                    <a:quadBezTo>
                      <a:pt x="125871" y="37800"/>
                      <a:pt x="170371" y="39600"/>
                    </a:quadBezTo>
                  </a:path>
                </a:pathLst>
              </a:custGeom>
              <a:noFill/>
              <a:ln w="11913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path_219"/>
              <p:cNvSpPr/>
              <p:nvPr/>
            </p:nvSpPr>
            <p:spPr>
              <a:xfrm>
                <a:off x="2782127" y="1696019"/>
                <a:ext cx="1371861" cy="62372"/>
              </a:xfrm>
              <a:custGeom>
                <a:avLst/>
                <a:gdLst/>
                <a:ahLst/>
                <a:cxnLst/>
                <a:rect l="0" t="0" r="r" b="b"/>
                <a:pathLst>
                  <a:path w="150029" h="6821" fill="none">
                    <a:moveTo>
                      <a:pt x="0" y="2321"/>
                    </a:moveTo>
                    <a:quadBezTo>
                      <a:pt x="35600" y="-3979"/>
                      <a:pt x="69929" y="6821"/>
                    </a:quadBezTo>
                    <a:moveTo>
                      <a:pt x="77557" y="6821"/>
                    </a:moveTo>
                    <a:quadBezTo>
                      <a:pt x="114429" y="-3979"/>
                      <a:pt x="150029" y="2321"/>
                    </a:quadBezTo>
                  </a:path>
                </a:pathLst>
              </a:custGeom>
              <a:noFill/>
              <a:ln w="6453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path_220"/>
              <p:cNvSpPr/>
              <p:nvPr/>
            </p:nvSpPr>
            <p:spPr>
              <a:xfrm>
                <a:off x="2773989" y="1714125"/>
                <a:ext cx="1389300" cy="62372"/>
              </a:xfrm>
              <a:custGeom>
                <a:avLst/>
                <a:gdLst/>
                <a:ahLst/>
                <a:cxnLst/>
                <a:rect l="0" t="0" r="r" b="b"/>
                <a:pathLst>
                  <a:path w="151936" h="6821" fill="none">
                    <a:moveTo>
                      <a:pt x="0" y="2321"/>
                    </a:moveTo>
                    <a:quadBezTo>
                      <a:pt x="36490" y="-3979"/>
                      <a:pt x="70819" y="6821"/>
                    </a:quadBezTo>
                    <a:moveTo>
                      <a:pt x="78447" y="6821"/>
                    </a:moveTo>
                    <a:quadBezTo>
                      <a:pt x="115319" y="-3979"/>
                      <a:pt x="151936" y="2321"/>
                    </a:quadBezTo>
                  </a:path>
                </a:pathLst>
              </a:custGeom>
              <a:noFill/>
              <a:ln w="6453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path_221"/>
              <p:cNvSpPr/>
              <p:nvPr/>
            </p:nvSpPr>
            <p:spPr>
              <a:xfrm>
                <a:off x="2765851" y="1732230"/>
                <a:ext cx="1406739" cy="62372"/>
              </a:xfrm>
              <a:custGeom>
                <a:avLst/>
                <a:gdLst/>
                <a:ahLst/>
                <a:cxnLst/>
                <a:rect l="0" t="0" r="r" b="b"/>
                <a:pathLst>
                  <a:path w="153843" h="6821" fill="none">
                    <a:moveTo>
                      <a:pt x="0" y="2321"/>
                    </a:moveTo>
                    <a:quadBezTo>
                      <a:pt x="37380" y="-3979"/>
                      <a:pt x="71709" y="6821"/>
                    </a:quadBezTo>
                    <a:moveTo>
                      <a:pt x="79337" y="6821"/>
                    </a:moveTo>
                    <a:quadBezTo>
                      <a:pt x="116209" y="-3979"/>
                      <a:pt x="153843" y="2321"/>
                    </a:quadBezTo>
                  </a:path>
                </a:pathLst>
              </a:custGeom>
              <a:noFill/>
              <a:ln w="6453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path_222"/>
              <p:cNvSpPr/>
              <p:nvPr/>
            </p:nvSpPr>
            <p:spPr>
              <a:xfrm>
                <a:off x="2757713" y="1750335"/>
                <a:ext cx="1424178" cy="62372"/>
              </a:xfrm>
              <a:custGeom>
                <a:avLst/>
                <a:gdLst/>
                <a:ahLst/>
                <a:cxnLst/>
                <a:rect l="0" t="0" r="r" b="b"/>
                <a:pathLst>
                  <a:path w="155750" h="6821" fill="none">
                    <a:moveTo>
                      <a:pt x="0" y="2321"/>
                    </a:moveTo>
                    <a:quadBezTo>
                      <a:pt x="38270" y="-3979"/>
                      <a:pt x="72599" y="6821"/>
                    </a:quadBezTo>
                    <a:moveTo>
                      <a:pt x="80227" y="6821"/>
                    </a:moveTo>
                    <a:quadBezTo>
                      <a:pt x="117099" y="-3979"/>
                      <a:pt x="155750" y="2321"/>
                    </a:quadBezTo>
                  </a:path>
                </a:pathLst>
              </a:custGeom>
              <a:noFill/>
              <a:ln w="6453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path_223"/>
              <p:cNvSpPr/>
              <p:nvPr/>
            </p:nvSpPr>
            <p:spPr>
              <a:xfrm>
                <a:off x="2749575" y="1768440"/>
                <a:ext cx="1441617" cy="62372"/>
              </a:xfrm>
              <a:custGeom>
                <a:avLst/>
                <a:gdLst/>
                <a:ahLst/>
                <a:cxnLst/>
                <a:rect l="0" t="0" r="r" b="b"/>
                <a:pathLst>
                  <a:path w="157657" h="6821" fill="none">
                    <a:moveTo>
                      <a:pt x="0" y="2321"/>
                    </a:moveTo>
                    <a:quadBezTo>
                      <a:pt x="39160" y="-3979"/>
                      <a:pt x="73489" y="6821"/>
                    </a:quadBezTo>
                    <a:moveTo>
                      <a:pt x="81117" y="6821"/>
                    </a:moveTo>
                    <a:quadBezTo>
                      <a:pt x="117989" y="-3979"/>
                      <a:pt x="157657" y="2321"/>
                    </a:quadBezTo>
                  </a:path>
                </a:pathLst>
              </a:custGeom>
              <a:noFill/>
              <a:ln w="6453" cap="flat">
                <a:solidFill>
                  <a:srgbClr val="B8A0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path_224"/>
              <p:cNvSpPr/>
              <p:nvPr/>
            </p:nvSpPr>
            <p:spPr>
              <a:xfrm>
                <a:off x="3494353" y="1799539"/>
                <a:ext cx="297678" cy="246888"/>
              </a:xfrm>
              <a:custGeom>
                <a:avLst/>
                <a:gdLst/>
                <a:ahLst/>
                <a:cxnLst/>
                <a:rect l="0" t="0" r="r" b="b"/>
                <a:pathLst>
                  <a:path w="32554" h="27000">
                    <a:moveTo>
                      <a:pt x="939" y="0"/>
                    </a:moveTo>
                    <a:cubicBezTo>
                      <a:pt x="-5419" y="9000"/>
                      <a:pt x="22553" y="3600"/>
                      <a:pt x="23824" y="12600"/>
                    </a:cubicBezTo>
                    <a:cubicBezTo>
                      <a:pt x="31453" y="16200"/>
                      <a:pt x="21281" y="24300"/>
                      <a:pt x="23824" y="27000"/>
                    </a:cubicBezTo>
                    <a:lnTo>
                      <a:pt x="30181" y="24300"/>
                    </a:lnTo>
                    <a:cubicBezTo>
                      <a:pt x="40353" y="5400"/>
                      <a:pt x="14924" y="8100"/>
                      <a:pt x="8567" y="6300"/>
                    </a:cubicBezTo>
                  </a:path>
                </a:pathLst>
              </a:custGeom>
              <a:solidFill>
                <a:srgbClr val="FCF3E1"/>
              </a:solidFill>
              <a:ln w="9927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path_225"/>
              <p:cNvSpPr/>
              <p:nvPr/>
            </p:nvSpPr>
            <p:spPr>
              <a:xfrm>
                <a:off x="2968142" y="1256386"/>
                <a:ext cx="174389" cy="337414"/>
              </a:xfrm>
              <a:custGeom>
                <a:avLst/>
                <a:gdLst/>
                <a:ahLst/>
                <a:cxnLst/>
                <a:rect l="0" t="0" r="r" b="b"/>
                <a:pathLst>
                  <a:path w="19071" h="36900">
                    <a:moveTo>
                      <a:pt x="0" y="36900"/>
                    </a:moveTo>
                    <a:lnTo>
                      <a:pt x="0" y="2700"/>
                    </a:lnTo>
                    <a:quadBezTo>
                      <a:pt x="0" y="0"/>
                      <a:pt x="3814" y="0"/>
                    </a:quadBezTo>
                    <a:lnTo>
                      <a:pt x="15257" y="0"/>
                    </a:lnTo>
                    <a:quadBezTo>
                      <a:pt x="19071" y="0"/>
                      <a:pt x="19071" y="2700"/>
                    </a:quadBezTo>
                    <a:lnTo>
                      <a:pt x="19071" y="36900"/>
                    </a:lnTo>
                  </a:path>
                </a:pathLst>
              </a:custGeom>
              <a:solidFill>
                <a:srgbClr val="D7E6EF"/>
              </a:solidFill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rect_226"/>
              <p:cNvSpPr/>
              <p:nvPr/>
            </p:nvSpPr>
            <p:spPr>
              <a:xfrm>
                <a:off x="3003020" y="130576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rect_227"/>
              <p:cNvSpPr/>
              <p:nvPr/>
            </p:nvSpPr>
            <p:spPr>
              <a:xfrm>
                <a:off x="3003020" y="135514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rect_228"/>
              <p:cNvSpPr/>
              <p:nvPr/>
            </p:nvSpPr>
            <p:spPr>
              <a:xfrm>
                <a:off x="3003020" y="140451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rect_229"/>
              <p:cNvSpPr/>
              <p:nvPr/>
            </p:nvSpPr>
            <p:spPr>
              <a:xfrm>
                <a:off x="3003020" y="1453896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rect_230"/>
              <p:cNvSpPr/>
              <p:nvPr/>
            </p:nvSpPr>
            <p:spPr>
              <a:xfrm>
                <a:off x="3003020" y="150327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rect_231"/>
              <p:cNvSpPr/>
              <p:nvPr/>
            </p:nvSpPr>
            <p:spPr>
              <a:xfrm>
                <a:off x="3003020" y="155265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rect_232"/>
              <p:cNvSpPr/>
              <p:nvPr/>
            </p:nvSpPr>
            <p:spPr>
              <a:xfrm>
                <a:off x="3049524" y="130576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rect_233"/>
              <p:cNvSpPr/>
              <p:nvPr/>
            </p:nvSpPr>
            <p:spPr>
              <a:xfrm>
                <a:off x="3049524" y="135514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rect_234"/>
              <p:cNvSpPr/>
              <p:nvPr/>
            </p:nvSpPr>
            <p:spPr>
              <a:xfrm>
                <a:off x="3049524" y="140451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rect_235"/>
              <p:cNvSpPr/>
              <p:nvPr/>
            </p:nvSpPr>
            <p:spPr>
              <a:xfrm>
                <a:off x="3049524" y="1453896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rect_236"/>
              <p:cNvSpPr/>
              <p:nvPr/>
            </p:nvSpPr>
            <p:spPr>
              <a:xfrm>
                <a:off x="3049524" y="150327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rect_237"/>
              <p:cNvSpPr/>
              <p:nvPr/>
            </p:nvSpPr>
            <p:spPr>
              <a:xfrm>
                <a:off x="3049524" y="155265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rect_238"/>
              <p:cNvSpPr/>
              <p:nvPr/>
            </p:nvSpPr>
            <p:spPr>
              <a:xfrm>
                <a:off x="3096028" y="130576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rect_239"/>
              <p:cNvSpPr/>
              <p:nvPr/>
            </p:nvSpPr>
            <p:spPr>
              <a:xfrm>
                <a:off x="3096028" y="135514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rect_240"/>
              <p:cNvSpPr/>
              <p:nvPr/>
            </p:nvSpPr>
            <p:spPr>
              <a:xfrm>
                <a:off x="3096028" y="140451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rect_241"/>
              <p:cNvSpPr/>
              <p:nvPr/>
            </p:nvSpPr>
            <p:spPr>
              <a:xfrm>
                <a:off x="3096028" y="1453896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rect_242"/>
              <p:cNvSpPr/>
              <p:nvPr/>
            </p:nvSpPr>
            <p:spPr>
              <a:xfrm>
                <a:off x="3096028" y="150327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rect_243"/>
              <p:cNvSpPr/>
              <p:nvPr/>
            </p:nvSpPr>
            <p:spPr>
              <a:xfrm>
                <a:off x="3096028" y="155265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path_244"/>
              <p:cNvSpPr/>
              <p:nvPr/>
            </p:nvSpPr>
            <p:spPr>
              <a:xfrm>
                <a:off x="3200661" y="1272845"/>
                <a:ext cx="139511" cy="263347"/>
              </a:xfrm>
              <a:custGeom>
                <a:avLst/>
                <a:gdLst/>
                <a:ahLst/>
                <a:cxnLst/>
                <a:rect l="0" t="0" r="r" b="b"/>
                <a:pathLst>
                  <a:path w="15257" h="28800">
                    <a:moveTo>
                      <a:pt x="0" y="28800"/>
                    </a:moveTo>
                    <a:lnTo>
                      <a:pt x="0" y="2700"/>
                    </a:lnTo>
                    <a:quadBezTo>
                      <a:pt x="0" y="0"/>
                      <a:pt x="3814" y="0"/>
                    </a:quadBezTo>
                    <a:lnTo>
                      <a:pt x="11443" y="0"/>
                    </a:lnTo>
                    <a:quadBezTo>
                      <a:pt x="15257" y="0"/>
                      <a:pt x="15257" y="2700"/>
                    </a:quadBezTo>
                    <a:lnTo>
                      <a:pt x="15257" y="28800"/>
                    </a:lnTo>
                  </a:path>
                </a:pathLst>
              </a:custGeom>
              <a:solidFill>
                <a:srgbClr val="EFE2AD"/>
              </a:solidFill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rect_245"/>
              <p:cNvSpPr/>
              <p:nvPr/>
            </p:nvSpPr>
            <p:spPr>
              <a:xfrm>
                <a:off x="3235539" y="1322222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rect_246"/>
              <p:cNvSpPr/>
              <p:nvPr/>
            </p:nvSpPr>
            <p:spPr>
              <a:xfrm>
                <a:off x="3235539" y="137160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rect_247"/>
              <p:cNvSpPr/>
              <p:nvPr/>
            </p:nvSpPr>
            <p:spPr>
              <a:xfrm>
                <a:off x="3235539" y="142097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rect_248"/>
              <p:cNvSpPr/>
              <p:nvPr/>
            </p:nvSpPr>
            <p:spPr>
              <a:xfrm>
                <a:off x="3235539" y="1470355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rect_249"/>
              <p:cNvSpPr/>
              <p:nvPr/>
            </p:nvSpPr>
            <p:spPr>
              <a:xfrm>
                <a:off x="3235539" y="151973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rect_250"/>
              <p:cNvSpPr/>
              <p:nvPr/>
            </p:nvSpPr>
            <p:spPr>
              <a:xfrm>
                <a:off x="3282043" y="1322222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rect_251"/>
              <p:cNvSpPr/>
              <p:nvPr/>
            </p:nvSpPr>
            <p:spPr>
              <a:xfrm>
                <a:off x="3282043" y="137160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rect_252"/>
              <p:cNvSpPr/>
              <p:nvPr/>
            </p:nvSpPr>
            <p:spPr>
              <a:xfrm>
                <a:off x="3282043" y="142097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rect_253"/>
              <p:cNvSpPr/>
              <p:nvPr/>
            </p:nvSpPr>
            <p:spPr>
              <a:xfrm>
                <a:off x="3282043" y="1470355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rect_254"/>
              <p:cNvSpPr/>
              <p:nvPr/>
            </p:nvSpPr>
            <p:spPr>
              <a:xfrm>
                <a:off x="3282043" y="151973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path_255"/>
              <p:cNvSpPr/>
              <p:nvPr/>
            </p:nvSpPr>
            <p:spPr>
              <a:xfrm>
                <a:off x="3316921" y="1462126"/>
                <a:ext cx="209267" cy="148133"/>
              </a:xfrm>
              <a:custGeom>
                <a:avLst/>
                <a:gdLst/>
                <a:ahLst/>
                <a:cxnLst/>
                <a:rect l="0" t="0" r="r" b="b"/>
                <a:pathLst>
                  <a:path w="22886" h="16200">
                    <a:moveTo>
                      <a:pt x="0" y="16200"/>
                    </a:moveTo>
                    <a:lnTo>
                      <a:pt x="0" y="2700"/>
                    </a:lnTo>
                    <a:quadBezTo>
                      <a:pt x="0" y="0"/>
                      <a:pt x="3814" y="0"/>
                    </a:quadBezTo>
                    <a:lnTo>
                      <a:pt x="19071" y="0"/>
                    </a:lnTo>
                    <a:quadBezTo>
                      <a:pt x="22886" y="0"/>
                      <a:pt x="22886" y="2700"/>
                    </a:quadBezTo>
                    <a:lnTo>
                      <a:pt x="22886" y="16200"/>
                    </a:lnTo>
                  </a:path>
                </a:pathLst>
              </a:custGeom>
              <a:solidFill>
                <a:srgbClr val="FAF4E9"/>
              </a:solidFill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rect_256"/>
              <p:cNvSpPr/>
              <p:nvPr/>
            </p:nvSpPr>
            <p:spPr>
              <a:xfrm>
                <a:off x="3351799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rect_257"/>
              <p:cNvSpPr/>
              <p:nvPr/>
            </p:nvSpPr>
            <p:spPr>
              <a:xfrm>
                <a:off x="3351799" y="156088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rect_258"/>
              <p:cNvSpPr/>
              <p:nvPr/>
            </p:nvSpPr>
            <p:spPr>
              <a:xfrm>
                <a:off x="3398302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rect_259"/>
              <p:cNvSpPr/>
              <p:nvPr/>
            </p:nvSpPr>
            <p:spPr>
              <a:xfrm>
                <a:off x="3398302" y="156088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rect_260"/>
              <p:cNvSpPr/>
              <p:nvPr/>
            </p:nvSpPr>
            <p:spPr>
              <a:xfrm>
                <a:off x="3444806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rect_261"/>
              <p:cNvSpPr/>
              <p:nvPr/>
            </p:nvSpPr>
            <p:spPr>
              <a:xfrm>
                <a:off x="3444806" y="156088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rect_262"/>
              <p:cNvSpPr/>
              <p:nvPr/>
            </p:nvSpPr>
            <p:spPr>
              <a:xfrm>
                <a:off x="3491310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rect_263"/>
              <p:cNvSpPr/>
              <p:nvPr/>
            </p:nvSpPr>
            <p:spPr>
              <a:xfrm>
                <a:off x="3491310" y="1560881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path_264"/>
              <p:cNvSpPr/>
              <p:nvPr/>
            </p:nvSpPr>
            <p:spPr>
              <a:xfrm>
                <a:off x="3642447" y="1338682"/>
                <a:ext cx="174389" cy="263347"/>
              </a:xfrm>
              <a:custGeom>
                <a:avLst/>
                <a:gdLst/>
                <a:ahLst/>
                <a:cxnLst/>
                <a:rect l="0" t="0" r="r" b="b"/>
                <a:pathLst>
                  <a:path w="19071" h="28800">
                    <a:moveTo>
                      <a:pt x="0" y="28800"/>
                    </a:moveTo>
                    <a:lnTo>
                      <a:pt x="0" y="2700"/>
                    </a:lnTo>
                    <a:quadBezTo>
                      <a:pt x="0" y="0"/>
                      <a:pt x="3814" y="0"/>
                    </a:quadBezTo>
                    <a:lnTo>
                      <a:pt x="15257" y="0"/>
                    </a:lnTo>
                    <a:quadBezTo>
                      <a:pt x="19071" y="0"/>
                      <a:pt x="19071" y="2700"/>
                    </a:quadBezTo>
                    <a:lnTo>
                      <a:pt x="19071" y="28800"/>
                    </a:lnTo>
                  </a:path>
                </a:pathLst>
              </a:custGeom>
              <a:solidFill>
                <a:srgbClr val="E9CCCB"/>
              </a:solidFill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rect_265"/>
              <p:cNvSpPr/>
              <p:nvPr/>
            </p:nvSpPr>
            <p:spPr>
              <a:xfrm>
                <a:off x="3677325" y="1388059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rect_266"/>
              <p:cNvSpPr/>
              <p:nvPr/>
            </p:nvSpPr>
            <p:spPr>
              <a:xfrm>
                <a:off x="3677325" y="1437437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rect_267"/>
              <p:cNvSpPr/>
              <p:nvPr/>
            </p:nvSpPr>
            <p:spPr>
              <a:xfrm>
                <a:off x="3677325" y="148681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rect_268"/>
              <p:cNvSpPr/>
              <p:nvPr/>
            </p:nvSpPr>
            <p:spPr>
              <a:xfrm>
                <a:off x="3677325" y="1536192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rect_269"/>
              <p:cNvSpPr/>
              <p:nvPr/>
            </p:nvSpPr>
            <p:spPr>
              <a:xfrm>
                <a:off x="3677325" y="158557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rect_270"/>
              <p:cNvSpPr/>
              <p:nvPr/>
            </p:nvSpPr>
            <p:spPr>
              <a:xfrm>
                <a:off x="3723829" y="1388059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rect_271"/>
              <p:cNvSpPr/>
              <p:nvPr/>
            </p:nvSpPr>
            <p:spPr>
              <a:xfrm>
                <a:off x="3723829" y="1437437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rect_272"/>
              <p:cNvSpPr/>
              <p:nvPr/>
            </p:nvSpPr>
            <p:spPr>
              <a:xfrm>
                <a:off x="3723829" y="148681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rect_273"/>
              <p:cNvSpPr/>
              <p:nvPr/>
            </p:nvSpPr>
            <p:spPr>
              <a:xfrm>
                <a:off x="3723829" y="1536192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rect_274"/>
              <p:cNvSpPr/>
              <p:nvPr/>
            </p:nvSpPr>
            <p:spPr>
              <a:xfrm>
                <a:off x="3723829" y="158557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rect_275"/>
              <p:cNvSpPr/>
              <p:nvPr/>
            </p:nvSpPr>
            <p:spPr>
              <a:xfrm>
                <a:off x="3770332" y="1388059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rect_276"/>
              <p:cNvSpPr/>
              <p:nvPr/>
            </p:nvSpPr>
            <p:spPr>
              <a:xfrm>
                <a:off x="3770332" y="1437437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rect_277"/>
              <p:cNvSpPr/>
              <p:nvPr/>
            </p:nvSpPr>
            <p:spPr>
              <a:xfrm>
                <a:off x="3770332" y="1486814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rect_278"/>
              <p:cNvSpPr/>
              <p:nvPr/>
            </p:nvSpPr>
            <p:spPr>
              <a:xfrm>
                <a:off x="3770332" y="1536192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rect_279"/>
              <p:cNvSpPr/>
              <p:nvPr/>
            </p:nvSpPr>
            <p:spPr>
              <a:xfrm>
                <a:off x="3770332" y="158557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ath_280"/>
              <p:cNvSpPr/>
              <p:nvPr/>
            </p:nvSpPr>
            <p:spPr>
              <a:xfrm>
                <a:off x="3909844" y="1313993"/>
                <a:ext cx="116259" cy="230429"/>
              </a:xfrm>
              <a:custGeom>
                <a:avLst/>
                <a:gdLst/>
                <a:ahLst/>
                <a:cxnLst/>
                <a:rect l="0" t="0" r="r" b="b"/>
                <a:pathLst>
                  <a:path w="12714" h="25200">
                    <a:moveTo>
                      <a:pt x="0" y="25200"/>
                    </a:moveTo>
                    <a:lnTo>
                      <a:pt x="0" y="2700"/>
                    </a:lnTo>
                    <a:quadBezTo>
                      <a:pt x="0" y="0"/>
                      <a:pt x="3814" y="0"/>
                    </a:quadBezTo>
                    <a:lnTo>
                      <a:pt x="8900" y="0"/>
                    </a:lnTo>
                    <a:quadBezTo>
                      <a:pt x="12714" y="0"/>
                      <a:pt x="12714" y="2700"/>
                    </a:quadBezTo>
                    <a:lnTo>
                      <a:pt x="12714" y="25200"/>
                    </a:lnTo>
                  </a:path>
                </a:pathLst>
              </a:custGeom>
              <a:solidFill>
                <a:srgbClr val="EEE5BC"/>
              </a:solidFill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rect_281"/>
              <p:cNvSpPr/>
              <p:nvPr/>
            </p:nvSpPr>
            <p:spPr>
              <a:xfrm>
                <a:off x="3944722" y="136337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rect_282"/>
              <p:cNvSpPr/>
              <p:nvPr/>
            </p:nvSpPr>
            <p:spPr>
              <a:xfrm>
                <a:off x="3944722" y="141274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rect_283"/>
              <p:cNvSpPr/>
              <p:nvPr/>
            </p:nvSpPr>
            <p:spPr>
              <a:xfrm>
                <a:off x="3944722" y="1462126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rect_284"/>
              <p:cNvSpPr/>
              <p:nvPr/>
            </p:nvSpPr>
            <p:spPr>
              <a:xfrm>
                <a:off x="3944722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rect_285"/>
              <p:cNvSpPr/>
              <p:nvPr/>
            </p:nvSpPr>
            <p:spPr>
              <a:xfrm>
                <a:off x="3991225" y="1363370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rect_286"/>
              <p:cNvSpPr/>
              <p:nvPr/>
            </p:nvSpPr>
            <p:spPr>
              <a:xfrm>
                <a:off x="3991225" y="1412748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rect_287"/>
              <p:cNvSpPr/>
              <p:nvPr/>
            </p:nvSpPr>
            <p:spPr>
              <a:xfrm>
                <a:off x="3991225" y="1462126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rect_288"/>
              <p:cNvSpPr/>
              <p:nvPr/>
            </p:nvSpPr>
            <p:spPr>
              <a:xfrm>
                <a:off x="3991225" y="1511503"/>
                <a:ext cx="17439" cy="24689"/>
              </a:xfrm>
              <a:prstGeom prst="rect">
                <a:avLst/>
              </a:prstGeom>
              <a:solidFill>
                <a:srgbClr val="8F90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path_289"/>
              <p:cNvSpPr/>
              <p:nvPr/>
            </p:nvSpPr>
            <p:spPr>
              <a:xfrm>
                <a:off x="2898387" y="1132942"/>
                <a:ext cx="127885" cy="139903"/>
              </a:xfrm>
              <a:custGeom>
                <a:avLst/>
                <a:gdLst/>
                <a:ahLst/>
                <a:cxnLst/>
                <a:rect l="0" t="0" r="r" b="b"/>
                <a:pathLst>
                  <a:path w="13986" h="15300" fill="none">
                    <a:moveTo>
                      <a:pt x="13986" y="15300"/>
                    </a:moveTo>
                    <a:lnTo>
                      <a:pt x="12714" y="3600"/>
                    </a:lnTo>
                    <a:lnTo>
                      <a:pt x="7629" y="900"/>
                    </a:lnTo>
                    <a:quadBezTo>
                      <a:pt x="10171" y="8100"/>
                      <a:pt x="0" y="6300"/>
                    </a:quadBezTo>
                    <a:moveTo>
                      <a:pt x="1271" y="0"/>
                    </a:moveTo>
                    <a:quadBezTo>
                      <a:pt x="1271" y="6300"/>
                      <a:pt x="8900" y="1800"/>
                    </a:quadBezTo>
                  </a:path>
                </a:pathLst>
              </a:custGeom>
              <a:noFill/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path_290"/>
              <p:cNvSpPr/>
              <p:nvPr/>
            </p:nvSpPr>
            <p:spPr>
              <a:xfrm>
                <a:off x="3642447" y="1190549"/>
                <a:ext cx="162763" cy="148133"/>
              </a:xfrm>
              <a:custGeom>
                <a:avLst/>
                <a:gdLst/>
                <a:ahLst/>
                <a:cxnLst/>
                <a:rect l="0" t="0" r="r" b="b"/>
                <a:pathLst>
                  <a:path w="17800" h="16200" fill="none">
                    <a:moveTo>
                      <a:pt x="3814" y="16200"/>
                    </a:moveTo>
                    <a:lnTo>
                      <a:pt x="6357" y="5400"/>
                    </a:lnTo>
                    <a:moveTo>
                      <a:pt x="0" y="5400"/>
                    </a:moveTo>
                    <a:quadBezTo>
                      <a:pt x="12714" y="11700"/>
                      <a:pt x="17800" y="8100"/>
                    </a:quadBezTo>
                    <a:quadBezTo>
                      <a:pt x="11443" y="5400"/>
                      <a:pt x="3814" y="4500"/>
                    </a:quadBezTo>
                    <a:moveTo>
                      <a:pt x="8900" y="4500"/>
                    </a:moveTo>
                    <a:lnTo>
                      <a:pt x="11443" y="0"/>
                    </a:lnTo>
                    <a:lnTo>
                      <a:pt x="15257" y="3600"/>
                    </a:lnTo>
                  </a:path>
                </a:pathLst>
              </a:custGeom>
              <a:noFill/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path_291"/>
              <p:cNvSpPr/>
              <p:nvPr/>
            </p:nvSpPr>
            <p:spPr>
              <a:xfrm>
                <a:off x="3514562" y="1388059"/>
                <a:ext cx="93008" cy="131674"/>
              </a:xfrm>
              <a:custGeom>
                <a:avLst/>
                <a:gdLst/>
                <a:ahLst/>
                <a:cxnLst/>
                <a:rect l="0" t="0" r="r" b="b"/>
                <a:pathLst>
                  <a:path w="10171" h="14400">
                    <a:moveTo>
                      <a:pt x="10171" y="7200"/>
                    </a:moveTo>
                    <a:cubicBezTo>
                      <a:pt x="10171" y="11176"/>
                      <a:pt x="7894" y="14400"/>
                      <a:pt x="5086" y="14400"/>
                    </a:cubicBezTo>
                    <a:cubicBezTo>
                      <a:pt x="2277" y="14400"/>
                      <a:pt x="0" y="11176"/>
                      <a:pt x="0" y="7200"/>
                    </a:cubicBezTo>
                    <a:cubicBezTo>
                      <a:pt x="0" y="3224"/>
                      <a:pt x="2277" y="0"/>
                      <a:pt x="5086" y="0"/>
                    </a:cubicBezTo>
                    <a:cubicBezTo>
                      <a:pt x="7894" y="0"/>
                      <a:pt x="10171" y="3224"/>
                      <a:pt x="10171" y="7200"/>
                    </a:cubicBezTo>
                    <a:close/>
                  </a:path>
                </a:pathLst>
              </a:custGeom>
              <a:solidFill>
                <a:srgbClr val="E4EAD6"/>
              </a:solidFill>
              <a:ln w="7942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ath_292"/>
              <p:cNvSpPr/>
              <p:nvPr/>
            </p:nvSpPr>
            <p:spPr>
              <a:xfrm>
                <a:off x="3572691" y="1511503"/>
                <a:ext cx="91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10" h="9000" fill="none">
                    <a:moveTo>
                      <a:pt x="0" y="0"/>
                    </a:moveTo>
                    <a:lnTo>
                      <a:pt x="0" y="9000"/>
                    </a:lnTo>
                  </a:path>
                </a:pathLst>
              </a:custGeom>
              <a:noFill/>
              <a:ln w="8934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rect_293"/>
              <p:cNvSpPr/>
              <p:nvPr/>
            </p:nvSpPr>
            <p:spPr>
              <a:xfrm>
                <a:off x="3921470" y="1272845"/>
                <a:ext cx="116259" cy="32918"/>
              </a:xfrm>
              <a:prstGeom prst="roundRect">
                <a:avLst>
                  <a:gd name="adj" fmla="val 50000"/>
                </a:avLst>
              </a:prstGeom>
              <a:solidFill>
                <a:srgbClr val="EEE5BC"/>
              </a:solidFill>
              <a:ln w="6949" cap="flat">
                <a:solidFill>
                  <a:srgbClr val="8E75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5" name="text_294"/>
            <p:cNvSpPr txBox="1"/>
            <p:nvPr/>
          </p:nvSpPr>
          <p:spPr>
            <a:xfrm>
              <a:off x="2258568" y="2950129"/>
              <a:ext cx="1925269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Heterogeneous</a:t>
              </a:r>
            </a:p>
          </p:txBody>
        </p:sp>
        <p:sp>
          <p:nvSpPr>
            <p:cNvPr id="296" name="Editable language sample card"/>
            <p:cNvSpPr/>
            <p:nvPr/>
          </p:nvSpPr>
          <p:spPr>
            <a:xfrm>
              <a:off x="365760" y="3328416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FCEAE7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path_296"/>
            <p:cNvSpPr/>
            <p:nvPr/>
          </p:nvSpPr>
          <p:spPr>
            <a:xfrm>
              <a:off x="502920" y="3483864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path_297"/>
            <p:cNvSpPr/>
            <p:nvPr/>
          </p:nvSpPr>
          <p:spPr>
            <a:xfrm>
              <a:off x="502920" y="3602736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path_298"/>
            <p:cNvSpPr/>
            <p:nvPr/>
          </p:nvSpPr>
          <p:spPr>
            <a:xfrm>
              <a:off x="502920" y="3721608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path_299"/>
            <p:cNvSpPr/>
            <p:nvPr/>
          </p:nvSpPr>
          <p:spPr>
            <a:xfrm>
              <a:off x="502920" y="38404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path_300"/>
            <p:cNvSpPr/>
            <p:nvPr/>
          </p:nvSpPr>
          <p:spPr>
            <a:xfrm>
              <a:off x="502920" y="3959352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Editable language sample card"/>
            <p:cNvSpPr/>
            <p:nvPr/>
          </p:nvSpPr>
          <p:spPr>
            <a:xfrm>
              <a:off x="1691640" y="3328416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FCEAE7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path_302"/>
            <p:cNvSpPr/>
            <p:nvPr/>
          </p:nvSpPr>
          <p:spPr>
            <a:xfrm>
              <a:off x="1828800" y="3483864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th_303"/>
            <p:cNvSpPr/>
            <p:nvPr/>
          </p:nvSpPr>
          <p:spPr>
            <a:xfrm>
              <a:off x="1828800" y="3602736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path_304"/>
            <p:cNvSpPr/>
            <p:nvPr/>
          </p:nvSpPr>
          <p:spPr>
            <a:xfrm>
              <a:off x="1828800" y="3721608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path_305"/>
            <p:cNvSpPr/>
            <p:nvPr/>
          </p:nvSpPr>
          <p:spPr>
            <a:xfrm>
              <a:off x="1828800" y="38404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path_306"/>
            <p:cNvSpPr/>
            <p:nvPr/>
          </p:nvSpPr>
          <p:spPr>
            <a:xfrm>
              <a:off x="1828800" y="3959352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Editable language sample card"/>
            <p:cNvSpPr/>
            <p:nvPr/>
          </p:nvSpPr>
          <p:spPr>
            <a:xfrm>
              <a:off x="3026664" y="3328416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FCEAE7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path_308"/>
            <p:cNvSpPr/>
            <p:nvPr/>
          </p:nvSpPr>
          <p:spPr>
            <a:xfrm>
              <a:off x="3163824" y="3483864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path_309"/>
            <p:cNvSpPr/>
            <p:nvPr/>
          </p:nvSpPr>
          <p:spPr>
            <a:xfrm>
              <a:off x="3163824" y="3602736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path_310"/>
            <p:cNvSpPr/>
            <p:nvPr/>
          </p:nvSpPr>
          <p:spPr>
            <a:xfrm>
              <a:off x="3163824" y="3721608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path_311"/>
            <p:cNvSpPr/>
            <p:nvPr/>
          </p:nvSpPr>
          <p:spPr>
            <a:xfrm>
              <a:off x="3163824" y="38404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path_312"/>
            <p:cNvSpPr/>
            <p:nvPr/>
          </p:nvSpPr>
          <p:spPr>
            <a:xfrm>
              <a:off x="3163824" y="3959352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4" name="Long expert-language snake"/>
            <p:cNvGrpSpPr/>
            <p:nvPr/>
          </p:nvGrpSpPr>
          <p:grpSpPr>
            <a:xfrm>
              <a:off x="1024616" y="2970748"/>
              <a:ext cx="2567282" cy="877481"/>
              <a:chOff x="1024616" y="2970748"/>
              <a:chExt cx="2567282" cy="877481"/>
            </a:xfrm>
          </p:grpSpPr>
          <p:sp>
            <p:nvSpPr>
              <p:cNvPr id="315" name="path_314"/>
              <p:cNvSpPr/>
              <p:nvPr/>
            </p:nvSpPr>
            <p:spPr>
              <a:xfrm>
                <a:off x="1053807" y="2970748"/>
                <a:ext cx="2538091" cy="877481"/>
              </a:xfrm>
              <a:custGeom>
                <a:avLst/>
                <a:gdLst/>
                <a:ahLst/>
                <a:cxnLst/>
                <a:rect l="0" t="0" r="r" b="b"/>
                <a:pathLst>
                  <a:path w="277569" h="95963">
                    <a:moveTo>
                      <a:pt x="32328" y="465"/>
                    </a:moveTo>
                    <a:cubicBezTo>
                      <a:pt x="10621" y="465"/>
                      <a:pt x="6674" y="13305"/>
                      <a:pt x="8648" y="20795"/>
                    </a:cubicBezTo>
                    <a:cubicBezTo>
                      <a:pt x="-3192" y="27215"/>
                      <a:pt x="-3192" y="37915"/>
                      <a:pt x="10621" y="42195"/>
                    </a:cubicBezTo>
                    <a:cubicBezTo>
                      <a:pt x="18514" y="46475"/>
                      <a:pt x="29368" y="45405"/>
                      <a:pt x="36274" y="41125"/>
                    </a:cubicBezTo>
                    <a:cubicBezTo>
                      <a:pt x="33314" y="50755"/>
                      <a:pt x="32328" y="63595"/>
                      <a:pt x="31341" y="74295"/>
                    </a:cubicBezTo>
                    <a:cubicBezTo>
                      <a:pt x="33314" y="93555"/>
                      <a:pt x="56008" y="99975"/>
                      <a:pt x="79688" y="93555"/>
                    </a:cubicBezTo>
                    <a:cubicBezTo>
                      <a:pt x="105341" y="90345"/>
                      <a:pt x="117181" y="73225"/>
                      <a:pt x="140861" y="72155"/>
                    </a:cubicBezTo>
                    <a:cubicBezTo>
                      <a:pt x="163554" y="70015"/>
                      <a:pt x="174408" y="91415"/>
                      <a:pt x="203021" y="92485"/>
                    </a:cubicBezTo>
                    <a:cubicBezTo>
                      <a:pt x="230648" y="94625"/>
                      <a:pt x="257288" y="86065"/>
                      <a:pt x="270114" y="73225"/>
                    </a:cubicBezTo>
                    <a:cubicBezTo>
                      <a:pt x="278008" y="61455"/>
                      <a:pt x="278994" y="51825"/>
                      <a:pt x="276034" y="55035"/>
                    </a:cubicBezTo>
                    <a:cubicBezTo>
                      <a:pt x="259261" y="71085"/>
                      <a:pt x="235581" y="76435"/>
                      <a:pt x="213874" y="70015"/>
                    </a:cubicBezTo>
                    <a:cubicBezTo>
                      <a:pt x="191181" y="64665"/>
                      <a:pt x="177368" y="48615"/>
                      <a:pt x="157634" y="48615"/>
                    </a:cubicBezTo>
                    <a:cubicBezTo>
                      <a:pt x="127048" y="44335"/>
                      <a:pt x="111261" y="63595"/>
                      <a:pt x="89554" y="74295"/>
                    </a:cubicBezTo>
                    <a:cubicBezTo>
                      <a:pt x="67848" y="86065"/>
                      <a:pt x="57981" y="77505"/>
                      <a:pt x="58968" y="59315"/>
                    </a:cubicBezTo>
                    <a:cubicBezTo>
                      <a:pt x="61928" y="42195"/>
                      <a:pt x="65874" y="30425"/>
                      <a:pt x="59954" y="14375"/>
                    </a:cubicBezTo>
                    <a:cubicBezTo>
                      <a:pt x="55021" y="3675"/>
                      <a:pt x="44168" y="-1675"/>
                      <a:pt x="32328" y="465"/>
                    </a:cubicBezTo>
                    <a:close/>
                  </a:path>
                </a:pathLst>
              </a:custGeom>
              <a:solidFill>
                <a:srgbClr val="AAC56D"/>
              </a:solidFill>
              <a:ln w="22567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path_315"/>
              <p:cNvSpPr/>
              <p:nvPr/>
            </p:nvSpPr>
            <p:spPr>
              <a:xfrm>
                <a:off x="1159947" y="3337011"/>
                <a:ext cx="22555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24667" h="4473" fill="none">
                    <a:moveTo>
                      <a:pt x="0" y="2140"/>
                    </a:moveTo>
                    <a:cubicBezTo>
                      <a:pt x="9867" y="6420"/>
                      <a:pt x="18747" y="4280"/>
                      <a:pt x="24667" y="0"/>
                    </a:cubicBezTo>
                  </a:path>
                </a:pathLst>
              </a:custGeom>
              <a:noFill/>
              <a:ln w="18806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path_316"/>
              <p:cNvSpPr/>
              <p:nvPr/>
            </p:nvSpPr>
            <p:spPr>
              <a:xfrm>
                <a:off x="1024616" y="3376148"/>
                <a:ext cx="99243" cy="68489"/>
              </a:xfrm>
              <a:custGeom>
                <a:avLst/>
                <a:gdLst/>
                <a:ahLst/>
                <a:cxnLst/>
                <a:rect l="0" t="0" r="r" b="b"/>
                <a:pathLst>
                  <a:path w="10853" h="7490" fill="none">
                    <a:moveTo>
                      <a:pt x="10853" y="0"/>
                    </a:moveTo>
                    <a:lnTo>
                      <a:pt x="3947" y="7490"/>
                    </a:lnTo>
                    <a:moveTo>
                      <a:pt x="7893" y="3210"/>
                    </a:moveTo>
                    <a:lnTo>
                      <a:pt x="0" y="3210"/>
                    </a:lnTo>
                  </a:path>
                </a:pathLst>
              </a:custGeom>
              <a:noFill/>
              <a:ln w="23507" cap="flat">
                <a:solidFill>
                  <a:srgbClr val="C6755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path_317"/>
              <p:cNvSpPr/>
              <p:nvPr/>
            </p:nvSpPr>
            <p:spPr>
              <a:xfrm>
                <a:off x="1164458" y="3131546"/>
                <a:ext cx="45110" cy="78273"/>
              </a:xfrm>
              <a:custGeom>
                <a:avLst/>
                <a:gdLst/>
                <a:ahLst/>
                <a:cxnLst/>
                <a:rect l="0" t="0" r="r" b="b"/>
                <a:pathLst>
                  <a:path w="4933" h="8560">
                    <a:moveTo>
                      <a:pt x="4933" y="4280"/>
                    </a:moveTo>
                    <a:cubicBezTo>
                      <a:pt x="4933" y="6644"/>
                      <a:pt x="3829" y="8560"/>
                      <a:pt x="2467" y="8560"/>
                    </a:cubicBezTo>
                    <a:cubicBezTo>
                      <a:pt x="1104" y="8560"/>
                      <a:pt x="0" y="6644"/>
                      <a:pt x="0" y="4280"/>
                    </a:cubicBezTo>
                    <a:cubicBezTo>
                      <a:pt x="0" y="1916"/>
                      <a:pt x="1104" y="0"/>
                      <a:pt x="2467" y="0"/>
                    </a:cubicBezTo>
                    <a:cubicBezTo>
                      <a:pt x="3829" y="0"/>
                      <a:pt x="4933" y="1916"/>
                      <a:pt x="4933" y="4280"/>
                    </a:cubicBezTo>
                    <a:close/>
                  </a:path>
                </a:pathLst>
              </a:custGeom>
              <a:solidFill>
                <a:srgbClr val="34382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path_318"/>
              <p:cNvSpPr/>
              <p:nvPr/>
            </p:nvSpPr>
            <p:spPr>
              <a:xfrm>
                <a:off x="1389108" y="3153071"/>
                <a:ext cx="46915" cy="74359"/>
              </a:xfrm>
              <a:custGeom>
                <a:avLst/>
                <a:gdLst/>
                <a:ahLst/>
                <a:cxnLst/>
                <a:rect l="0" t="0" r="r" b="b"/>
                <a:pathLst>
                  <a:path w="5131" h="8132">
                    <a:moveTo>
                      <a:pt x="5131" y="4066"/>
                    </a:moveTo>
                    <a:cubicBezTo>
                      <a:pt x="5131" y="6312"/>
                      <a:pt x="3982" y="8132"/>
                      <a:pt x="2565" y="8132"/>
                    </a:cubicBezTo>
                    <a:cubicBezTo>
                      <a:pt x="1149" y="8132"/>
                      <a:pt x="0" y="6312"/>
                      <a:pt x="0" y="4066"/>
                    </a:cubicBezTo>
                    <a:cubicBezTo>
                      <a:pt x="0" y="1820"/>
                      <a:pt x="1149" y="0"/>
                      <a:pt x="2565" y="0"/>
                    </a:cubicBezTo>
                    <a:cubicBezTo>
                      <a:pt x="3982" y="0"/>
                      <a:pt x="5131" y="1820"/>
                      <a:pt x="5131" y="4066"/>
                    </a:cubicBezTo>
                    <a:close/>
                  </a:path>
                </a:pathLst>
              </a:custGeom>
              <a:solidFill>
                <a:srgbClr val="34382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path_319"/>
              <p:cNvSpPr/>
              <p:nvPr/>
            </p:nvSpPr>
            <p:spPr>
              <a:xfrm>
                <a:off x="1434218" y="3248955"/>
                <a:ext cx="64959" cy="58704"/>
              </a:xfrm>
              <a:custGeom>
                <a:avLst/>
                <a:gdLst/>
                <a:ahLst/>
                <a:cxnLst/>
                <a:rect l="0" t="0" r="r" b="b"/>
                <a:pathLst>
                  <a:path w="7104" h="6420">
                    <a:moveTo>
                      <a:pt x="7104" y="3210"/>
                    </a:moveTo>
                    <a:cubicBezTo>
                      <a:pt x="7104" y="4983"/>
                      <a:pt x="5514" y="6420"/>
                      <a:pt x="3552" y="6420"/>
                    </a:cubicBezTo>
                    <a:cubicBezTo>
                      <a:pt x="1590" y="6420"/>
                      <a:pt x="0" y="4983"/>
                      <a:pt x="0" y="3210"/>
                    </a:cubicBezTo>
                    <a:cubicBezTo>
                      <a:pt x="0" y="1437"/>
                      <a:pt x="1590" y="0"/>
                      <a:pt x="3552" y="0"/>
                    </a:cubicBezTo>
                    <a:cubicBezTo>
                      <a:pt x="5514" y="0"/>
                      <a:pt x="7104" y="1437"/>
                      <a:pt x="7104" y="3210"/>
                    </a:cubicBezTo>
                    <a:close/>
                  </a:path>
                </a:pathLst>
              </a:custGeom>
              <a:solidFill>
                <a:srgbClr val="E7AA7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path_320"/>
              <p:cNvSpPr/>
              <p:nvPr/>
            </p:nvSpPr>
            <p:spPr>
              <a:xfrm>
                <a:off x="1132881" y="3288091"/>
                <a:ext cx="18044" cy="19568"/>
              </a:xfrm>
              <a:custGeom>
                <a:avLst/>
                <a:gdLst/>
                <a:ahLst/>
                <a:cxnLst/>
                <a:rect l="0" t="0" r="r" b="b"/>
                <a:pathLst>
                  <a:path w="1973" h="2140">
                    <a:moveTo>
                      <a:pt x="1973" y="1070"/>
                    </a:moveTo>
                    <a:cubicBezTo>
                      <a:pt x="1973" y="1661"/>
                      <a:pt x="1532" y="2140"/>
                      <a:pt x="987" y="2140"/>
                    </a:cubicBezTo>
                    <a:cubicBezTo>
                      <a:pt x="442" y="2140"/>
                      <a:pt x="0" y="1661"/>
                      <a:pt x="0" y="1070"/>
                    </a:cubicBezTo>
                    <a:cubicBezTo>
                      <a:pt x="0" y="479"/>
                      <a:pt x="442" y="0"/>
                      <a:pt x="987" y="0"/>
                    </a:cubicBezTo>
                    <a:cubicBezTo>
                      <a:pt x="1532" y="0"/>
                      <a:pt x="1973" y="479"/>
                      <a:pt x="1973" y="1070"/>
                    </a:cubicBezTo>
                    <a:close/>
                  </a:path>
                </a:pathLst>
              </a:custGeom>
              <a:solidFill>
                <a:srgbClr val="4E51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path_321"/>
              <p:cNvSpPr/>
              <p:nvPr/>
            </p:nvSpPr>
            <p:spPr>
              <a:xfrm>
                <a:off x="1205057" y="3307659"/>
                <a:ext cx="18044" cy="19568"/>
              </a:xfrm>
              <a:custGeom>
                <a:avLst/>
                <a:gdLst/>
                <a:ahLst/>
                <a:cxnLst/>
                <a:rect l="0" t="0" r="r" b="b"/>
                <a:pathLst>
                  <a:path w="1973" h="2140">
                    <a:moveTo>
                      <a:pt x="1973" y="1070"/>
                    </a:moveTo>
                    <a:cubicBezTo>
                      <a:pt x="1973" y="1661"/>
                      <a:pt x="1532" y="2140"/>
                      <a:pt x="987" y="2140"/>
                    </a:cubicBezTo>
                    <a:cubicBezTo>
                      <a:pt x="442" y="2140"/>
                      <a:pt x="0" y="1661"/>
                      <a:pt x="0" y="1070"/>
                    </a:cubicBezTo>
                    <a:cubicBezTo>
                      <a:pt x="0" y="479"/>
                      <a:pt x="442" y="0"/>
                      <a:pt x="987" y="0"/>
                    </a:cubicBezTo>
                    <a:cubicBezTo>
                      <a:pt x="1532" y="0"/>
                      <a:pt x="1973" y="479"/>
                      <a:pt x="1973" y="1070"/>
                    </a:cubicBezTo>
                    <a:close/>
                  </a:path>
                </a:pathLst>
              </a:custGeom>
              <a:solidFill>
                <a:srgbClr val="4E51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path_322"/>
              <p:cNvSpPr/>
              <p:nvPr/>
            </p:nvSpPr>
            <p:spPr>
              <a:xfrm>
                <a:off x="1412565" y="3029791"/>
                <a:ext cx="54132" cy="46964"/>
              </a:xfrm>
              <a:custGeom>
                <a:avLst/>
                <a:gdLst/>
                <a:ahLst/>
                <a:cxnLst/>
                <a:rect l="0" t="0" r="r" b="b"/>
                <a:pathLst>
                  <a:path w="5920" h="5136">
                    <a:moveTo>
                      <a:pt x="5920" y="2568"/>
                    </a:moveTo>
                    <a:cubicBezTo>
                      <a:pt x="5920" y="3986"/>
                      <a:pt x="4595" y="5136"/>
                      <a:pt x="2960" y="5136"/>
                    </a:cubicBezTo>
                    <a:cubicBezTo>
                      <a:pt x="1325" y="5136"/>
                      <a:pt x="0" y="3986"/>
                      <a:pt x="0" y="2568"/>
                    </a:cubicBezTo>
                    <a:cubicBezTo>
                      <a:pt x="0" y="1150"/>
                      <a:pt x="1325" y="0"/>
                      <a:pt x="2960" y="0"/>
                    </a:cubicBezTo>
                    <a:cubicBezTo>
                      <a:pt x="4595" y="0"/>
                      <a:pt x="5920" y="1150"/>
                      <a:pt x="5920" y="2568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path_323"/>
              <p:cNvSpPr/>
              <p:nvPr/>
            </p:nvSpPr>
            <p:spPr>
              <a:xfrm>
                <a:off x="1502786" y="3399629"/>
                <a:ext cx="36088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3947" h="3424">
                    <a:moveTo>
                      <a:pt x="3947" y="1712"/>
                    </a:moveTo>
                    <a:cubicBezTo>
                      <a:pt x="3947" y="2658"/>
                      <a:pt x="3063" y="3424"/>
                      <a:pt x="1973" y="3424"/>
                    </a:cubicBezTo>
                    <a:cubicBezTo>
                      <a:pt x="883" y="3424"/>
                      <a:pt x="0" y="2658"/>
                      <a:pt x="0" y="1712"/>
                    </a:cubicBezTo>
                    <a:cubicBezTo>
                      <a:pt x="0" y="766"/>
                      <a:pt x="883" y="0"/>
                      <a:pt x="1973" y="0"/>
                    </a:cubicBezTo>
                    <a:cubicBezTo>
                      <a:pt x="3063" y="0"/>
                      <a:pt x="3947" y="766"/>
                      <a:pt x="3947" y="1712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path_324"/>
              <p:cNvSpPr/>
              <p:nvPr/>
            </p:nvSpPr>
            <p:spPr>
              <a:xfrm>
                <a:off x="1462187" y="3522909"/>
                <a:ext cx="45110" cy="39136"/>
              </a:xfrm>
              <a:custGeom>
                <a:avLst/>
                <a:gdLst/>
                <a:ahLst/>
                <a:cxnLst/>
                <a:rect l="0" t="0" r="r" b="b"/>
                <a:pathLst>
                  <a:path w="4933" h="4280">
                    <a:moveTo>
                      <a:pt x="4933" y="2140"/>
                    </a:moveTo>
                    <a:cubicBezTo>
                      <a:pt x="4933" y="3322"/>
                      <a:pt x="3829" y="4280"/>
                      <a:pt x="2467" y="4280"/>
                    </a:cubicBezTo>
                    <a:cubicBezTo>
                      <a:pt x="1104" y="4280"/>
                      <a:pt x="0" y="3322"/>
                      <a:pt x="0" y="2140"/>
                    </a:cubicBezTo>
                    <a:cubicBezTo>
                      <a:pt x="0" y="958"/>
                      <a:pt x="1104" y="0"/>
                      <a:pt x="2467" y="0"/>
                    </a:cubicBezTo>
                    <a:cubicBezTo>
                      <a:pt x="3829" y="0"/>
                      <a:pt x="4933" y="958"/>
                      <a:pt x="4933" y="2140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path_325"/>
              <p:cNvSpPr/>
              <p:nvPr/>
            </p:nvSpPr>
            <p:spPr>
              <a:xfrm>
                <a:off x="1809537" y="3714677"/>
                <a:ext cx="54132" cy="46964"/>
              </a:xfrm>
              <a:custGeom>
                <a:avLst/>
                <a:gdLst/>
                <a:ahLst/>
                <a:cxnLst/>
                <a:rect l="0" t="0" r="r" b="b"/>
                <a:pathLst>
                  <a:path w="5920" h="5136">
                    <a:moveTo>
                      <a:pt x="5920" y="2568"/>
                    </a:moveTo>
                    <a:cubicBezTo>
                      <a:pt x="5920" y="3986"/>
                      <a:pt x="4595" y="5136"/>
                      <a:pt x="2960" y="5136"/>
                    </a:cubicBezTo>
                    <a:cubicBezTo>
                      <a:pt x="1325" y="5136"/>
                      <a:pt x="0" y="3986"/>
                      <a:pt x="0" y="2568"/>
                    </a:cubicBezTo>
                    <a:cubicBezTo>
                      <a:pt x="0" y="1150"/>
                      <a:pt x="1325" y="0"/>
                      <a:pt x="2960" y="0"/>
                    </a:cubicBezTo>
                    <a:cubicBezTo>
                      <a:pt x="4595" y="0"/>
                      <a:pt x="5920" y="1150"/>
                      <a:pt x="5920" y="2568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path_326"/>
              <p:cNvSpPr/>
              <p:nvPr/>
            </p:nvSpPr>
            <p:spPr>
              <a:xfrm>
                <a:off x="2558369" y="3509211"/>
                <a:ext cx="54132" cy="46964"/>
              </a:xfrm>
              <a:custGeom>
                <a:avLst/>
                <a:gdLst/>
                <a:ahLst/>
                <a:cxnLst/>
                <a:rect l="0" t="0" r="r" b="b"/>
                <a:pathLst>
                  <a:path w="5920" h="5136">
                    <a:moveTo>
                      <a:pt x="5920" y="2568"/>
                    </a:moveTo>
                    <a:cubicBezTo>
                      <a:pt x="5920" y="3986"/>
                      <a:pt x="4595" y="5136"/>
                      <a:pt x="2960" y="5136"/>
                    </a:cubicBezTo>
                    <a:cubicBezTo>
                      <a:pt x="1325" y="5136"/>
                      <a:pt x="0" y="3986"/>
                      <a:pt x="0" y="2568"/>
                    </a:cubicBezTo>
                    <a:cubicBezTo>
                      <a:pt x="0" y="1150"/>
                      <a:pt x="1325" y="0"/>
                      <a:pt x="2960" y="0"/>
                    </a:cubicBezTo>
                    <a:cubicBezTo>
                      <a:pt x="4595" y="0"/>
                      <a:pt x="5920" y="1150"/>
                      <a:pt x="5920" y="2568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path_327"/>
              <p:cNvSpPr/>
              <p:nvPr/>
            </p:nvSpPr>
            <p:spPr>
              <a:xfrm>
                <a:off x="3144804" y="3614879"/>
                <a:ext cx="36088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3947" h="3424">
                    <a:moveTo>
                      <a:pt x="3947" y="1712"/>
                    </a:moveTo>
                    <a:cubicBezTo>
                      <a:pt x="3947" y="2658"/>
                      <a:pt x="3063" y="3424"/>
                      <a:pt x="1973" y="3424"/>
                    </a:cubicBezTo>
                    <a:cubicBezTo>
                      <a:pt x="883" y="3424"/>
                      <a:pt x="0" y="2658"/>
                      <a:pt x="0" y="1712"/>
                    </a:cubicBezTo>
                    <a:cubicBezTo>
                      <a:pt x="0" y="766"/>
                      <a:pt x="883" y="0"/>
                      <a:pt x="1973" y="0"/>
                    </a:cubicBezTo>
                    <a:cubicBezTo>
                      <a:pt x="3063" y="0"/>
                      <a:pt x="3947" y="766"/>
                      <a:pt x="3947" y="1712"/>
                    </a:cubicBezTo>
                    <a:close/>
                  </a:path>
                </a:pathLst>
              </a:custGeom>
              <a:solidFill>
                <a:srgbClr val="ACC25F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29" name="Expert Language"/>
            <p:cNvSpPr txBox="1"/>
            <p:nvPr/>
          </p:nvSpPr>
          <p:spPr>
            <a:xfrm>
              <a:off x="811321" y="3499921"/>
              <a:ext cx="2729901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i="1" b="1" lang="en-US">
                  <a:solidFill>
                    <a:srgbClr val="80817E"/>
                  </a:solidFill>
                  <a:latin typeface="Arial"/>
                </a:rPr>
                <a:t>Expert Language</a:t>
              </a:r>
            </a:p>
          </p:txBody>
        </p:sp>
        <p:sp>
          <p:nvSpPr>
            <p:cNvPr id="330" name="Editable language sample card"/>
            <p:cNvSpPr/>
            <p:nvPr/>
          </p:nvSpPr>
          <p:spPr>
            <a:xfrm>
              <a:off x="365760" y="4480560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D7DEE4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path_330"/>
            <p:cNvSpPr/>
            <p:nvPr/>
          </p:nvSpPr>
          <p:spPr>
            <a:xfrm>
              <a:off x="502920" y="4636008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path_331"/>
            <p:cNvSpPr/>
            <p:nvPr/>
          </p:nvSpPr>
          <p:spPr>
            <a:xfrm>
              <a:off x="502920" y="47548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ath_332"/>
            <p:cNvSpPr/>
            <p:nvPr/>
          </p:nvSpPr>
          <p:spPr>
            <a:xfrm>
              <a:off x="502920" y="4873752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ath_333"/>
            <p:cNvSpPr/>
            <p:nvPr/>
          </p:nvSpPr>
          <p:spPr>
            <a:xfrm>
              <a:off x="502920" y="4992624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ath_334"/>
            <p:cNvSpPr/>
            <p:nvPr/>
          </p:nvSpPr>
          <p:spPr>
            <a:xfrm>
              <a:off x="502920" y="5111496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Editable language sample card"/>
            <p:cNvSpPr/>
            <p:nvPr/>
          </p:nvSpPr>
          <p:spPr>
            <a:xfrm>
              <a:off x="1691640" y="4480560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D7DEE4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ath_336"/>
            <p:cNvSpPr/>
            <p:nvPr/>
          </p:nvSpPr>
          <p:spPr>
            <a:xfrm>
              <a:off x="1828800" y="4636008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ath_337"/>
            <p:cNvSpPr/>
            <p:nvPr/>
          </p:nvSpPr>
          <p:spPr>
            <a:xfrm>
              <a:off x="1828800" y="47548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ath_338"/>
            <p:cNvSpPr/>
            <p:nvPr/>
          </p:nvSpPr>
          <p:spPr>
            <a:xfrm>
              <a:off x="1828800" y="4873752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ath_339"/>
            <p:cNvSpPr/>
            <p:nvPr/>
          </p:nvSpPr>
          <p:spPr>
            <a:xfrm>
              <a:off x="1828800" y="4992624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ath_340"/>
            <p:cNvSpPr/>
            <p:nvPr/>
          </p:nvSpPr>
          <p:spPr>
            <a:xfrm>
              <a:off x="1828800" y="5111496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Editable language sample card"/>
            <p:cNvSpPr/>
            <p:nvPr/>
          </p:nvSpPr>
          <p:spPr>
            <a:xfrm>
              <a:off x="3026664" y="4480560"/>
              <a:ext cx="1097280" cy="813816"/>
            </a:xfrm>
            <a:prstGeom prst="roundRect">
              <a:avLst>
                <a:gd name="adj" fmla="val 17977"/>
              </a:avLst>
            </a:prstGeom>
            <a:solidFill>
              <a:srgbClr val="D7DEE4"/>
            </a:solidFill>
            <a:ln w="59436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ath_342"/>
            <p:cNvSpPr/>
            <p:nvPr/>
          </p:nvSpPr>
          <p:spPr>
            <a:xfrm>
              <a:off x="3163824" y="4636008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42000" h="10" fill="none">
                  <a:moveTo>
                    <a:pt x="0" y="0"/>
                  </a:moveTo>
                  <a:lnTo>
                    <a:pt x="42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ath_343"/>
            <p:cNvSpPr/>
            <p:nvPr/>
          </p:nvSpPr>
          <p:spPr>
            <a:xfrm>
              <a:off x="3163824" y="4754880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ath_344"/>
            <p:cNvSpPr/>
            <p:nvPr/>
          </p:nvSpPr>
          <p:spPr>
            <a:xfrm>
              <a:off x="3163824" y="4873752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ath_345"/>
            <p:cNvSpPr/>
            <p:nvPr/>
          </p:nvSpPr>
          <p:spPr>
            <a:xfrm>
              <a:off x="3163824" y="4992624"/>
              <a:ext cx="768096" cy="91"/>
            </a:xfrm>
            <a:custGeom>
              <a:avLst/>
              <a:gdLst/>
              <a:ahLst/>
              <a:cxnLst/>
              <a:rect l="0" t="0" r="r" b="b"/>
              <a:pathLst>
                <a:path w="84000" h="10" fill="none">
                  <a:moveTo>
                    <a:pt x="0" y="0"/>
                  </a:moveTo>
                  <a:lnTo>
                    <a:pt x="8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ath_346"/>
            <p:cNvSpPr/>
            <p:nvPr/>
          </p:nvSpPr>
          <p:spPr>
            <a:xfrm>
              <a:off x="3163824" y="5111496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8000" h="10" fill="none">
                  <a:moveTo>
                    <a:pt x="0" y="0"/>
                  </a:moveTo>
                  <a:lnTo>
                    <a:pt x="68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48" name="Yellow lay-language snake"/>
            <p:cNvGrpSpPr/>
            <p:nvPr/>
          </p:nvGrpSpPr>
          <p:grpSpPr>
            <a:xfrm>
              <a:off x="477134" y="4178927"/>
              <a:ext cx="967551" cy="725393"/>
              <a:chOff x="477134" y="4178927"/>
              <a:chExt cx="967551" cy="725393"/>
            </a:xfrm>
          </p:grpSpPr>
          <p:sp>
            <p:nvSpPr>
              <p:cNvPr id="349" name="path_348"/>
              <p:cNvSpPr/>
              <p:nvPr/>
            </p:nvSpPr>
            <p:spPr>
              <a:xfrm>
                <a:off x="1075152" y="4598213"/>
                <a:ext cx="369533" cy="277165"/>
              </a:xfrm>
              <a:custGeom>
                <a:avLst/>
                <a:gdLst/>
                <a:ahLst/>
                <a:cxnLst/>
                <a:rect l="0" t="0" r="r" b="b"/>
                <a:pathLst>
                  <a:path w="40413" h="30311">
                    <a:moveTo>
                      <a:pt x="20710" y="5867"/>
                    </a:moveTo>
                    <a:cubicBezTo>
                      <a:pt x="30520" y="9778"/>
                      <a:pt x="38150" y="1956"/>
                      <a:pt x="40330" y="0"/>
                    </a:cubicBezTo>
                    <a:cubicBezTo>
                      <a:pt x="41420" y="15644"/>
                      <a:pt x="31610" y="29333"/>
                      <a:pt x="17440" y="30311"/>
                    </a:cubicBezTo>
                    <a:lnTo>
                      <a:pt x="0" y="24444"/>
                    </a:lnTo>
                    <a:lnTo>
                      <a:pt x="20710" y="5867"/>
                    </a:lnTo>
                    <a:close/>
                  </a:path>
                </a:pathLst>
              </a:custGeom>
              <a:solidFill>
                <a:srgbClr val="F4BD58"/>
              </a:solidFill>
              <a:ln w="24580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ath_349"/>
              <p:cNvSpPr/>
              <p:nvPr/>
            </p:nvSpPr>
            <p:spPr>
              <a:xfrm>
                <a:off x="489385" y="4178927"/>
                <a:ext cx="825108" cy="725393"/>
              </a:xfrm>
              <a:custGeom>
                <a:avLst/>
                <a:gdLst/>
                <a:ahLst/>
                <a:cxnLst/>
                <a:rect l="0" t="0" r="r" b="b"/>
                <a:pathLst>
                  <a:path w="90235" h="79330">
                    <a:moveTo>
                      <a:pt x="38990" y="876"/>
                    </a:moveTo>
                    <a:cubicBezTo>
                      <a:pt x="21550" y="-3035"/>
                      <a:pt x="9560" y="6743"/>
                      <a:pt x="8470" y="18476"/>
                    </a:cubicBezTo>
                    <a:cubicBezTo>
                      <a:pt x="-2430" y="24343"/>
                      <a:pt x="-2430" y="34120"/>
                      <a:pt x="6290" y="39009"/>
                    </a:cubicBezTo>
                    <a:cubicBezTo>
                      <a:pt x="17190" y="44876"/>
                      <a:pt x="28090" y="42920"/>
                      <a:pt x="33540" y="39009"/>
                    </a:cubicBezTo>
                    <a:cubicBezTo>
                      <a:pt x="28090" y="44876"/>
                      <a:pt x="24820" y="49765"/>
                      <a:pt x="23730" y="55631"/>
                    </a:cubicBezTo>
                    <a:cubicBezTo>
                      <a:pt x="17190" y="73231"/>
                      <a:pt x="33540" y="79098"/>
                      <a:pt x="55340" y="79098"/>
                    </a:cubicBezTo>
                    <a:cubicBezTo>
                      <a:pt x="79320" y="81054"/>
                      <a:pt x="94580" y="70298"/>
                      <a:pt x="89130" y="59543"/>
                    </a:cubicBezTo>
                    <a:cubicBezTo>
                      <a:pt x="84770" y="48787"/>
                      <a:pt x="69510" y="49765"/>
                      <a:pt x="58610" y="55631"/>
                    </a:cubicBezTo>
                    <a:cubicBezTo>
                      <a:pt x="47710" y="64431"/>
                      <a:pt x="44440" y="62476"/>
                      <a:pt x="45530" y="58565"/>
                    </a:cubicBezTo>
                    <a:cubicBezTo>
                      <a:pt x="47710" y="50743"/>
                      <a:pt x="59700" y="37054"/>
                      <a:pt x="61880" y="22387"/>
                    </a:cubicBezTo>
                    <a:cubicBezTo>
                      <a:pt x="64060" y="11631"/>
                      <a:pt x="52070" y="1854"/>
                      <a:pt x="38990" y="876"/>
                    </a:cubicBezTo>
                    <a:close/>
                  </a:path>
                </a:pathLst>
              </a:custGeom>
              <a:solidFill>
                <a:srgbClr val="F4BD58"/>
              </a:solidFill>
              <a:ln w="26470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path_350"/>
              <p:cNvSpPr/>
              <p:nvPr/>
            </p:nvSpPr>
            <p:spPr>
              <a:xfrm>
                <a:off x="546903" y="4526686"/>
                <a:ext cx="478414" cy="235905"/>
              </a:xfrm>
              <a:custGeom>
                <a:avLst/>
                <a:gdLst/>
                <a:ahLst/>
                <a:cxnLst/>
                <a:rect l="0" t="0" r="r" b="b"/>
                <a:pathLst>
                  <a:path w="52320" h="25799" fill="none">
                    <a:moveTo>
                      <a:pt x="0" y="978"/>
                    </a:moveTo>
                    <a:cubicBezTo>
                      <a:pt x="9810" y="4889"/>
                      <a:pt x="21800" y="3911"/>
                      <a:pt x="28340" y="0"/>
                    </a:cubicBezTo>
                    <a:moveTo>
                      <a:pt x="40330" y="21511"/>
                    </a:moveTo>
                    <a:cubicBezTo>
                      <a:pt x="39240" y="28356"/>
                      <a:pt x="49050" y="25422"/>
                      <a:pt x="52320" y="23467"/>
                    </a:cubicBezTo>
                  </a:path>
                </a:pathLst>
              </a:custGeom>
              <a:noFill/>
              <a:ln w="18907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path_351"/>
              <p:cNvSpPr/>
              <p:nvPr/>
            </p:nvSpPr>
            <p:spPr>
              <a:xfrm>
                <a:off x="477134" y="4571390"/>
                <a:ext cx="109637" cy="71526"/>
              </a:xfrm>
              <a:custGeom>
                <a:avLst/>
                <a:gdLst/>
                <a:ahLst/>
                <a:cxnLst/>
                <a:rect l="0" t="0" r="r" b="b"/>
                <a:pathLst>
                  <a:path w="11990" h="7822" fill="none">
                    <a:moveTo>
                      <a:pt x="11990" y="0"/>
                    </a:moveTo>
                    <a:lnTo>
                      <a:pt x="4360" y="7822"/>
                    </a:lnTo>
                    <a:moveTo>
                      <a:pt x="7630" y="2933"/>
                    </a:moveTo>
                    <a:lnTo>
                      <a:pt x="0" y="3911"/>
                    </a:lnTo>
                  </a:path>
                </a:pathLst>
              </a:custGeom>
              <a:noFill/>
              <a:ln w="22689" cap="flat">
                <a:solidFill>
                  <a:srgbClr val="C576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path_352"/>
              <p:cNvSpPr/>
              <p:nvPr/>
            </p:nvSpPr>
            <p:spPr>
              <a:xfrm>
                <a:off x="618665" y="4346976"/>
                <a:ext cx="55815" cy="73315"/>
              </a:xfrm>
              <a:custGeom>
                <a:avLst/>
                <a:gdLst/>
                <a:ahLst/>
                <a:cxnLst/>
                <a:rect l="0" t="0" r="r" b="b"/>
                <a:pathLst>
                  <a:path w="6104" h="8018">
                    <a:moveTo>
                      <a:pt x="6104" y="4009"/>
                    </a:moveTo>
                    <a:cubicBezTo>
                      <a:pt x="6104" y="6223"/>
                      <a:pt x="4738" y="8018"/>
                      <a:pt x="3052" y="8018"/>
                    </a:cubicBezTo>
                    <a:cubicBezTo>
                      <a:pt x="1366" y="8018"/>
                      <a:pt x="0" y="6223"/>
                      <a:pt x="0" y="4009"/>
                    </a:cubicBezTo>
                    <a:cubicBezTo>
                      <a:pt x="0" y="1795"/>
                      <a:pt x="1366" y="0"/>
                      <a:pt x="3052" y="0"/>
                    </a:cubicBezTo>
                    <a:cubicBezTo>
                      <a:pt x="4738" y="0"/>
                      <a:pt x="6104" y="1795"/>
                      <a:pt x="6104" y="4009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path_353"/>
              <p:cNvSpPr/>
              <p:nvPr/>
            </p:nvSpPr>
            <p:spPr>
              <a:xfrm>
                <a:off x="857872" y="4364858"/>
                <a:ext cx="55815" cy="73315"/>
              </a:xfrm>
              <a:custGeom>
                <a:avLst/>
                <a:gdLst/>
                <a:ahLst/>
                <a:cxnLst/>
                <a:rect l="0" t="0" r="r" b="b"/>
                <a:pathLst>
                  <a:path w="6104" h="8018">
                    <a:moveTo>
                      <a:pt x="6104" y="4009"/>
                    </a:moveTo>
                    <a:cubicBezTo>
                      <a:pt x="6104" y="6223"/>
                      <a:pt x="4738" y="8018"/>
                      <a:pt x="3052" y="8018"/>
                    </a:cubicBezTo>
                    <a:cubicBezTo>
                      <a:pt x="1366" y="8018"/>
                      <a:pt x="0" y="6223"/>
                      <a:pt x="0" y="4009"/>
                    </a:cubicBezTo>
                    <a:cubicBezTo>
                      <a:pt x="0" y="1795"/>
                      <a:pt x="1366" y="0"/>
                      <a:pt x="3052" y="0"/>
                    </a:cubicBezTo>
                    <a:cubicBezTo>
                      <a:pt x="4738" y="0"/>
                      <a:pt x="6104" y="1795"/>
                      <a:pt x="6104" y="4009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path_354"/>
              <p:cNvSpPr/>
              <p:nvPr/>
            </p:nvSpPr>
            <p:spPr>
              <a:xfrm>
                <a:off x="556371" y="4481535"/>
                <a:ext cx="20931" cy="18776"/>
              </a:xfrm>
              <a:custGeom>
                <a:avLst/>
                <a:gdLst/>
                <a:ahLst/>
                <a:cxnLst/>
                <a:rect l="0" t="0" r="r" b="b"/>
                <a:pathLst>
                  <a:path w="2289" h="2053">
                    <a:moveTo>
                      <a:pt x="2289" y="1027"/>
                    </a:moveTo>
                    <a:cubicBezTo>
                      <a:pt x="2289" y="1594"/>
                      <a:pt x="1777" y="2053"/>
                      <a:pt x="1145" y="2053"/>
                    </a:cubicBezTo>
                    <a:cubicBezTo>
                      <a:pt x="512" y="2053"/>
                      <a:pt x="0" y="1594"/>
                      <a:pt x="0" y="1027"/>
                    </a:cubicBezTo>
                    <a:cubicBezTo>
                      <a:pt x="0" y="460"/>
                      <a:pt x="512" y="0"/>
                      <a:pt x="1145" y="0"/>
                    </a:cubicBezTo>
                    <a:cubicBezTo>
                      <a:pt x="1777" y="0"/>
                      <a:pt x="2289" y="460"/>
                      <a:pt x="2289" y="1027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path_355"/>
              <p:cNvSpPr/>
              <p:nvPr/>
            </p:nvSpPr>
            <p:spPr>
              <a:xfrm>
                <a:off x="646074" y="4508358"/>
                <a:ext cx="20931" cy="18776"/>
              </a:xfrm>
              <a:custGeom>
                <a:avLst/>
                <a:gdLst/>
                <a:ahLst/>
                <a:cxnLst/>
                <a:rect l="0" t="0" r="r" b="b"/>
                <a:pathLst>
                  <a:path w="2289" h="2053">
                    <a:moveTo>
                      <a:pt x="2289" y="1027"/>
                    </a:moveTo>
                    <a:cubicBezTo>
                      <a:pt x="2289" y="1594"/>
                      <a:pt x="1777" y="2053"/>
                      <a:pt x="1145" y="2053"/>
                    </a:cubicBezTo>
                    <a:cubicBezTo>
                      <a:pt x="512" y="2053"/>
                      <a:pt x="0" y="1594"/>
                      <a:pt x="0" y="1027"/>
                    </a:cubicBezTo>
                    <a:cubicBezTo>
                      <a:pt x="0" y="460"/>
                      <a:pt x="512" y="0"/>
                      <a:pt x="1145" y="0"/>
                    </a:cubicBezTo>
                    <a:cubicBezTo>
                      <a:pt x="1777" y="0"/>
                      <a:pt x="2289" y="460"/>
                      <a:pt x="2289" y="1027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path_356"/>
              <p:cNvSpPr/>
              <p:nvPr/>
            </p:nvSpPr>
            <p:spPr>
              <a:xfrm>
                <a:off x="901726" y="4458736"/>
                <a:ext cx="87709" cy="64374"/>
              </a:xfrm>
              <a:custGeom>
                <a:avLst/>
                <a:gdLst/>
                <a:ahLst/>
                <a:cxnLst/>
                <a:rect l="0" t="0" r="r" b="b"/>
                <a:pathLst>
                  <a:path w="9592" h="7040">
                    <a:moveTo>
                      <a:pt x="9592" y="3520"/>
                    </a:moveTo>
                    <a:cubicBezTo>
                      <a:pt x="9592" y="5464"/>
                      <a:pt x="7445" y="7040"/>
                      <a:pt x="4796" y="7040"/>
                    </a:cubicBezTo>
                    <a:cubicBezTo>
                      <a:pt x="2147" y="7040"/>
                      <a:pt x="0" y="5464"/>
                      <a:pt x="0" y="3520"/>
                    </a:cubicBezTo>
                    <a:cubicBezTo>
                      <a:pt x="0" y="1576"/>
                      <a:pt x="2147" y="0"/>
                      <a:pt x="4796" y="0"/>
                    </a:cubicBezTo>
                    <a:cubicBezTo>
                      <a:pt x="7445" y="0"/>
                      <a:pt x="9592" y="1576"/>
                      <a:pt x="9592" y="3520"/>
                    </a:cubicBezTo>
                    <a:close/>
                  </a:path>
                </a:pathLst>
              </a:custGeom>
              <a:solidFill>
                <a:srgbClr val="F1AB7C">
                  <a:alpha val="9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path_357"/>
              <p:cNvSpPr/>
              <p:nvPr/>
            </p:nvSpPr>
            <p:spPr>
              <a:xfrm>
                <a:off x="739265" y="4231005"/>
                <a:ext cx="73756" cy="54914"/>
              </a:xfrm>
              <a:custGeom>
                <a:avLst/>
                <a:gdLst/>
                <a:ahLst/>
                <a:cxnLst/>
                <a:rect l="0" t="0" r="r" b="b"/>
                <a:pathLst>
                  <a:path w="8066" h="6006">
                    <a:moveTo>
                      <a:pt x="8066" y="3003"/>
                    </a:moveTo>
                    <a:cubicBezTo>
                      <a:pt x="8066" y="4661"/>
                      <a:pt x="6260" y="6006"/>
                      <a:pt x="4033" y="6006"/>
                    </a:cubicBezTo>
                    <a:cubicBezTo>
                      <a:pt x="1806" y="6006"/>
                      <a:pt x="0" y="4661"/>
                      <a:pt x="0" y="3003"/>
                    </a:cubicBezTo>
                    <a:cubicBezTo>
                      <a:pt x="0" y="1344"/>
                      <a:pt x="1806" y="0"/>
                      <a:pt x="4033" y="0"/>
                    </a:cubicBezTo>
                    <a:cubicBezTo>
                      <a:pt x="6260" y="0"/>
                      <a:pt x="8066" y="1344"/>
                      <a:pt x="8066" y="3003"/>
                    </a:cubicBezTo>
                    <a:close/>
                  </a:path>
                </a:pathLst>
              </a:custGeom>
              <a:solidFill>
                <a:srgbClr val="E9A94B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path_358"/>
              <p:cNvSpPr/>
              <p:nvPr/>
            </p:nvSpPr>
            <p:spPr>
              <a:xfrm>
                <a:off x="822987" y="4554322"/>
                <a:ext cx="45848" cy="34136"/>
              </a:xfrm>
              <a:custGeom>
                <a:avLst/>
                <a:gdLst/>
                <a:ahLst/>
                <a:cxnLst/>
                <a:rect l="0" t="0" r="r" b="b"/>
                <a:pathLst>
                  <a:path w="5014" h="3733">
                    <a:moveTo>
                      <a:pt x="5014" y="1867"/>
                    </a:moveTo>
                    <a:cubicBezTo>
                      <a:pt x="5014" y="2897"/>
                      <a:pt x="3892" y="3733"/>
                      <a:pt x="2507" y="3733"/>
                    </a:cubicBezTo>
                    <a:cubicBezTo>
                      <a:pt x="1122" y="3733"/>
                      <a:pt x="0" y="2897"/>
                      <a:pt x="0" y="1867"/>
                    </a:cubicBezTo>
                    <a:cubicBezTo>
                      <a:pt x="0" y="836"/>
                      <a:pt x="1122" y="0"/>
                      <a:pt x="2507" y="0"/>
                    </a:cubicBezTo>
                    <a:cubicBezTo>
                      <a:pt x="3892" y="0"/>
                      <a:pt x="5014" y="836"/>
                      <a:pt x="5014" y="1867"/>
                    </a:cubicBezTo>
                    <a:close/>
                  </a:path>
                </a:pathLst>
              </a:custGeom>
              <a:solidFill>
                <a:srgbClr val="E9A94B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path_359"/>
              <p:cNvSpPr/>
              <p:nvPr/>
            </p:nvSpPr>
            <p:spPr>
              <a:xfrm>
                <a:off x="741258" y="4731654"/>
                <a:ext cx="49835" cy="37104"/>
              </a:xfrm>
              <a:custGeom>
                <a:avLst/>
                <a:gdLst/>
                <a:ahLst/>
                <a:cxnLst/>
                <a:rect l="0" t="0" r="r" b="b"/>
                <a:pathLst>
                  <a:path w="5450" h="4058">
                    <a:moveTo>
                      <a:pt x="5450" y="2029"/>
                    </a:moveTo>
                    <a:cubicBezTo>
                      <a:pt x="5450" y="3149"/>
                      <a:pt x="4230" y="4058"/>
                      <a:pt x="2725" y="4058"/>
                    </a:cubicBezTo>
                    <a:cubicBezTo>
                      <a:pt x="1220" y="4058"/>
                      <a:pt x="0" y="3149"/>
                      <a:pt x="0" y="2029"/>
                    </a:cubicBezTo>
                    <a:cubicBezTo>
                      <a:pt x="0" y="908"/>
                      <a:pt x="1220" y="0"/>
                      <a:pt x="2725" y="0"/>
                    </a:cubicBezTo>
                    <a:cubicBezTo>
                      <a:pt x="4230" y="0"/>
                      <a:pt x="5450" y="908"/>
                      <a:pt x="5450" y="2029"/>
                    </a:cubicBezTo>
                    <a:close/>
                  </a:path>
                </a:pathLst>
              </a:custGeom>
              <a:solidFill>
                <a:srgbClr val="E9A94B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path_360"/>
              <p:cNvSpPr/>
              <p:nvPr/>
            </p:nvSpPr>
            <p:spPr>
              <a:xfrm>
                <a:off x="1053224" y="4805407"/>
                <a:ext cx="43855" cy="32652"/>
              </a:xfrm>
              <a:custGeom>
                <a:avLst/>
                <a:gdLst/>
                <a:ahLst/>
                <a:cxnLst/>
                <a:rect l="0" t="0" r="r" b="b"/>
                <a:pathLst>
                  <a:path w="4796" h="3571">
                    <a:moveTo>
                      <a:pt x="4796" y="1785"/>
                    </a:moveTo>
                    <a:cubicBezTo>
                      <a:pt x="4796" y="2771"/>
                      <a:pt x="3722" y="3571"/>
                      <a:pt x="2398" y="3571"/>
                    </a:cubicBezTo>
                    <a:cubicBezTo>
                      <a:pt x="1074" y="3571"/>
                      <a:pt x="0" y="2771"/>
                      <a:pt x="0" y="1785"/>
                    </a:cubicBezTo>
                    <a:cubicBezTo>
                      <a:pt x="0" y="799"/>
                      <a:pt x="1074" y="0"/>
                      <a:pt x="2398" y="0"/>
                    </a:cubicBezTo>
                    <a:cubicBezTo>
                      <a:pt x="3722" y="0"/>
                      <a:pt x="4796" y="799"/>
                      <a:pt x="4796" y="1785"/>
                    </a:cubicBezTo>
                    <a:close/>
                  </a:path>
                </a:pathLst>
              </a:custGeom>
              <a:solidFill>
                <a:srgbClr val="E9A94B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62" name="Red lay-language snake"/>
            <p:cNvGrpSpPr/>
            <p:nvPr/>
          </p:nvGrpSpPr>
          <p:grpSpPr>
            <a:xfrm>
              <a:off x="1803380" y="4179344"/>
              <a:ext cx="985303" cy="733636"/>
              <a:chOff x="1803380" y="4179344"/>
              <a:chExt cx="985303" cy="733636"/>
            </a:xfrm>
          </p:grpSpPr>
          <p:sp>
            <p:nvSpPr>
              <p:cNvPr id="363" name="path_362"/>
              <p:cNvSpPr/>
              <p:nvPr/>
            </p:nvSpPr>
            <p:spPr>
              <a:xfrm>
                <a:off x="2412370" y="4603394"/>
                <a:ext cx="376313" cy="280314"/>
              </a:xfrm>
              <a:custGeom>
                <a:avLst/>
                <a:gdLst/>
                <a:ahLst/>
                <a:cxnLst/>
                <a:rect l="0" t="0" r="r" b="b"/>
                <a:pathLst>
                  <a:path w="41154" h="30656">
                    <a:moveTo>
                      <a:pt x="21090" y="5933"/>
                    </a:moveTo>
                    <a:cubicBezTo>
                      <a:pt x="31080" y="9889"/>
                      <a:pt x="38850" y="1978"/>
                      <a:pt x="41070" y="0"/>
                    </a:cubicBezTo>
                    <a:cubicBezTo>
                      <a:pt x="42180" y="15822"/>
                      <a:pt x="32190" y="29667"/>
                      <a:pt x="17760" y="30656"/>
                    </a:cubicBezTo>
                    <a:lnTo>
                      <a:pt x="0" y="24722"/>
                    </a:lnTo>
                    <a:lnTo>
                      <a:pt x="21090" y="5933"/>
                    </a:lnTo>
                    <a:close/>
                  </a:path>
                </a:pathLst>
              </a:custGeom>
              <a:solidFill>
                <a:srgbClr val="BA684B"/>
              </a:solidFill>
              <a:ln w="24949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path_363"/>
              <p:cNvSpPr/>
              <p:nvPr/>
            </p:nvSpPr>
            <p:spPr>
              <a:xfrm>
                <a:off x="1815855" y="4179344"/>
                <a:ext cx="840248" cy="733636"/>
              </a:xfrm>
              <a:custGeom>
                <a:avLst/>
                <a:gdLst/>
                <a:ahLst/>
                <a:cxnLst/>
                <a:rect l="0" t="0" r="r" b="b"/>
                <a:pathLst>
                  <a:path w="91891" h="80231">
                    <a:moveTo>
                      <a:pt x="39706" y="886"/>
                    </a:moveTo>
                    <a:cubicBezTo>
                      <a:pt x="21946" y="-3070"/>
                      <a:pt x="9736" y="6819"/>
                      <a:pt x="8626" y="18686"/>
                    </a:cubicBezTo>
                    <a:cubicBezTo>
                      <a:pt x="-2474" y="24619"/>
                      <a:pt x="-2474" y="34508"/>
                      <a:pt x="6406" y="39453"/>
                    </a:cubicBezTo>
                    <a:cubicBezTo>
                      <a:pt x="17506" y="45386"/>
                      <a:pt x="28606" y="43408"/>
                      <a:pt x="34156" y="39453"/>
                    </a:cubicBezTo>
                    <a:cubicBezTo>
                      <a:pt x="28606" y="45386"/>
                      <a:pt x="25276" y="50330"/>
                      <a:pt x="24166" y="56264"/>
                    </a:cubicBezTo>
                    <a:cubicBezTo>
                      <a:pt x="17506" y="74064"/>
                      <a:pt x="34156" y="79997"/>
                      <a:pt x="56356" y="79997"/>
                    </a:cubicBezTo>
                    <a:cubicBezTo>
                      <a:pt x="80776" y="81975"/>
                      <a:pt x="96316" y="71097"/>
                      <a:pt x="90766" y="60219"/>
                    </a:cubicBezTo>
                    <a:cubicBezTo>
                      <a:pt x="86326" y="49341"/>
                      <a:pt x="70786" y="50330"/>
                      <a:pt x="59686" y="56264"/>
                    </a:cubicBezTo>
                    <a:cubicBezTo>
                      <a:pt x="48586" y="65164"/>
                      <a:pt x="45256" y="63186"/>
                      <a:pt x="46366" y="59230"/>
                    </a:cubicBezTo>
                    <a:cubicBezTo>
                      <a:pt x="48586" y="51319"/>
                      <a:pt x="60796" y="37475"/>
                      <a:pt x="63016" y="22641"/>
                    </a:cubicBezTo>
                    <a:cubicBezTo>
                      <a:pt x="65236" y="11764"/>
                      <a:pt x="53026" y="1875"/>
                      <a:pt x="39706" y="886"/>
                    </a:cubicBezTo>
                    <a:close/>
                  </a:path>
                </a:pathLst>
              </a:custGeom>
              <a:solidFill>
                <a:srgbClr val="BA684B"/>
              </a:solidFill>
              <a:ln w="26869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path_364"/>
              <p:cNvSpPr/>
              <p:nvPr/>
            </p:nvSpPr>
            <p:spPr>
              <a:xfrm>
                <a:off x="1874429" y="4531055"/>
                <a:ext cx="487192" cy="238585"/>
              </a:xfrm>
              <a:custGeom>
                <a:avLst/>
                <a:gdLst/>
                <a:ahLst/>
                <a:cxnLst/>
                <a:rect l="0" t="0" r="r" b="b"/>
                <a:pathLst>
                  <a:path w="53280" h="26092" fill="none">
                    <a:moveTo>
                      <a:pt x="0" y="989"/>
                    </a:moveTo>
                    <a:cubicBezTo>
                      <a:pt x="9990" y="4944"/>
                      <a:pt x="22200" y="3956"/>
                      <a:pt x="28860" y="0"/>
                    </a:cubicBezTo>
                    <a:moveTo>
                      <a:pt x="41070" y="21756"/>
                    </a:moveTo>
                    <a:cubicBezTo>
                      <a:pt x="39960" y="28678"/>
                      <a:pt x="49950" y="25711"/>
                      <a:pt x="53280" y="23733"/>
                    </a:cubicBezTo>
                  </a:path>
                </a:pathLst>
              </a:custGeom>
              <a:noFill/>
              <a:ln w="19192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path_365"/>
              <p:cNvSpPr/>
              <p:nvPr/>
            </p:nvSpPr>
            <p:spPr>
              <a:xfrm>
                <a:off x="1803380" y="4576267"/>
                <a:ext cx="111648" cy="72339"/>
              </a:xfrm>
              <a:custGeom>
                <a:avLst/>
                <a:gdLst/>
                <a:ahLst/>
                <a:cxnLst/>
                <a:rect l="0" t="0" r="r" b="b"/>
                <a:pathLst>
                  <a:path w="12210" h="7911" fill="none">
                    <a:moveTo>
                      <a:pt x="12210" y="0"/>
                    </a:moveTo>
                    <a:lnTo>
                      <a:pt x="4440" y="7911"/>
                    </a:lnTo>
                    <a:moveTo>
                      <a:pt x="7770" y="2967"/>
                    </a:moveTo>
                    <a:lnTo>
                      <a:pt x="0" y="3956"/>
                    </a:lnTo>
                  </a:path>
                </a:pathLst>
              </a:custGeom>
              <a:noFill/>
              <a:ln w="23030" cap="flat">
                <a:solidFill>
                  <a:srgbClr val="C576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path_366"/>
              <p:cNvSpPr/>
              <p:nvPr/>
            </p:nvSpPr>
            <p:spPr>
              <a:xfrm>
                <a:off x="1947507" y="4349303"/>
                <a:ext cx="56839" cy="74148"/>
              </a:xfrm>
              <a:custGeom>
                <a:avLst/>
                <a:gdLst/>
                <a:ahLst/>
                <a:cxnLst/>
                <a:rect l="0" t="0" r="r" b="b"/>
                <a:pathLst>
                  <a:path w="6216" h="8109">
                    <a:moveTo>
                      <a:pt x="6216" y="4054"/>
                    </a:moveTo>
                    <a:cubicBezTo>
                      <a:pt x="6216" y="6294"/>
                      <a:pt x="4825" y="8109"/>
                      <a:pt x="3108" y="8109"/>
                    </a:cubicBezTo>
                    <a:cubicBezTo>
                      <a:pt x="1391" y="8109"/>
                      <a:pt x="0" y="6294"/>
                      <a:pt x="0" y="4054"/>
                    </a:cubicBezTo>
                    <a:cubicBezTo>
                      <a:pt x="0" y="1815"/>
                      <a:pt x="1391" y="0"/>
                      <a:pt x="3108" y="0"/>
                    </a:cubicBezTo>
                    <a:cubicBezTo>
                      <a:pt x="4825" y="0"/>
                      <a:pt x="6216" y="1815"/>
                      <a:pt x="6216" y="4054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path_367"/>
              <p:cNvSpPr/>
              <p:nvPr/>
            </p:nvSpPr>
            <p:spPr>
              <a:xfrm>
                <a:off x="2191104" y="4367388"/>
                <a:ext cx="56839" cy="74148"/>
              </a:xfrm>
              <a:custGeom>
                <a:avLst/>
                <a:gdLst/>
                <a:ahLst/>
                <a:cxnLst/>
                <a:rect l="0" t="0" r="r" b="b"/>
                <a:pathLst>
                  <a:path w="6216" h="8109">
                    <a:moveTo>
                      <a:pt x="6216" y="4054"/>
                    </a:moveTo>
                    <a:cubicBezTo>
                      <a:pt x="6216" y="6294"/>
                      <a:pt x="4825" y="8109"/>
                      <a:pt x="3108" y="8109"/>
                    </a:cubicBezTo>
                    <a:cubicBezTo>
                      <a:pt x="1391" y="8109"/>
                      <a:pt x="0" y="6294"/>
                      <a:pt x="0" y="4054"/>
                    </a:cubicBezTo>
                    <a:cubicBezTo>
                      <a:pt x="0" y="1815"/>
                      <a:pt x="1391" y="0"/>
                      <a:pt x="3108" y="0"/>
                    </a:cubicBezTo>
                    <a:cubicBezTo>
                      <a:pt x="4825" y="0"/>
                      <a:pt x="6216" y="1815"/>
                      <a:pt x="6216" y="4054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path_368"/>
              <p:cNvSpPr/>
              <p:nvPr/>
            </p:nvSpPr>
            <p:spPr>
              <a:xfrm>
                <a:off x="1884071" y="4485391"/>
                <a:ext cx="21315" cy="18989"/>
              </a:xfrm>
              <a:custGeom>
                <a:avLst/>
                <a:gdLst/>
                <a:ahLst/>
                <a:cxnLst/>
                <a:rect l="0" t="0" r="r" b="b"/>
                <a:pathLst>
                  <a:path w="2331" h="2077">
                    <a:moveTo>
                      <a:pt x="2331" y="1038"/>
                    </a:moveTo>
                    <a:cubicBezTo>
                      <a:pt x="2331" y="1612"/>
                      <a:pt x="1809" y="2077"/>
                      <a:pt x="1166" y="2077"/>
                    </a:cubicBezTo>
                    <a:cubicBezTo>
                      <a:pt x="522" y="2077"/>
                      <a:pt x="0" y="1612"/>
                      <a:pt x="0" y="1038"/>
                    </a:cubicBezTo>
                    <a:cubicBezTo>
                      <a:pt x="0" y="465"/>
                      <a:pt x="522" y="0"/>
                      <a:pt x="1166" y="0"/>
                    </a:cubicBezTo>
                    <a:cubicBezTo>
                      <a:pt x="1809" y="0"/>
                      <a:pt x="2331" y="465"/>
                      <a:pt x="2331" y="1038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path_369"/>
              <p:cNvSpPr/>
              <p:nvPr/>
            </p:nvSpPr>
            <p:spPr>
              <a:xfrm>
                <a:off x="1975419" y="4512518"/>
                <a:ext cx="21315" cy="18989"/>
              </a:xfrm>
              <a:custGeom>
                <a:avLst/>
                <a:gdLst/>
                <a:ahLst/>
                <a:cxnLst/>
                <a:rect l="0" t="0" r="r" b="b"/>
                <a:pathLst>
                  <a:path w="2331" h="2077">
                    <a:moveTo>
                      <a:pt x="2331" y="1038"/>
                    </a:moveTo>
                    <a:cubicBezTo>
                      <a:pt x="2331" y="1612"/>
                      <a:pt x="1809" y="2077"/>
                      <a:pt x="1165" y="2077"/>
                    </a:cubicBezTo>
                    <a:cubicBezTo>
                      <a:pt x="522" y="2077"/>
                      <a:pt x="0" y="1612"/>
                      <a:pt x="0" y="1038"/>
                    </a:cubicBezTo>
                    <a:cubicBezTo>
                      <a:pt x="0" y="465"/>
                      <a:pt x="522" y="0"/>
                      <a:pt x="1165" y="0"/>
                    </a:cubicBezTo>
                    <a:cubicBezTo>
                      <a:pt x="1809" y="0"/>
                      <a:pt x="2331" y="465"/>
                      <a:pt x="2331" y="1038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path_370"/>
              <p:cNvSpPr/>
              <p:nvPr/>
            </p:nvSpPr>
            <p:spPr>
              <a:xfrm>
                <a:off x="2235763" y="4462333"/>
                <a:ext cx="89319" cy="65105"/>
              </a:xfrm>
              <a:custGeom>
                <a:avLst/>
                <a:gdLst/>
                <a:ahLst/>
                <a:cxnLst/>
                <a:rect l="0" t="0" r="r" b="b"/>
                <a:pathLst>
                  <a:path w="9768" h="7120">
                    <a:moveTo>
                      <a:pt x="9768" y="3560"/>
                    </a:moveTo>
                    <a:cubicBezTo>
                      <a:pt x="9768" y="5526"/>
                      <a:pt x="7581" y="7120"/>
                      <a:pt x="4884" y="7120"/>
                    </a:cubicBezTo>
                    <a:cubicBezTo>
                      <a:pt x="2187" y="7120"/>
                      <a:pt x="0" y="5526"/>
                      <a:pt x="0" y="3560"/>
                    </a:cubicBezTo>
                    <a:cubicBezTo>
                      <a:pt x="0" y="1594"/>
                      <a:pt x="2187" y="0"/>
                      <a:pt x="4884" y="0"/>
                    </a:cubicBezTo>
                    <a:cubicBezTo>
                      <a:pt x="7581" y="0"/>
                      <a:pt x="9768" y="1594"/>
                      <a:pt x="9768" y="3560"/>
                    </a:cubicBezTo>
                    <a:close/>
                  </a:path>
                </a:pathLst>
              </a:custGeom>
              <a:solidFill>
                <a:srgbClr val="F1AB7C">
                  <a:alpha val="9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path_371"/>
              <p:cNvSpPr/>
              <p:nvPr/>
            </p:nvSpPr>
            <p:spPr>
              <a:xfrm>
                <a:off x="2070320" y="4232014"/>
                <a:ext cx="75109" cy="55538"/>
              </a:xfrm>
              <a:custGeom>
                <a:avLst/>
                <a:gdLst/>
                <a:ahLst/>
                <a:cxnLst/>
                <a:rect l="0" t="0" r="r" b="b"/>
                <a:pathLst>
                  <a:path w="8214" h="6074">
                    <a:moveTo>
                      <a:pt x="8214" y="3037"/>
                    </a:moveTo>
                    <a:cubicBezTo>
                      <a:pt x="8214" y="4714"/>
                      <a:pt x="6375" y="6074"/>
                      <a:pt x="4107" y="6074"/>
                    </a:cubicBezTo>
                    <a:cubicBezTo>
                      <a:pt x="1839" y="6074"/>
                      <a:pt x="0" y="4714"/>
                      <a:pt x="0" y="3037"/>
                    </a:cubicBezTo>
                    <a:cubicBezTo>
                      <a:pt x="0" y="1360"/>
                      <a:pt x="1839" y="0"/>
                      <a:pt x="4107" y="0"/>
                    </a:cubicBezTo>
                    <a:cubicBezTo>
                      <a:pt x="6375" y="0"/>
                      <a:pt x="8214" y="1360"/>
                      <a:pt x="8214" y="3037"/>
                    </a:cubicBezTo>
                    <a:close/>
                  </a:path>
                </a:pathLst>
              </a:custGeom>
              <a:solidFill>
                <a:srgbClr val="D17B57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path_372"/>
              <p:cNvSpPr/>
              <p:nvPr/>
            </p:nvSpPr>
            <p:spPr>
              <a:xfrm>
                <a:off x="2155579" y="4559005"/>
                <a:ext cx="46689" cy="34524"/>
              </a:xfrm>
              <a:custGeom>
                <a:avLst/>
                <a:gdLst/>
                <a:ahLst/>
                <a:cxnLst/>
                <a:rect l="0" t="0" r="r" b="b"/>
                <a:pathLst>
                  <a:path w="5106" h="3776">
                    <a:moveTo>
                      <a:pt x="5106" y="1888"/>
                    </a:moveTo>
                    <a:cubicBezTo>
                      <a:pt x="5106" y="2930"/>
                      <a:pt x="3963" y="3776"/>
                      <a:pt x="2553" y="3776"/>
                    </a:cubicBezTo>
                    <a:cubicBezTo>
                      <a:pt x="1143" y="3776"/>
                      <a:pt x="0" y="2930"/>
                      <a:pt x="0" y="1888"/>
                    </a:cubicBezTo>
                    <a:cubicBezTo>
                      <a:pt x="0" y="845"/>
                      <a:pt x="1143" y="0"/>
                      <a:pt x="2553" y="0"/>
                    </a:cubicBezTo>
                    <a:cubicBezTo>
                      <a:pt x="3963" y="0"/>
                      <a:pt x="5106" y="845"/>
                      <a:pt x="5106" y="1888"/>
                    </a:cubicBezTo>
                    <a:close/>
                  </a:path>
                </a:pathLst>
              </a:custGeom>
              <a:solidFill>
                <a:srgbClr val="D17B57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path_373"/>
              <p:cNvSpPr/>
              <p:nvPr/>
            </p:nvSpPr>
            <p:spPr>
              <a:xfrm>
                <a:off x="2072350" y="4738352"/>
                <a:ext cx="50749" cy="37526"/>
              </a:xfrm>
              <a:custGeom>
                <a:avLst/>
                <a:gdLst/>
                <a:ahLst/>
                <a:cxnLst/>
                <a:rect l="0" t="0" r="r" b="b"/>
                <a:pathLst>
                  <a:path w="5550" h="4104">
                    <a:moveTo>
                      <a:pt x="5550" y="2052"/>
                    </a:moveTo>
                    <a:cubicBezTo>
                      <a:pt x="5550" y="3185"/>
                      <a:pt x="4308" y="4104"/>
                      <a:pt x="2775" y="4104"/>
                    </a:cubicBezTo>
                    <a:cubicBezTo>
                      <a:pt x="1242" y="4104"/>
                      <a:pt x="0" y="3185"/>
                      <a:pt x="0" y="2052"/>
                    </a:cubicBezTo>
                    <a:cubicBezTo>
                      <a:pt x="0" y="919"/>
                      <a:pt x="1242" y="0"/>
                      <a:pt x="2775" y="0"/>
                    </a:cubicBezTo>
                    <a:cubicBezTo>
                      <a:pt x="4308" y="0"/>
                      <a:pt x="5550" y="919"/>
                      <a:pt x="5550" y="2052"/>
                    </a:cubicBezTo>
                    <a:close/>
                  </a:path>
                </a:pathLst>
              </a:custGeom>
              <a:solidFill>
                <a:srgbClr val="D17B57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path_374"/>
              <p:cNvSpPr/>
              <p:nvPr/>
            </p:nvSpPr>
            <p:spPr>
              <a:xfrm>
                <a:off x="2390040" y="4812943"/>
                <a:ext cx="44659" cy="33023"/>
              </a:xfrm>
              <a:custGeom>
                <a:avLst/>
                <a:gdLst/>
                <a:ahLst/>
                <a:cxnLst/>
                <a:rect l="0" t="0" r="r" b="b"/>
                <a:pathLst>
                  <a:path w="4884" h="3611">
                    <a:moveTo>
                      <a:pt x="4884" y="1806"/>
                    </a:moveTo>
                    <a:cubicBezTo>
                      <a:pt x="4884" y="2803"/>
                      <a:pt x="3791" y="3611"/>
                      <a:pt x="2442" y="3611"/>
                    </a:cubicBezTo>
                    <a:cubicBezTo>
                      <a:pt x="1093" y="3611"/>
                      <a:pt x="0" y="2803"/>
                      <a:pt x="0" y="1806"/>
                    </a:cubicBezTo>
                    <a:cubicBezTo>
                      <a:pt x="0" y="808"/>
                      <a:pt x="1093" y="0"/>
                      <a:pt x="2442" y="0"/>
                    </a:cubicBezTo>
                    <a:cubicBezTo>
                      <a:pt x="3791" y="0"/>
                      <a:pt x="4884" y="808"/>
                      <a:pt x="4884" y="1806"/>
                    </a:cubicBezTo>
                    <a:close/>
                  </a:path>
                </a:pathLst>
              </a:custGeom>
              <a:solidFill>
                <a:srgbClr val="D17B57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76" name="Green lay-language snake"/>
            <p:cNvGrpSpPr/>
            <p:nvPr/>
          </p:nvGrpSpPr>
          <p:grpSpPr>
            <a:xfrm>
              <a:off x="3120116" y="4179344"/>
              <a:ext cx="985303" cy="733636"/>
              <a:chOff x="3120116" y="4179344"/>
              <a:chExt cx="985303" cy="733636"/>
            </a:xfrm>
          </p:grpSpPr>
          <p:sp>
            <p:nvSpPr>
              <p:cNvPr id="377" name="path_376"/>
              <p:cNvSpPr/>
              <p:nvPr/>
            </p:nvSpPr>
            <p:spPr>
              <a:xfrm>
                <a:off x="3729106" y="4603394"/>
                <a:ext cx="376313" cy="280314"/>
              </a:xfrm>
              <a:custGeom>
                <a:avLst/>
                <a:gdLst/>
                <a:ahLst/>
                <a:cxnLst/>
                <a:rect l="0" t="0" r="r" b="b"/>
                <a:pathLst>
                  <a:path w="41154" h="30656">
                    <a:moveTo>
                      <a:pt x="21090" y="5933"/>
                    </a:moveTo>
                    <a:cubicBezTo>
                      <a:pt x="31080" y="9889"/>
                      <a:pt x="38850" y="1978"/>
                      <a:pt x="41070" y="0"/>
                    </a:cubicBezTo>
                    <a:cubicBezTo>
                      <a:pt x="42180" y="15822"/>
                      <a:pt x="32190" y="29667"/>
                      <a:pt x="17760" y="30656"/>
                    </a:cubicBezTo>
                    <a:lnTo>
                      <a:pt x="0" y="24722"/>
                    </a:lnTo>
                    <a:lnTo>
                      <a:pt x="21090" y="5933"/>
                    </a:lnTo>
                    <a:close/>
                  </a:path>
                </a:pathLst>
              </a:custGeom>
              <a:solidFill>
                <a:srgbClr val="82B99E"/>
              </a:solidFill>
              <a:ln w="24949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path_377"/>
              <p:cNvSpPr/>
              <p:nvPr/>
            </p:nvSpPr>
            <p:spPr>
              <a:xfrm>
                <a:off x="3132591" y="4179344"/>
                <a:ext cx="840248" cy="733636"/>
              </a:xfrm>
              <a:custGeom>
                <a:avLst/>
                <a:gdLst/>
                <a:ahLst/>
                <a:cxnLst/>
                <a:rect l="0" t="0" r="r" b="b"/>
                <a:pathLst>
                  <a:path w="91891" h="80231">
                    <a:moveTo>
                      <a:pt x="39706" y="886"/>
                    </a:moveTo>
                    <a:cubicBezTo>
                      <a:pt x="21946" y="-3070"/>
                      <a:pt x="9736" y="6819"/>
                      <a:pt x="8626" y="18686"/>
                    </a:cubicBezTo>
                    <a:cubicBezTo>
                      <a:pt x="-2474" y="24619"/>
                      <a:pt x="-2474" y="34508"/>
                      <a:pt x="6406" y="39453"/>
                    </a:cubicBezTo>
                    <a:cubicBezTo>
                      <a:pt x="17506" y="45386"/>
                      <a:pt x="28606" y="43408"/>
                      <a:pt x="34156" y="39453"/>
                    </a:cubicBezTo>
                    <a:cubicBezTo>
                      <a:pt x="28606" y="45386"/>
                      <a:pt x="25276" y="50330"/>
                      <a:pt x="24166" y="56264"/>
                    </a:cubicBezTo>
                    <a:cubicBezTo>
                      <a:pt x="17506" y="74064"/>
                      <a:pt x="34156" y="79997"/>
                      <a:pt x="56356" y="79997"/>
                    </a:cubicBezTo>
                    <a:cubicBezTo>
                      <a:pt x="80776" y="81975"/>
                      <a:pt x="96316" y="71097"/>
                      <a:pt x="90766" y="60219"/>
                    </a:cubicBezTo>
                    <a:cubicBezTo>
                      <a:pt x="86326" y="49341"/>
                      <a:pt x="70786" y="50330"/>
                      <a:pt x="59686" y="56264"/>
                    </a:cubicBezTo>
                    <a:cubicBezTo>
                      <a:pt x="48586" y="65164"/>
                      <a:pt x="45256" y="63186"/>
                      <a:pt x="46366" y="59230"/>
                    </a:cubicBezTo>
                    <a:cubicBezTo>
                      <a:pt x="48586" y="51319"/>
                      <a:pt x="60796" y="37475"/>
                      <a:pt x="63016" y="22641"/>
                    </a:cubicBezTo>
                    <a:cubicBezTo>
                      <a:pt x="65236" y="11764"/>
                      <a:pt x="53026" y="1875"/>
                      <a:pt x="39706" y="886"/>
                    </a:cubicBezTo>
                    <a:close/>
                  </a:path>
                </a:pathLst>
              </a:custGeom>
              <a:solidFill>
                <a:srgbClr val="82B99E"/>
              </a:solidFill>
              <a:ln w="26869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path_378"/>
              <p:cNvSpPr/>
              <p:nvPr/>
            </p:nvSpPr>
            <p:spPr>
              <a:xfrm>
                <a:off x="3191165" y="4531055"/>
                <a:ext cx="487192" cy="238585"/>
              </a:xfrm>
              <a:custGeom>
                <a:avLst/>
                <a:gdLst/>
                <a:ahLst/>
                <a:cxnLst/>
                <a:rect l="0" t="0" r="r" b="b"/>
                <a:pathLst>
                  <a:path w="53280" h="26092" fill="none">
                    <a:moveTo>
                      <a:pt x="0" y="989"/>
                    </a:moveTo>
                    <a:cubicBezTo>
                      <a:pt x="9990" y="4944"/>
                      <a:pt x="22200" y="3956"/>
                      <a:pt x="28860" y="0"/>
                    </a:cubicBezTo>
                    <a:moveTo>
                      <a:pt x="41070" y="21756"/>
                    </a:moveTo>
                    <a:cubicBezTo>
                      <a:pt x="39960" y="28678"/>
                      <a:pt x="49950" y="25711"/>
                      <a:pt x="53280" y="23733"/>
                    </a:cubicBezTo>
                  </a:path>
                </a:pathLst>
              </a:custGeom>
              <a:noFill/>
              <a:ln w="19192" cap="flat">
                <a:solidFill>
                  <a:srgbClr val="50462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path_379"/>
              <p:cNvSpPr/>
              <p:nvPr/>
            </p:nvSpPr>
            <p:spPr>
              <a:xfrm>
                <a:off x="3120116" y="4576267"/>
                <a:ext cx="111648" cy="72339"/>
              </a:xfrm>
              <a:custGeom>
                <a:avLst/>
                <a:gdLst/>
                <a:ahLst/>
                <a:cxnLst/>
                <a:rect l="0" t="0" r="r" b="b"/>
                <a:pathLst>
                  <a:path w="12210" h="7911" fill="none">
                    <a:moveTo>
                      <a:pt x="12210" y="0"/>
                    </a:moveTo>
                    <a:lnTo>
                      <a:pt x="4440" y="7911"/>
                    </a:lnTo>
                    <a:moveTo>
                      <a:pt x="7770" y="2967"/>
                    </a:moveTo>
                    <a:lnTo>
                      <a:pt x="0" y="3956"/>
                    </a:lnTo>
                  </a:path>
                </a:pathLst>
              </a:custGeom>
              <a:noFill/>
              <a:ln w="23030" cap="flat">
                <a:solidFill>
                  <a:srgbClr val="C576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path_380"/>
              <p:cNvSpPr/>
              <p:nvPr/>
            </p:nvSpPr>
            <p:spPr>
              <a:xfrm>
                <a:off x="3264243" y="4349303"/>
                <a:ext cx="56839" cy="74148"/>
              </a:xfrm>
              <a:custGeom>
                <a:avLst/>
                <a:gdLst/>
                <a:ahLst/>
                <a:cxnLst/>
                <a:rect l="0" t="0" r="r" b="b"/>
                <a:pathLst>
                  <a:path w="6216" h="8109">
                    <a:moveTo>
                      <a:pt x="6216" y="4054"/>
                    </a:moveTo>
                    <a:cubicBezTo>
                      <a:pt x="6216" y="6294"/>
                      <a:pt x="4825" y="8109"/>
                      <a:pt x="3108" y="8109"/>
                    </a:cubicBezTo>
                    <a:cubicBezTo>
                      <a:pt x="1391" y="8109"/>
                      <a:pt x="0" y="6294"/>
                      <a:pt x="0" y="4054"/>
                    </a:cubicBezTo>
                    <a:cubicBezTo>
                      <a:pt x="0" y="1815"/>
                      <a:pt x="1391" y="0"/>
                      <a:pt x="3108" y="0"/>
                    </a:cubicBezTo>
                    <a:cubicBezTo>
                      <a:pt x="4825" y="0"/>
                      <a:pt x="6216" y="1815"/>
                      <a:pt x="6216" y="4054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path_381"/>
              <p:cNvSpPr/>
              <p:nvPr/>
            </p:nvSpPr>
            <p:spPr>
              <a:xfrm>
                <a:off x="3507840" y="4367388"/>
                <a:ext cx="56839" cy="74148"/>
              </a:xfrm>
              <a:custGeom>
                <a:avLst/>
                <a:gdLst/>
                <a:ahLst/>
                <a:cxnLst/>
                <a:rect l="0" t="0" r="r" b="b"/>
                <a:pathLst>
                  <a:path w="6216" h="8109">
                    <a:moveTo>
                      <a:pt x="6216" y="4054"/>
                    </a:moveTo>
                    <a:cubicBezTo>
                      <a:pt x="6216" y="6294"/>
                      <a:pt x="4825" y="8109"/>
                      <a:pt x="3108" y="8109"/>
                    </a:cubicBezTo>
                    <a:cubicBezTo>
                      <a:pt x="1391" y="8109"/>
                      <a:pt x="0" y="6294"/>
                      <a:pt x="0" y="4054"/>
                    </a:cubicBezTo>
                    <a:cubicBezTo>
                      <a:pt x="0" y="1815"/>
                      <a:pt x="1391" y="0"/>
                      <a:pt x="3108" y="0"/>
                    </a:cubicBezTo>
                    <a:cubicBezTo>
                      <a:pt x="4825" y="0"/>
                      <a:pt x="6216" y="1815"/>
                      <a:pt x="6216" y="4054"/>
                    </a:cubicBezTo>
                    <a:close/>
                  </a:path>
                </a:pathLst>
              </a:custGeom>
              <a:solidFill>
                <a:srgbClr val="34382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path_382"/>
              <p:cNvSpPr/>
              <p:nvPr/>
            </p:nvSpPr>
            <p:spPr>
              <a:xfrm>
                <a:off x="3200807" y="4485391"/>
                <a:ext cx="21315" cy="18989"/>
              </a:xfrm>
              <a:custGeom>
                <a:avLst/>
                <a:gdLst/>
                <a:ahLst/>
                <a:cxnLst/>
                <a:rect l="0" t="0" r="r" b="b"/>
                <a:pathLst>
                  <a:path w="2331" h="2077">
                    <a:moveTo>
                      <a:pt x="2331" y="1038"/>
                    </a:moveTo>
                    <a:cubicBezTo>
                      <a:pt x="2331" y="1612"/>
                      <a:pt x="1809" y="2077"/>
                      <a:pt x="1166" y="2077"/>
                    </a:cubicBezTo>
                    <a:cubicBezTo>
                      <a:pt x="522" y="2077"/>
                      <a:pt x="0" y="1612"/>
                      <a:pt x="0" y="1038"/>
                    </a:cubicBezTo>
                    <a:cubicBezTo>
                      <a:pt x="0" y="465"/>
                      <a:pt x="522" y="0"/>
                      <a:pt x="1166" y="0"/>
                    </a:cubicBezTo>
                    <a:cubicBezTo>
                      <a:pt x="1809" y="0"/>
                      <a:pt x="2331" y="465"/>
                      <a:pt x="2331" y="1038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path_383"/>
              <p:cNvSpPr/>
              <p:nvPr/>
            </p:nvSpPr>
            <p:spPr>
              <a:xfrm>
                <a:off x="3292155" y="4512518"/>
                <a:ext cx="21315" cy="18989"/>
              </a:xfrm>
              <a:custGeom>
                <a:avLst/>
                <a:gdLst/>
                <a:ahLst/>
                <a:cxnLst/>
                <a:rect l="0" t="0" r="r" b="b"/>
                <a:pathLst>
                  <a:path w="2331" h="2077">
                    <a:moveTo>
                      <a:pt x="2331" y="1038"/>
                    </a:moveTo>
                    <a:cubicBezTo>
                      <a:pt x="2331" y="1612"/>
                      <a:pt x="1809" y="2077"/>
                      <a:pt x="1166" y="2077"/>
                    </a:cubicBezTo>
                    <a:cubicBezTo>
                      <a:pt x="522" y="2077"/>
                      <a:pt x="0" y="1612"/>
                      <a:pt x="0" y="1038"/>
                    </a:cubicBezTo>
                    <a:cubicBezTo>
                      <a:pt x="0" y="465"/>
                      <a:pt x="522" y="0"/>
                      <a:pt x="1166" y="0"/>
                    </a:cubicBezTo>
                    <a:cubicBezTo>
                      <a:pt x="1809" y="0"/>
                      <a:pt x="2331" y="465"/>
                      <a:pt x="2331" y="1038"/>
                    </a:cubicBezTo>
                    <a:close/>
                  </a:path>
                </a:pathLst>
              </a:custGeom>
              <a:solidFill>
                <a:srgbClr val="4645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path_384"/>
              <p:cNvSpPr/>
              <p:nvPr/>
            </p:nvSpPr>
            <p:spPr>
              <a:xfrm>
                <a:off x="3552499" y="4462333"/>
                <a:ext cx="89319" cy="65105"/>
              </a:xfrm>
              <a:custGeom>
                <a:avLst/>
                <a:gdLst/>
                <a:ahLst/>
                <a:cxnLst/>
                <a:rect l="0" t="0" r="r" b="b"/>
                <a:pathLst>
                  <a:path w="9768" h="7120">
                    <a:moveTo>
                      <a:pt x="9768" y="3560"/>
                    </a:moveTo>
                    <a:cubicBezTo>
                      <a:pt x="9768" y="5526"/>
                      <a:pt x="7581" y="7120"/>
                      <a:pt x="4884" y="7120"/>
                    </a:cubicBezTo>
                    <a:cubicBezTo>
                      <a:pt x="2187" y="7120"/>
                      <a:pt x="0" y="5526"/>
                      <a:pt x="0" y="3560"/>
                    </a:cubicBezTo>
                    <a:cubicBezTo>
                      <a:pt x="0" y="1594"/>
                      <a:pt x="2187" y="0"/>
                      <a:pt x="4884" y="0"/>
                    </a:cubicBezTo>
                    <a:cubicBezTo>
                      <a:pt x="7581" y="0"/>
                      <a:pt x="9768" y="1594"/>
                      <a:pt x="9768" y="3560"/>
                    </a:cubicBezTo>
                    <a:close/>
                  </a:path>
                </a:pathLst>
              </a:custGeom>
              <a:solidFill>
                <a:srgbClr val="F1AB7C">
                  <a:alpha val="9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path_385"/>
              <p:cNvSpPr/>
              <p:nvPr/>
            </p:nvSpPr>
            <p:spPr>
              <a:xfrm>
                <a:off x="3387056" y="4232014"/>
                <a:ext cx="75109" cy="55538"/>
              </a:xfrm>
              <a:custGeom>
                <a:avLst/>
                <a:gdLst/>
                <a:ahLst/>
                <a:cxnLst/>
                <a:rect l="0" t="0" r="r" b="b"/>
                <a:pathLst>
                  <a:path w="8214" h="6074">
                    <a:moveTo>
                      <a:pt x="8214" y="3037"/>
                    </a:moveTo>
                    <a:cubicBezTo>
                      <a:pt x="8214" y="4714"/>
                      <a:pt x="6375" y="6074"/>
                      <a:pt x="4107" y="6074"/>
                    </a:cubicBezTo>
                    <a:cubicBezTo>
                      <a:pt x="1839" y="6074"/>
                      <a:pt x="0" y="4714"/>
                      <a:pt x="0" y="3037"/>
                    </a:cubicBezTo>
                    <a:cubicBezTo>
                      <a:pt x="0" y="1360"/>
                      <a:pt x="1839" y="0"/>
                      <a:pt x="4107" y="0"/>
                    </a:cubicBezTo>
                    <a:cubicBezTo>
                      <a:pt x="6375" y="0"/>
                      <a:pt x="8214" y="1360"/>
                      <a:pt x="8214" y="3037"/>
                    </a:cubicBezTo>
                    <a:close/>
                  </a:path>
                </a:pathLst>
              </a:custGeom>
              <a:solidFill>
                <a:srgbClr val="9BC9A5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path_386"/>
              <p:cNvSpPr/>
              <p:nvPr/>
            </p:nvSpPr>
            <p:spPr>
              <a:xfrm>
                <a:off x="3472315" y="4559005"/>
                <a:ext cx="46689" cy="34524"/>
              </a:xfrm>
              <a:custGeom>
                <a:avLst/>
                <a:gdLst/>
                <a:ahLst/>
                <a:cxnLst/>
                <a:rect l="0" t="0" r="r" b="b"/>
                <a:pathLst>
                  <a:path w="5106" h="3776">
                    <a:moveTo>
                      <a:pt x="5106" y="1888"/>
                    </a:moveTo>
                    <a:cubicBezTo>
                      <a:pt x="5106" y="2930"/>
                      <a:pt x="3963" y="3776"/>
                      <a:pt x="2553" y="3776"/>
                    </a:cubicBezTo>
                    <a:cubicBezTo>
                      <a:pt x="1143" y="3776"/>
                      <a:pt x="0" y="2930"/>
                      <a:pt x="0" y="1888"/>
                    </a:cubicBezTo>
                    <a:cubicBezTo>
                      <a:pt x="0" y="845"/>
                      <a:pt x="1143" y="0"/>
                      <a:pt x="2553" y="0"/>
                    </a:cubicBezTo>
                    <a:cubicBezTo>
                      <a:pt x="3963" y="0"/>
                      <a:pt x="5106" y="845"/>
                      <a:pt x="5106" y="1888"/>
                    </a:cubicBezTo>
                    <a:close/>
                  </a:path>
                </a:pathLst>
              </a:custGeom>
              <a:solidFill>
                <a:srgbClr val="9BC9A5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path_387"/>
              <p:cNvSpPr/>
              <p:nvPr/>
            </p:nvSpPr>
            <p:spPr>
              <a:xfrm>
                <a:off x="3389086" y="4738352"/>
                <a:ext cx="50749" cy="37526"/>
              </a:xfrm>
              <a:custGeom>
                <a:avLst/>
                <a:gdLst/>
                <a:ahLst/>
                <a:cxnLst/>
                <a:rect l="0" t="0" r="r" b="b"/>
                <a:pathLst>
                  <a:path w="5550" h="4104">
                    <a:moveTo>
                      <a:pt x="5550" y="2052"/>
                    </a:moveTo>
                    <a:cubicBezTo>
                      <a:pt x="5550" y="3185"/>
                      <a:pt x="4308" y="4104"/>
                      <a:pt x="2775" y="4104"/>
                    </a:cubicBezTo>
                    <a:cubicBezTo>
                      <a:pt x="1242" y="4104"/>
                      <a:pt x="0" y="3185"/>
                      <a:pt x="0" y="2052"/>
                    </a:cubicBezTo>
                    <a:cubicBezTo>
                      <a:pt x="0" y="919"/>
                      <a:pt x="1242" y="0"/>
                      <a:pt x="2775" y="0"/>
                    </a:cubicBezTo>
                    <a:cubicBezTo>
                      <a:pt x="4308" y="0"/>
                      <a:pt x="5550" y="919"/>
                      <a:pt x="5550" y="2052"/>
                    </a:cubicBezTo>
                    <a:close/>
                  </a:path>
                </a:pathLst>
              </a:custGeom>
              <a:solidFill>
                <a:srgbClr val="9BC9A5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path_388"/>
              <p:cNvSpPr/>
              <p:nvPr/>
            </p:nvSpPr>
            <p:spPr>
              <a:xfrm>
                <a:off x="3706776" y="4812943"/>
                <a:ext cx="44659" cy="33023"/>
              </a:xfrm>
              <a:custGeom>
                <a:avLst/>
                <a:gdLst/>
                <a:ahLst/>
                <a:cxnLst/>
                <a:rect l="0" t="0" r="r" b="b"/>
                <a:pathLst>
                  <a:path w="4884" h="3611">
                    <a:moveTo>
                      <a:pt x="4884" y="1806"/>
                    </a:moveTo>
                    <a:cubicBezTo>
                      <a:pt x="4884" y="2803"/>
                      <a:pt x="3791" y="3611"/>
                      <a:pt x="2442" y="3611"/>
                    </a:cubicBezTo>
                    <a:cubicBezTo>
                      <a:pt x="1093" y="3611"/>
                      <a:pt x="0" y="2803"/>
                      <a:pt x="0" y="1806"/>
                    </a:cubicBezTo>
                    <a:cubicBezTo>
                      <a:pt x="0" y="808"/>
                      <a:pt x="1093" y="0"/>
                      <a:pt x="2442" y="0"/>
                    </a:cubicBezTo>
                    <a:cubicBezTo>
                      <a:pt x="3791" y="0"/>
                      <a:pt x="4884" y="808"/>
                      <a:pt x="4884" y="1806"/>
                    </a:cubicBezTo>
                    <a:close/>
                  </a:path>
                </a:pathLst>
              </a:custGeom>
              <a:solidFill>
                <a:srgbClr val="9BC9A5">
                  <a:alpha val="6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0" name="text_389"/>
            <p:cNvSpPr txBox="1"/>
            <p:nvPr/>
          </p:nvSpPr>
          <p:spPr>
            <a:xfrm>
              <a:off x="1076547" y="4661209"/>
              <a:ext cx="2272601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i="1" b="1" lang="en-US">
                  <a:solidFill>
                    <a:srgbClr val="858681"/>
                  </a:solidFill>
                  <a:latin typeface="Arial"/>
                </a:rPr>
                <a:t>Lay Language</a:t>
              </a:r>
            </a:p>
          </p:txBody>
        </p:sp>
        <p:grpSp>
          <p:nvGrpSpPr>
            <p:cNvPr id="391" name="Tip sparkle"/>
            <p:cNvGrpSpPr/>
            <p:nvPr/>
          </p:nvGrpSpPr>
          <p:grpSpPr>
            <a:xfrm>
              <a:off x="572592" y="5333147"/>
              <a:ext cx="281280" cy="251169"/>
              <a:chOff x="572592" y="5333147"/>
              <a:chExt cx="281280" cy="251169"/>
            </a:xfrm>
          </p:grpSpPr>
          <p:sp>
            <p:nvSpPr>
              <p:cNvPr id="392" name="path_391"/>
              <p:cNvSpPr/>
              <p:nvPr/>
            </p:nvSpPr>
            <p:spPr>
              <a:xfrm>
                <a:off x="608874" y="5385816"/>
                <a:ext cx="208715" cy="198500"/>
              </a:xfrm>
              <a:custGeom>
                <a:avLst/>
                <a:gdLst/>
                <a:ahLst/>
                <a:cxnLst/>
                <a:rect l="0" t="0" r="r" b="b"/>
                <a:pathLst>
                  <a:path w="22825" h="21708">
                    <a:moveTo>
                      <a:pt x="11413" y="0"/>
                    </a:moveTo>
                    <a:lnTo>
                      <a:pt x="14728" y="7437"/>
                    </a:lnTo>
                    <a:lnTo>
                      <a:pt x="22825" y="8292"/>
                    </a:lnTo>
                    <a:lnTo>
                      <a:pt x="16777" y="13743"/>
                    </a:lnTo>
                    <a:lnTo>
                      <a:pt x="18466" y="21708"/>
                    </a:lnTo>
                    <a:lnTo>
                      <a:pt x="11413" y="17640"/>
                    </a:lnTo>
                    <a:lnTo>
                      <a:pt x="4359" y="21708"/>
                    </a:lnTo>
                    <a:lnTo>
                      <a:pt x="6049" y="13743"/>
                    </a:lnTo>
                    <a:lnTo>
                      <a:pt x="0" y="8292"/>
                    </a:lnTo>
                    <a:lnTo>
                      <a:pt x="8098" y="7437"/>
                    </a:lnTo>
                    <a:lnTo>
                      <a:pt x="11413" y="0"/>
                    </a:lnTo>
                    <a:close/>
                  </a:path>
                </a:pathLst>
              </a:custGeom>
              <a:solidFill>
                <a:srgbClr val="FFE478"/>
              </a:solidFill>
              <a:ln w="7315" cap="flat">
                <a:solidFill>
                  <a:srgbClr val="F4BD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path_392"/>
              <p:cNvSpPr/>
              <p:nvPr/>
            </p:nvSpPr>
            <p:spPr>
              <a:xfrm>
                <a:off x="633523" y="5407396"/>
                <a:ext cx="150275" cy="142920"/>
              </a:xfrm>
              <a:custGeom>
                <a:avLst/>
                <a:gdLst/>
                <a:ahLst/>
                <a:cxnLst/>
                <a:rect l="0" t="0" r="r" b="b"/>
                <a:pathLst>
                  <a:path w="16434" h="15630">
                    <a:moveTo>
                      <a:pt x="8217" y="0"/>
                    </a:moveTo>
                    <a:lnTo>
                      <a:pt x="10604" y="5355"/>
                    </a:lnTo>
                    <a:lnTo>
                      <a:pt x="16434" y="5970"/>
                    </a:lnTo>
                    <a:lnTo>
                      <a:pt x="12079" y="9895"/>
                    </a:lnTo>
                    <a:lnTo>
                      <a:pt x="13296" y="15630"/>
                    </a:lnTo>
                    <a:lnTo>
                      <a:pt x="8217" y="12701"/>
                    </a:lnTo>
                    <a:lnTo>
                      <a:pt x="3139" y="15630"/>
                    </a:lnTo>
                    <a:lnTo>
                      <a:pt x="4355" y="9895"/>
                    </a:lnTo>
                    <a:lnTo>
                      <a:pt x="0" y="5970"/>
                    </a:lnTo>
                    <a:lnTo>
                      <a:pt x="5830" y="5355"/>
                    </a:lnTo>
                    <a:lnTo>
                      <a:pt x="8217" y="0"/>
                    </a:lnTo>
                    <a:close/>
                  </a:path>
                </a:pathLst>
              </a:custGeom>
              <a:solidFill>
                <a:srgbClr val="FFF3A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path_393"/>
              <p:cNvSpPr/>
              <p:nvPr/>
            </p:nvSpPr>
            <p:spPr>
              <a:xfrm>
                <a:off x="612648" y="5385816"/>
                <a:ext cx="182880" cy="192024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1000">
                    <a:moveTo>
                      <a:pt x="6000" y="7000"/>
                    </a:moveTo>
                    <a:lnTo>
                      <a:pt x="11000" y="0"/>
                    </a:lnTo>
                    <a:lnTo>
                      <a:pt x="13000" y="8000"/>
                    </a:lnTo>
                    <a:lnTo>
                      <a:pt x="20000" y="12000"/>
                    </a:lnTo>
                    <a:lnTo>
                      <a:pt x="12000" y="14000"/>
                    </a:lnTo>
                    <a:lnTo>
                      <a:pt x="9000" y="21000"/>
                    </a:lnTo>
                    <a:lnTo>
                      <a:pt x="8000" y="13000"/>
                    </a:lnTo>
                    <a:lnTo>
                      <a:pt x="0" y="11000"/>
                    </a:lnTo>
                    <a:lnTo>
                      <a:pt x="6000" y="7000"/>
                    </a:lnTo>
                    <a:close/>
                  </a:path>
                </a:pathLst>
              </a:custGeom>
              <a:solidFill>
                <a:srgbClr val="FFFFE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path_394"/>
              <p:cNvSpPr/>
              <p:nvPr/>
            </p:nvSpPr>
            <p:spPr>
              <a:xfrm>
                <a:off x="620085" y="5362516"/>
                <a:ext cx="23916" cy="34156"/>
              </a:xfrm>
              <a:custGeom>
                <a:avLst/>
                <a:gdLst/>
                <a:ahLst/>
                <a:cxnLst/>
                <a:rect l="0" t="0" r="r" b="b"/>
                <a:pathLst>
                  <a:path w="2616" h="3735" fill="none">
                    <a:moveTo>
                      <a:pt x="2616" y="3735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path_395"/>
              <p:cNvSpPr/>
              <p:nvPr/>
            </p:nvSpPr>
            <p:spPr>
              <a:xfrm>
                <a:off x="713232" y="5333147"/>
                <a:ext cx="91" cy="41697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60" fill="none">
                    <a:moveTo>
                      <a:pt x="0" y="4560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path_396"/>
              <p:cNvSpPr/>
              <p:nvPr/>
            </p:nvSpPr>
            <p:spPr>
              <a:xfrm>
                <a:off x="782463" y="5362516"/>
                <a:ext cx="23916" cy="34156"/>
              </a:xfrm>
              <a:custGeom>
                <a:avLst/>
                <a:gdLst/>
                <a:ahLst/>
                <a:cxnLst/>
                <a:rect l="0" t="0" r="r" b="b"/>
                <a:pathLst>
                  <a:path w="2616" h="3735" fill="none">
                    <a:moveTo>
                      <a:pt x="0" y="3735"/>
                    </a:moveTo>
                    <a:lnTo>
                      <a:pt x="2616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path_397"/>
              <p:cNvSpPr/>
              <p:nvPr/>
            </p:nvSpPr>
            <p:spPr>
              <a:xfrm>
                <a:off x="817762" y="5555894"/>
                <a:ext cx="36110" cy="20848"/>
              </a:xfrm>
              <a:custGeom>
                <a:avLst/>
                <a:gdLst/>
                <a:ahLst/>
                <a:cxnLst/>
                <a:rect l="0" t="0" r="r" b="b"/>
                <a:pathLst>
                  <a:path w="3949" h="2280" fill="none">
                    <a:moveTo>
                      <a:pt x="0" y="0"/>
                    </a:moveTo>
                    <a:lnTo>
                      <a:pt x="3949" y="228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path_398"/>
              <p:cNvSpPr/>
              <p:nvPr/>
            </p:nvSpPr>
            <p:spPr>
              <a:xfrm>
                <a:off x="572592" y="5555894"/>
                <a:ext cx="36110" cy="20848"/>
              </a:xfrm>
              <a:custGeom>
                <a:avLst/>
                <a:gdLst/>
                <a:ahLst/>
                <a:cxnLst/>
                <a:rect l="0" t="0" r="r" b="b"/>
                <a:pathLst>
                  <a:path w="3949" h="2280" fill="none">
                    <a:moveTo>
                      <a:pt x="3949" y="0"/>
                    </a:moveTo>
                    <a:lnTo>
                      <a:pt x="0" y="228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0" name="Tip sparkle"/>
            <p:cNvGrpSpPr/>
            <p:nvPr/>
          </p:nvGrpSpPr>
          <p:grpSpPr>
            <a:xfrm>
              <a:off x="1176096" y="5333147"/>
              <a:ext cx="281280" cy="251169"/>
              <a:chOff x="1176096" y="5333147"/>
              <a:chExt cx="281280" cy="251169"/>
            </a:xfrm>
          </p:grpSpPr>
          <p:sp>
            <p:nvSpPr>
              <p:cNvPr id="401" name="path_400"/>
              <p:cNvSpPr/>
              <p:nvPr/>
            </p:nvSpPr>
            <p:spPr>
              <a:xfrm>
                <a:off x="1212378" y="5385816"/>
                <a:ext cx="208715" cy="198500"/>
              </a:xfrm>
              <a:custGeom>
                <a:avLst/>
                <a:gdLst/>
                <a:ahLst/>
                <a:cxnLst/>
                <a:rect l="0" t="0" r="r" b="b"/>
                <a:pathLst>
                  <a:path w="22825" h="21708">
                    <a:moveTo>
                      <a:pt x="11413" y="0"/>
                    </a:moveTo>
                    <a:lnTo>
                      <a:pt x="14728" y="7437"/>
                    </a:lnTo>
                    <a:lnTo>
                      <a:pt x="22825" y="8292"/>
                    </a:lnTo>
                    <a:lnTo>
                      <a:pt x="16777" y="13743"/>
                    </a:lnTo>
                    <a:lnTo>
                      <a:pt x="18466" y="21708"/>
                    </a:lnTo>
                    <a:lnTo>
                      <a:pt x="11413" y="17640"/>
                    </a:lnTo>
                    <a:lnTo>
                      <a:pt x="4359" y="21708"/>
                    </a:lnTo>
                    <a:lnTo>
                      <a:pt x="6049" y="13743"/>
                    </a:lnTo>
                    <a:lnTo>
                      <a:pt x="0" y="8292"/>
                    </a:lnTo>
                    <a:lnTo>
                      <a:pt x="8098" y="7437"/>
                    </a:lnTo>
                    <a:lnTo>
                      <a:pt x="11413" y="0"/>
                    </a:lnTo>
                    <a:close/>
                  </a:path>
                </a:pathLst>
              </a:custGeom>
              <a:solidFill>
                <a:srgbClr val="FFE478"/>
              </a:solidFill>
              <a:ln w="7315" cap="flat">
                <a:solidFill>
                  <a:srgbClr val="F4BD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ath_401"/>
              <p:cNvSpPr/>
              <p:nvPr/>
            </p:nvSpPr>
            <p:spPr>
              <a:xfrm>
                <a:off x="1237027" y="5407396"/>
                <a:ext cx="150275" cy="142920"/>
              </a:xfrm>
              <a:custGeom>
                <a:avLst/>
                <a:gdLst/>
                <a:ahLst/>
                <a:cxnLst/>
                <a:rect l="0" t="0" r="r" b="b"/>
                <a:pathLst>
                  <a:path w="16434" h="15630">
                    <a:moveTo>
                      <a:pt x="8217" y="0"/>
                    </a:moveTo>
                    <a:lnTo>
                      <a:pt x="10604" y="5355"/>
                    </a:lnTo>
                    <a:lnTo>
                      <a:pt x="16434" y="5970"/>
                    </a:lnTo>
                    <a:lnTo>
                      <a:pt x="12079" y="9895"/>
                    </a:lnTo>
                    <a:lnTo>
                      <a:pt x="13296" y="15630"/>
                    </a:lnTo>
                    <a:lnTo>
                      <a:pt x="8217" y="12701"/>
                    </a:lnTo>
                    <a:lnTo>
                      <a:pt x="3139" y="15630"/>
                    </a:lnTo>
                    <a:lnTo>
                      <a:pt x="4355" y="9895"/>
                    </a:lnTo>
                    <a:lnTo>
                      <a:pt x="0" y="5970"/>
                    </a:lnTo>
                    <a:lnTo>
                      <a:pt x="5830" y="5355"/>
                    </a:lnTo>
                    <a:lnTo>
                      <a:pt x="8217" y="0"/>
                    </a:lnTo>
                    <a:close/>
                  </a:path>
                </a:pathLst>
              </a:custGeom>
              <a:solidFill>
                <a:srgbClr val="FFF3A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path_402"/>
              <p:cNvSpPr/>
              <p:nvPr/>
            </p:nvSpPr>
            <p:spPr>
              <a:xfrm>
                <a:off x="1216152" y="5385816"/>
                <a:ext cx="182880" cy="192024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1000">
                    <a:moveTo>
                      <a:pt x="6000" y="7000"/>
                    </a:moveTo>
                    <a:lnTo>
                      <a:pt x="11000" y="0"/>
                    </a:lnTo>
                    <a:lnTo>
                      <a:pt x="13000" y="8000"/>
                    </a:lnTo>
                    <a:lnTo>
                      <a:pt x="20000" y="12000"/>
                    </a:lnTo>
                    <a:lnTo>
                      <a:pt x="12000" y="14000"/>
                    </a:lnTo>
                    <a:lnTo>
                      <a:pt x="9000" y="21000"/>
                    </a:lnTo>
                    <a:lnTo>
                      <a:pt x="8000" y="13000"/>
                    </a:lnTo>
                    <a:lnTo>
                      <a:pt x="0" y="11000"/>
                    </a:lnTo>
                    <a:lnTo>
                      <a:pt x="6000" y="7000"/>
                    </a:lnTo>
                    <a:close/>
                  </a:path>
                </a:pathLst>
              </a:custGeom>
              <a:solidFill>
                <a:srgbClr val="FFFFE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path_403"/>
              <p:cNvSpPr/>
              <p:nvPr/>
            </p:nvSpPr>
            <p:spPr>
              <a:xfrm>
                <a:off x="1223589" y="5362516"/>
                <a:ext cx="23916" cy="34156"/>
              </a:xfrm>
              <a:custGeom>
                <a:avLst/>
                <a:gdLst/>
                <a:ahLst/>
                <a:cxnLst/>
                <a:rect l="0" t="0" r="r" b="b"/>
                <a:pathLst>
                  <a:path w="2616" h="3735" fill="none">
                    <a:moveTo>
                      <a:pt x="2616" y="3735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path_404"/>
              <p:cNvSpPr/>
              <p:nvPr/>
            </p:nvSpPr>
            <p:spPr>
              <a:xfrm>
                <a:off x="1316736" y="5333147"/>
                <a:ext cx="91" cy="41697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60" fill="none">
                    <a:moveTo>
                      <a:pt x="0" y="4560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path_405"/>
              <p:cNvSpPr/>
              <p:nvPr/>
            </p:nvSpPr>
            <p:spPr>
              <a:xfrm>
                <a:off x="1385967" y="5362516"/>
                <a:ext cx="23916" cy="34156"/>
              </a:xfrm>
              <a:custGeom>
                <a:avLst/>
                <a:gdLst/>
                <a:ahLst/>
                <a:cxnLst/>
                <a:rect l="0" t="0" r="r" b="b"/>
                <a:pathLst>
                  <a:path w="2616" h="3735" fill="none">
                    <a:moveTo>
                      <a:pt x="0" y="3735"/>
                    </a:moveTo>
                    <a:lnTo>
                      <a:pt x="2616" y="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path_406"/>
              <p:cNvSpPr/>
              <p:nvPr/>
            </p:nvSpPr>
            <p:spPr>
              <a:xfrm>
                <a:off x="1421266" y="5555894"/>
                <a:ext cx="36110" cy="20848"/>
              </a:xfrm>
              <a:custGeom>
                <a:avLst/>
                <a:gdLst/>
                <a:ahLst/>
                <a:cxnLst/>
                <a:rect l="0" t="0" r="r" b="b"/>
                <a:pathLst>
                  <a:path w="3949" h="2280" fill="none">
                    <a:moveTo>
                      <a:pt x="0" y="0"/>
                    </a:moveTo>
                    <a:lnTo>
                      <a:pt x="3949" y="228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path_407"/>
              <p:cNvSpPr/>
              <p:nvPr/>
            </p:nvSpPr>
            <p:spPr>
              <a:xfrm>
                <a:off x="1176096" y="5555894"/>
                <a:ext cx="36110" cy="20848"/>
              </a:xfrm>
              <a:custGeom>
                <a:avLst/>
                <a:gdLst/>
                <a:ahLst/>
                <a:cxnLst/>
                <a:rect l="0" t="0" r="r" b="b"/>
                <a:pathLst>
                  <a:path w="3949" h="2280" fill="none">
                    <a:moveTo>
                      <a:pt x="3949" y="0"/>
                    </a:moveTo>
                    <a:lnTo>
                      <a:pt x="0" y="2280"/>
                    </a:lnTo>
                  </a:path>
                </a:pathLst>
              </a:custGeom>
              <a:noFill/>
              <a:ln w="14630" cap="flat">
                <a:solidFill>
                  <a:srgbClr val="FFD6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09" name="text_408"/>
            <p:cNvSpPr txBox="1"/>
            <p:nvPr/>
          </p:nvSpPr>
          <p:spPr>
            <a:xfrm>
              <a:off x="832104" y="5391193"/>
              <a:ext cx="399501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Tip</a:t>
              </a:r>
            </a:p>
          </p:txBody>
        </p:sp>
        <p:sp>
          <p:nvSpPr>
            <p:cNvPr id="410" name="text_409"/>
            <p:cNvSpPr txBox="1"/>
            <p:nvPr/>
          </p:nvSpPr>
          <p:spPr>
            <a:xfrm>
              <a:off x="1517904" y="5391193"/>
              <a:ext cx="2109829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: the long snake is</a:t>
              </a:r>
            </a:p>
          </p:txBody>
        </p:sp>
        <p:sp>
          <p:nvSpPr>
            <p:cNvPr id="411" name="text_410"/>
            <p:cNvSpPr txBox="1"/>
            <p:nvPr/>
          </p:nvSpPr>
          <p:spPr>
            <a:xfrm>
              <a:off x="488214" y="5711233"/>
              <a:ext cx="3504132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simplified into a shorter snake.</a:t>
              </a:r>
            </a:p>
          </p:txBody>
        </p:sp>
        <p:sp>
          <p:nvSpPr>
            <p:cNvPr id="412" name="text_411"/>
            <p:cNvSpPr txBox="1"/>
            <p:nvPr/>
          </p:nvSpPr>
          <p:spPr>
            <a:xfrm>
              <a:off x="1062761" y="6223681"/>
              <a:ext cx="2336749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(a) Heterogeneous</a:t>
              </a:r>
            </a:p>
          </p:txBody>
        </p:sp>
        <p:sp>
          <p:nvSpPr>
            <p:cNvPr id="413" name="text_412"/>
            <p:cNvSpPr txBox="1"/>
            <p:nvPr/>
          </p:nvSpPr>
          <p:spPr>
            <a:xfrm>
              <a:off x="954705" y="6589441"/>
              <a:ext cx="2534574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Expert-Lay Datasets</a:t>
              </a:r>
            </a:p>
          </p:txBody>
        </p:sp>
      </p:grpSp>
      <p:sp>
        <p:nvSpPr>
          <p:cNvPr id="414" name="Panel divider"/>
          <p:cNvSpPr/>
          <p:nvPr/>
        </p:nvSpPr>
        <p:spPr>
          <a:xfrm>
            <a:off x="4535424" y="13716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Panel divider"/>
          <p:cNvSpPr/>
          <p:nvPr/>
        </p:nvSpPr>
        <p:spPr>
          <a:xfrm>
            <a:off x="4535424" y="53949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Panel divider"/>
          <p:cNvSpPr/>
          <p:nvPr/>
        </p:nvSpPr>
        <p:spPr>
          <a:xfrm>
            <a:off x="4535424" y="94183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Panel divider"/>
          <p:cNvSpPr/>
          <p:nvPr/>
        </p:nvSpPr>
        <p:spPr>
          <a:xfrm>
            <a:off x="4535424" y="134416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Panel divider"/>
          <p:cNvSpPr/>
          <p:nvPr/>
        </p:nvSpPr>
        <p:spPr>
          <a:xfrm>
            <a:off x="4535424" y="174650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Panel divider"/>
          <p:cNvSpPr/>
          <p:nvPr/>
        </p:nvSpPr>
        <p:spPr>
          <a:xfrm>
            <a:off x="4535424" y="214884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Panel divider"/>
          <p:cNvSpPr/>
          <p:nvPr/>
        </p:nvSpPr>
        <p:spPr>
          <a:xfrm>
            <a:off x="4535424" y="255117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Panel divider"/>
          <p:cNvSpPr/>
          <p:nvPr/>
        </p:nvSpPr>
        <p:spPr>
          <a:xfrm>
            <a:off x="4535424" y="295351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Panel divider"/>
          <p:cNvSpPr/>
          <p:nvPr/>
        </p:nvSpPr>
        <p:spPr>
          <a:xfrm>
            <a:off x="4535424" y="335584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Panel divider"/>
          <p:cNvSpPr/>
          <p:nvPr/>
        </p:nvSpPr>
        <p:spPr>
          <a:xfrm>
            <a:off x="4535424" y="375818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Panel divider"/>
          <p:cNvSpPr/>
          <p:nvPr/>
        </p:nvSpPr>
        <p:spPr>
          <a:xfrm>
            <a:off x="4535424" y="416052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Panel divider"/>
          <p:cNvSpPr/>
          <p:nvPr/>
        </p:nvSpPr>
        <p:spPr>
          <a:xfrm>
            <a:off x="4535424" y="456285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Panel divider"/>
          <p:cNvSpPr/>
          <p:nvPr/>
        </p:nvSpPr>
        <p:spPr>
          <a:xfrm>
            <a:off x="4535424" y="496519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Panel divider"/>
          <p:cNvSpPr/>
          <p:nvPr/>
        </p:nvSpPr>
        <p:spPr>
          <a:xfrm>
            <a:off x="4535424" y="536752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Panel divider"/>
          <p:cNvSpPr/>
          <p:nvPr/>
        </p:nvSpPr>
        <p:spPr>
          <a:xfrm>
            <a:off x="4535424" y="576986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Panel divider"/>
          <p:cNvSpPr/>
          <p:nvPr/>
        </p:nvSpPr>
        <p:spPr>
          <a:xfrm>
            <a:off x="4535424" y="617220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Panel divider"/>
          <p:cNvSpPr/>
          <p:nvPr/>
        </p:nvSpPr>
        <p:spPr>
          <a:xfrm>
            <a:off x="4535424" y="657453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Panel divider"/>
          <p:cNvSpPr/>
          <p:nvPr/>
        </p:nvSpPr>
        <p:spPr>
          <a:xfrm>
            <a:off x="9354312" y="13716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Panel divider"/>
          <p:cNvSpPr/>
          <p:nvPr/>
        </p:nvSpPr>
        <p:spPr>
          <a:xfrm>
            <a:off x="9354312" y="53949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Panel divider"/>
          <p:cNvSpPr/>
          <p:nvPr/>
        </p:nvSpPr>
        <p:spPr>
          <a:xfrm>
            <a:off x="9354312" y="94183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Panel divider"/>
          <p:cNvSpPr/>
          <p:nvPr/>
        </p:nvSpPr>
        <p:spPr>
          <a:xfrm>
            <a:off x="9354312" y="134416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Panel divider"/>
          <p:cNvSpPr/>
          <p:nvPr/>
        </p:nvSpPr>
        <p:spPr>
          <a:xfrm>
            <a:off x="9354312" y="174650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Panel divider"/>
          <p:cNvSpPr/>
          <p:nvPr/>
        </p:nvSpPr>
        <p:spPr>
          <a:xfrm>
            <a:off x="9354312" y="214884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Panel divider"/>
          <p:cNvSpPr/>
          <p:nvPr/>
        </p:nvSpPr>
        <p:spPr>
          <a:xfrm>
            <a:off x="9354312" y="255117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Panel divider"/>
          <p:cNvSpPr/>
          <p:nvPr/>
        </p:nvSpPr>
        <p:spPr>
          <a:xfrm>
            <a:off x="9354312" y="295351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Panel divider"/>
          <p:cNvSpPr/>
          <p:nvPr/>
        </p:nvSpPr>
        <p:spPr>
          <a:xfrm>
            <a:off x="9354312" y="335584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Panel divider"/>
          <p:cNvSpPr/>
          <p:nvPr/>
        </p:nvSpPr>
        <p:spPr>
          <a:xfrm>
            <a:off x="9354312" y="375818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Panel divider"/>
          <p:cNvSpPr/>
          <p:nvPr/>
        </p:nvSpPr>
        <p:spPr>
          <a:xfrm>
            <a:off x="9354312" y="416052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Panel divider"/>
          <p:cNvSpPr/>
          <p:nvPr/>
        </p:nvSpPr>
        <p:spPr>
          <a:xfrm>
            <a:off x="9354312" y="456285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Panel divider"/>
          <p:cNvSpPr/>
          <p:nvPr/>
        </p:nvSpPr>
        <p:spPr>
          <a:xfrm>
            <a:off x="9354312" y="4965192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Panel divider"/>
          <p:cNvSpPr/>
          <p:nvPr/>
        </p:nvSpPr>
        <p:spPr>
          <a:xfrm>
            <a:off x="9354312" y="5367528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Panel divider"/>
          <p:cNvSpPr/>
          <p:nvPr/>
        </p:nvSpPr>
        <p:spPr>
          <a:xfrm>
            <a:off x="9354312" y="5769864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Panel divider"/>
          <p:cNvSpPr/>
          <p:nvPr/>
        </p:nvSpPr>
        <p:spPr>
          <a:xfrm>
            <a:off x="9354312" y="6172200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Panel divider"/>
          <p:cNvSpPr/>
          <p:nvPr/>
        </p:nvSpPr>
        <p:spPr>
          <a:xfrm>
            <a:off x="9354312" y="6574536"/>
            <a:ext cx="91" cy="237744"/>
          </a:xfrm>
          <a:custGeom>
            <a:avLst/>
            <a:gdLst/>
            <a:ahLst/>
            <a:cxnLst/>
            <a:rect l="0" t="0" r="r" b="b"/>
            <a:pathLst>
              <a:path w="10" h="26000" fill="none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54864" cap="flat">
            <a:solidFill>
              <a:srgbClr val="06070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48" name="(b) Semantic-Relevant Layer Identification"/>
          <p:cNvGrpSpPr/>
          <p:nvPr/>
        </p:nvGrpSpPr>
        <p:grpSpPr>
          <a:xfrm>
            <a:off x="4773168" y="334945"/>
            <a:ext cx="4416552" cy="6623191"/>
            <a:chOff x="4773168" y="334945"/>
            <a:chExt cx="4416552" cy="6623191"/>
          </a:xfrm>
        </p:grpSpPr>
        <p:sp>
          <p:nvSpPr>
            <p:cNvPr id="449" name="path_448"/>
            <p:cNvSpPr/>
            <p:nvPr/>
          </p:nvSpPr>
          <p:spPr>
            <a:xfrm>
              <a:off x="5120640" y="365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B8592"/>
            </a:solidFill>
            <a:ln w="43891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text_449"/>
            <p:cNvSpPr txBox="1"/>
            <p:nvPr/>
          </p:nvSpPr>
          <p:spPr>
            <a:xfrm>
              <a:off x="5458968" y="334945"/>
              <a:ext cx="232343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0" b="0" lang="en-US">
                  <a:solidFill>
                    <a:srgbClr val="060707"/>
                  </a:solidFill>
                  <a:latin typeface="Arial"/>
                </a:rPr>
                <a:t>&amp;</a:t>
              </a:r>
            </a:p>
          </p:txBody>
        </p:sp>
        <p:sp>
          <p:nvSpPr>
            <p:cNvPr id="451" name="path_450"/>
            <p:cNvSpPr/>
            <p:nvPr/>
          </p:nvSpPr>
          <p:spPr>
            <a:xfrm>
              <a:off x="5715000" y="365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CEFFD"/>
            </a:solidFill>
            <a:ln w="43891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text_451"/>
            <p:cNvSpPr txBox="1"/>
            <p:nvPr/>
          </p:nvSpPr>
          <p:spPr>
            <a:xfrm>
              <a:off x="6208776" y="348757"/>
              <a:ext cx="2561572" cy="3625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6" i="1" b="0" lang="en-US">
                  <a:solidFill>
                    <a:srgbClr val="060707"/>
                  </a:solidFill>
                  <a:latin typeface="Arial"/>
                </a:rPr>
                <a:t>Probing of Semantic</a:t>
              </a:r>
            </a:p>
          </p:txBody>
        </p:sp>
        <p:sp>
          <p:nvSpPr>
            <p:cNvPr id="453" name="path_452"/>
            <p:cNvSpPr/>
            <p:nvPr/>
          </p:nvSpPr>
          <p:spPr>
            <a:xfrm>
              <a:off x="4791456" y="1856232"/>
              <a:ext cx="3456432" cy="722376"/>
            </a:xfrm>
            <a:custGeom>
              <a:avLst/>
              <a:gdLst/>
              <a:ahLst/>
              <a:cxnLst/>
              <a:rect l="0" t="0" r="r" b="b"/>
              <a:pathLst>
                <a:path w="378000" h="79000">
                  <a:moveTo>
                    <a:pt x="18000" y="0"/>
                  </a:moveTo>
                  <a:quadBezTo>
                    <a:pt x="0" y="0"/>
                    <a:pt x="0" y="18000"/>
                  </a:quadBezTo>
                  <a:lnTo>
                    <a:pt x="0" y="62000"/>
                  </a:lnTo>
                  <a:quadBezTo>
                    <a:pt x="0" y="79000"/>
                    <a:pt x="17000" y="79000"/>
                  </a:quadBezTo>
                  <a:lnTo>
                    <a:pt x="378000" y="79000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DD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path_453"/>
            <p:cNvSpPr/>
            <p:nvPr/>
          </p:nvSpPr>
          <p:spPr>
            <a:xfrm>
              <a:off x="4791456" y="1856232"/>
              <a:ext cx="3456432" cy="722376"/>
            </a:xfrm>
            <a:custGeom>
              <a:avLst/>
              <a:gdLst/>
              <a:ahLst/>
              <a:cxnLst/>
              <a:rect l="0" t="0" r="r" b="b"/>
              <a:pathLst>
                <a:path w="378000" h="79000" fill="none">
                  <a:moveTo>
                    <a:pt x="18000" y="0"/>
                  </a:moveTo>
                  <a:quadBezTo>
                    <a:pt x="0" y="0"/>
                    <a:pt x="0" y="18000"/>
                  </a:quadBezTo>
                  <a:lnTo>
                    <a:pt x="0" y="62000"/>
                  </a:lnTo>
                  <a:quadBezTo>
                    <a:pt x="0" y="79000"/>
                    <a:pt x="17000" y="79000"/>
                  </a:quadBezTo>
                  <a:lnTo>
                    <a:pt x="378000" y="79000"/>
                  </a:lnTo>
                </a:path>
              </a:pathLst>
            </a:custGeom>
            <a:noFill/>
            <a:ln w="41148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Transformer layer upper"/>
            <p:cNvSpPr/>
            <p:nvPr/>
          </p:nvSpPr>
          <p:spPr>
            <a:xfrm>
              <a:off x="4791456" y="2660904"/>
              <a:ext cx="4398264" cy="713232"/>
            </a:xfrm>
            <a:prstGeom prst="roundRect">
              <a:avLst>
                <a:gd name="adj" fmla="val 17948"/>
              </a:avLst>
            </a:prstGeom>
            <a:solidFill>
              <a:srgbClr val="DDE7FF"/>
            </a:solidFill>
            <a:ln w="41148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Transformer layer lower"/>
            <p:cNvSpPr/>
            <p:nvPr/>
          </p:nvSpPr>
          <p:spPr>
            <a:xfrm>
              <a:off x="4791456" y="3630168"/>
              <a:ext cx="4398264" cy="713232"/>
            </a:xfrm>
            <a:prstGeom prst="roundRect">
              <a:avLst>
                <a:gd name="adj" fmla="val 17948"/>
              </a:avLst>
            </a:prstGeom>
            <a:solidFill>
              <a:srgbClr val="DDE7FF"/>
            </a:solidFill>
            <a:ln w="41148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ath_456"/>
            <p:cNvSpPr/>
            <p:nvPr/>
          </p:nvSpPr>
          <p:spPr>
            <a:xfrm>
              <a:off x="5440680" y="4443984"/>
              <a:ext cx="3749040" cy="704088"/>
            </a:xfrm>
            <a:custGeom>
              <a:avLst/>
              <a:gdLst/>
              <a:ahLst/>
              <a:cxnLst/>
              <a:rect l="0" t="0" r="r" b="b"/>
              <a:pathLst>
                <a:path w="410000" h="77000">
                  <a:moveTo>
                    <a:pt x="0" y="0"/>
                  </a:moveTo>
                  <a:lnTo>
                    <a:pt x="393000" y="0"/>
                  </a:lnTo>
                  <a:quadBezTo>
                    <a:pt x="410000" y="0"/>
                    <a:pt x="410000" y="17000"/>
                  </a:quadBezTo>
                  <a:lnTo>
                    <a:pt x="410000" y="60000"/>
                  </a:lnTo>
                  <a:quadBezTo>
                    <a:pt x="410000" y="77000"/>
                    <a:pt x="400000" y="77000"/>
                  </a:quadBezTo>
                  <a:lnTo>
                    <a:pt x="0" y="0"/>
                  </a:lnTo>
                  <a:close/>
                </a:path>
              </a:pathLst>
            </a:custGeom>
            <a:solidFill>
              <a:srgbClr val="DD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ath_457"/>
            <p:cNvSpPr/>
            <p:nvPr/>
          </p:nvSpPr>
          <p:spPr>
            <a:xfrm>
              <a:off x="5440680" y="4443984"/>
              <a:ext cx="3749040" cy="704088"/>
            </a:xfrm>
            <a:custGeom>
              <a:avLst/>
              <a:gdLst/>
              <a:ahLst/>
              <a:cxnLst/>
              <a:rect l="0" t="0" r="r" b="b"/>
              <a:pathLst>
                <a:path w="410000" h="77000" fill="none">
                  <a:moveTo>
                    <a:pt x="0" y="0"/>
                  </a:moveTo>
                  <a:lnTo>
                    <a:pt x="393000" y="0"/>
                  </a:lnTo>
                  <a:quadBezTo>
                    <a:pt x="410000" y="0"/>
                    <a:pt x="410000" y="17000"/>
                  </a:quadBezTo>
                  <a:lnTo>
                    <a:pt x="410000" y="60000"/>
                  </a:lnTo>
                  <a:quadBezTo>
                    <a:pt x="410000" y="77000"/>
                    <a:pt x="400000" y="77000"/>
                  </a:quadBezTo>
                </a:path>
              </a:pathLst>
            </a:custGeom>
            <a:noFill/>
            <a:ln w="41148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Semantic-relevant region"/>
            <p:cNvSpPr/>
            <p:nvPr/>
          </p:nvSpPr>
          <p:spPr>
            <a:xfrm>
              <a:off x="4773168" y="841248"/>
              <a:ext cx="4407408" cy="1837944"/>
            </a:xfrm>
            <a:custGeom>
              <a:avLst/>
              <a:gdLst/>
              <a:ahLst/>
              <a:cxnLst/>
              <a:rect l="0" t="0" r="r" b="b"/>
              <a:pathLst>
                <a:path w="482000" h="201000">
                  <a:moveTo>
                    <a:pt x="0" y="91000"/>
                  </a:moveTo>
                  <a:lnTo>
                    <a:pt x="0" y="20000"/>
                  </a:lnTo>
                  <a:quadBezTo>
                    <a:pt x="0" y="0"/>
                    <a:pt x="19000" y="0"/>
                  </a:quadBezTo>
                  <a:lnTo>
                    <a:pt x="462000" y="0"/>
                  </a:lnTo>
                  <a:quadBezTo>
                    <a:pt x="482000" y="0"/>
                    <a:pt x="482000" y="20000"/>
                  </a:quadBezTo>
                  <a:lnTo>
                    <a:pt x="482000" y="201000"/>
                  </a:lnTo>
                  <a:lnTo>
                    <a:pt x="0" y="91000"/>
                  </a:lnTo>
                  <a:close/>
                </a:path>
              </a:pathLst>
            </a:custGeom>
            <a:solidFill>
              <a:srgbClr val="BDD8ED"/>
            </a:solidFill>
            <a:ln w="41148" cap="flat">
              <a:solidFill>
                <a:srgbClr val="060707"/>
              </a:solidFill>
              <a:custDash>
                <a:ds d="400000" sp="266666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Semantic-irrelevant region"/>
            <p:cNvSpPr/>
            <p:nvPr/>
          </p:nvSpPr>
          <p:spPr>
            <a:xfrm>
              <a:off x="4773168" y="4242816"/>
              <a:ext cx="4416552" cy="1728216"/>
            </a:xfrm>
            <a:custGeom>
              <a:avLst/>
              <a:gdLst/>
              <a:ahLst/>
              <a:cxnLst/>
              <a:rect l="0" t="0" r="r" b="b"/>
              <a:pathLst>
                <a:path w="483000" h="189000">
                  <a:moveTo>
                    <a:pt x="0" y="0"/>
                  </a:moveTo>
                  <a:lnTo>
                    <a:pt x="483000" y="111000"/>
                  </a:lnTo>
                  <a:lnTo>
                    <a:pt x="483000" y="168000"/>
                  </a:lnTo>
                  <a:quadBezTo>
                    <a:pt x="483000" y="189000"/>
                    <a:pt x="463000" y="189000"/>
                  </a:quadBezTo>
                  <a:lnTo>
                    <a:pt x="19000" y="189000"/>
                  </a:lnTo>
                  <a:quadBezTo>
                    <a:pt x="0" y="189000"/>
                    <a:pt x="0" y="170000"/>
                  </a:quadBezTo>
                  <a:lnTo>
                    <a:pt x="0" y="0"/>
                  </a:lnTo>
                  <a:close/>
                </a:path>
              </a:pathLst>
            </a:custGeom>
            <a:solidFill>
              <a:srgbClr val="E4F0DC"/>
            </a:solidFill>
            <a:ln w="41148" cap="flat">
              <a:solidFill>
                <a:srgbClr val="060707"/>
              </a:solidFill>
              <a:custDash>
                <a:ds d="400000" sp="266666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ath_460"/>
            <p:cNvSpPr/>
            <p:nvPr/>
          </p:nvSpPr>
          <p:spPr>
            <a:xfrm>
              <a:off x="7580376" y="1124712"/>
              <a:ext cx="1106424" cy="1097280"/>
            </a:xfrm>
            <a:custGeom>
              <a:avLst/>
              <a:gdLst/>
              <a:ahLst/>
              <a:cxnLst/>
              <a:rect l="0" t="0" r="r" b="b"/>
              <a:pathLst>
                <a:path w="121000" h="120000" fill="none">
                  <a:moveTo>
                    <a:pt x="0" y="120000"/>
                  </a:moveTo>
                  <a:lnTo>
                    <a:pt x="121000" y="0"/>
                  </a:lnTo>
                </a:path>
              </a:pathLst>
            </a:custGeom>
            <a:noFill/>
            <a:ln w="54864" cap="flat">
              <a:solidFill>
                <a:srgbClr val="4278CE"/>
              </a:solidFill>
              <a:custDash>
                <a:ds d="400000" sp="283333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ath_461"/>
            <p:cNvSpPr/>
            <p:nvPr/>
          </p:nvSpPr>
          <p:spPr>
            <a:xfrm>
              <a:off x="5166360" y="4663440"/>
              <a:ext cx="1060704" cy="987552"/>
            </a:xfrm>
            <a:custGeom>
              <a:avLst/>
              <a:gdLst/>
              <a:ahLst/>
              <a:cxnLst/>
              <a:rect l="0" t="0" r="r" b="b"/>
              <a:pathLst>
                <a:path w="116000" h="108000" fill="none">
                  <a:moveTo>
                    <a:pt x="0" y="0"/>
                  </a:moveTo>
                  <a:lnTo>
                    <a:pt x="116000" y="108000"/>
                  </a:lnTo>
                </a:path>
              </a:pathLst>
            </a:custGeom>
            <a:noFill/>
            <a:ln w="54864" cap="flat">
              <a:solidFill>
                <a:srgbClr val="4278CE"/>
              </a:solidFill>
              <a:custDash>
                <a:ds d="366666" sp="233333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text_462"/>
            <p:cNvSpPr txBox="1"/>
            <p:nvPr/>
          </p:nvSpPr>
          <p:spPr>
            <a:xfrm>
              <a:off x="5184648" y="970549"/>
              <a:ext cx="2297796" cy="3625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6" i="1" b="0" lang="en-US">
                  <a:solidFill>
                    <a:srgbClr val="060707"/>
                  </a:solidFill>
                  <a:latin typeface="Arial"/>
                </a:rPr>
                <a:t>Semantic-relevant</a:t>
              </a:r>
            </a:p>
          </p:txBody>
        </p:sp>
        <p:grpSp>
          <p:nvGrpSpPr>
            <p:cNvPr id="464" name="Semantic Yes probe"/>
            <p:cNvGrpSpPr/>
            <p:nvPr/>
          </p:nvGrpSpPr>
          <p:grpSpPr>
            <a:xfrm>
              <a:off x="4882523" y="886947"/>
              <a:ext cx="320433" cy="425236"/>
              <a:chOff x="4882523" y="886947"/>
              <a:chExt cx="320433" cy="425236"/>
            </a:xfrm>
          </p:grpSpPr>
          <p:sp>
            <p:nvSpPr>
              <p:cNvPr id="465" name="path_464"/>
              <p:cNvSpPr/>
              <p:nvPr/>
            </p:nvSpPr>
            <p:spPr>
              <a:xfrm>
                <a:off x="4882523" y="1080941"/>
                <a:ext cx="159288" cy="231242"/>
              </a:xfrm>
              <a:custGeom>
                <a:avLst/>
                <a:gdLst/>
                <a:ahLst/>
                <a:cxnLst/>
                <a:rect l="0" t="0" r="r" b="b"/>
                <a:pathLst>
                  <a:path w="17420" h="25289">
                    <a:moveTo>
                      <a:pt x="15492" y="387"/>
                    </a:moveTo>
                    <a:lnTo>
                      <a:pt x="16349" y="902"/>
                    </a:lnTo>
                    <a:quadBezTo>
                      <a:pt x="18063" y="1932"/>
                      <a:pt x="17033" y="3646"/>
                    </a:quadBezTo>
                    <a:lnTo>
                      <a:pt x="4672" y="24218"/>
                    </a:lnTo>
                    <a:quadBezTo>
                      <a:pt x="3642" y="25932"/>
                      <a:pt x="1928" y="24902"/>
                    </a:quadBezTo>
                    <a:lnTo>
                      <a:pt x="1071" y="24387"/>
                    </a:lnTo>
                    <a:quadBezTo>
                      <a:pt x="-643" y="23357"/>
                      <a:pt x="387" y="21643"/>
                    </a:quadBezTo>
                    <a:lnTo>
                      <a:pt x="12748" y="1071"/>
                    </a:lnTo>
                    <a:quadBezTo>
                      <a:pt x="13778" y="-643"/>
                      <a:pt x="15492" y="387"/>
                    </a:quadBezTo>
                    <a:close/>
                  </a:path>
                </a:pathLst>
              </a:custGeom>
              <a:solidFill>
                <a:srgbClr val="C87B66"/>
              </a:solidFill>
              <a:ln w="9144" cap="flat">
                <a:solidFill>
                  <a:srgbClr val="AA67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path_465"/>
              <p:cNvSpPr/>
              <p:nvPr/>
            </p:nvSpPr>
            <p:spPr>
              <a:xfrm>
                <a:off x="4928595" y="886947"/>
                <a:ext cx="274361" cy="274361"/>
              </a:xfrm>
              <a:custGeom>
                <a:avLst/>
                <a:gdLst/>
                <a:ahLst/>
                <a:cxnLst/>
                <a:rect l="0" t="0" r="r" b="b"/>
                <a:pathLst>
                  <a:path w="30005" h="30005">
                    <a:moveTo>
                      <a:pt x="27860" y="22728"/>
                    </a:moveTo>
                    <a:cubicBezTo>
                      <a:pt x="23593" y="29829"/>
                      <a:pt x="14378" y="32126"/>
                      <a:pt x="7277" y="27860"/>
                    </a:cubicBezTo>
                    <a:cubicBezTo>
                      <a:pt x="176" y="23593"/>
                      <a:pt x="-2122" y="14378"/>
                      <a:pt x="2145" y="7277"/>
                    </a:cubicBezTo>
                    <a:cubicBezTo>
                      <a:pt x="6411" y="176"/>
                      <a:pt x="15627" y="-2122"/>
                      <a:pt x="22728" y="2145"/>
                    </a:cubicBezTo>
                    <a:cubicBezTo>
                      <a:pt x="29829" y="6411"/>
                      <a:pt x="32126" y="15627"/>
                      <a:pt x="27860" y="22728"/>
                    </a:cubicBezTo>
                    <a:close/>
                  </a:path>
                </a:pathLst>
              </a:custGeom>
              <a:solidFill>
                <a:srgbClr val="9CCB56"/>
              </a:solidFill>
              <a:ln w="13716" cap="flat">
                <a:solidFill>
                  <a:srgbClr val="5C985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path_466"/>
              <p:cNvSpPr/>
              <p:nvPr/>
            </p:nvSpPr>
            <p:spPr>
              <a:xfrm>
                <a:off x="4965834" y="898597"/>
                <a:ext cx="196789" cy="185196"/>
              </a:xfrm>
              <a:custGeom>
                <a:avLst/>
                <a:gdLst/>
                <a:ahLst/>
                <a:cxnLst/>
                <a:rect l="0" t="0" r="r" b="b"/>
                <a:pathLst>
                  <a:path w="21521" h="20253">
                    <a:moveTo>
                      <a:pt x="20275" y="15844"/>
                    </a:moveTo>
                    <a:cubicBezTo>
                      <a:pt x="17502" y="20459"/>
                      <a:pt x="10994" y="21641"/>
                      <a:pt x="5739" y="18484"/>
                    </a:cubicBezTo>
                    <a:cubicBezTo>
                      <a:pt x="484" y="15327"/>
                      <a:pt x="-1527" y="9025"/>
                      <a:pt x="1246" y="4410"/>
                    </a:cubicBezTo>
                    <a:cubicBezTo>
                      <a:pt x="4019" y="-206"/>
                      <a:pt x="10527" y="-1388"/>
                      <a:pt x="15782" y="1769"/>
                    </a:cubicBezTo>
                    <a:cubicBezTo>
                      <a:pt x="21037" y="4927"/>
                      <a:pt x="23048" y="11228"/>
                      <a:pt x="20275" y="15844"/>
                    </a:cubicBezTo>
                    <a:close/>
                  </a:path>
                </a:pathLst>
              </a:custGeom>
              <a:solidFill>
                <a:srgbClr val="B8DC70">
                  <a:alpha val="5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text_467"/>
              <p:cNvSpPr txBox="1"/>
              <p:nvPr/>
            </p:nvSpPr>
            <p:spPr>
              <a:xfrm>
                <a:off x="4942472" y="948056"/>
                <a:ext cx="208932" cy="14264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64" i="0" b="1" lang="en-US">
                    <a:solidFill>
                      <a:srgbClr val="FFFFFF"/>
                    </a:solidFill>
                    <a:latin typeface="Arial"/>
                  </a:rPr>
                  <a:t>Yes</a:t>
                </a:r>
              </a:p>
            </p:txBody>
          </p:sp>
        </p:grpSp>
        <p:sp>
          <p:nvSpPr>
            <p:cNvPr id="469" name="path_468"/>
            <p:cNvSpPr/>
            <p:nvPr/>
          </p:nvSpPr>
          <p:spPr>
            <a:xfrm>
              <a:off x="7735824" y="978408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ath_469"/>
            <p:cNvSpPr/>
            <p:nvPr/>
          </p:nvSpPr>
          <p:spPr>
            <a:xfrm>
              <a:off x="7306056" y="1344168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ath_470"/>
            <p:cNvSpPr/>
            <p:nvPr/>
          </p:nvSpPr>
          <p:spPr>
            <a:xfrm>
              <a:off x="7763256" y="144475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ath_471"/>
            <p:cNvSpPr/>
            <p:nvPr/>
          </p:nvSpPr>
          <p:spPr>
            <a:xfrm>
              <a:off x="7141464" y="181051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ath_472"/>
            <p:cNvSpPr/>
            <p:nvPr/>
          </p:nvSpPr>
          <p:spPr>
            <a:xfrm>
              <a:off x="8695944" y="1453896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ath_473"/>
            <p:cNvSpPr/>
            <p:nvPr/>
          </p:nvSpPr>
          <p:spPr>
            <a:xfrm>
              <a:off x="7964424" y="197510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ath_474"/>
            <p:cNvSpPr/>
            <p:nvPr/>
          </p:nvSpPr>
          <p:spPr>
            <a:xfrm>
              <a:off x="8476488" y="188366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ath_475"/>
            <p:cNvSpPr/>
            <p:nvPr/>
          </p:nvSpPr>
          <p:spPr>
            <a:xfrm>
              <a:off x="5522976" y="4590288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ath_476"/>
            <p:cNvSpPr/>
            <p:nvPr/>
          </p:nvSpPr>
          <p:spPr>
            <a:xfrm>
              <a:off x="5971032" y="471830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ath_477"/>
            <p:cNvSpPr/>
            <p:nvPr/>
          </p:nvSpPr>
          <p:spPr>
            <a:xfrm>
              <a:off x="5084064" y="4956048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ath_478"/>
            <p:cNvSpPr/>
            <p:nvPr/>
          </p:nvSpPr>
          <p:spPr>
            <a:xfrm>
              <a:off x="6080760" y="508406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ath_479"/>
            <p:cNvSpPr/>
            <p:nvPr/>
          </p:nvSpPr>
          <p:spPr>
            <a:xfrm>
              <a:off x="4928616" y="5431536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path_480"/>
            <p:cNvSpPr/>
            <p:nvPr/>
          </p:nvSpPr>
          <p:spPr>
            <a:xfrm>
              <a:off x="5385816" y="535838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E97D8C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path_481"/>
            <p:cNvSpPr/>
            <p:nvPr/>
          </p:nvSpPr>
          <p:spPr>
            <a:xfrm>
              <a:off x="5742432" y="558698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30000" h="30000">
                  <a:moveTo>
                    <a:pt x="30000" y="15000"/>
                  </a:moveTo>
                  <a:cubicBezTo>
                    <a:pt x="30000" y="23284"/>
                    <a:pt x="23284" y="30000"/>
                    <a:pt x="15000" y="30000"/>
                  </a:cubicBezTo>
                  <a:cubicBezTo>
                    <a:pt x="6716" y="30000"/>
                    <a:pt x="0" y="23284"/>
                    <a:pt x="0" y="15000"/>
                  </a:cubicBezTo>
                  <a:cubicBezTo>
                    <a:pt x="0" y="6716"/>
                    <a:pt x="6716" y="0"/>
                    <a:pt x="15000" y="0"/>
                  </a:cubicBezTo>
                  <a:cubicBezTo>
                    <a:pt x="23284" y="0"/>
                    <a:pt x="30000" y="6716"/>
                    <a:pt x="30000" y="15000"/>
                  </a:cubicBezTo>
                  <a:close/>
                </a:path>
              </a:pathLst>
            </a:custGeom>
            <a:solidFill>
              <a:srgbClr val="D8EAFB"/>
            </a:solidFill>
            <a:ln w="41148" cap="flat">
              <a:solidFill>
                <a:srgbClr val="4278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text_482"/>
            <p:cNvSpPr txBox="1"/>
            <p:nvPr/>
          </p:nvSpPr>
          <p:spPr>
            <a:xfrm>
              <a:off x="5709358" y="2832025"/>
              <a:ext cx="2589892" cy="4041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i="1" b="0" lang="en-US">
                  <a:solidFill>
                    <a:srgbClr val="060707"/>
                  </a:solidFill>
                  <a:latin typeface="Arial"/>
                </a:rPr>
                <a:t>Transformer Layer</a:t>
              </a:r>
            </a:p>
          </p:txBody>
        </p:sp>
        <p:sp>
          <p:nvSpPr>
            <p:cNvPr id="484" name="text_483"/>
            <p:cNvSpPr txBox="1"/>
            <p:nvPr/>
          </p:nvSpPr>
          <p:spPr>
            <a:xfrm>
              <a:off x="5709358" y="3801289"/>
              <a:ext cx="2589892" cy="4041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i="1" b="0" lang="en-US">
                  <a:solidFill>
                    <a:srgbClr val="060707"/>
                  </a:solidFill>
                  <a:latin typeface="Arial"/>
                </a:rPr>
                <a:t>Transformer Layer</a:t>
              </a:r>
            </a:p>
          </p:txBody>
        </p:sp>
        <p:sp>
          <p:nvSpPr>
            <p:cNvPr id="485" name="text_484"/>
            <p:cNvSpPr txBox="1"/>
            <p:nvPr/>
          </p:nvSpPr>
          <p:spPr>
            <a:xfrm>
              <a:off x="6801403" y="3297217"/>
              <a:ext cx="259498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...</a:t>
              </a:r>
            </a:p>
          </p:txBody>
        </p:sp>
        <p:grpSp>
          <p:nvGrpSpPr>
            <p:cNvPr id="486" name="Frozen parameter snowflake"/>
            <p:cNvGrpSpPr/>
            <p:nvPr/>
          </p:nvGrpSpPr>
          <p:grpSpPr>
            <a:xfrm>
              <a:off x="4890220" y="1963960"/>
              <a:ext cx="442551" cy="497776"/>
              <a:chOff x="4890220" y="1963960"/>
              <a:chExt cx="442551" cy="497776"/>
            </a:xfrm>
          </p:grpSpPr>
          <p:grpSp>
            <p:nvGrpSpPr>
              <p:cNvPr id="487" name="Ice crystal branch"/>
              <p:cNvGrpSpPr/>
              <p:nvPr/>
            </p:nvGrpSpPr>
            <p:grpSpPr>
              <a:xfrm>
                <a:off x="5020056" y="1963960"/>
                <a:ext cx="186513" cy="248888"/>
                <a:chOff x="5020056" y="1963960"/>
                <a:chExt cx="186513" cy="248888"/>
              </a:xfrm>
            </p:grpSpPr>
            <p:sp>
              <p:nvSpPr>
                <p:cNvPr id="488" name="path_487"/>
                <p:cNvSpPr/>
                <p:nvPr/>
              </p:nvSpPr>
              <p:spPr>
                <a:xfrm>
                  <a:off x="5020056" y="1963960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8800" y="27219"/>
                      </a:moveTo>
                      <a:cubicBezTo>
                        <a:pt x="7000" y="23219"/>
                        <a:pt x="8000" y="19219"/>
                        <a:pt x="8000" y="15219"/>
                      </a:cubicBezTo>
                      <a:cubicBezTo>
                        <a:pt x="4000" y="18219"/>
                        <a:pt x="0" y="15219"/>
                        <a:pt x="0" y="12219"/>
                      </a:cubicBezTo>
                      <a:cubicBezTo>
                        <a:pt x="0" y="8219"/>
                        <a:pt x="3000" y="10219"/>
                        <a:pt x="7000" y="13219"/>
                      </a:cubicBezTo>
                      <a:cubicBezTo>
                        <a:pt x="6000" y="9219"/>
                        <a:pt x="4000" y="4219"/>
                        <a:pt x="7000" y="1219"/>
                      </a:cubicBezTo>
                      <a:cubicBezTo>
                        <a:pt x="10000" y="-1781"/>
                        <a:pt x="13000" y="1219"/>
                        <a:pt x="12000" y="5219"/>
                      </a:cubicBezTo>
                      <a:lnTo>
                        <a:pt x="11000" y="12219"/>
                      </a:lnTo>
                      <a:cubicBezTo>
                        <a:pt x="15000" y="7219"/>
                        <a:pt x="18000" y="4219"/>
                        <a:pt x="20000" y="7219"/>
                      </a:cubicBezTo>
                      <a:cubicBezTo>
                        <a:pt x="22000" y="11219"/>
                        <a:pt x="16000" y="15219"/>
                        <a:pt x="12000" y="17219"/>
                      </a:cubicBezTo>
                      <a:lnTo>
                        <a:pt x="11400" y="27219"/>
                      </a:lnTo>
                      <a:lnTo>
                        <a:pt x="8800" y="2721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9" name="path_488"/>
                <p:cNvSpPr/>
                <p:nvPr/>
              </p:nvSpPr>
              <p:spPr>
                <a:xfrm>
                  <a:off x="5111496" y="2002536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23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0" name="path_489"/>
                <p:cNvSpPr/>
                <p:nvPr/>
              </p:nvSpPr>
              <p:spPr>
                <a:xfrm>
                  <a:off x="5047488" y="2075688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7000" y="6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1" name="path_490"/>
                <p:cNvSpPr/>
                <p:nvPr/>
              </p:nvSpPr>
              <p:spPr>
                <a:xfrm>
                  <a:off x="5111496" y="2029968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0" y="6000"/>
                      </a:moveTo>
                      <a:lnTo>
                        <a:pt x="600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92" name="Ice crystal branch"/>
              <p:cNvGrpSpPr/>
              <p:nvPr/>
            </p:nvGrpSpPr>
            <p:grpSpPr>
              <a:xfrm>
                <a:off x="5106010" y="2059932"/>
                <a:ext cx="221347" cy="164003"/>
                <a:chOff x="5106010" y="2059932"/>
                <a:chExt cx="221347" cy="164003"/>
              </a:xfrm>
            </p:grpSpPr>
            <p:sp>
              <p:nvSpPr>
                <p:cNvPr id="493" name="path_492"/>
                <p:cNvSpPr/>
                <p:nvPr/>
              </p:nvSpPr>
              <p:spPr>
                <a:xfrm>
                  <a:off x="5106010" y="2059932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0" y="15684"/>
                      </a:moveTo>
                      <a:cubicBezTo>
                        <a:pt x="2564" y="12125"/>
                        <a:pt x="6528" y="10991"/>
                        <a:pt x="9992" y="8991"/>
                      </a:cubicBezTo>
                      <a:cubicBezTo>
                        <a:pt x="5394" y="7027"/>
                        <a:pt x="5992" y="2063"/>
                        <a:pt x="8590" y="563"/>
                      </a:cubicBezTo>
                      <a:cubicBezTo>
                        <a:pt x="12054" y="-1437"/>
                        <a:pt x="11822" y="2161"/>
                        <a:pt x="11224" y="7125"/>
                      </a:cubicBezTo>
                      <a:cubicBezTo>
                        <a:pt x="14188" y="4259"/>
                        <a:pt x="17519" y="27"/>
                        <a:pt x="21617" y="1125"/>
                      </a:cubicBezTo>
                      <a:cubicBezTo>
                        <a:pt x="25715" y="2223"/>
                        <a:pt x="24617" y="6321"/>
                        <a:pt x="20653" y="7455"/>
                      </a:cubicBezTo>
                      <a:lnTo>
                        <a:pt x="14090" y="10089"/>
                      </a:lnTo>
                      <a:cubicBezTo>
                        <a:pt x="20421" y="11053"/>
                        <a:pt x="24519" y="12151"/>
                        <a:pt x="22921" y="15383"/>
                      </a:cubicBezTo>
                      <a:cubicBezTo>
                        <a:pt x="20456" y="19115"/>
                        <a:pt x="13992" y="15919"/>
                        <a:pt x="10260" y="13455"/>
                      </a:cubicBezTo>
                      <a:lnTo>
                        <a:pt x="1300" y="17936"/>
                      </a:lnTo>
                      <a:lnTo>
                        <a:pt x="0" y="15684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4" name="path_493"/>
                <p:cNvSpPr/>
                <p:nvPr/>
              </p:nvSpPr>
              <p:spPr>
                <a:xfrm>
                  <a:off x="5111496" y="2107692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11500"/>
                      </a:moveTo>
                      <a:lnTo>
                        <a:pt x="19919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5" name="path_494"/>
                <p:cNvSpPr/>
                <p:nvPr/>
              </p:nvSpPr>
              <p:spPr>
                <a:xfrm>
                  <a:off x="5182766" y="2088835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0" y="9062"/>
                      </a:moveTo>
                      <a:lnTo>
                        <a:pt x="1696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6" name="path_495"/>
                <p:cNvSpPr/>
                <p:nvPr/>
              </p:nvSpPr>
              <p:spPr>
                <a:xfrm>
                  <a:off x="5222361" y="2148840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0" y="0"/>
                      </a:moveTo>
                      <a:lnTo>
                        <a:pt x="8196" y="2196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497" name="Ice crystal branch"/>
              <p:cNvGrpSpPr/>
              <p:nvPr/>
            </p:nvGrpSpPr>
            <p:grpSpPr>
              <a:xfrm>
                <a:off x="5105095" y="2197740"/>
                <a:ext cx="227676" cy="185737"/>
                <a:chOff x="5105095" y="2197740"/>
                <a:chExt cx="227676" cy="185737"/>
              </a:xfrm>
            </p:grpSpPr>
            <p:sp>
              <p:nvSpPr>
                <p:cNvPr id="498" name="path_497"/>
                <p:cNvSpPr/>
                <p:nvPr/>
              </p:nvSpPr>
              <p:spPr>
                <a:xfrm>
                  <a:off x="5105095" y="2197740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1300" y="613"/>
                      </a:moveTo>
                      <a:cubicBezTo>
                        <a:pt x="5664" y="1054"/>
                        <a:pt x="8628" y="3920"/>
                        <a:pt x="12092" y="5920"/>
                      </a:cubicBezTo>
                      <a:cubicBezTo>
                        <a:pt x="11494" y="956"/>
                        <a:pt x="16092" y="-1008"/>
                        <a:pt x="18690" y="492"/>
                      </a:cubicBezTo>
                      <a:cubicBezTo>
                        <a:pt x="22154" y="2492"/>
                        <a:pt x="18922" y="4090"/>
                        <a:pt x="14324" y="6054"/>
                      </a:cubicBezTo>
                      <a:cubicBezTo>
                        <a:pt x="18288" y="7188"/>
                        <a:pt x="23619" y="7956"/>
                        <a:pt x="24717" y="12054"/>
                      </a:cubicBezTo>
                      <a:cubicBezTo>
                        <a:pt x="25815" y="16152"/>
                        <a:pt x="21717" y="17250"/>
                        <a:pt x="18753" y="14384"/>
                      </a:cubicBezTo>
                      <a:lnTo>
                        <a:pt x="13190" y="10018"/>
                      </a:lnTo>
                      <a:cubicBezTo>
                        <a:pt x="15521" y="15982"/>
                        <a:pt x="16619" y="20080"/>
                        <a:pt x="13021" y="20312"/>
                      </a:cubicBezTo>
                      <a:cubicBezTo>
                        <a:pt x="8556" y="20045"/>
                        <a:pt x="8092" y="12848"/>
                        <a:pt x="8360" y="8384"/>
                      </a:cubicBezTo>
                      <a:lnTo>
                        <a:pt x="0" y="2865"/>
                      </a:lnTo>
                      <a:lnTo>
                        <a:pt x="1300" y="613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9" name="path_498"/>
                <p:cNvSpPr/>
                <p:nvPr/>
              </p:nvSpPr>
              <p:spPr>
                <a:xfrm>
                  <a:off x="5111496" y="2212848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0"/>
                      </a:moveTo>
                      <a:lnTo>
                        <a:pt x="19919" y="11500"/>
                      </a:lnTo>
                    </a:path>
                  </a:pathLst>
                </a:custGeom>
                <a:noFill/>
                <a:ln w="6857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0" name="path_499"/>
                <p:cNvSpPr/>
                <p:nvPr/>
              </p:nvSpPr>
              <p:spPr>
                <a:xfrm>
                  <a:off x="5182766" y="2225995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0" y="3062"/>
                      </a:moveTo>
                      <a:lnTo>
                        <a:pt x="8696" y="0"/>
                      </a:lnTo>
                    </a:path>
                  </a:pathLst>
                </a:custGeom>
                <a:noFill/>
                <a:ln w="9143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1" name="path_500"/>
                <p:cNvSpPr/>
                <p:nvPr/>
              </p:nvSpPr>
              <p:spPr>
                <a:xfrm>
                  <a:off x="5222361" y="2276856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0" y="0"/>
                      </a:moveTo>
                      <a:lnTo>
                        <a:pt x="2196" y="8196"/>
                      </a:lnTo>
                    </a:path>
                  </a:pathLst>
                </a:custGeom>
                <a:noFill/>
                <a:ln w="9143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02" name="Ice crystal branch"/>
              <p:cNvGrpSpPr/>
              <p:nvPr/>
            </p:nvGrpSpPr>
            <p:grpSpPr>
              <a:xfrm>
                <a:off x="5016423" y="2212848"/>
                <a:ext cx="186513" cy="248888"/>
                <a:chOff x="5016423" y="2212848"/>
                <a:chExt cx="186513" cy="248888"/>
              </a:xfrm>
            </p:grpSpPr>
            <p:sp>
              <p:nvSpPr>
                <p:cNvPr id="503" name="path_502"/>
                <p:cNvSpPr/>
                <p:nvPr/>
              </p:nvSpPr>
              <p:spPr>
                <a:xfrm>
                  <a:off x="5016423" y="2212848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11597" y="0"/>
                      </a:moveTo>
                      <a:cubicBezTo>
                        <a:pt x="13397" y="4000"/>
                        <a:pt x="12397" y="8000"/>
                        <a:pt x="12397" y="12000"/>
                      </a:cubicBezTo>
                      <a:cubicBezTo>
                        <a:pt x="16397" y="9000"/>
                        <a:pt x="20397" y="12000"/>
                        <a:pt x="20397" y="15000"/>
                      </a:cubicBezTo>
                      <a:cubicBezTo>
                        <a:pt x="20397" y="19000"/>
                        <a:pt x="17397" y="17000"/>
                        <a:pt x="13397" y="14000"/>
                      </a:cubicBezTo>
                      <a:cubicBezTo>
                        <a:pt x="14397" y="18000"/>
                        <a:pt x="16397" y="23000"/>
                        <a:pt x="13397" y="26000"/>
                      </a:cubicBezTo>
                      <a:cubicBezTo>
                        <a:pt x="10397" y="29000"/>
                        <a:pt x="7397" y="26000"/>
                        <a:pt x="8397" y="22000"/>
                      </a:cubicBezTo>
                      <a:lnTo>
                        <a:pt x="9397" y="15000"/>
                      </a:lnTo>
                      <a:cubicBezTo>
                        <a:pt x="5397" y="20000"/>
                        <a:pt x="2397" y="23000"/>
                        <a:pt x="397" y="20000"/>
                      </a:cubicBezTo>
                      <a:cubicBezTo>
                        <a:pt x="-1603" y="16000"/>
                        <a:pt x="4397" y="12000"/>
                        <a:pt x="8397" y="10000"/>
                      </a:cubicBezTo>
                      <a:lnTo>
                        <a:pt x="8997" y="0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4" name="path_503"/>
                <p:cNvSpPr/>
                <p:nvPr/>
              </p:nvSpPr>
              <p:spPr>
                <a:xfrm>
                  <a:off x="5111496" y="2212848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5" name="path_504"/>
                <p:cNvSpPr/>
                <p:nvPr/>
              </p:nvSpPr>
              <p:spPr>
                <a:xfrm>
                  <a:off x="5111496" y="2295144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0" y="0"/>
                      </a:moveTo>
                      <a:lnTo>
                        <a:pt x="7000" y="600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6" name="path_505"/>
                <p:cNvSpPr/>
                <p:nvPr/>
              </p:nvSpPr>
              <p:spPr>
                <a:xfrm>
                  <a:off x="5056632" y="2340864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6000" y="0"/>
                      </a:moveTo>
                      <a:lnTo>
                        <a:pt x="0" y="600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07" name="Ice crystal branch"/>
              <p:cNvGrpSpPr/>
              <p:nvPr/>
            </p:nvGrpSpPr>
            <p:grpSpPr>
              <a:xfrm>
                <a:off x="4895636" y="2201761"/>
                <a:ext cx="221347" cy="164003"/>
                <a:chOff x="4895636" y="2201761"/>
                <a:chExt cx="221347" cy="164003"/>
              </a:xfrm>
            </p:grpSpPr>
            <p:sp>
              <p:nvSpPr>
                <p:cNvPr id="508" name="path_507"/>
                <p:cNvSpPr/>
                <p:nvPr/>
              </p:nvSpPr>
              <p:spPr>
                <a:xfrm>
                  <a:off x="4895636" y="2201761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24207" y="2252"/>
                      </a:moveTo>
                      <a:cubicBezTo>
                        <a:pt x="21643" y="5811"/>
                        <a:pt x="17679" y="6944"/>
                        <a:pt x="14214" y="8944"/>
                      </a:cubicBezTo>
                      <a:cubicBezTo>
                        <a:pt x="18813" y="10909"/>
                        <a:pt x="18214" y="15873"/>
                        <a:pt x="15616" y="17373"/>
                      </a:cubicBezTo>
                      <a:cubicBezTo>
                        <a:pt x="12152" y="19373"/>
                        <a:pt x="12384" y="15775"/>
                        <a:pt x="12982" y="10811"/>
                      </a:cubicBezTo>
                      <a:cubicBezTo>
                        <a:pt x="10018" y="13677"/>
                        <a:pt x="6688" y="17909"/>
                        <a:pt x="2590" y="16811"/>
                      </a:cubicBezTo>
                      <a:cubicBezTo>
                        <a:pt x="-1508" y="15712"/>
                        <a:pt x="-410" y="11614"/>
                        <a:pt x="3554" y="10480"/>
                      </a:cubicBezTo>
                      <a:lnTo>
                        <a:pt x="10116" y="7846"/>
                      </a:lnTo>
                      <a:cubicBezTo>
                        <a:pt x="3786" y="6882"/>
                        <a:pt x="-312" y="5784"/>
                        <a:pt x="1286" y="2552"/>
                      </a:cubicBezTo>
                      <a:cubicBezTo>
                        <a:pt x="3750" y="-1180"/>
                        <a:pt x="10214" y="2016"/>
                        <a:pt x="13947" y="4480"/>
                      </a:cubicBezTo>
                      <a:lnTo>
                        <a:pt x="22907" y="0"/>
                      </a:lnTo>
                      <a:lnTo>
                        <a:pt x="24207" y="2252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9" name="path_508"/>
                <p:cNvSpPr/>
                <p:nvPr/>
              </p:nvSpPr>
              <p:spPr>
                <a:xfrm>
                  <a:off x="4929360" y="2212848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0" name="path_509"/>
                <p:cNvSpPr/>
                <p:nvPr/>
              </p:nvSpPr>
              <p:spPr>
                <a:xfrm>
                  <a:off x="5024716" y="2253996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1696" y="0"/>
                      </a:moveTo>
                      <a:lnTo>
                        <a:pt x="0" y="9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1" name="path_510"/>
                <p:cNvSpPr/>
                <p:nvPr/>
              </p:nvSpPr>
              <p:spPr>
                <a:xfrm>
                  <a:off x="4925685" y="2256774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8196" y="2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12" name="Ice crystal branch"/>
              <p:cNvGrpSpPr/>
              <p:nvPr/>
            </p:nvGrpSpPr>
            <p:grpSpPr>
              <a:xfrm>
                <a:off x="4890220" y="2042219"/>
                <a:ext cx="227676" cy="185737"/>
                <a:chOff x="4890220" y="2042219"/>
                <a:chExt cx="227676" cy="185737"/>
              </a:xfrm>
            </p:grpSpPr>
            <p:sp>
              <p:nvSpPr>
                <p:cNvPr id="513" name="path_512"/>
                <p:cNvSpPr/>
                <p:nvPr/>
              </p:nvSpPr>
              <p:spPr>
                <a:xfrm>
                  <a:off x="4890220" y="2042219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23599" y="19699"/>
                      </a:moveTo>
                      <a:cubicBezTo>
                        <a:pt x="19235" y="19258"/>
                        <a:pt x="16271" y="16392"/>
                        <a:pt x="12807" y="14392"/>
                      </a:cubicBezTo>
                      <a:cubicBezTo>
                        <a:pt x="13405" y="19356"/>
                        <a:pt x="8807" y="21321"/>
                        <a:pt x="6209" y="19821"/>
                      </a:cubicBezTo>
                      <a:cubicBezTo>
                        <a:pt x="2745" y="17821"/>
                        <a:pt x="5977" y="16222"/>
                        <a:pt x="10575" y="14258"/>
                      </a:cubicBezTo>
                      <a:cubicBezTo>
                        <a:pt x="6611" y="13124"/>
                        <a:pt x="1280" y="12356"/>
                        <a:pt x="182" y="8258"/>
                      </a:cubicBezTo>
                      <a:cubicBezTo>
                        <a:pt x="-916" y="4160"/>
                        <a:pt x="3182" y="3062"/>
                        <a:pt x="6146" y="5928"/>
                      </a:cubicBezTo>
                      <a:lnTo>
                        <a:pt x="11709" y="10294"/>
                      </a:lnTo>
                      <a:cubicBezTo>
                        <a:pt x="9378" y="4330"/>
                        <a:pt x="8280" y="232"/>
                        <a:pt x="11878" y="0"/>
                      </a:cubicBezTo>
                      <a:cubicBezTo>
                        <a:pt x="16343" y="268"/>
                        <a:pt x="16807" y="7464"/>
                        <a:pt x="16539" y="11928"/>
                      </a:cubicBezTo>
                      <a:lnTo>
                        <a:pt x="24899" y="17448"/>
                      </a:lnTo>
                      <a:lnTo>
                        <a:pt x="23599" y="1969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4" name="path_513"/>
                <p:cNvSpPr/>
                <p:nvPr/>
              </p:nvSpPr>
              <p:spPr>
                <a:xfrm>
                  <a:off x="4929360" y="2107692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11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5" name="path_514"/>
                <p:cNvSpPr/>
                <p:nvPr/>
              </p:nvSpPr>
              <p:spPr>
                <a:xfrm>
                  <a:off x="4960708" y="2171700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8696" y="0"/>
                      </a:moveTo>
                      <a:lnTo>
                        <a:pt x="0" y="3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6" name="path_515"/>
                <p:cNvSpPr/>
                <p:nvPr/>
              </p:nvSpPr>
              <p:spPr>
                <a:xfrm>
                  <a:off x="4980549" y="2073894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2196" y="8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7" name="path_516"/>
              <p:cNvSpPr/>
              <p:nvPr/>
            </p:nvSpPr>
            <p:spPr>
              <a:xfrm>
                <a:off x="5065776" y="2167128"/>
                <a:ext cx="91440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10000">
                    <a:moveTo>
                      <a:pt x="10000" y="5000"/>
                    </a:moveTo>
                    <a:cubicBezTo>
                      <a:pt x="10000" y="7761"/>
                      <a:pt x="7761" y="10000"/>
                      <a:pt x="5000" y="10000"/>
                    </a:cubicBezTo>
                    <a:cubicBezTo>
                      <a:pt x="2239" y="10000"/>
                      <a:pt x="0" y="7761"/>
                      <a:pt x="0" y="5000"/>
                    </a:cubicBezTo>
                    <a:cubicBezTo>
                      <a:pt x="0" y="2239"/>
                      <a:pt x="2239" y="0"/>
                      <a:pt x="5000" y="0"/>
                    </a:cubicBezTo>
                    <a:cubicBezTo>
                      <a:pt x="7761" y="0"/>
                      <a:pt x="10000" y="2239"/>
                      <a:pt x="10000" y="5000"/>
                    </a:cubicBezTo>
                    <a:close/>
                  </a:path>
                </a:pathLst>
              </a:custGeom>
              <a:solidFill>
                <a:srgbClr val="C2ECFF"/>
              </a:solidFill>
              <a:ln w="6400" cap="flat">
                <a:solidFill>
                  <a:srgbClr val="A2DF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path_517"/>
              <p:cNvSpPr/>
              <p:nvPr/>
            </p:nvSpPr>
            <p:spPr>
              <a:xfrm>
                <a:off x="5076749" y="2178101"/>
                <a:ext cx="51206" cy="51206"/>
              </a:xfrm>
              <a:custGeom>
                <a:avLst/>
                <a:gdLst/>
                <a:ahLst/>
                <a:cxnLst/>
                <a:rect l="0" t="0" r="r" b="b"/>
                <a:pathLst>
                  <a:path w="5600" h="5600">
                    <a:moveTo>
                      <a:pt x="5600" y="2800"/>
                    </a:moveTo>
                    <a:cubicBezTo>
                      <a:pt x="5600" y="4346"/>
                      <a:pt x="4346" y="5600"/>
                      <a:pt x="2800" y="5600"/>
                    </a:cubicBezTo>
                    <a:cubicBezTo>
                      <a:pt x="1254" y="5600"/>
                      <a:pt x="0" y="4346"/>
                      <a:pt x="0" y="2800"/>
                    </a:cubicBezTo>
                    <a:cubicBezTo>
                      <a:pt x="0" y="1254"/>
                      <a:pt x="1254" y="0"/>
                      <a:pt x="2800" y="0"/>
                    </a:cubicBezTo>
                    <a:cubicBezTo>
                      <a:pt x="4346" y="0"/>
                      <a:pt x="5600" y="1254"/>
                      <a:pt x="5600" y="2800"/>
                    </a:cubicBezTo>
                    <a:close/>
                  </a:path>
                </a:pathLst>
              </a:custGeom>
              <a:solidFill>
                <a:srgbClr val="F1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9" name="Frozen parameter snowflake"/>
            <p:cNvGrpSpPr/>
            <p:nvPr/>
          </p:nvGrpSpPr>
          <p:grpSpPr>
            <a:xfrm>
              <a:off x="4890220" y="2759488"/>
              <a:ext cx="442551" cy="497776"/>
              <a:chOff x="4890220" y="2759488"/>
              <a:chExt cx="442551" cy="497776"/>
            </a:xfrm>
          </p:grpSpPr>
          <p:grpSp>
            <p:nvGrpSpPr>
              <p:cNvPr id="520" name="Ice crystal branch"/>
              <p:cNvGrpSpPr/>
              <p:nvPr/>
            </p:nvGrpSpPr>
            <p:grpSpPr>
              <a:xfrm>
                <a:off x="5020056" y="2759488"/>
                <a:ext cx="186513" cy="248888"/>
                <a:chOff x="5020056" y="2759488"/>
                <a:chExt cx="186513" cy="248888"/>
              </a:xfrm>
            </p:grpSpPr>
            <p:sp>
              <p:nvSpPr>
                <p:cNvPr id="521" name="path_520"/>
                <p:cNvSpPr/>
                <p:nvPr/>
              </p:nvSpPr>
              <p:spPr>
                <a:xfrm>
                  <a:off x="5020056" y="2759488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8800" y="27219"/>
                      </a:moveTo>
                      <a:cubicBezTo>
                        <a:pt x="7000" y="23219"/>
                        <a:pt x="8000" y="19219"/>
                        <a:pt x="8000" y="15219"/>
                      </a:cubicBezTo>
                      <a:cubicBezTo>
                        <a:pt x="4000" y="18219"/>
                        <a:pt x="0" y="15219"/>
                        <a:pt x="0" y="12219"/>
                      </a:cubicBezTo>
                      <a:cubicBezTo>
                        <a:pt x="0" y="8219"/>
                        <a:pt x="3000" y="10219"/>
                        <a:pt x="7000" y="13219"/>
                      </a:cubicBezTo>
                      <a:cubicBezTo>
                        <a:pt x="6000" y="9219"/>
                        <a:pt x="4000" y="4219"/>
                        <a:pt x="7000" y="1219"/>
                      </a:cubicBezTo>
                      <a:cubicBezTo>
                        <a:pt x="10000" y="-1781"/>
                        <a:pt x="13000" y="1219"/>
                        <a:pt x="12000" y="5219"/>
                      </a:cubicBezTo>
                      <a:lnTo>
                        <a:pt x="11000" y="12219"/>
                      </a:lnTo>
                      <a:cubicBezTo>
                        <a:pt x="15000" y="7219"/>
                        <a:pt x="18000" y="4219"/>
                        <a:pt x="20000" y="7219"/>
                      </a:cubicBezTo>
                      <a:cubicBezTo>
                        <a:pt x="22000" y="11219"/>
                        <a:pt x="16000" y="15219"/>
                        <a:pt x="12000" y="17219"/>
                      </a:cubicBezTo>
                      <a:lnTo>
                        <a:pt x="11400" y="27219"/>
                      </a:lnTo>
                      <a:lnTo>
                        <a:pt x="8800" y="2721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2" name="path_521"/>
                <p:cNvSpPr/>
                <p:nvPr/>
              </p:nvSpPr>
              <p:spPr>
                <a:xfrm>
                  <a:off x="5111496" y="2798064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23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3" name="path_522"/>
                <p:cNvSpPr/>
                <p:nvPr/>
              </p:nvSpPr>
              <p:spPr>
                <a:xfrm>
                  <a:off x="5047488" y="2871216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7000" y="6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4" name="path_523"/>
                <p:cNvSpPr/>
                <p:nvPr/>
              </p:nvSpPr>
              <p:spPr>
                <a:xfrm>
                  <a:off x="5111496" y="2825496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0" y="6000"/>
                      </a:moveTo>
                      <a:lnTo>
                        <a:pt x="600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25" name="Ice crystal branch"/>
              <p:cNvGrpSpPr/>
              <p:nvPr/>
            </p:nvGrpSpPr>
            <p:grpSpPr>
              <a:xfrm>
                <a:off x="5106010" y="2855460"/>
                <a:ext cx="221347" cy="164003"/>
                <a:chOff x="5106010" y="2855460"/>
                <a:chExt cx="221347" cy="164003"/>
              </a:xfrm>
            </p:grpSpPr>
            <p:sp>
              <p:nvSpPr>
                <p:cNvPr id="526" name="path_525"/>
                <p:cNvSpPr/>
                <p:nvPr/>
              </p:nvSpPr>
              <p:spPr>
                <a:xfrm>
                  <a:off x="5106010" y="2855460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0" y="15684"/>
                      </a:moveTo>
                      <a:cubicBezTo>
                        <a:pt x="2564" y="12125"/>
                        <a:pt x="6528" y="10991"/>
                        <a:pt x="9992" y="8991"/>
                      </a:cubicBezTo>
                      <a:cubicBezTo>
                        <a:pt x="5394" y="7027"/>
                        <a:pt x="5992" y="2063"/>
                        <a:pt x="8590" y="563"/>
                      </a:cubicBezTo>
                      <a:cubicBezTo>
                        <a:pt x="12054" y="-1437"/>
                        <a:pt x="11822" y="2161"/>
                        <a:pt x="11224" y="7125"/>
                      </a:cubicBezTo>
                      <a:cubicBezTo>
                        <a:pt x="14188" y="4259"/>
                        <a:pt x="17519" y="27"/>
                        <a:pt x="21617" y="1125"/>
                      </a:cubicBezTo>
                      <a:cubicBezTo>
                        <a:pt x="25715" y="2223"/>
                        <a:pt x="24617" y="6321"/>
                        <a:pt x="20653" y="7455"/>
                      </a:cubicBezTo>
                      <a:lnTo>
                        <a:pt x="14090" y="10089"/>
                      </a:lnTo>
                      <a:cubicBezTo>
                        <a:pt x="20421" y="11053"/>
                        <a:pt x="24519" y="12151"/>
                        <a:pt x="22921" y="15383"/>
                      </a:cubicBezTo>
                      <a:cubicBezTo>
                        <a:pt x="20456" y="19115"/>
                        <a:pt x="13992" y="15919"/>
                        <a:pt x="10260" y="13455"/>
                      </a:cubicBezTo>
                      <a:lnTo>
                        <a:pt x="1300" y="17936"/>
                      </a:lnTo>
                      <a:lnTo>
                        <a:pt x="0" y="15684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7" name="path_526"/>
                <p:cNvSpPr/>
                <p:nvPr/>
              </p:nvSpPr>
              <p:spPr>
                <a:xfrm>
                  <a:off x="5111496" y="2903220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11500"/>
                      </a:moveTo>
                      <a:lnTo>
                        <a:pt x="19919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8" name="path_527"/>
                <p:cNvSpPr/>
                <p:nvPr/>
              </p:nvSpPr>
              <p:spPr>
                <a:xfrm>
                  <a:off x="5182766" y="2884363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0" y="9062"/>
                      </a:moveTo>
                      <a:lnTo>
                        <a:pt x="1696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9" name="path_528"/>
                <p:cNvSpPr/>
                <p:nvPr/>
              </p:nvSpPr>
              <p:spPr>
                <a:xfrm>
                  <a:off x="5222361" y="2944368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0" y="0"/>
                      </a:moveTo>
                      <a:lnTo>
                        <a:pt x="8196" y="2196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30" name="Ice crystal branch"/>
              <p:cNvGrpSpPr/>
              <p:nvPr/>
            </p:nvGrpSpPr>
            <p:grpSpPr>
              <a:xfrm>
                <a:off x="5105095" y="2993268"/>
                <a:ext cx="227676" cy="185737"/>
                <a:chOff x="5105095" y="2993268"/>
                <a:chExt cx="227676" cy="185737"/>
              </a:xfrm>
            </p:grpSpPr>
            <p:sp>
              <p:nvSpPr>
                <p:cNvPr id="531" name="path_530"/>
                <p:cNvSpPr/>
                <p:nvPr/>
              </p:nvSpPr>
              <p:spPr>
                <a:xfrm>
                  <a:off x="5105095" y="2993268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1300" y="613"/>
                      </a:moveTo>
                      <a:cubicBezTo>
                        <a:pt x="5664" y="1054"/>
                        <a:pt x="8628" y="3920"/>
                        <a:pt x="12092" y="5920"/>
                      </a:cubicBezTo>
                      <a:cubicBezTo>
                        <a:pt x="11494" y="956"/>
                        <a:pt x="16092" y="-1008"/>
                        <a:pt x="18690" y="492"/>
                      </a:cubicBezTo>
                      <a:cubicBezTo>
                        <a:pt x="22154" y="2492"/>
                        <a:pt x="18922" y="4090"/>
                        <a:pt x="14324" y="6054"/>
                      </a:cubicBezTo>
                      <a:cubicBezTo>
                        <a:pt x="18288" y="7188"/>
                        <a:pt x="23619" y="7956"/>
                        <a:pt x="24717" y="12054"/>
                      </a:cubicBezTo>
                      <a:cubicBezTo>
                        <a:pt x="25815" y="16152"/>
                        <a:pt x="21717" y="17250"/>
                        <a:pt x="18753" y="14384"/>
                      </a:cubicBezTo>
                      <a:lnTo>
                        <a:pt x="13190" y="10018"/>
                      </a:lnTo>
                      <a:cubicBezTo>
                        <a:pt x="15521" y="15982"/>
                        <a:pt x="16619" y="20080"/>
                        <a:pt x="13021" y="20312"/>
                      </a:cubicBezTo>
                      <a:cubicBezTo>
                        <a:pt x="8556" y="20045"/>
                        <a:pt x="8092" y="12848"/>
                        <a:pt x="8360" y="8384"/>
                      </a:cubicBezTo>
                      <a:lnTo>
                        <a:pt x="0" y="2865"/>
                      </a:lnTo>
                      <a:lnTo>
                        <a:pt x="1300" y="613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2" name="path_531"/>
                <p:cNvSpPr/>
                <p:nvPr/>
              </p:nvSpPr>
              <p:spPr>
                <a:xfrm>
                  <a:off x="5111496" y="3008376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0"/>
                      </a:moveTo>
                      <a:lnTo>
                        <a:pt x="19919" y="11500"/>
                      </a:lnTo>
                    </a:path>
                  </a:pathLst>
                </a:custGeom>
                <a:noFill/>
                <a:ln w="6857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3" name="path_532"/>
                <p:cNvSpPr/>
                <p:nvPr/>
              </p:nvSpPr>
              <p:spPr>
                <a:xfrm>
                  <a:off x="5182766" y="3021523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0" y="3062"/>
                      </a:moveTo>
                      <a:lnTo>
                        <a:pt x="8696" y="0"/>
                      </a:lnTo>
                    </a:path>
                  </a:pathLst>
                </a:custGeom>
                <a:noFill/>
                <a:ln w="9143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4" name="path_533"/>
                <p:cNvSpPr/>
                <p:nvPr/>
              </p:nvSpPr>
              <p:spPr>
                <a:xfrm>
                  <a:off x="5222361" y="3072384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0" y="0"/>
                      </a:moveTo>
                      <a:lnTo>
                        <a:pt x="2196" y="8196"/>
                      </a:lnTo>
                    </a:path>
                  </a:pathLst>
                </a:custGeom>
                <a:noFill/>
                <a:ln w="9143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35" name="Ice crystal branch"/>
              <p:cNvGrpSpPr/>
              <p:nvPr/>
            </p:nvGrpSpPr>
            <p:grpSpPr>
              <a:xfrm>
                <a:off x="5016423" y="3008376"/>
                <a:ext cx="186513" cy="248888"/>
                <a:chOff x="5016423" y="3008376"/>
                <a:chExt cx="186513" cy="248888"/>
              </a:xfrm>
            </p:grpSpPr>
            <p:sp>
              <p:nvSpPr>
                <p:cNvPr id="536" name="path_535"/>
                <p:cNvSpPr/>
                <p:nvPr/>
              </p:nvSpPr>
              <p:spPr>
                <a:xfrm>
                  <a:off x="5016423" y="3008376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11597" y="0"/>
                      </a:moveTo>
                      <a:cubicBezTo>
                        <a:pt x="13397" y="4000"/>
                        <a:pt x="12397" y="8000"/>
                        <a:pt x="12397" y="12000"/>
                      </a:cubicBezTo>
                      <a:cubicBezTo>
                        <a:pt x="16397" y="9000"/>
                        <a:pt x="20397" y="12000"/>
                        <a:pt x="20397" y="15000"/>
                      </a:cubicBezTo>
                      <a:cubicBezTo>
                        <a:pt x="20397" y="19000"/>
                        <a:pt x="17397" y="17000"/>
                        <a:pt x="13397" y="14000"/>
                      </a:cubicBezTo>
                      <a:cubicBezTo>
                        <a:pt x="14397" y="18000"/>
                        <a:pt x="16397" y="23000"/>
                        <a:pt x="13397" y="26000"/>
                      </a:cubicBezTo>
                      <a:cubicBezTo>
                        <a:pt x="10397" y="29000"/>
                        <a:pt x="7397" y="26000"/>
                        <a:pt x="8397" y="22000"/>
                      </a:cubicBezTo>
                      <a:lnTo>
                        <a:pt x="9397" y="15000"/>
                      </a:lnTo>
                      <a:cubicBezTo>
                        <a:pt x="5397" y="20000"/>
                        <a:pt x="2397" y="23000"/>
                        <a:pt x="397" y="20000"/>
                      </a:cubicBezTo>
                      <a:cubicBezTo>
                        <a:pt x="-1603" y="16000"/>
                        <a:pt x="4397" y="12000"/>
                        <a:pt x="8397" y="10000"/>
                      </a:cubicBezTo>
                      <a:lnTo>
                        <a:pt x="8997" y="0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7" name="path_536"/>
                <p:cNvSpPr/>
                <p:nvPr/>
              </p:nvSpPr>
              <p:spPr>
                <a:xfrm>
                  <a:off x="5111496" y="3008376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8" name="path_537"/>
                <p:cNvSpPr/>
                <p:nvPr/>
              </p:nvSpPr>
              <p:spPr>
                <a:xfrm>
                  <a:off x="5111496" y="3090672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0" y="0"/>
                      </a:moveTo>
                      <a:lnTo>
                        <a:pt x="7000" y="600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9" name="path_538"/>
                <p:cNvSpPr/>
                <p:nvPr/>
              </p:nvSpPr>
              <p:spPr>
                <a:xfrm>
                  <a:off x="5056632" y="3136392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6000" y="0"/>
                      </a:moveTo>
                      <a:lnTo>
                        <a:pt x="0" y="600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40" name="Ice crystal branch"/>
              <p:cNvGrpSpPr/>
              <p:nvPr/>
            </p:nvGrpSpPr>
            <p:grpSpPr>
              <a:xfrm>
                <a:off x="4895636" y="2997289"/>
                <a:ext cx="221347" cy="164003"/>
                <a:chOff x="4895636" y="2997289"/>
                <a:chExt cx="221347" cy="164003"/>
              </a:xfrm>
            </p:grpSpPr>
            <p:sp>
              <p:nvSpPr>
                <p:cNvPr id="541" name="path_540"/>
                <p:cNvSpPr/>
                <p:nvPr/>
              </p:nvSpPr>
              <p:spPr>
                <a:xfrm>
                  <a:off x="4895636" y="2997289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24207" y="2252"/>
                      </a:moveTo>
                      <a:cubicBezTo>
                        <a:pt x="21643" y="5811"/>
                        <a:pt x="17679" y="6944"/>
                        <a:pt x="14214" y="8944"/>
                      </a:cubicBezTo>
                      <a:cubicBezTo>
                        <a:pt x="18813" y="10909"/>
                        <a:pt x="18214" y="15873"/>
                        <a:pt x="15616" y="17373"/>
                      </a:cubicBezTo>
                      <a:cubicBezTo>
                        <a:pt x="12152" y="19373"/>
                        <a:pt x="12384" y="15775"/>
                        <a:pt x="12982" y="10811"/>
                      </a:cubicBezTo>
                      <a:cubicBezTo>
                        <a:pt x="10018" y="13677"/>
                        <a:pt x="6688" y="17909"/>
                        <a:pt x="2590" y="16811"/>
                      </a:cubicBezTo>
                      <a:cubicBezTo>
                        <a:pt x="-1508" y="15712"/>
                        <a:pt x="-410" y="11614"/>
                        <a:pt x="3554" y="10480"/>
                      </a:cubicBezTo>
                      <a:lnTo>
                        <a:pt x="10116" y="7846"/>
                      </a:lnTo>
                      <a:cubicBezTo>
                        <a:pt x="3786" y="6882"/>
                        <a:pt x="-312" y="5784"/>
                        <a:pt x="1286" y="2552"/>
                      </a:cubicBezTo>
                      <a:cubicBezTo>
                        <a:pt x="3750" y="-1180"/>
                        <a:pt x="10214" y="2016"/>
                        <a:pt x="13947" y="4480"/>
                      </a:cubicBezTo>
                      <a:lnTo>
                        <a:pt x="22907" y="0"/>
                      </a:lnTo>
                      <a:lnTo>
                        <a:pt x="24207" y="2252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2" name="path_541"/>
                <p:cNvSpPr/>
                <p:nvPr/>
              </p:nvSpPr>
              <p:spPr>
                <a:xfrm>
                  <a:off x="4929360" y="3008376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3" name="path_542"/>
                <p:cNvSpPr/>
                <p:nvPr/>
              </p:nvSpPr>
              <p:spPr>
                <a:xfrm>
                  <a:off x="5024716" y="3049524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1696" y="0"/>
                      </a:moveTo>
                      <a:lnTo>
                        <a:pt x="0" y="9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4" name="path_543"/>
                <p:cNvSpPr/>
                <p:nvPr/>
              </p:nvSpPr>
              <p:spPr>
                <a:xfrm>
                  <a:off x="4925685" y="3052302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8196" y="2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45" name="Ice crystal branch"/>
              <p:cNvGrpSpPr/>
              <p:nvPr/>
            </p:nvGrpSpPr>
            <p:grpSpPr>
              <a:xfrm>
                <a:off x="4890220" y="2837747"/>
                <a:ext cx="227676" cy="185737"/>
                <a:chOff x="4890220" y="2837747"/>
                <a:chExt cx="227676" cy="185737"/>
              </a:xfrm>
            </p:grpSpPr>
            <p:sp>
              <p:nvSpPr>
                <p:cNvPr id="546" name="path_545"/>
                <p:cNvSpPr/>
                <p:nvPr/>
              </p:nvSpPr>
              <p:spPr>
                <a:xfrm>
                  <a:off x="4890220" y="2837747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23599" y="19699"/>
                      </a:moveTo>
                      <a:cubicBezTo>
                        <a:pt x="19235" y="19258"/>
                        <a:pt x="16271" y="16392"/>
                        <a:pt x="12807" y="14392"/>
                      </a:cubicBezTo>
                      <a:cubicBezTo>
                        <a:pt x="13405" y="19356"/>
                        <a:pt x="8807" y="21321"/>
                        <a:pt x="6209" y="19821"/>
                      </a:cubicBezTo>
                      <a:cubicBezTo>
                        <a:pt x="2745" y="17821"/>
                        <a:pt x="5977" y="16222"/>
                        <a:pt x="10575" y="14258"/>
                      </a:cubicBezTo>
                      <a:cubicBezTo>
                        <a:pt x="6611" y="13124"/>
                        <a:pt x="1280" y="12356"/>
                        <a:pt x="182" y="8258"/>
                      </a:cubicBezTo>
                      <a:cubicBezTo>
                        <a:pt x="-916" y="4160"/>
                        <a:pt x="3182" y="3062"/>
                        <a:pt x="6146" y="5928"/>
                      </a:cubicBezTo>
                      <a:lnTo>
                        <a:pt x="11709" y="10294"/>
                      </a:lnTo>
                      <a:cubicBezTo>
                        <a:pt x="9378" y="4330"/>
                        <a:pt x="8280" y="232"/>
                        <a:pt x="11878" y="0"/>
                      </a:cubicBezTo>
                      <a:cubicBezTo>
                        <a:pt x="16343" y="268"/>
                        <a:pt x="16807" y="7464"/>
                        <a:pt x="16539" y="11928"/>
                      </a:cubicBezTo>
                      <a:lnTo>
                        <a:pt x="24899" y="17448"/>
                      </a:lnTo>
                      <a:lnTo>
                        <a:pt x="23599" y="1969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7" name="path_546"/>
                <p:cNvSpPr/>
                <p:nvPr/>
              </p:nvSpPr>
              <p:spPr>
                <a:xfrm>
                  <a:off x="4929360" y="2903220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11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8" name="path_547"/>
                <p:cNvSpPr/>
                <p:nvPr/>
              </p:nvSpPr>
              <p:spPr>
                <a:xfrm>
                  <a:off x="4960708" y="2967228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8696" y="0"/>
                      </a:moveTo>
                      <a:lnTo>
                        <a:pt x="0" y="3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9" name="path_548"/>
                <p:cNvSpPr/>
                <p:nvPr/>
              </p:nvSpPr>
              <p:spPr>
                <a:xfrm>
                  <a:off x="4980549" y="2869422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2196" y="8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50" name="path_549"/>
              <p:cNvSpPr/>
              <p:nvPr/>
            </p:nvSpPr>
            <p:spPr>
              <a:xfrm>
                <a:off x="5065776" y="2962656"/>
                <a:ext cx="91440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10000">
                    <a:moveTo>
                      <a:pt x="10000" y="5000"/>
                    </a:moveTo>
                    <a:cubicBezTo>
                      <a:pt x="10000" y="7761"/>
                      <a:pt x="7761" y="10000"/>
                      <a:pt x="5000" y="10000"/>
                    </a:cubicBezTo>
                    <a:cubicBezTo>
                      <a:pt x="2239" y="10000"/>
                      <a:pt x="0" y="7761"/>
                      <a:pt x="0" y="5000"/>
                    </a:cubicBezTo>
                    <a:cubicBezTo>
                      <a:pt x="0" y="2239"/>
                      <a:pt x="2239" y="0"/>
                      <a:pt x="5000" y="0"/>
                    </a:cubicBezTo>
                    <a:cubicBezTo>
                      <a:pt x="7761" y="0"/>
                      <a:pt x="10000" y="2239"/>
                      <a:pt x="10000" y="5000"/>
                    </a:cubicBezTo>
                    <a:close/>
                  </a:path>
                </a:pathLst>
              </a:custGeom>
              <a:solidFill>
                <a:srgbClr val="C2ECFF"/>
              </a:solidFill>
              <a:ln w="6400" cap="flat">
                <a:solidFill>
                  <a:srgbClr val="A2DF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" name="path_550"/>
              <p:cNvSpPr/>
              <p:nvPr/>
            </p:nvSpPr>
            <p:spPr>
              <a:xfrm>
                <a:off x="5076749" y="2973629"/>
                <a:ext cx="51206" cy="51206"/>
              </a:xfrm>
              <a:custGeom>
                <a:avLst/>
                <a:gdLst/>
                <a:ahLst/>
                <a:cxnLst/>
                <a:rect l="0" t="0" r="r" b="b"/>
                <a:pathLst>
                  <a:path w="5600" h="5600">
                    <a:moveTo>
                      <a:pt x="5600" y="2800"/>
                    </a:moveTo>
                    <a:cubicBezTo>
                      <a:pt x="5600" y="4346"/>
                      <a:pt x="4346" y="5600"/>
                      <a:pt x="2800" y="5600"/>
                    </a:cubicBezTo>
                    <a:cubicBezTo>
                      <a:pt x="1254" y="5600"/>
                      <a:pt x="0" y="4346"/>
                      <a:pt x="0" y="2800"/>
                    </a:cubicBezTo>
                    <a:cubicBezTo>
                      <a:pt x="0" y="1254"/>
                      <a:pt x="1254" y="0"/>
                      <a:pt x="2800" y="0"/>
                    </a:cubicBezTo>
                    <a:cubicBezTo>
                      <a:pt x="4346" y="0"/>
                      <a:pt x="5600" y="1254"/>
                      <a:pt x="5600" y="2800"/>
                    </a:cubicBezTo>
                    <a:close/>
                  </a:path>
                </a:pathLst>
              </a:custGeom>
              <a:solidFill>
                <a:srgbClr val="F1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2" name="Frozen parameter snowflake"/>
            <p:cNvGrpSpPr/>
            <p:nvPr/>
          </p:nvGrpSpPr>
          <p:grpSpPr>
            <a:xfrm>
              <a:off x="8611828" y="3747040"/>
              <a:ext cx="442551" cy="497776"/>
              <a:chOff x="8611828" y="3747040"/>
              <a:chExt cx="442551" cy="497776"/>
            </a:xfrm>
          </p:grpSpPr>
          <p:grpSp>
            <p:nvGrpSpPr>
              <p:cNvPr id="553" name="Ice crystal branch"/>
              <p:cNvGrpSpPr/>
              <p:nvPr/>
            </p:nvGrpSpPr>
            <p:grpSpPr>
              <a:xfrm>
                <a:off x="8741664" y="3747040"/>
                <a:ext cx="186513" cy="248888"/>
                <a:chOff x="8741664" y="3747040"/>
                <a:chExt cx="186513" cy="248888"/>
              </a:xfrm>
            </p:grpSpPr>
            <p:sp>
              <p:nvSpPr>
                <p:cNvPr id="554" name="path_553"/>
                <p:cNvSpPr/>
                <p:nvPr/>
              </p:nvSpPr>
              <p:spPr>
                <a:xfrm>
                  <a:off x="8741664" y="3747040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8800" y="27219"/>
                      </a:moveTo>
                      <a:cubicBezTo>
                        <a:pt x="7000" y="23219"/>
                        <a:pt x="8000" y="19219"/>
                        <a:pt x="8000" y="15219"/>
                      </a:cubicBezTo>
                      <a:cubicBezTo>
                        <a:pt x="4000" y="18219"/>
                        <a:pt x="0" y="15219"/>
                        <a:pt x="0" y="12219"/>
                      </a:cubicBezTo>
                      <a:cubicBezTo>
                        <a:pt x="0" y="8219"/>
                        <a:pt x="3000" y="10219"/>
                        <a:pt x="7000" y="13219"/>
                      </a:cubicBezTo>
                      <a:cubicBezTo>
                        <a:pt x="6000" y="9219"/>
                        <a:pt x="4000" y="4219"/>
                        <a:pt x="7000" y="1219"/>
                      </a:cubicBezTo>
                      <a:cubicBezTo>
                        <a:pt x="10000" y="-1781"/>
                        <a:pt x="13000" y="1219"/>
                        <a:pt x="12000" y="5219"/>
                      </a:cubicBezTo>
                      <a:lnTo>
                        <a:pt x="11000" y="12219"/>
                      </a:lnTo>
                      <a:cubicBezTo>
                        <a:pt x="15000" y="7219"/>
                        <a:pt x="18000" y="4219"/>
                        <a:pt x="20000" y="7219"/>
                      </a:cubicBezTo>
                      <a:cubicBezTo>
                        <a:pt x="22000" y="11219"/>
                        <a:pt x="16000" y="15219"/>
                        <a:pt x="12000" y="17219"/>
                      </a:cubicBezTo>
                      <a:lnTo>
                        <a:pt x="11400" y="27219"/>
                      </a:lnTo>
                      <a:lnTo>
                        <a:pt x="8800" y="2721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5" name="path_554"/>
                <p:cNvSpPr/>
                <p:nvPr/>
              </p:nvSpPr>
              <p:spPr>
                <a:xfrm>
                  <a:off x="8833104" y="3785616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23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6" name="path_555"/>
                <p:cNvSpPr/>
                <p:nvPr/>
              </p:nvSpPr>
              <p:spPr>
                <a:xfrm>
                  <a:off x="8769096" y="3858768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7000" y="6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7" name="path_556"/>
                <p:cNvSpPr/>
                <p:nvPr/>
              </p:nvSpPr>
              <p:spPr>
                <a:xfrm>
                  <a:off x="8833104" y="3813048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0" y="6000"/>
                      </a:moveTo>
                      <a:lnTo>
                        <a:pt x="600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58" name="Ice crystal branch"/>
              <p:cNvGrpSpPr/>
              <p:nvPr/>
            </p:nvGrpSpPr>
            <p:grpSpPr>
              <a:xfrm>
                <a:off x="8827618" y="3843012"/>
                <a:ext cx="221347" cy="164003"/>
                <a:chOff x="8827618" y="3843012"/>
                <a:chExt cx="221347" cy="164003"/>
              </a:xfrm>
            </p:grpSpPr>
            <p:sp>
              <p:nvSpPr>
                <p:cNvPr id="559" name="path_558"/>
                <p:cNvSpPr/>
                <p:nvPr/>
              </p:nvSpPr>
              <p:spPr>
                <a:xfrm>
                  <a:off x="8827618" y="3843012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0" y="15684"/>
                      </a:moveTo>
                      <a:cubicBezTo>
                        <a:pt x="2564" y="12125"/>
                        <a:pt x="6528" y="10991"/>
                        <a:pt x="9992" y="8991"/>
                      </a:cubicBezTo>
                      <a:cubicBezTo>
                        <a:pt x="5394" y="7027"/>
                        <a:pt x="5992" y="2063"/>
                        <a:pt x="8590" y="563"/>
                      </a:cubicBezTo>
                      <a:cubicBezTo>
                        <a:pt x="12054" y="-1437"/>
                        <a:pt x="11822" y="2161"/>
                        <a:pt x="11224" y="7125"/>
                      </a:cubicBezTo>
                      <a:cubicBezTo>
                        <a:pt x="14188" y="4259"/>
                        <a:pt x="17519" y="27"/>
                        <a:pt x="21617" y="1125"/>
                      </a:cubicBezTo>
                      <a:cubicBezTo>
                        <a:pt x="25715" y="2223"/>
                        <a:pt x="24617" y="6321"/>
                        <a:pt x="20653" y="7455"/>
                      </a:cubicBezTo>
                      <a:lnTo>
                        <a:pt x="14090" y="10089"/>
                      </a:lnTo>
                      <a:cubicBezTo>
                        <a:pt x="20421" y="11053"/>
                        <a:pt x="24519" y="12151"/>
                        <a:pt x="22921" y="15383"/>
                      </a:cubicBezTo>
                      <a:cubicBezTo>
                        <a:pt x="20456" y="19115"/>
                        <a:pt x="13992" y="15919"/>
                        <a:pt x="10260" y="13455"/>
                      </a:cubicBezTo>
                      <a:lnTo>
                        <a:pt x="1300" y="17936"/>
                      </a:lnTo>
                      <a:lnTo>
                        <a:pt x="0" y="15684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0" name="path_559"/>
                <p:cNvSpPr/>
                <p:nvPr/>
              </p:nvSpPr>
              <p:spPr>
                <a:xfrm>
                  <a:off x="8833104" y="3890772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11500"/>
                      </a:moveTo>
                      <a:lnTo>
                        <a:pt x="19919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1" name="path_560"/>
                <p:cNvSpPr/>
                <p:nvPr/>
              </p:nvSpPr>
              <p:spPr>
                <a:xfrm>
                  <a:off x="8904374" y="3871915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0" y="9062"/>
                      </a:moveTo>
                      <a:lnTo>
                        <a:pt x="1696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2" name="path_561"/>
                <p:cNvSpPr/>
                <p:nvPr/>
              </p:nvSpPr>
              <p:spPr>
                <a:xfrm>
                  <a:off x="8943969" y="3931920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0" y="0"/>
                      </a:moveTo>
                      <a:lnTo>
                        <a:pt x="8196" y="2196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63" name="Ice crystal branch"/>
              <p:cNvGrpSpPr/>
              <p:nvPr/>
            </p:nvGrpSpPr>
            <p:grpSpPr>
              <a:xfrm>
                <a:off x="8826703" y="3980820"/>
                <a:ext cx="227676" cy="185737"/>
                <a:chOff x="8826703" y="3980820"/>
                <a:chExt cx="227676" cy="185737"/>
              </a:xfrm>
            </p:grpSpPr>
            <p:sp>
              <p:nvSpPr>
                <p:cNvPr id="564" name="path_563"/>
                <p:cNvSpPr/>
                <p:nvPr/>
              </p:nvSpPr>
              <p:spPr>
                <a:xfrm>
                  <a:off x="8826703" y="3980820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1300" y="613"/>
                      </a:moveTo>
                      <a:cubicBezTo>
                        <a:pt x="5664" y="1054"/>
                        <a:pt x="8628" y="3920"/>
                        <a:pt x="12092" y="5920"/>
                      </a:cubicBezTo>
                      <a:cubicBezTo>
                        <a:pt x="11494" y="956"/>
                        <a:pt x="16092" y="-1008"/>
                        <a:pt x="18690" y="492"/>
                      </a:cubicBezTo>
                      <a:cubicBezTo>
                        <a:pt x="22154" y="2492"/>
                        <a:pt x="18922" y="4090"/>
                        <a:pt x="14324" y="6054"/>
                      </a:cubicBezTo>
                      <a:cubicBezTo>
                        <a:pt x="18288" y="7188"/>
                        <a:pt x="23619" y="7956"/>
                        <a:pt x="24717" y="12054"/>
                      </a:cubicBezTo>
                      <a:cubicBezTo>
                        <a:pt x="25815" y="16152"/>
                        <a:pt x="21717" y="17250"/>
                        <a:pt x="18753" y="14384"/>
                      </a:cubicBezTo>
                      <a:lnTo>
                        <a:pt x="13190" y="10018"/>
                      </a:lnTo>
                      <a:cubicBezTo>
                        <a:pt x="15521" y="15982"/>
                        <a:pt x="16619" y="20080"/>
                        <a:pt x="13021" y="20312"/>
                      </a:cubicBezTo>
                      <a:cubicBezTo>
                        <a:pt x="8556" y="20045"/>
                        <a:pt x="8092" y="12848"/>
                        <a:pt x="8360" y="8384"/>
                      </a:cubicBezTo>
                      <a:lnTo>
                        <a:pt x="0" y="2865"/>
                      </a:lnTo>
                      <a:lnTo>
                        <a:pt x="1300" y="613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5" name="path_564"/>
                <p:cNvSpPr/>
                <p:nvPr/>
              </p:nvSpPr>
              <p:spPr>
                <a:xfrm>
                  <a:off x="8833104" y="3995928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0"/>
                      </a:moveTo>
                      <a:lnTo>
                        <a:pt x="19919" y="11500"/>
                      </a:lnTo>
                    </a:path>
                  </a:pathLst>
                </a:custGeom>
                <a:noFill/>
                <a:ln w="6857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6" name="path_565"/>
                <p:cNvSpPr/>
                <p:nvPr/>
              </p:nvSpPr>
              <p:spPr>
                <a:xfrm>
                  <a:off x="8904374" y="4009075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0" y="3062"/>
                      </a:moveTo>
                      <a:lnTo>
                        <a:pt x="8696" y="0"/>
                      </a:lnTo>
                    </a:path>
                  </a:pathLst>
                </a:custGeom>
                <a:noFill/>
                <a:ln w="9143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7" name="path_566"/>
                <p:cNvSpPr/>
                <p:nvPr/>
              </p:nvSpPr>
              <p:spPr>
                <a:xfrm>
                  <a:off x="8943969" y="4059936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0" y="0"/>
                      </a:moveTo>
                      <a:lnTo>
                        <a:pt x="2196" y="8196"/>
                      </a:lnTo>
                    </a:path>
                  </a:pathLst>
                </a:custGeom>
                <a:noFill/>
                <a:ln w="9143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68" name="Ice crystal branch"/>
              <p:cNvGrpSpPr/>
              <p:nvPr/>
            </p:nvGrpSpPr>
            <p:grpSpPr>
              <a:xfrm>
                <a:off x="8738031" y="3995928"/>
                <a:ext cx="186513" cy="248888"/>
                <a:chOff x="8738031" y="3995928"/>
                <a:chExt cx="186513" cy="248888"/>
              </a:xfrm>
            </p:grpSpPr>
            <p:sp>
              <p:nvSpPr>
                <p:cNvPr id="569" name="path_568"/>
                <p:cNvSpPr/>
                <p:nvPr/>
              </p:nvSpPr>
              <p:spPr>
                <a:xfrm>
                  <a:off x="8738031" y="3995928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11597" y="0"/>
                      </a:moveTo>
                      <a:cubicBezTo>
                        <a:pt x="13397" y="4000"/>
                        <a:pt x="12397" y="8000"/>
                        <a:pt x="12397" y="12000"/>
                      </a:cubicBezTo>
                      <a:cubicBezTo>
                        <a:pt x="16397" y="9000"/>
                        <a:pt x="20397" y="12000"/>
                        <a:pt x="20397" y="15000"/>
                      </a:cubicBezTo>
                      <a:cubicBezTo>
                        <a:pt x="20397" y="19000"/>
                        <a:pt x="17397" y="17000"/>
                        <a:pt x="13397" y="14000"/>
                      </a:cubicBezTo>
                      <a:cubicBezTo>
                        <a:pt x="14397" y="18000"/>
                        <a:pt x="16397" y="23000"/>
                        <a:pt x="13397" y="26000"/>
                      </a:cubicBezTo>
                      <a:cubicBezTo>
                        <a:pt x="10397" y="29000"/>
                        <a:pt x="7397" y="26000"/>
                        <a:pt x="8397" y="22000"/>
                      </a:cubicBezTo>
                      <a:lnTo>
                        <a:pt x="9397" y="15000"/>
                      </a:lnTo>
                      <a:cubicBezTo>
                        <a:pt x="5397" y="20000"/>
                        <a:pt x="2397" y="23000"/>
                        <a:pt x="397" y="20000"/>
                      </a:cubicBezTo>
                      <a:cubicBezTo>
                        <a:pt x="-1603" y="16000"/>
                        <a:pt x="4397" y="12000"/>
                        <a:pt x="8397" y="10000"/>
                      </a:cubicBezTo>
                      <a:lnTo>
                        <a:pt x="8997" y="0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0" name="path_569"/>
                <p:cNvSpPr/>
                <p:nvPr/>
              </p:nvSpPr>
              <p:spPr>
                <a:xfrm>
                  <a:off x="8833104" y="3995928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1" name="path_570"/>
                <p:cNvSpPr/>
                <p:nvPr/>
              </p:nvSpPr>
              <p:spPr>
                <a:xfrm>
                  <a:off x="8833104" y="4078224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0" y="0"/>
                      </a:moveTo>
                      <a:lnTo>
                        <a:pt x="7000" y="600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2" name="path_571"/>
                <p:cNvSpPr/>
                <p:nvPr/>
              </p:nvSpPr>
              <p:spPr>
                <a:xfrm>
                  <a:off x="8778240" y="4123944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6000" y="0"/>
                      </a:moveTo>
                      <a:lnTo>
                        <a:pt x="0" y="600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73" name="Ice crystal branch"/>
              <p:cNvGrpSpPr/>
              <p:nvPr/>
            </p:nvGrpSpPr>
            <p:grpSpPr>
              <a:xfrm>
                <a:off x="8617244" y="3984841"/>
                <a:ext cx="221347" cy="164003"/>
                <a:chOff x="8617244" y="3984841"/>
                <a:chExt cx="221347" cy="164003"/>
              </a:xfrm>
            </p:grpSpPr>
            <p:sp>
              <p:nvSpPr>
                <p:cNvPr id="574" name="path_573"/>
                <p:cNvSpPr/>
                <p:nvPr/>
              </p:nvSpPr>
              <p:spPr>
                <a:xfrm>
                  <a:off x="8617244" y="3984841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24207" y="2252"/>
                      </a:moveTo>
                      <a:cubicBezTo>
                        <a:pt x="21643" y="5811"/>
                        <a:pt x="17679" y="6944"/>
                        <a:pt x="14214" y="8944"/>
                      </a:cubicBezTo>
                      <a:cubicBezTo>
                        <a:pt x="18813" y="10909"/>
                        <a:pt x="18214" y="15873"/>
                        <a:pt x="15616" y="17373"/>
                      </a:cubicBezTo>
                      <a:cubicBezTo>
                        <a:pt x="12152" y="19373"/>
                        <a:pt x="12384" y="15775"/>
                        <a:pt x="12982" y="10811"/>
                      </a:cubicBezTo>
                      <a:cubicBezTo>
                        <a:pt x="10018" y="13677"/>
                        <a:pt x="6688" y="17909"/>
                        <a:pt x="2590" y="16811"/>
                      </a:cubicBezTo>
                      <a:cubicBezTo>
                        <a:pt x="-1508" y="15712"/>
                        <a:pt x="-410" y="11614"/>
                        <a:pt x="3554" y="10480"/>
                      </a:cubicBezTo>
                      <a:lnTo>
                        <a:pt x="10116" y="7846"/>
                      </a:lnTo>
                      <a:cubicBezTo>
                        <a:pt x="3786" y="6882"/>
                        <a:pt x="-312" y="5784"/>
                        <a:pt x="1286" y="2552"/>
                      </a:cubicBezTo>
                      <a:cubicBezTo>
                        <a:pt x="3750" y="-1180"/>
                        <a:pt x="10214" y="2016"/>
                        <a:pt x="13947" y="4480"/>
                      </a:cubicBezTo>
                      <a:lnTo>
                        <a:pt x="22907" y="0"/>
                      </a:lnTo>
                      <a:lnTo>
                        <a:pt x="24207" y="2252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5" name="path_574"/>
                <p:cNvSpPr/>
                <p:nvPr/>
              </p:nvSpPr>
              <p:spPr>
                <a:xfrm>
                  <a:off x="8650968" y="3995928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6" name="path_575"/>
                <p:cNvSpPr/>
                <p:nvPr/>
              </p:nvSpPr>
              <p:spPr>
                <a:xfrm>
                  <a:off x="8746324" y="4037076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1696" y="0"/>
                      </a:moveTo>
                      <a:lnTo>
                        <a:pt x="0" y="9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7" name="path_576"/>
                <p:cNvSpPr/>
                <p:nvPr/>
              </p:nvSpPr>
              <p:spPr>
                <a:xfrm>
                  <a:off x="8647293" y="4039854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8196" y="2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78" name="Ice crystal branch"/>
              <p:cNvGrpSpPr/>
              <p:nvPr/>
            </p:nvGrpSpPr>
            <p:grpSpPr>
              <a:xfrm>
                <a:off x="8611828" y="3825299"/>
                <a:ext cx="227676" cy="185737"/>
                <a:chOff x="8611828" y="3825299"/>
                <a:chExt cx="227676" cy="185737"/>
              </a:xfrm>
            </p:grpSpPr>
            <p:sp>
              <p:nvSpPr>
                <p:cNvPr id="579" name="path_578"/>
                <p:cNvSpPr/>
                <p:nvPr/>
              </p:nvSpPr>
              <p:spPr>
                <a:xfrm>
                  <a:off x="8611828" y="3825299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23599" y="19699"/>
                      </a:moveTo>
                      <a:cubicBezTo>
                        <a:pt x="19235" y="19258"/>
                        <a:pt x="16271" y="16392"/>
                        <a:pt x="12807" y="14392"/>
                      </a:cubicBezTo>
                      <a:cubicBezTo>
                        <a:pt x="13405" y="19356"/>
                        <a:pt x="8807" y="21321"/>
                        <a:pt x="6209" y="19821"/>
                      </a:cubicBezTo>
                      <a:cubicBezTo>
                        <a:pt x="2745" y="17821"/>
                        <a:pt x="5977" y="16222"/>
                        <a:pt x="10575" y="14258"/>
                      </a:cubicBezTo>
                      <a:cubicBezTo>
                        <a:pt x="6611" y="13124"/>
                        <a:pt x="1280" y="12356"/>
                        <a:pt x="182" y="8258"/>
                      </a:cubicBezTo>
                      <a:cubicBezTo>
                        <a:pt x="-916" y="4160"/>
                        <a:pt x="3182" y="3062"/>
                        <a:pt x="6146" y="5928"/>
                      </a:cubicBezTo>
                      <a:lnTo>
                        <a:pt x="11709" y="10294"/>
                      </a:lnTo>
                      <a:cubicBezTo>
                        <a:pt x="9378" y="4330"/>
                        <a:pt x="8280" y="232"/>
                        <a:pt x="11878" y="0"/>
                      </a:cubicBezTo>
                      <a:cubicBezTo>
                        <a:pt x="16343" y="268"/>
                        <a:pt x="16807" y="7464"/>
                        <a:pt x="16539" y="11928"/>
                      </a:cubicBezTo>
                      <a:lnTo>
                        <a:pt x="24899" y="17448"/>
                      </a:lnTo>
                      <a:lnTo>
                        <a:pt x="23599" y="1969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0" name="path_579"/>
                <p:cNvSpPr/>
                <p:nvPr/>
              </p:nvSpPr>
              <p:spPr>
                <a:xfrm>
                  <a:off x="8650968" y="3890772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11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1" name="path_580"/>
                <p:cNvSpPr/>
                <p:nvPr/>
              </p:nvSpPr>
              <p:spPr>
                <a:xfrm>
                  <a:off x="8682316" y="3954780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8696" y="0"/>
                      </a:moveTo>
                      <a:lnTo>
                        <a:pt x="0" y="3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2" name="path_581"/>
                <p:cNvSpPr/>
                <p:nvPr/>
              </p:nvSpPr>
              <p:spPr>
                <a:xfrm>
                  <a:off x="8702157" y="3856974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2196" y="8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83" name="path_582"/>
              <p:cNvSpPr/>
              <p:nvPr/>
            </p:nvSpPr>
            <p:spPr>
              <a:xfrm>
                <a:off x="8787384" y="3950208"/>
                <a:ext cx="91440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10000">
                    <a:moveTo>
                      <a:pt x="10000" y="5000"/>
                    </a:moveTo>
                    <a:cubicBezTo>
                      <a:pt x="10000" y="7761"/>
                      <a:pt x="7761" y="10000"/>
                      <a:pt x="5000" y="10000"/>
                    </a:cubicBezTo>
                    <a:cubicBezTo>
                      <a:pt x="2239" y="10000"/>
                      <a:pt x="0" y="7761"/>
                      <a:pt x="0" y="5000"/>
                    </a:cubicBezTo>
                    <a:cubicBezTo>
                      <a:pt x="0" y="2239"/>
                      <a:pt x="2239" y="0"/>
                      <a:pt x="5000" y="0"/>
                    </a:cubicBezTo>
                    <a:cubicBezTo>
                      <a:pt x="7761" y="0"/>
                      <a:pt x="10000" y="2239"/>
                      <a:pt x="10000" y="5000"/>
                    </a:cubicBezTo>
                    <a:close/>
                  </a:path>
                </a:pathLst>
              </a:custGeom>
              <a:solidFill>
                <a:srgbClr val="C2ECFF"/>
              </a:solidFill>
              <a:ln w="6400" cap="flat">
                <a:solidFill>
                  <a:srgbClr val="A2DF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path_583"/>
              <p:cNvSpPr/>
              <p:nvPr/>
            </p:nvSpPr>
            <p:spPr>
              <a:xfrm>
                <a:off x="8798357" y="3961181"/>
                <a:ext cx="51206" cy="51206"/>
              </a:xfrm>
              <a:custGeom>
                <a:avLst/>
                <a:gdLst/>
                <a:ahLst/>
                <a:cxnLst/>
                <a:rect l="0" t="0" r="r" b="b"/>
                <a:pathLst>
                  <a:path w="5600" h="5600">
                    <a:moveTo>
                      <a:pt x="5600" y="2800"/>
                    </a:moveTo>
                    <a:cubicBezTo>
                      <a:pt x="5600" y="4346"/>
                      <a:pt x="4346" y="5600"/>
                      <a:pt x="2800" y="5600"/>
                    </a:cubicBezTo>
                    <a:cubicBezTo>
                      <a:pt x="1254" y="5600"/>
                      <a:pt x="0" y="4346"/>
                      <a:pt x="0" y="2800"/>
                    </a:cubicBezTo>
                    <a:cubicBezTo>
                      <a:pt x="0" y="1254"/>
                      <a:pt x="1254" y="0"/>
                      <a:pt x="2800" y="0"/>
                    </a:cubicBezTo>
                    <a:cubicBezTo>
                      <a:pt x="4346" y="0"/>
                      <a:pt x="5600" y="1254"/>
                      <a:pt x="5600" y="2800"/>
                    </a:cubicBezTo>
                    <a:close/>
                  </a:path>
                </a:pathLst>
              </a:custGeom>
              <a:solidFill>
                <a:srgbClr val="F1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5" name="Frozen parameter snowflake"/>
            <p:cNvGrpSpPr/>
            <p:nvPr/>
          </p:nvGrpSpPr>
          <p:grpSpPr>
            <a:xfrm>
              <a:off x="8630116" y="4505992"/>
              <a:ext cx="442551" cy="497776"/>
              <a:chOff x="8630116" y="4505992"/>
              <a:chExt cx="442551" cy="497776"/>
            </a:xfrm>
          </p:grpSpPr>
          <p:grpSp>
            <p:nvGrpSpPr>
              <p:cNvPr id="586" name="Ice crystal branch"/>
              <p:cNvGrpSpPr/>
              <p:nvPr/>
            </p:nvGrpSpPr>
            <p:grpSpPr>
              <a:xfrm>
                <a:off x="8759952" y="4505992"/>
                <a:ext cx="186513" cy="248888"/>
                <a:chOff x="8759952" y="4505992"/>
                <a:chExt cx="186513" cy="248888"/>
              </a:xfrm>
            </p:grpSpPr>
            <p:sp>
              <p:nvSpPr>
                <p:cNvPr id="587" name="path_586"/>
                <p:cNvSpPr/>
                <p:nvPr/>
              </p:nvSpPr>
              <p:spPr>
                <a:xfrm>
                  <a:off x="8759952" y="4505992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8800" y="27219"/>
                      </a:moveTo>
                      <a:cubicBezTo>
                        <a:pt x="7000" y="23219"/>
                        <a:pt x="8000" y="19219"/>
                        <a:pt x="8000" y="15219"/>
                      </a:cubicBezTo>
                      <a:cubicBezTo>
                        <a:pt x="4000" y="18219"/>
                        <a:pt x="0" y="15219"/>
                        <a:pt x="0" y="12219"/>
                      </a:cubicBezTo>
                      <a:cubicBezTo>
                        <a:pt x="0" y="8219"/>
                        <a:pt x="3000" y="10219"/>
                        <a:pt x="7000" y="13219"/>
                      </a:cubicBezTo>
                      <a:cubicBezTo>
                        <a:pt x="6000" y="9219"/>
                        <a:pt x="4000" y="4219"/>
                        <a:pt x="7000" y="1219"/>
                      </a:cubicBezTo>
                      <a:cubicBezTo>
                        <a:pt x="10000" y="-1781"/>
                        <a:pt x="13000" y="1219"/>
                        <a:pt x="12000" y="5219"/>
                      </a:cubicBezTo>
                      <a:lnTo>
                        <a:pt x="11000" y="12219"/>
                      </a:lnTo>
                      <a:cubicBezTo>
                        <a:pt x="15000" y="7219"/>
                        <a:pt x="18000" y="4219"/>
                        <a:pt x="20000" y="7219"/>
                      </a:cubicBezTo>
                      <a:cubicBezTo>
                        <a:pt x="22000" y="11219"/>
                        <a:pt x="16000" y="15219"/>
                        <a:pt x="12000" y="17219"/>
                      </a:cubicBezTo>
                      <a:lnTo>
                        <a:pt x="11400" y="27219"/>
                      </a:lnTo>
                      <a:lnTo>
                        <a:pt x="8800" y="2721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8" name="path_587"/>
                <p:cNvSpPr/>
                <p:nvPr/>
              </p:nvSpPr>
              <p:spPr>
                <a:xfrm>
                  <a:off x="8851392" y="4544568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23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9" name="path_588"/>
                <p:cNvSpPr/>
                <p:nvPr/>
              </p:nvSpPr>
              <p:spPr>
                <a:xfrm>
                  <a:off x="8787384" y="4617720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7000" y="6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0" name="path_589"/>
                <p:cNvSpPr/>
                <p:nvPr/>
              </p:nvSpPr>
              <p:spPr>
                <a:xfrm>
                  <a:off x="8851392" y="4572000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0" y="6000"/>
                      </a:moveTo>
                      <a:lnTo>
                        <a:pt x="600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91" name="Ice crystal branch"/>
              <p:cNvGrpSpPr/>
              <p:nvPr/>
            </p:nvGrpSpPr>
            <p:grpSpPr>
              <a:xfrm>
                <a:off x="8845906" y="4601964"/>
                <a:ext cx="221347" cy="164003"/>
                <a:chOff x="8845906" y="4601964"/>
                <a:chExt cx="221347" cy="164003"/>
              </a:xfrm>
            </p:grpSpPr>
            <p:sp>
              <p:nvSpPr>
                <p:cNvPr id="592" name="path_591"/>
                <p:cNvSpPr/>
                <p:nvPr/>
              </p:nvSpPr>
              <p:spPr>
                <a:xfrm>
                  <a:off x="8845906" y="4601964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0" y="15684"/>
                      </a:moveTo>
                      <a:cubicBezTo>
                        <a:pt x="2564" y="12125"/>
                        <a:pt x="6528" y="10991"/>
                        <a:pt x="9992" y="8991"/>
                      </a:cubicBezTo>
                      <a:cubicBezTo>
                        <a:pt x="5394" y="7027"/>
                        <a:pt x="5992" y="2063"/>
                        <a:pt x="8590" y="563"/>
                      </a:cubicBezTo>
                      <a:cubicBezTo>
                        <a:pt x="12054" y="-1437"/>
                        <a:pt x="11822" y="2161"/>
                        <a:pt x="11224" y="7125"/>
                      </a:cubicBezTo>
                      <a:cubicBezTo>
                        <a:pt x="14188" y="4259"/>
                        <a:pt x="17519" y="27"/>
                        <a:pt x="21617" y="1125"/>
                      </a:cubicBezTo>
                      <a:cubicBezTo>
                        <a:pt x="25715" y="2223"/>
                        <a:pt x="24617" y="6321"/>
                        <a:pt x="20653" y="7455"/>
                      </a:cubicBezTo>
                      <a:lnTo>
                        <a:pt x="14090" y="10089"/>
                      </a:lnTo>
                      <a:cubicBezTo>
                        <a:pt x="20421" y="11053"/>
                        <a:pt x="24519" y="12151"/>
                        <a:pt x="22921" y="15383"/>
                      </a:cubicBezTo>
                      <a:cubicBezTo>
                        <a:pt x="20456" y="19115"/>
                        <a:pt x="13992" y="15919"/>
                        <a:pt x="10260" y="13455"/>
                      </a:cubicBezTo>
                      <a:lnTo>
                        <a:pt x="1300" y="17936"/>
                      </a:lnTo>
                      <a:lnTo>
                        <a:pt x="0" y="15684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3" name="path_592"/>
                <p:cNvSpPr/>
                <p:nvPr/>
              </p:nvSpPr>
              <p:spPr>
                <a:xfrm>
                  <a:off x="8851392" y="4649724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11500"/>
                      </a:moveTo>
                      <a:lnTo>
                        <a:pt x="19919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4" name="path_593"/>
                <p:cNvSpPr/>
                <p:nvPr/>
              </p:nvSpPr>
              <p:spPr>
                <a:xfrm>
                  <a:off x="8922662" y="4630867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0" y="9062"/>
                      </a:moveTo>
                      <a:lnTo>
                        <a:pt x="1696" y="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5" name="path_594"/>
                <p:cNvSpPr/>
                <p:nvPr/>
              </p:nvSpPr>
              <p:spPr>
                <a:xfrm>
                  <a:off x="8962257" y="4690872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0" y="0"/>
                      </a:moveTo>
                      <a:lnTo>
                        <a:pt x="8196" y="2196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96" name="Ice crystal branch"/>
              <p:cNvGrpSpPr/>
              <p:nvPr/>
            </p:nvGrpSpPr>
            <p:grpSpPr>
              <a:xfrm>
                <a:off x="8844991" y="4739772"/>
                <a:ext cx="227676" cy="185737"/>
                <a:chOff x="8844991" y="4739772"/>
                <a:chExt cx="227676" cy="185737"/>
              </a:xfrm>
            </p:grpSpPr>
            <p:sp>
              <p:nvSpPr>
                <p:cNvPr id="597" name="path_596"/>
                <p:cNvSpPr/>
                <p:nvPr/>
              </p:nvSpPr>
              <p:spPr>
                <a:xfrm>
                  <a:off x="8844991" y="4739772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1300" y="613"/>
                      </a:moveTo>
                      <a:cubicBezTo>
                        <a:pt x="5664" y="1054"/>
                        <a:pt x="8628" y="3920"/>
                        <a:pt x="12092" y="5920"/>
                      </a:cubicBezTo>
                      <a:cubicBezTo>
                        <a:pt x="11494" y="956"/>
                        <a:pt x="16092" y="-1008"/>
                        <a:pt x="18690" y="492"/>
                      </a:cubicBezTo>
                      <a:cubicBezTo>
                        <a:pt x="22154" y="2492"/>
                        <a:pt x="18922" y="4090"/>
                        <a:pt x="14324" y="6054"/>
                      </a:cubicBezTo>
                      <a:cubicBezTo>
                        <a:pt x="18288" y="7188"/>
                        <a:pt x="23619" y="7956"/>
                        <a:pt x="24717" y="12054"/>
                      </a:cubicBezTo>
                      <a:cubicBezTo>
                        <a:pt x="25815" y="16152"/>
                        <a:pt x="21717" y="17250"/>
                        <a:pt x="18753" y="14384"/>
                      </a:cubicBezTo>
                      <a:lnTo>
                        <a:pt x="13190" y="10018"/>
                      </a:lnTo>
                      <a:cubicBezTo>
                        <a:pt x="15521" y="15982"/>
                        <a:pt x="16619" y="20080"/>
                        <a:pt x="13021" y="20312"/>
                      </a:cubicBezTo>
                      <a:cubicBezTo>
                        <a:pt x="8556" y="20045"/>
                        <a:pt x="8092" y="12848"/>
                        <a:pt x="8360" y="8384"/>
                      </a:cubicBezTo>
                      <a:lnTo>
                        <a:pt x="0" y="2865"/>
                      </a:lnTo>
                      <a:lnTo>
                        <a:pt x="1300" y="613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8" name="path_597"/>
                <p:cNvSpPr/>
                <p:nvPr/>
              </p:nvSpPr>
              <p:spPr>
                <a:xfrm>
                  <a:off x="8851392" y="4754880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0" y="0"/>
                      </a:moveTo>
                      <a:lnTo>
                        <a:pt x="19919" y="11500"/>
                      </a:lnTo>
                    </a:path>
                  </a:pathLst>
                </a:custGeom>
                <a:noFill/>
                <a:ln w="6857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9" name="path_598"/>
                <p:cNvSpPr/>
                <p:nvPr/>
              </p:nvSpPr>
              <p:spPr>
                <a:xfrm>
                  <a:off x="8922662" y="4768027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0" y="3062"/>
                      </a:moveTo>
                      <a:lnTo>
                        <a:pt x="8696" y="0"/>
                      </a:lnTo>
                    </a:path>
                  </a:pathLst>
                </a:custGeom>
                <a:noFill/>
                <a:ln w="9143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0" name="path_599"/>
                <p:cNvSpPr/>
                <p:nvPr/>
              </p:nvSpPr>
              <p:spPr>
                <a:xfrm>
                  <a:off x="8962257" y="4818888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0" y="0"/>
                      </a:moveTo>
                      <a:lnTo>
                        <a:pt x="2196" y="8196"/>
                      </a:lnTo>
                    </a:path>
                  </a:pathLst>
                </a:custGeom>
                <a:noFill/>
                <a:ln w="9143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01" name="Ice crystal branch"/>
              <p:cNvGrpSpPr/>
              <p:nvPr/>
            </p:nvGrpSpPr>
            <p:grpSpPr>
              <a:xfrm>
                <a:off x="8756319" y="4754880"/>
                <a:ext cx="186513" cy="248888"/>
                <a:chOff x="8756319" y="4754880"/>
                <a:chExt cx="186513" cy="248888"/>
              </a:xfrm>
            </p:grpSpPr>
            <p:sp>
              <p:nvSpPr>
                <p:cNvPr id="602" name="path_601"/>
                <p:cNvSpPr/>
                <p:nvPr/>
              </p:nvSpPr>
              <p:spPr>
                <a:xfrm>
                  <a:off x="8756319" y="4754880"/>
                  <a:ext cx="186513" cy="2488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397" h="27219">
                      <a:moveTo>
                        <a:pt x="11597" y="0"/>
                      </a:moveTo>
                      <a:cubicBezTo>
                        <a:pt x="13397" y="4000"/>
                        <a:pt x="12397" y="8000"/>
                        <a:pt x="12397" y="12000"/>
                      </a:cubicBezTo>
                      <a:cubicBezTo>
                        <a:pt x="16397" y="9000"/>
                        <a:pt x="20397" y="12000"/>
                        <a:pt x="20397" y="15000"/>
                      </a:cubicBezTo>
                      <a:cubicBezTo>
                        <a:pt x="20397" y="19000"/>
                        <a:pt x="17397" y="17000"/>
                        <a:pt x="13397" y="14000"/>
                      </a:cubicBezTo>
                      <a:cubicBezTo>
                        <a:pt x="14397" y="18000"/>
                        <a:pt x="16397" y="23000"/>
                        <a:pt x="13397" y="26000"/>
                      </a:cubicBezTo>
                      <a:cubicBezTo>
                        <a:pt x="10397" y="29000"/>
                        <a:pt x="7397" y="26000"/>
                        <a:pt x="8397" y="22000"/>
                      </a:cubicBezTo>
                      <a:lnTo>
                        <a:pt x="9397" y="15000"/>
                      </a:lnTo>
                      <a:cubicBezTo>
                        <a:pt x="5397" y="20000"/>
                        <a:pt x="2397" y="23000"/>
                        <a:pt x="397" y="20000"/>
                      </a:cubicBezTo>
                      <a:cubicBezTo>
                        <a:pt x="-1603" y="16000"/>
                        <a:pt x="4397" y="12000"/>
                        <a:pt x="8397" y="10000"/>
                      </a:cubicBezTo>
                      <a:lnTo>
                        <a:pt x="8997" y="0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3" name="path_602"/>
                <p:cNvSpPr/>
                <p:nvPr/>
              </p:nvSpPr>
              <p:spPr>
                <a:xfrm>
                  <a:off x="8851392" y="4754880"/>
                  <a:ext cx="91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3000" fill="none">
                      <a:moveTo>
                        <a:pt x="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4" name="path_603"/>
                <p:cNvSpPr/>
                <p:nvPr/>
              </p:nvSpPr>
              <p:spPr>
                <a:xfrm>
                  <a:off x="8851392" y="4837176"/>
                  <a:ext cx="64008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0" h="6000" fill="none">
                      <a:moveTo>
                        <a:pt x="0" y="0"/>
                      </a:moveTo>
                      <a:lnTo>
                        <a:pt x="7000" y="6000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5" name="path_604"/>
                <p:cNvSpPr/>
                <p:nvPr/>
              </p:nvSpPr>
              <p:spPr>
                <a:xfrm>
                  <a:off x="8796528" y="4882896"/>
                  <a:ext cx="54864" cy="548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00" h="6000" fill="none">
                      <a:moveTo>
                        <a:pt x="6000" y="0"/>
                      </a:moveTo>
                      <a:lnTo>
                        <a:pt x="0" y="600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06" name="Ice crystal branch"/>
              <p:cNvGrpSpPr/>
              <p:nvPr/>
            </p:nvGrpSpPr>
            <p:grpSpPr>
              <a:xfrm>
                <a:off x="8635532" y="4743793"/>
                <a:ext cx="221347" cy="164003"/>
                <a:chOff x="8635532" y="4743793"/>
                <a:chExt cx="221347" cy="164003"/>
              </a:xfrm>
            </p:grpSpPr>
            <p:sp>
              <p:nvSpPr>
                <p:cNvPr id="607" name="path_606"/>
                <p:cNvSpPr/>
                <p:nvPr/>
              </p:nvSpPr>
              <p:spPr>
                <a:xfrm>
                  <a:off x="8635532" y="4743793"/>
                  <a:ext cx="221347" cy="1640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207" h="17936">
                      <a:moveTo>
                        <a:pt x="24207" y="2252"/>
                      </a:moveTo>
                      <a:cubicBezTo>
                        <a:pt x="21643" y="5811"/>
                        <a:pt x="17679" y="6944"/>
                        <a:pt x="14214" y="8944"/>
                      </a:cubicBezTo>
                      <a:cubicBezTo>
                        <a:pt x="18813" y="10909"/>
                        <a:pt x="18214" y="15873"/>
                        <a:pt x="15616" y="17373"/>
                      </a:cubicBezTo>
                      <a:cubicBezTo>
                        <a:pt x="12152" y="19373"/>
                        <a:pt x="12384" y="15775"/>
                        <a:pt x="12982" y="10811"/>
                      </a:cubicBezTo>
                      <a:cubicBezTo>
                        <a:pt x="10018" y="13677"/>
                        <a:pt x="6688" y="17909"/>
                        <a:pt x="2590" y="16811"/>
                      </a:cubicBezTo>
                      <a:cubicBezTo>
                        <a:pt x="-1508" y="15712"/>
                        <a:pt x="-410" y="11614"/>
                        <a:pt x="3554" y="10480"/>
                      </a:cubicBezTo>
                      <a:lnTo>
                        <a:pt x="10116" y="7846"/>
                      </a:lnTo>
                      <a:cubicBezTo>
                        <a:pt x="3786" y="6882"/>
                        <a:pt x="-312" y="5784"/>
                        <a:pt x="1286" y="2552"/>
                      </a:cubicBezTo>
                      <a:cubicBezTo>
                        <a:pt x="3750" y="-1180"/>
                        <a:pt x="10214" y="2016"/>
                        <a:pt x="13947" y="4480"/>
                      </a:cubicBezTo>
                      <a:lnTo>
                        <a:pt x="22907" y="0"/>
                      </a:lnTo>
                      <a:lnTo>
                        <a:pt x="24207" y="2252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8" name="path_607"/>
                <p:cNvSpPr/>
                <p:nvPr/>
              </p:nvSpPr>
              <p:spPr>
                <a:xfrm>
                  <a:off x="8669256" y="4754880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9" name="path_608"/>
                <p:cNvSpPr/>
                <p:nvPr/>
              </p:nvSpPr>
              <p:spPr>
                <a:xfrm>
                  <a:off x="8764612" y="4796028"/>
                  <a:ext cx="15510" cy="828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96" h="9062" fill="none">
                      <a:moveTo>
                        <a:pt x="1696" y="0"/>
                      </a:moveTo>
                      <a:lnTo>
                        <a:pt x="0" y="9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0" name="path_609"/>
                <p:cNvSpPr/>
                <p:nvPr/>
              </p:nvSpPr>
              <p:spPr>
                <a:xfrm>
                  <a:off x="8665581" y="4798806"/>
                  <a:ext cx="74946" cy="200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196" h="2196" fill="none">
                      <a:moveTo>
                        <a:pt x="8196" y="2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11" name="Ice crystal branch"/>
              <p:cNvGrpSpPr/>
              <p:nvPr/>
            </p:nvGrpSpPr>
            <p:grpSpPr>
              <a:xfrm>
                <a:off x="8630116" y="4584251"/>
                <a:ext cx="227676" cy="185737"/>
                <a:chOff x="8630116" y="4584251"/>
                <a:chExt cx="227676" cy="185737"/>
              </a:xfrm>
            </p:grpSpPr>
            <p:sp>
              <p:nvSpPr>
                <p:cNvPr id="612" name="path_611"/>
                <p:cNvSpPr/>
                <p:nvPr/>
              </p:nvSpPr>
              <p:spPr>
                <a:xfrm>
                  <a:off x="8630116" y="4584251"/>
                  <a:ext cx="227676" cy="1857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899" h="20312">
                      <a:moveTo>
                        <a:pt x="23599" y="19699"/>
                      </a:moveTo>
                      <a:cubicBezTo>
                        <a:pt x="19235" y="19258"/>
                        <a:pt x="16271" y="16392"/>
                        <a:pt x="12807" y="14392"/>
                      </a:cubicBezTo>
                      <a:cubicBezTo>
                        <a:pt x="13405" y="19356"/>
                        <a:pt x="8807" y="21321"/>
                        <a:pt x="6209" y="19821"/>
                      </a:cubicBezTo>
                      <a:cubicBezTo>
                        <a:pt x="2745" y="17821"/>
                        <a:pt x="5977" y="16222"/>
                        <a:pt x="10575" y="14258"/>
                      </a:cubicBezTo>
                      <a:cubicBezTo>
                        <a:pt x="6611" y="13124"/>
                        <a:pt x="1280" y="12356"/>
                        <a:pt x="182" y="8258"/>
                      </a:cubicBezTo>
                      <a:cubicBezTo>
                        <a:pt x="-916" y="4160"/>
                        <a:pt x="3182" y="3062"/>
                        <a:pt x="6146" y="5928"/>
                      </a:cubicBezTo>
                      <a:lnTo>
                        <a:pt x="11709" y="10294"/>
                      </a:lnTo>
                      <a:cubicBezTo>
                        <a:pt x="9378" y="4330"/>
                        <a:pt x="8280" y="232"/>
                        <a:pt x="11878" y="0"/>
                      </a:cubicBezTo>
                      <a:cubicBezTo>
                        <a:pt x="16343" y="268"/>
                        <a:pt x="16807" y="7464"/>
                        <a:pt x="16539" y="11928"/>
                      </a:cubicBezTo>
                      <a:lnTo>
                        <a:pt x="24899" y="17448"/>
                      </a:lnTo>
                      <a:lnTo>
                        <a:pt x="23599" y="19699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943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3" name="path_612"/>
                <p:cNvSpPr/>
                <p:nvPr/>
              </p:nvSpPr>
              <p:spPr>
                <a:xfrm>
                  <a:off x="8669256" y="4649724"/>
                  <a:ext cx="18213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919" h="11500" fill="none">
                      <a:moveTo>
                        <a:pt x="19919" y="11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858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4" name="path_613"/>
                <p:cNvSpPr/>
                <p:nvPr/>
              </p:nvSpPr>
              <p:spPr>
                <a:xfrm>
                  <a:off x="8700604" y="4713732"/>
                  <a:ext cx="79518" cy="280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96" h="3062" fill="none">
                      <a:moveTo>
                        <a:pt x="8696" y="0"/>
                      </a:moveTo>
                      <a:lnTo>
                        <a:pt x="0" y="3062"/>
                      </a:lnTo>
                    </a:path>
                  </a:pathLst>
                </a:custGeom>
                <a:noFill/>
                <a:ln w="9144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5" name="path_614"/>
                <p:cNvSpPr/>
                <p:nvPr/>
              </p:nvSpPr>
              <p:spPr>
                <a:xfrm>
                  <a:off x="8720445" y="4615926"/>
                  <a:ext cx="20082" cy="74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96" h="8196" fill="none">
                      <a:moveTo>
                        <a:pt x="2196" y="819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144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16" name="path_615"/>
              <p:cNvSpPr/>
              <p:nvPr/>
            </p:nvSpPr>
            <p:spPr>
              <a:xfrm>
                <a:off x="8805672" y="4709160"/>
                <a:ext cx="91440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10000">
                    <a:moveTo>
                      <a:pt x="10000" y="5000"/>
                    </a:moveTo>
                    <a:cubicBezTo>
                      <a:pt x="10000" y="7761"/>
                      <a:pt x="7761" y="10000"/>
                      <a:pt x="5000" y="10000"/>
                    </a:cubicBezTo>
                    <a:cubicBezTo>
                      <a:pt x="2239" y="10000"/>
                      <a:pt x="0" y="7761"/>
                      <a:pt x="0" y="5000"/>
                    </a:cubicBezTo>
                    <a:cubicBezTo>
                      <a:pt x="0" y="2239"/>
                      <a:pt x="2239" y="0"/>
                      <a:pt x="5000" y="0"/>
                    </a:cubicBezTo>
                    <a:cubicBezTo>
                      <a:pt x="7761" y="0"/>
                      <a:pt x="10000" y="2239"/>
                      <a:pt x="10000" y="5000"/>
                    </a:cubicBezTo>
                    <a:close/>
                  </a:path>
                </a:pathLst>
              </a:custGeom>
              <a:solidFill>
                <a:srgbClr val="C2ECFF"/>
              </a:solidFill>
              <a:ln w="6400" cap="flat">
                <a:solidFill>
                  <a:srgbClr val="A2DF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path_616"/>
              <p:cNvSpPr/>
              <p:nvPr/>
            </p:nvSpPr>
            <p:spPr>
              <a:xfrm>
                <a:off x="8816645" y="4720133"/>
                <a:ext cx="51206" cy="51206"/>
              </a:xfrm>
              <a:custGeom>
                <a:avLst/>
                <a:gdLst/>
                <a:ahLst/>
                <a:cxnLst/>
                <a:rect l="0" t="0" r="r" b="b"/>
                <a:pathLst>
                  <a:path w="5600" h="5600">
                    <a:moveTo>
                      <a:pt x="5600" y="2800"/>
                    </a:moveTo>
                    <a:cubicBezTo>
                      <a:pt x="5600" y="4346"/>
                      <a:pt x="4346" y="5600"/>
                      <a:pt x="2800" y="5600"/>
                    </a:cubicBezTo>
                    <a:cubicBezTo>
                      <a:pt x="1254" y="5600"/>
                      <a:pt x="0" y="4346"/>
                      <a:pt x="0" y="2800"/>
                    </a:cubicBezTo>
                    <a:cubicBezTo>
                      <a:pt x="0" y="1254"/>
                      <a:pt x="1254" y="0"/>
                      <a:pt x="2800" y="0"/>
                    </a:cubicBezTo>
                    <a:cubicBezTo>
                      <a:pt x="4346" y="0"/>
                      <a:pt x="5600" y="1254"/>
                      <a:pt x="5600" y="2800"/>
                    </a:cubicBezTo>
                    <a:close/>
                  </a:path>
                </a:pathLst>
              </a:custGeom>
              <a:solidFill>
                <a:srgbClr val="F1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8" name="Upper layer selector"/>
            <p:cNvGrpSpPr/>
            <p:nvPr/>
          </p:nvGrpSpPr>
          <p:grpSpPr>
            <a:xfrm>
              <a:off x="8420913" y="2455405"/>
              <a:ext cx="725221" cy="728439"/>
              <a:chOff x="8420913" y="2455405"/>
              <a:chExt cx="725221" cy="728439"/>
            </a:xfrm>
          </p:grpSpPr>
          <p:grpSp>
            <p:nvGrpSpPr>
              <p:cNvPr id="619" name="Layer selection pickaxe"/>
              <p:cNvGrpSpPr/>
              <p:nvPr/>
            </p:nvGrpSpPr>
            <p:grpSpPr>
              <a:xfrm>
                <a:off x="8420913" y="2455405"/>
                <a:ext cx="725221" cy="728439"/>
                <a:chOff x="8420913" y="2455405"/>
                <a:chExt cx="725221" cy="728439"/>
              </a:xfrm>
            </p:grpSpPr>
            <p:sp>
              <p:nvSpPr>
                <p:cNvPr id="620" name="path_619"/>
                <p:cNvSpPr/>
                <p:nvPr/>
              </p:nvSpPr>
              <p:spPr>
                <a:xfrm>
                  <a:off x="8555838" y="2455405"/>
                  <a:ext cx="590296" cy="57944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4556" h="63368">
                      <a:moveTo>
                        <a:pt x="58100" y="0"/>
                      </a:moveTo>
                      <a:lnTo>
                        <a:pt x="64556" y="5432"/>
                      </a:lnTo>
                      <a:lnTo>
                        <a:pt x="6456" y="63368"/>
                      </a:lnTo>
                      <a:lnTo>
                        <a:pt x="0" y="57032"/>
                      </a:lnTo>
                      <a:lnTo>
                        <a:pt x="58100" y="0"/>
                      </a:lnTo>
                      <a:close/>
                    </a:path>
                  </a:pathLst>
                </a:custGeom>
                <a:solidFill>
                  <a:srgbClr val="A6672F"/>
                </a:solidFill>
                <a:ln w="21723" cap="flat">
                  <a:solidFill>
                    <a:srgbClr val="252421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1" name="path_620"/>
                <p:cNvSpPr/>
                <p:nvPr/>
              </p:nvSpPr>
              <p:spPr>
                <a:xfrm>
                  <a:off x="8606434" y="2480238"/>
                  <a:ext cx="489102" cy="48838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489" h="53411">
                      <a:moveTo>
                        <a:pt x="53489" y="2716"/>
                      </a:moveTo>
                      <a:lnTo>
                        <a:pt x="1844" y="53411"/>
                      </a:lnTo>
                      <a:lnTo>
                        <a:pt x="0" y="51600"/>
                      </a:lnTo>
                      <a:lnTo>
                        <a:pt x="50722" y="0"/>
                      </a:lnTo>
                      <a:lnTo>
                        <a:pt x="53489" y="2716"/>
                      </a:lnTo>
                      <a:close/>
                    </a:path>
                  </a:pathLst>
                </a:custGeom>
                <a:solidFill>
                  <a:srgbClr val="D38A42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2" name="path_621"/>
                <p:cNvSpPr/>
                <p:nvPr/>
              </p:nvSpPr>
              <p:spPr>
                <a:xfrm>
                  <a:off x="8420913" y="2745125"/>
                  <a:ext cx="531266" cy="43871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8100" h="47979">
                      <a:moveTo>
                        <a:pt x="58100" y="47979"/>
                      </a:moveTo>
                      <a:cubicBezTo>
                        <a:pt x="42422" y="47074"/>
                        <a:pt x="23056" y="35305"/>
                        <a:pt x="11067" y="20821"/>
                      </a:cubicBezTo>
                      <a:cubicBezTo>
                        <a:pt x="4611" y="12674"/>
                        <a:pt x="1844" y="7242"/>
                        <a:pt x="0" y="0"/>
                      </a:cubicBezTo>
                      <a:cubicBezTo>
                        <a:pt x="14756" y="13579"/>
                        <a:pt x="18444" y="16295"/>
                        <a:pt x="29511" y="23537"/>
                      </a:cubicBezTo>
                      <a:cubicBezTo>
                        <a:pt x="34122" y="17200"/>
                        <a:pt x="37811" y="13579"/>
                        <a:pt x="41500" y="7242"/>
                      </a:cubicBezTo>
                      <a:lnTo>
                        <a:pt x="48878" y="13579"/>
                      </a:lnTo>
                      <a:cubicBezTo>
                        <a:pt x="45189" y="19011"/>
                        <a:pt x="41500" y="24442"/>
                        <a:pt x="38733" y="28968"/>
                      </a:cubicBezTo>
                      <a:cubicBezTo>
                        <a:pt x="45189" y="37116"/>
                        <a:pt x="51644" y="43453"/>
                        <a:pt x="58100" y="47979"/>
                      </a:cubicBezTo>
                      <a:close/>
                    </a:path>
                  </a:pathLst>
                </a:custGeom>
                <a:solidFill>
                  <a:srgbClr val="D6D9E1"/>
                </a:solidFill>
                <a:ln w="18381" cap="flat">
                  <a:solidFill>
                    <a:srgbClr val="242522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3" name="path_622"/>
                <p:cNvSpPr/>
                <p:nvPr/>
              </p:nvSpPr>
              <p:spPr>
                <a:xfrm>
                  <a:off x="8555838" y="2935513"/>
                  <a:ext cx="371043" cy="2317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578" h="25347">
                      <a:moveTo>
                        <a:pt x="40578" y="25347"/>
                      </a:moveTo>
                      <a:cubicBezTo>
                        <a:pt x="25822" y="21726"/>
                        <a:pt x="10144" y="9958"/>
                        <a:pt x="0" y="0"/>
                      </a:cubicBezTo>
                      <a:cubicBezTo>
                        <a:pt x="9222" y="9053"/>
                        <a:pt x="22133" y="13579"/>
                        <a:pt x="23978" y="8147"/>
                      </a:cubicBezTo>
                      <a:lnTo>
                        <a:pt x="40578" y="25347"/>
                      </a:lnTo>
                      <a:close/>
                    </a:path>
                  </a:pathLst>
                </a:custGeom>
                <a:solidFill>
                  <a:srgbClr val="FAFBF6"/>
                </a:solidFill>
                <a:ln w="8355" cap="flat">
                  <a:solidFill>
                    <a:srgbClr val="32333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4" name="path_623"/>
                <p:cNvSpPr/>
                <p:nvPr/>
              </p:nvSpPr>
              <p:spPr>
                <a:xfrm>
                  <a:off x="8699195" y="2852735"/>
                  <a:ext cx="143358" cy="12416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78" h="13579">
                      <a:moveTo>
                        <a:pt x="10144" y="13579"/>
                      </a:moveTo>
                      <a:lnTo>
                        <a:pt x="0" y="8147"/>
                      </a:lnTo>
                      <a:lnTo>
                        <a:pt x="7378" y="0"/>
                      </a:lnTo>
                      <a:lnTo>
                        <a:pt x="15678" y="4526"/>
                      </a:lnTo>
                      <a:lnTo>
                        <a:pt x="10144" y="13579"/>
                      </a:lnTo>
                      <a:close/>
                    </a:path>
                  </a:pathLst>
                </a:custGeom>
                <a:solidFill>
                  <a:srgbClr val="686B76"/>
                </a:solidFill>
                <a:ln w="11697" cap="flat">
                  <a:solidFill>
                    <a:srgbClr val="29282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625" name="Layer selection pickaxe"/>
            <p:cNvGrpSpPr/>
            <p:nvPr/>
          </p:nvGrpSpPr>
          <p:grpSpPr>
            <a:xfrm>
              <a:off x="4825594" y="3847314"/>
              <a:ext cx="716483" cy="703029"/>
              <a:chOff x="4825594" y="3847314"/>
              <a:chExt cx="716483" cy="703029"/>
            </a:xfrm>
          </p:grpSpPr>
          <p:sp>
            <p:nvSpPr>
              <p:cNvPr id="626" name="path_625"/>
              <p:cNvSpPr/>
              <p:nvPr/>
            </p:nvSpPr>
            <p:spPr>
              <a:xfrm>
                <a:off x="4825594" y="3991115"/>
                <a:ext cx="583184" cy="559228"/>
              </a:xfrm>
              <a:custGeom>
                <a:avLst/>
                <a:gdLst/>
                <a:ahLst/>
                <a:cxnLst/>
                <a:rect l="0" t="0" r="r" b="b"/>
                <a:pathLst>
                  <a:path w="63778" h="61158">
                    <a:moveTo>
                      <a:pt x="6378" y="61158"/>
                    </a:moveTo>
                    <a:lnTo>
                      <a:pt x="0" y="55916"/>
                    </a:lnTo>
                    <a:lnTo>
                      <a:pt x="57400" y="0"/>
                    </a:lnTo>
                    <a:lnTo>
                      <a:pt x="63778" y="6116"/>
                    </a:lnTo>
                    <a:lnTo>
                      <a:pt x="6378" y="61158"/>
                    </a:lnTo>
                    <a:close/>
                  </a:path>
                </a:pathLst>
              </a:custGeom>
              <a:solidFill>
                <a:srgbClr val="A6672F"/>
              </a:solidFill>
              <a:ln w="21216" cap="flat">
                <a:solidFill>
                  <a:srgbClr val="25242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path_626"/>
              <p:cNvSpPr/>
              <p:nvPr/>
            </p:nvSpPr>
            <p:spPr>
              <a:xfrm>
                <a:off x="4875581" y="4055027"/>
                <a:ext cx="483210" cy="471349"/>
              </a:xfrm>
              <a:custGeom>
                <a:avLst/>
                <a:gdLst/>
                <a:ahLst/>
                <a:cxnLst/>
                <a:rect l="0" t="0" r="r" b="b"/>
                <a:pathLst>
                  <a:path w="52844" h="51547">
                    <a:moveTo>
                      <a:pt x="0" y="48926"/>
                    </a:moveTo>
                    <a:lnTo>
                      <a:pt x="51022" y="0"/>
                    </a:lnTo>
                    <a:lnTo>
                      <a:pt x="52844" y="1747"/>
                    </a:lnTo>
                    <a:lnTo>
                      <a:pt x="2733" y="51547"/>
                    </a:lnTo>
                    <a:lnTo>
                      <a:pt x="0" y="48926"/>
                    </a:lnTo>
                    <a:close/>
                  </a:path>
                </a:pathLst>
              </a:custGeom>
              <a:solidFill>
                <a:srgbClr val="D38A4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path_627"/>
              <p:cNvSpPr/>
              <p:nvPr/>
            </p:nvSpPr>
            <p:spPr>
              <a:xfrm>
                <a:off x="5017211" y="3847314"/>
                <a:ext cx="524866" cy="423415"/>
              </a:xfrm>
              <a:custGeom>
                <a:avLst/>
                <a:gdLst/>
                <a:ahLst/>
                <a:cxnLst/>
                <a:rect l="0" t="0" r="r" b="b"/>
                <a:pathLst>
                  <a:path w="57400" h="46305">
                    <a:moveTo>
                      <a:pt x="0" y="0"/>
                    </a:moveTo>
                    <a:cubicBezTo>
                      <a:pt x="15489" y="874"/>
                      <a:pt x="34622" y="12232"/>
                      <a:pt x="46467" y="26211"/>
                    </a:cubicBezTo>
                    <a:cubicBezTo>
                      <a:pt x="52844" y="34074"/>
                      <a:pt x="55578" y="39316"/>
                      <a:pt x="57400" y="46305"/>
                    </a:cubicBezTo>
                    <a:cubicBezTo>
                      <a:pt x="42822" y="33200"/>
                      <a:pt x="39178" y="30579"/>
                      <a:pt x="28244" y="23589"/>
                    </a:cubicBezTo>
                    <a:cubicBezTo>
                      <a:pt x="23689" y="29705"/>
                      <a:pt x="20044" y="33200"/>
                      <a:pt x="16400" y="39316"/>
                    </a:cubicBezTo>
                    <a:lnTo>
                      <a:pt x="9111" y="33200"/>
                    </a:lnTo>
                    <a:cubicBezTo>
                      <a:pt x="12756" y="27958"/>
                      <a:pt x="16400" y="22716"/>
                      <a:pt x="19133" y="18347"/>
                    </a:cubicBezTo>
                    <a:cubicBezTo>
                      <a:pt x="12756" y="10484"/>
                      <a:pt x="6378" y="4368"/>
                      <a:pt x="0" y="0"/>
                    </a:cubicBezTo>
                    <a:close/>
                  </a:path>
                </a:pathLst>
              </a:custGeom>
              <a:solidFill>
                <a:srgbClr val="D6D9E1"/>
              </a:solidFill>
              <a:ln w="17952" cap="flat">
                <a:solidFill>
                  <a:srgbClr val="24252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path_628"/>
              <p:cNvSpPr/>
              <p:nvPr/>
            </p:nvSpPr>
            <p:spPr>
              <a:xfrm>
                <a:off x="5042205" y="3863292"/>
                <a:ext cx="366573" cy="223691"/>
              </a:xfrm>
              <a:custGeom>
                <a:avLst/>
                <a:gdLst/>
                <a:ahLst/>
                <a:cxnLst/>
                <a:rect l="0" t="0" r="r" b="b"/>
                <a:pathLst>
                  <a:path w="40089" h="24463">
                    <a:moveTo>
                      <a:pt x="0" y="0"/>
                    </a:moveTo>
                    <a:cubicBezTo>
                      <a:pt x="14578" y="3495"/>
                      <a:pt x="30067" y="14853"/>
                      <a:pt x="40089" y="24463"/>
                    </a:cubicBezTo>
                    <a:cubicBezTo>
                      <a:pt x="30978" y="15726"/>
                      <a:pt x="18222" y="11358"/>
                      <a:pt x="16400" y="166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FBF6"/>
              </a:solidFill>
              <a:ln w="8160" cap="flat">
                <a:solidFill>
                  <a:srgbClr val="32333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path_629"/>
              <p:cNvSpPr/>
              <p:nvPr/>
            </p:nvSpPr>
            <p:spPr>
              <a:xfrm>
                <a:off x="5125517" y="4047038"/>
                <a:ext cx="141630" cy="119835"/>
              </a:xfrm>
              <a:custGeom>
                <a:avLst/>
                <a:gdLst/>
                <a:ahLst/>
                <a:cxnLst/>
                <a:rect l="0" t="0" r="r" b="b"/>
                <a:pathLst>
                  <a:path w="15489" h="13105">
                    <a:moveTo>
                      <a:pt x="5467" y="0"/>
                    </a:moveTo>
                    <a:lnTo>
                      <a:pt x="15489" y="5242"/>
                    </a:lnTo>
                    <a:lnTo>
                      <a:pt x="8200" y="13105"/>
                    </a:lnTo>
                    <a:lnTo>
                      <a:pt x="0" y="8737"/>
                    </a:lnTo>
                    <a:lnTo>
                      <a:pt x="5467" y="0"/>
                    </a:lnTo>
                    <a:close/>
                  </a:path>
                </a:pathLst>
              </a:custGeom>
              <a:solidFill>
                <a:srgbClr val="686B76"/>
              </a:solidFill>
              <a:ln w="11424" cap="flat">
                <a:solidFill>
                  <a:srgbClr val="29282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1" name="Semantic No probe"/>
            <p:cNvGrpSpPr/>
            <p:nvPr/>
          </p:nvGrpSpPr>
          <p:grpSpPr>
            <a:xfrm>
              <a:off x="6345926" y="5422382"/>
              <a:ext cx="256053" cy="456067"/>
              <a:chOff x="6345926" y="5422382"/>
              <a:chExt cx="256053" cy="456067"/>
            </a:xfrm>
          </p:grpSpPr>
          <p:sp>
            <p:nvSpPr>
              <p:cNvPr id="632" name="path_631"/>
              <p:cNvSpPr/>
              <p:nvPr/>
            </p:nvSpPr>
            <p:spPr>
              <a:xfrm>
                <a:off x="6460594" y="5622500"/>
                <a:ext cx="68773" cy="255949"/>
              </a:xfrm>
              <a:custGeom>
                <a:avLst/>
                <a:gdLst/>
                <a:ahLst/>
                <a:cxnLst/>
                <a:rect l="0" t="0" r="r" b="b"/>
                <a:pathLst>
                  <a:path w="7521" h="27991">
                    <a:moveTo>
                      <a:pt x="1800" y="124"/>
                    </a:moveTo>
                    <a:lnTo>
                      <a:pt x="2794" y="20"/>
                    </a:lnTo>
                    <a:quadBezTo>
                      <a:pt x="4783" y="-189"/>
                      <a:pt x="4992" y="1800"/>
                    </a:quadBezTo>
                    <a:lnTo>
                      <a:pt x="7501" y="25668"/>
                    </a:lnTo>
                    <a:quadBezTo>
                      <a:pt x="7710" y="27657"/>
                      <a:pt x="5721" y="27866"/>
                    </a:quadBezTo>
                    <a:lnTo>
                      <a:pt x="4727" y="27971"/>
                    </a:lnTo>
                    <a:quadBezTo>
                      <a:pt x="2738" y="28180"/>
                      <a:pt x="2529" y="26191"/>
                    </a:quadBezTo>
                    <a:lnTo>
                      <a:pt x="20" y="2323"/>
                    </a:lnTo>
                    <a:quadBezTo>
                      <a:pt x="-189" y="333"/>
                      <a:pt x="1800" y="124"/>
                    </a:quadBezTo>
                    <a:close/>
                  </a:path>
                </a:pathLst>
              </a:custGeom>
              <a:solidFill>
                <a:srgbClr val="C87B66"/>
              </a:solidFill>
              <a:ln w="9144" cap="flat">
                <a:solidFill>
                  <a:srgbClr val="AA67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path_632"/>
              <p:cNvSpPr/>
              <p:nvPr/>
            </p:nvSpPr>
            <p:spPr>
              <a:xfrm>
                <a:off x="6345926" y="5422382"/>
                <a:ext cx="256053" cy="256053"/>
              </a:xfrm>
              <a:custGeom>
                <a:avLst/>
                <a:gdLst/>
                <a:ahLst/>
                <a:cxnLst/>
                <a:rect l="0" t="0" r="r" b="b"/>
                <a:pathLst>
                  <a:path w="28002" h="28002">
                    <a:moveTo>
                      <a:pt x="27924" y="12538"/>
                    </a:moveTo>
                    <a:cubicBezTo>
                      <a:pt x="28733" y="20227"/>
                      <a:pt x="23154" y="27116"/>
                      <a:pt x="15465" y="27924"/>
                    </a:cubicBezTo>
                    <a:cubicBezTo>
                      <a:pt x="7775" y="28733"/>
                      <a:pt x="886" y="23154"/>
                      <a:pt x="78" y="15465"/>
                    </a:cubicBezTo>
                    <a:cubicBezTo>
                      <a:pt x="-730" y="7775"/>
                      <a:pt x="4848" y="886"/>
                      <a:pt x="12538" y="78"/>
                    </a:cubicBezTo>
                    <a:cubicBezTo>
                      <a:pt x="20227" y="-730"/>
                      <a:pt x="27116" y="4848"/>
                      <a:pt x="27924" y="12538"/>
                    </a:cubicBezTo>
                    <a:close/>
                  </a:path>
                </a:pathLst>
              </a:custGeom>
              <a:solidFill>
                <a:srgbClr val="DC473D"/>
              </a:solidFill>
              <a:ln w="13716" cap="flat">
                <a:solidFill>
                  <a:srgbClr val="AE65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path_633"/>
              <p:cNvSpPr/>
              <p:nvPr/>
            </p:nvSpPr>
            <p:spPr>
              <a:xfrm>
                <a:off x="6358277" y="5441685"/>
                <a:ext cx="189240" cy="166706"/>
              </a:xfrm>
              <a:custGeom>
                <a:avLst/>
                <a:gdLst/>
                <a:ahLst/>
                <a:cxnLst/>
                <a:rect l="0" t="0" r="r" b="b"/>
                <a:pathLst>
                  <a:path w="20695" h="18231">
                    <a:moveTo>
                      <a:pt x="20651" y="8033"/>
                    </a:moveTo>
                    <a:cubicBezTo>
                      <a:pt x="21176" y="13031"/>
                      <a:pt x="16989" y="17568"/>
                      <a:pt x="11299" y="18166"/>
                    </a:cubicBezTo>
                    <a:cubicBezTo>
                      <a:pt x="5609" y="18764"/>
                      <a:pt x="570" y="15197"/>
                      <a:pt x="44" y="10199"/>
                    </a:cubicBezTo>
                    <a:cubicBezTo>
                      <a:pt x="-481" y="5200"/>
                      <a:pt x="3706" y="664"/>
                      <a:pt x="9397" y="65"/>
                    </a:cubicBezTo>
                    <a:cubicBezTo>
                      <a:pt x="15087" y="-533"/>
                      <a:pt x="20126" y="3034"/>
                      <a:pt x="20651" y="8033"/>
                    </a:cubicBezTo>
                    <a:close/>
                  </a:path>
                </a:pathLst>
              </a:custGeom>
              <a:solidFill>
                <a:srgbClr val="F45A4D">
                  <a:alpha val="5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text_634"/>
              <p:cNvSpPr txBox="1"/>
              <p:nvPr/>
            </p:nvSpPr>
            <p:spPr>
              <a:xfrm>
                <a:off x="6394769" y="5479360"/>
                <a:ext cx="166012" cy="14264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64" i="0" b="1" lang="en-US">
                    <a:solidFill>
                      <a:srgbClr val="FFFFFF"/>
                    </a:solidFill>
                    <a:latin typeface="Arial"/>
                  </a:rPr>
                  <a:t>No</a:t>
                </a:r>
              </a:p>
            </p:txBody>
          </p:sp>
        </p:grpSp>
        <p:sp>
          <p:nvSpPr>
            <p:cNvPr id="636" name="text_635"/>
            <p:cNvSpPr txBox="1"/>
            <p:nvPr/>
          </p:nvSpPr>
          <p:spPr>
            <a:xfrm>
              <a:off x="6583680" y="5539863"/>
              <a:ext cx="2476769" cy="36612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17" i="1" b="0" lang="en-US">
                  <a:solidFill>
                    <a:srgbClr val="060707"/>
                  </a:solidFill>
                  <a:latin typeface="Arial"/>
                </a:rPr>
                <a:t>Semantic-irrelevant</a:t>
              </a:r>
            </a:p>
          </p:txBody>
        </p:sp>
        <p:sp>
          <p:nvSpPr>
            <p:cNvPr id="637" name="text_636"/>
            <p:cNvSpPr txBox="1"/>
            <p:nvPr/>
          </p:nvSpPr>
          <p:spPr>
            <a:xfrm>
              <a:off x="5596828" y="6223681"/>
              <a:ext cx="2778376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(b) Semantic-Relevant</a:t>
              </a:r>
            </a:p>
          </p:txBody>
        </p:sp>
        <p:sp>
          <p:nvSpPr>
            <p:cNvPr id="638" name="text_637"/>
            <p:cNvSpPr txBox="1"/>
            <p:nvPr/>
          </p:nvSpPr>
          <p:spPr>
            <a:xfrm>
              <a:off x="5752518" y="6589633"/>
              <a:ext cx="2430421" cy="368503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i="1" b="0" lang="en-US">
                  <a:solidFill>
                    <a:srgbClr val="060707"/>
                  </a:solidFill>
                  <a:latin typeface="Arial"/>
                </a:rPr>
                <a:t>Layer Identification</a:t>
              </a:r>
            </a:p>
          </p:txBody>
        </p:sp>
      </p:grpSp>
      <p:grpSp>
        <p:nvGrpSpPr>
          <p:cNvPr id="639" name="(c) Semantic Invariance Constraint and Layperson-tailored Adaptation"/>
          <p:cNvGrpSpPr/>
          <p:nvPr/>
        </p:nvGrpSpPr>
        <p:grpSpPr>
          <a:xfrm>
            <a:off x="9198864" y="192024"/>
            <a:ext cx="7525512" cy="6761540"/>
            <a:chOff x="9198864" y="192024"/>
            <a:chExt cx="7525512" cy="6761540"/>
          </a:xfrm>
        </p:grpSpPr>
        <p:sp>
          <p:nvSpPr>
            <p:cNvPr id="640" name="Semantic adaptation panel"/>
            <p:cNvSpPr/>
            <p:nvPr/>
          </p:nvSpPr>
          <p:spPr>
            <a:xfrm>
              <a:off x="9518904" y="192024"/>
              <a:ext cx="7205472" cy="5925312"/>
            </a:xfrm>
            <a:prstGeom prst="roundRect">
              <a:avLst>
                <a:gd name="adj" fmla="val 2623"/>
              </a:avLst>
            </a:prstGeom>
            <a:solidFill>
              <a:srgbClr val="E5F3F3"/>
            </a:solidFill>
            <a:ln w="45719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1" name="path_640"/>
            <p:cNvSpPr/>
            <p:nvPr/>
          </p:nvSpPr>
          <p:spPr>
            <a:xfrm>
              <a:off x="9198864" y="1664208"/>
              <a:ext cx="420624" cy="1115568"/>
            </a:xfrm>
            <a:custGeom>
              <a:avLst/>
              <a:gdLst/>
              <a:ahLst/>
              <a:cxnLst/>
              <a:rect l="0" t="0" r="r" b="b"/>
              <a:pathLst>
                <a:path w="46000" h="122000" fill="none">
                  <a:moveTo>
                    <a:pt x="0" y="122000"/>
                  </a:moveTo>
                  <a:lnTo>
                    <a:pt x="46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custDash>
                <a:ds d="433333" sp="266666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path_641"/>
            <p:cNvSpPr/>
            <p:nvPr/>
          </p:nvSpPr>
          <p:spPr>
            <a:xfrm>
              <a:off x="9198864" y="3419856"/>
              <a:ext cx="420624" cy="1435608"/>
            </a:xfrm>
            <a:custGeom>
              <a:avLst/>
              <a:gdLst/>
              <a:ahLst/>
              <a:cxnLst/>
              <a:rect l="0" t="0" r="r" b="b"/>
              <a:pathLst>
                <a:path w="46000" h="157000" fill="none">
                  <a:moveTo>
                    <a:pt x="0" y="0"/>
                  </a:moveTo>
                  <a:lnTo>
                    <a:pt x="46000" y="15700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custDash>
                <a:ds d="433333" sp="266666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Pre-trained weights"/>
            <p:cNvSpPr/>
            <p:nvPr/>
          </p:nvSpPr>
          <p:spPr>
            <a:xfrm>
              <a:off x="9619488" y="1664208"/>
              <a:ext cx="1847088" cy="3200400"/>
            </a:xfrm>
            <a:prstGeom prst="rect">
              <a:avLst/>
            </a:prstGeom>
            <a:solidFill>
              <a:srgbClr val="DCE6FF"/>
            </a:solidFill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Adaptation modules"/>
            <p:cNvSpPr/>
            <p:nvPr/>
          </p:nvSpPr>
          <p:spPr>
            <a:xfrm>
              <a:off x="11612880" y="1664208"/>
              <a:ext cx="3977640" cy="3200400"/>
            </a:xfrm>
            <a:prstGeom prst="rect">
              <a:avLst/>
            </a:prstGeom>
            <a:solidFill>
              <a:srgbClr val="F7F6DA"/>
            </a:solidFill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5" name="path_644"/>
            <p:cNvSpPr/>
            <p:nvPr/>
          </p:nvSpPr>
          <p:spPr>
            <a:xfrm>
              <a:off x="10524744" y="1207008"/>
              <a:ext cx="3675888" cy="466344"/>
            </a:xfrm>
            <a:custGeom>
              <a:avLst/>
              <a:gdLst/>
              <a:ahLst/>
              <a:cxnLst/>
              <a:rect l="0" t="0" r="r" b="b"/>
              <a:pathLst>
                <a:path w="402000" h="51000" fill="none">
                  <a:moveTo>
                    <a:pt x="0" y="51000"/>
                  </a:moveTo>
                  <a:lnTo>
                    <a:pt x="0" y="0"/>
                  </a:lnTo>
                  <a:lnTo>
                    <a:pt x="40200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6" name="path_645"/>
            <p:cNvSpPr/>
            <p:nvPr/>
          </p:nvSpPr>
          <p:spPr>
            <a:xfrm>
              <a:off x="14100048" y="115671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11000" y="550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11000" y="550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path_646"/>
            <p:cNvSpPr/>
            <p:nvPr/>
          </p:nvSpPr>
          <p:spPr>
            <a:xfrm>
              <a:off x="11155680" y="1499616"/>
              <a:ext cx="1097280" cy="301752"/>
            </a:xfrm>
            <a:custGeom>
              <a:avLst/>
              <a:gdLst/>
              <a:ahLst/>
              <a:cxnLst/>
              <a:rect l="0" t="0" r="r" b="b"/>
              <a:pathLst>
                <a:path w="120000" h="33000" fill="none">
                  <a:moveTo>
                    <a:pt x="120000" y="33000"/>
                  </a:moveTo>
                  <a:lnTo>
                    <a:pt x="120000" y="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path_647"/>
            <p:cNvSpPr/>
            <p:nvPr/>
          </p:nvSpPr>
          <p:spPr>
            <a:xfrm>
              <a:off x="11155680" y="1449324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0" y="5500"/>
                  </a:moveTo>
                  <a:lnTo>
                    <a:pt x="11000" y="11000"/>
                  </a:lnTo>
                  <a:lnTo>
                    <a:pt x="11000" y="0"/>
                  </a:lnTo>
                  <a:lnTo>
                    <a:pt x="0" y="550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path_648"/>
            <p:cNvSpPr/>
            <p:nvPr/>
          </p:nvSpPr>
          <p:spPr>
            <a:xfrm>
              <a:off x="10524744" y="1499616"/>
              <a:ext cx="393192" cy="155448"/>
            </a:xfrm>
            <a:custGeom>
              <a:avLst/>
              <a:gdLst/>
              <a:ahLst/>
              <a:cxnLst/>
              <a:rect l="0" t="0" r="r" b="b"/>
              <a:pathLst>
                <a:path w="43000" h="17000" fill="none">
                  <a:moveTo>
                    <a:pt x="0" y="17000"/>
                  </a:moveTo>
                  <a:lnTo>
                    <a:pt x="0" y="0"/>
                  </a:lnTo>
                  <a:lnTo>
                    <a:pt x="4300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0" name="path_649"/>
            <p:cNvSpPr/>
            <p:nvPr/>
          </p:nvSpPr>
          <p:spPr>
            <a:xfrm>
              <a:off x="10817352" y="1449324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11000" y="550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11000" y="550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1" name="path_650"/>
            <p:cNvSpPr/>
            <p:nvPr/>
          </p:nvSpPr>
          <p:spPr>
            <a:xfrm>
              <a:off x="11036808" y="950976"/>
              <a:ext cx="91" cy="429768"/>
            </a:xfrm>
            <a:custGeom>
              <a:avLst/>
              <a:gdLst/>
              <a:ahLst/>
              <a:cxnLst/>
              <a:rect l="0" t="0" r="r" b="b"/>
              <a:pathLst>
                <a:path w="10" h="47000" fill="none">
                  <a:moveTo>
                    <a:pt x="0" y="47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path_651"/>
            <p:cNvSpPr/>
            <p:nvPr/>
          </p:nvSpPr>
          <p:spPr>
            <a:xfrm>
              <a:off x="10986516" y="95097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path_652"/>
            <p:cNvSpPr/>
            <p:nvPr/>
          </p:nvSpPr>
          <p:spPr>
            <a:xfrm>
              <a:off x="14429232" y="1207008"/>
              <a:ext cx="521208" cy="603504"/>
            </a:xfrm>
            <a:custGeom>
              <a:avLst/>
              <a:gdLst/>
              <a:ahLst/>
              <a:cxnLst/>
              <a:rect l="0" t="0" r="r" b="b"/>
              <a:pathLst>
                <a:path w="57000" h="66000" fill="none">
                  <a:moveTo>
                    <a:pt x="57000" y="66000"/>
                  </a:moveTo>
                  <a:lnTo>
                    <a:pt x="57000" y="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path_653"/>
            <p:cNvSpPr/>
            <p:nvPr/>
          </p:nvSpPr>
          <p:spPr>
            <a:xfrm>
              <a:off x="14429232" y="115671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0" y="5500"/>
                  </a:moveTo>
                  <a:lnTo>
                    <a:pt x="11000" y="11000"/>
                  </a:lnTo>
                  <a:lnTo>
                    <a:pt x="11000" y="0"/>
                  </a:lnTo>
                  <a:lnTo>
                    <a:pt x="0" y="550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5" name="path_654"/>
            <p:cNvSpPr/>
            <p:nvPr/>
          </p:nvSpPr>
          <p:spPr>
            <a:xfrm>
              <a:off x="14319504" y="950976"/>
              <a:ext cx="91" cy="137160"/>
            </a:xfrm>
            <a:custGeom>
              <a:avLst/>
              <a:gdLst/>
              <a:ahLst/>
              <a:cxnLst/>
              <a:rect l="0" t="0" r="r" b="b"/>
              <a:pathLst>
                <a:path w="10" h="15000" fill="none">
                  <a:moveTo>
                    <a:pt x="0" y="15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6" name="path_655"/>
            <p:cNvSpPr/>
            <p:nvPr/>
          </p:nvSpPr>
          <p:spPr>
            <a:xfrm>
              <a:off x="14269212" y="95097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path_656"/>
            <p:cNvSpPr/>
            <p:nvPr/>
          </p:nvSpPr>
          <p:spPr>
            <a:xfrm>
              <a:off x="10524744" y="1353312"/>
              <a:ext cx="1956816" cy="320040"/>
            </a:xfrm>
            <a:custGeom>
              <a:avLst/>
              <a:gdLst/>
              <a:ahLst/>
              <a:cxnLst/>
              <a:rect l="0" t="0" r="r" b="b"/>
              <a:pathLst>
                <a:path w="214000" h="35000" fill="none">
                  <a:moveTo>
                    <a:pt x="0" y="35000"/>
                  </a:moveTo>
                  <a:lnTo>
                    <a:pt x="0" y="0"/>
                  </a:lnTo>
                  <a:lnTo>
                    <a:pt x="21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path_657"/>
            <p:cNvSpPr/>
            <p:nvPr/>
          </p:nvSpPr>
          <p:spPr>
            <a:xfrm>
              <a:off x="12380976" y="130302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11000" y="550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1100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path_658"/>
            <p:cNvSpPr/>
            <p:nvPr/>
          </p:nvSpPr>
          <p:spPr>
            <a:xfrm>
              <a:off x="12719304" y="1353312"/>
              <a:ext cx="740664" cy="448056"/>
            </a:xfrm>
            <a:custGeom>
              <a:avLst/>
              <a:gdLst/>
              <a:ahLst/>
              <a:cxnLst/>
              <a:rect l="0" t="0" r="r" b="b"/>
              <a:pathLst>
                <a:path w="81000" h="49000" fill="none">
                  <a:moveTo>
                    <a:pt x="81000" y="49000"/>
                  </a:moveTo>
                  <a:lnTo>
                    <a:pt x="81000" y="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0" name="path_659"/>
            <p:cNvSpPr/>
            <p:nvPr/>
          </p:nvSpPr>
          <p:spPr>
            <a:xfrm>
              <a:off x="12719304" y="130302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0" y="5500"/>
                  </a:moveTo>
                  <a:lnTo>
                    <a:pt x="11000" y="11000"/>
                  </a:lnTo>
                  <a:lnTo>
                    <a:pt x="11000" y="0"/>
                  </a:lnTo>
                  <a:lnTo>
                    <a:pt x="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1" name="path_660"/>
            <p:cNvSpPr/>
            <p:nvPr/>
          </p:nvSpPr>
          <p:spPr>
            <a:xfrm>
              <a:off x="12600432" y="950976"/>
              <a:ext cx="91" cy="292608"/>
            </a:xfrm>
            <a:custGeom>
              <a:avLst/>
              <a:gdLst/>
              <a:ahLst/>
              <a:cxnLst/>
              <a:rect l="0" t="0" r="r" b="b"/>
              <a:pathLst>
                <a:path w="10" h="32000" fill="none">
                  <a:moveTo>
                    <a:pt x="0" y="32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path_661"/>
            <p:cNvSpPr/>
            <p:nvPr/>
          </p:nvSpPr>
          <p:spPr>
            <a:xfrm>
              <a:off x="12550140" y="95097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path_662"/>
            <p:cNvSpPr/>
            <p:nvPr/>
          </p:nvSpPr>
          <p:spPr>
            <a:xfrm>
              <a:off x="10927080" y="1389888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4000" y="12000"/>
                  </a:moveTo>
                  <a:cubicBezTo>
                    <a:pt x="24000" y="18627"/>
                    <a:pt x="18627" y="24000"/>
                    <a:pt x="12000" y="24000"/>
                  </a:cubicBezTo>
                  <a:cubicBezTo>
                    <a:pt x="5373" y="24000"/>
                    <a:pt x="0" y="18627"/>
                    <a:pt x="0" y="12000"/>
                  </a:cubicBezTo>
                  <a:cubicBezTo>
                    <a:pt x="0" y="5373"/>
                    <a:pt x="5373" y="0"/>
                    <a:pt x="12000" y="0"/>
                  </a:cubicBezTo>
                  <a:cubicBezTo>
                    <a:pt x="18627" y="0"/>
                    <a:pt x="24000" y="5373"/>
                    <a:pt x="24000" y="12000"/>
                  </a:cubicBezTo>
                  <a:close/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path_663"/>
            <p:cNvSpPr/>
            <p:nvPr/>
          </p:nvSpPr>
          <p:spPr>
            <a:xfrm>
              <a:off x="10927080" y="1499616"/>
              <a:ext cx="219456" cy="91"/>
            </a:xfrm>
            <a:custGeom>
              <a:avLst/>
              <a:gdLst/>
              <a:ahLst/>
              <a:cxnLst/>
              <a:rect l="0" t="0" r="r" b="b"/>
              <a:pathLst>
                <a:path w="24000" h="10" fill="none">
                  <a:moveTo>
                    <a:pt x="0" y="0"/>
                  </a:moveTo>
                  <a:lnTo>
                    <a:pt x="2400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5" name="path_664"/>
            <p:cNvSpPr/>
            <p:nvPr/>
          </p:nvSpPr>
          <p:spPr>
            <a:xfrm>
              <a:off x="11036808" y="1389888"/>
              <a:ext cx="91" cy="219456"/>
            </a:xfrm>
            <a:custGeom>
              <a:avLst/>
              <a:gdLst/>
              <a:ahLst/>
              <a:cxnLst/>
              <a:rect l="0" t="0" r="r" b="b"/>
              <a:pathLst>
                <a:path w="10" h="24000" fill="none">
                  <a:moveTo>
                    <a:pt x="0" y="0"/>
                  </a:moveTo>
                  <a:lnTo>
                    <a:pt x="0" y="2400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6" name="path_665"/>
            <p:cNvSpPr/>
            <p:nvPr/>
          </p:nvSpPr>
          <p:spPr>
            <a:xfrm>
              <a:off x="14209776" y="1097280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4000" y="12000"/>
                  </a:moveTo>
                  <a:cubicBezTo>
                    <a:pt x="24000" y="18627"/>
                    <a:pt x="18627" y="24000"/>
                    <a:pt x="12000" y="24000"/>
                  </a:cubicBezTo>
                  <a:cubicBezTo>
                    <a:pt x="5373" y="24000"/>
                    <a:pt x="0" y="18627"/>
                    <a:pt x="0" y="12000"/>
                  </a:cubicBezTo>
                  <a:cubicBezTo>
                    <a:pt x="0" y="5373"/>
                    <a:pt x="5373" y="0"/>
                    <a:pt x="12000" y="0"/>
                  </a:cubicBezTo>
                  <a:cubicBezTo>
                    <a:pt x="18627" y="0"/>
                    <a:pt x="24000" y="5373"/>
                    <a:pt x="24000" y="12000"/>
                  </a:cubicBezTo>
                  <a:close/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path_666"/>
            <p:cNvSpPr/>
            <p:nvPr/>
          </p:nvSpPr>
          <p:spPr>
            <a:xfrm>
              <a:off x="14209776" y="1207008"/>
              <a:ext cx="219456" cy="91"/>
            </a:xfrm>
            <a:custGeom>
              <a:avLst/>
              <a:gdLst/>
              <a:ahLst/>
              <a:cxnLst/>
              <a:rect l="0" t="0" r="r" b="b"/>
              <a:pathLst>
                <a:path w="24000" h="10" fill="none">
                  <a:moveTo>
                    <a:pt x="0" y="0"/>
                  </a:moveTo>
                  <a:lnTo>
                    <a:pt x="2400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path_667"/>
            <p:cNvSpPr/>
            <p:nvPr/>
          </p:nvSpPr>
          <p:spPr>
            <a:xfrm>
              <a:off x="14319504" y="1097280"/>
              <a:ext cx="91" cy="219456"/>
            </a:xfrm>
            <a:custGeom>
              <a:avLst/>
              <a:gdLst/>
              <a:ahLst/>
              <a:cxnLst/>
              <a:rect l="0" t="0" r="r" b="b"/>
              <a:pathLst>
                <a:path w="10" h="24000" fill="none">
                  <a:moveTo>
                    <a:pt x="0" y="0"/>
                  </a:moveTo>
                  <a:lnTo>
                    <a:pt x="0" y="2400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path_668"/>
            <p:cNvSpPr/>
            <p:nvPr/>
          </p:nvSpPr>
          <p:spPr>
            <a:xfrm>
              <a:off x="12490704" y="1243584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4000" y="12000"/>
                  </a:moveTo>
                  <a:cubicBezTo>
                    <a:pt x="24000" y="18627"/>
                    <a:pt x="18627" y="24000"/>
                    <a:pt x="12000" y="24000"/>
                  </a:cubicBezTo>
                  <a:cubicBezTo>
                    <a:pt x="5373" y="24000"/>
                    <a:pt x="0" y="18627"/>
                    <a:pt x="0" y="12000"/>
                  </a:cubicBezTo>
                  <a:cubicBezTo>
                    <a:pt x="0" y="5373"/>
                    <a:pt x="5373" y="0"/>
                    <a:pt x="12000" y="0"/>
                  </a:cubicBezTo>
                  <a:cubicBezTo>
                    <a:pt x="18627" y="0"/>
                    <a:pt x="24000" y="5373"/>
                    <a:pt x="24000" y="12000"/>
                  </a:cubicBezTo>
                  <a:close/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0" name="path_669"/>
            <p:cNvSpPr/>
            <p:nvPr/>
          </p:nvSpPr>
          <p:spPr>
            <a:xfrm>
              <a:off x="12490704" y="1353312"/>
              <a:ext cx="219456" cy="91"/>
            </a:xfrm>
            <a:custGeom>
              <a:avLst/>
              <a:gdLst/>
              <a:ahLst/>
              <a:cxnLst/>
              <a:rect l="0" t="0" r="r" b="b"/>
              <a:pathLst>
                <a:path w="24000" h="10" fill="none">
                  <a:moveTo>
                    <a:pt x="0" y="0"/>
                  </a:moveTo>
                  <a:lnTo>
                    <a:pt x="2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1" name="path_670"/>
            <p:cNvSpPr/>
            <p:nvPr/>
          </p:nvSpPr>
          <p:spPr>
            <a:xfrm>
              <a:off x="12600432" y="1243584"/>
              <a:ext cx="91" cy="219456"/>
            </a:xfrm>
            <a:custGeom>
              <a:avLst/>
              <a:gdLst/>
              <a:ahLst/>
              <a:cxnLst/>
              <a:rect l="0" t="0" r="r" b="b"/>
              <a:pathLst>
                <a:path w="10" h="24000" fill="none">
                  <a:moveTo>
                    <a:pt x="0" y="0"/>
                  </a:moveTo>
                  <a:lnTo>
                    <a:pt x="0" y="2400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72" name="Yellow lay language output"/>
            <p:cNvGrpSpPr/>
            <p:nvPr/>
          </p:nvGrpSpPr>
          <p:grpSpPr>
            <a:xfrm>
              <a:off x="10113264" y="384048"/>
              <a:ext cx="1545336" cy="566928"/>
              <a:chOff x="10113264" y="384048"/>
              <a:chExt cx="1545336" cy="566928"/>
            </a:xfrm>
          </p:grpSpPr>
          <p:sp>
            <p:nvSpPr>
              <p:cNvPr id="673" name="rect_672"/>
              <p:cNvSpPr/>
              <p:nvPr/>
            </p:nvSpPr>
            <p:spPr>
              <a:xfrm>
                <a:off x="10113264" y="384048"/>
                <a:ext cx="1545336" cy="566928"/>
              </a:xfrm>
              <a:prstGeom prst="roundRect">
                <a:avLst>
                  <a:gd name="adj" fmla="val 20967"/>
                </a:avLst>
              </a:prstGeom>
              <a:noFill/>
              <a:ln w="25603" cap="flat">
                <a:solidFill>
                  <a:srgbClr val="060707"/>
                </a:solidFill>
                <a:custDash>
                  <a:ds d="285714" sp="142857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rect_673"/>
              <p:cNvSpPr/>
              <p:nvPr/>
            </p:nvSpPr>
            <p:spPr>
              <a:xfrm>
                <a:off x="10195560" y="493776"/>
                <a:ext cx="1380744" cy="356616"/>
              </a:xfrm>
              <a:prstGeom prst="rect">
                <a:avLst/>
              </a:prstGeom>
              <a:solidFill>
                <a:srgbClr val="D7DEE4"/>
              </a:solidFill>
              <a:ln w="30175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75" name="Shortened snake meaning"/>
              <p:cNvGrpSpPr/>
              <p:nvPr/>
            </p:nvGrpSpPr>
            <p:grpSpPr>
              <a:xfrm>
                <a:off x="10634360" y="483857"/>
                <a:ext cx="522744" cy="346210"/>
                <a:chOff x="10634360" y="483857"/>
                <a:chExt cx="522744" cy="346210"/>
              </a:xfrm>
            </p:grpSpPr>
            <p:sp>
              <p:nvSpPr>
                <p:cNvPr id="676" name="path_675"/>
                <p:cNvSpPr/>
                <p:nvPr/>
              </p:nvSpPr>
              <p:spPr>
                <a:xfrm>
                  <a:off x="10957455" y="683971"/>
                  <a:ext cx="199649" cy="1322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834" h="14467">
                      <a:moveTo>
                        <a:pt x="11189" y="2800"/>
                      </a:moveTo>
                      <a:cubicBezTo>
                        <a:pt x="16489" y="4667"/>
                        <a:pt x="20611" y="933"/>
                        <a:pt x="21789" y="0"/>
                      </a:cubicBezTo>
                      <a:cubicBezTo>
                        <a:pt x="22378" y="7467"/>
                        <a:pt x="17078" y="14000"/>
                        <a:pt x="9422" y="14467"/>
                      </a:cubicBezTo>
                      <a:lnTo>
                        <a:pt x="0" y="11667"/>
                      </a:lnTo>
                      <a:lnTo>
                        <a:pt x="11189" y="2800"/>
                      </a:lnTo>
                      <a:close/>
                    </a:path>
                  </a:pathLst>
                </a:custGeom>
                <a:solidFill>
                  <a:srgbClr val="F4BD58">
                    <a:alpha val="48000"/>
                  </a:srgbClr>
                </a:solidFill>
                <a:ln w="12547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7" name="path_676"/>
                <p:cNvSpPr/>
                <p:nvPr/>
              </p:nvSpPr>
              <p:spPr>
                <a:xfrm>
                  <a:off x="10640979" y="483857"/>
                  <a:ext cx="445785" cy="3462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8752" h="37862">
                      <a:moveTo>
                        <a:pt x="21065" y="418"/>
                      </a:moveTo>
                      <a:cubicBezTo>
                        <a:pt x="11643" y="-1449"/>
                        <a:pt x="5165" y="3218"/>
                        <a:pt x="4576" y="8818"/>
                      </a:cubicBezTo>
                      <a:cubicBezTo>
                        <a:pt x="-1313" y="11618"/>
                        <a:pt x="-1313" y="16285"/>
                        <a:pt x="3398" y="18618"/>
                      </a:cubicBezTo>
                      <a:cubicBezTo>
                        <a:pt x="9287" y="21418"/>
                        <a:pt x="15176" y="20485"/>
                        <a:pt x="18121" y="18618"/>
                      </a:cubicBezTo>
                      <a:cubicBezTo>
                        <a:pt x="15176" y="21418"/>
                        <a:pt x="13410" y="23751"/>
                        <a:pt x="12821" y="26551"/>
                      </a:cubicBezTo>
                      <a:cubicBezTo>
                        <a:pt x="9287" y="34951"/>
                        <a:pt x="18121" y="37751"/>
                        <a:pt x="29899" y="37751"/>
                      </a:cubicBezTo>
                      <a:cubicBezTo>
                        <a:pt x="42855" y="38685"/>
                        <a:pt x="51099" y="33551"/>
                        <a:pt x="48155" y="28418"/>
                      </a:cubicBezTo>
                      <a:cubicBezTo>
                        <a:pt x="45799" y="23285"/>
                        <a:pt x="37555" y="23751"/>
                        <a:pt x="31666" y="26551"/>
                      </a:cubicBezTo>
                      <a:cubicBezTo>
                        <a:pt x="25777" y="30751"/>
                        <a:pt x="24010" y="29818"/>
                        <a:pt x="24599" y="27951"/>
                      </a:cubicBezTo>
                      <a:cubicBezTo>
                        <a:pt x="25777" y="24218"/>
                        <a:pt x="32255" y="17685"/>
                        <a:pt x="33432" y="10685"/>
                      </a:cubicBezTo>
                      <a:cubicBezTo>
                        <a:pt x="34610" y="5551"/>
                        <a:pt x="28132" y="885"/>
                        <a:pt x="21065" y="418"/>
                      </a:cubicBezTo>
                      <a:close/>
                    </a:path>
                  </a:pathLst>
                </a:custGeom>
                <a:solidFill>
                  <a:srgbClr val="F4BD58">
                    <a:alpha val="48000"/>
                  </a:srgbClr>
                </a:solidFill>
                <a:ln w="13512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8" name="path_677"/>
                <p:cNvSpPr/>
                <p:nvPr/>
              </p:nvSpPr>
              <p:spPr>
                <a:xfrm>
                  <a:off x="10672055" y="649834"/>
                  <a:ext cx="258475" cy="1125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267" h="12313" fill="none">
                      <a:moveTo>
                        <a:pt x="0" y="467"/>
                      </a:moveTo>
                      <a:cubicBezTo>
                        <a:pt x="5300" y="2333"/>
                        <a:pt x="11778" y="1867"/>
                        <a:pt x="15311" y="0"/>
                      </a:cubicBezTo>
                      <a:moveTo>
                        <a:pt x="21789" y="10267"/>
                      </a:moveTo>
                      <a:cubicBezTo>
                        <a:pt x="21200" y="13533"/>
                        <a:pt x="26501" y="12133"/>
                        <a:pt x="28267" y="11200"/>
                      </a:cubicBezTo>
                    </a:path>
                  </a:pathLst>
                </a:custGeom>
                <a:noFill/>
                <a:ln w="9652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9" name="path_678"/>
                <p:cNvSpPr/>
                <p:nvPr/>
              </p:nvSpPr>
              <p:spPr>
                <a:xfrm>
                  <a:off x="10634360" y="671170"/>
                  <a:ext cx="59234" cy="3413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478" h="3733" fill="none">
                      <a:moveTo>
                        <a:pt x="6478" y="0"/>
                      </a:moveTo>
                      <a:lnTo>
                        <a:pt x="2356" y="3733"/>
                      </a:lnTo>
                      <a:moveTo>
                        <a:pt x="4122" y="1400"/>
                      </a:moveTo>
                      <a:lnTo>
                        <a:pt x="0" y="1867"/>
                      </a:lnTo>
                    </a:path>
                  </a:pathLst>
                </a:custGeom>
                <a:noFill/>
                <a:ln w="11582" cap="flat">
                  <a:solidFill>
                    <a:srgbClr val="C57662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0" name="path_679"/>
                <p:cNvSpPr/>
                <p:nvPr/>
              </p:nvSpPr>
              <p:spPr>
                <a:xfrm>
                  <a:off x="10710826" y="564063"/>
                  <a:ext cx="301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298" h="3827">
                      <a:moveTo>
                        <a:pt x="3298" y="1913"/>
                      </a:moveTo>
                      <a:cubicBezTo>
                        <a:pt x="3298" y="2970"/>
                        <a:pt x="2560" y="3827"/>
                        <a:pt x="1649" y="3827"/>
                      </a:cubicBezTo>
                      <a:cubicBezTo>
                        <a:pt x="738" y="3827"/>
                        <a:pt x="0" y="2970"/>
                        <a:pt x="0" y="1913"/>
                      </a:cubicBezTo>
                      <a:cubicBezTo>
                        <a:pt x="0" y="857"/>
                        <a:pt x="738" y="0"/>
                        <a:pt x="1649" y="0"/>
                      </a:cubicBezTo>
                      <a:cubicBezTo>
                        <a:pt x="2560" y="0"/>
                        <a:pt x="3298" y="857"/>
                        <a:pt x="3298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1" name="path_680"/>
                <p:cNvSpPr/>
                <p:nvPr/>
              </p:nvSpPr>
              <p:spPr>
                <a:xfrm>
                  <a:off x="10840064" y="572597"/>
                  <a:ext cx="301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298" h="3827">
                      <a:moveTo>
                        <a:pt x="3298" y="1913"/>
                      </a:moveTo>
                      <a:cubicBezTo>
                        <a:pt x="3298" y="2970"/>
                        <a:pt x="2560" y="3827"/>
                        <a:pt x="1649" y="3827"/>
                      </a:cubicBezTo>
                      <a:cubicBezTo>
                        <a:pt x="738" y="3827"/>
                        <a:pt x="0" y="2970"/>
                        <a:pt x="0" y="1913"/>
                      </a:cubicBezTo>
                      <a:cubicBezTo>
                        <a:pt x="0" y="857"/>
                        <a:pt x="738" y="0"/>
                        <a:pt x="1649" y="0"/>
                      </a:cubicBezTo>
                      <a:cubicBezTo>
                        <a:pt x="2560" y="0"/>
                        <a:pt x="3298" y="857"/>
                        <a:pt x="3298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2" name="path_681"/>
                <p:cNvSpPr/>
                <p:nvPr/>
              </p:nvSpPr>
              <p:spPr>
                <a:xfrm>
                  <a:off x="10677170" y="628284"/>
                  <a:ext cx="11308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37" h="980">
                      <a:moveTo>
                        <a:pt x="1237" y="490"/>
                      </a:moveTo>
                      <a:cubicBezTo>
                        <a:pt x="1237" y="761"/>
                        <a:pt x="960" y="980"/>
                        <a:pt x="618" y="980"/>
                      </a:cubicBezTo>
                      <a:cubicBezTo>
                        <a:pt x="277" y="980"/>
                        <a:pt x="0" y="761"/>
                        <a:pt x="0" y="490"/>
                      </a:cubicBezTo>
                      <a:cubicBezTo>
                        <a:pt x="0" y="219"/>
                        <a:pt x="277" y="0"/>
                        <a:pt x="618" y="0"/>
                      </a:cubicBezTo>
                      <a:cubicBezTo>
                        <a:pt x="960" y="0"/>
                        <a:pt x="1237" y="219"/>
                        <a:pt x="1237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3" name="path_682"/>
                <p:cNvSpPr/>
                <p:nvPr/>
              </p:nvSpPr>
              <p:spPr>
                <a:xfrm>
                  <a:off x="10725635" y="641086"/>
                  <a:ext cx="11308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37" h="980">
                      <a:moveTo>
                        <a:pt x="1237" y="490"/>
                      </a:moveTo>
                      <a:cubicBezTo>
                        <a:pt x="1237" y="761"/>
                        <a:pt x="960" y="980"/>
                        <a:pt x="618" y="980"/>
                      </a:cubicBezTo>
                      <a:cubicBezTo>
                        <a:pt x="277" y="980"/>
                        <a:pt x="0" y="761"/>
                        <a:pt x="0" y="490"/>
                      </a:cubicBezTo>
                      <a:cubicBezTo>
                        <a:pt x="0" y="219"/>
                        <a:pt x="277" y="0"/>
                        <a:pt x="618" y="0"/>
                      </a:cubicBezTo>
                      <a:cubicBezTo>
                        <a:pt x="960" y="0"/>
                        <a:pt x="1237" y="219"/>
                        <a:pt x="1237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4" name="path_683"/>
                <p:cNvSpPr/>
                <p:nvPr/>
              </p:nvSpPr>
              <p:spPr>
                <a:xfrm>
                  <a:off x="10863757" y="617403"/>
                  <a:ext cx="47387" cy="3072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82" h="3360">
                      <a:moveTo>
                        <a:pt x="5182" y="1680"/>
                      </a:moveTo>
                      <a:cubicBezTo>
                        <a:pt x="5182" y="2608"/>
                        <a:pt x="4022" y="3360"/>
                        <a:pt x="2591" y="3360"/>
                      </a:cubicBezTo>
                      <a:cubicBezTo>
                        <a:pt x="1160" y="3360"/>
                        <a:pt x="0" y="2608"/>
                        <a:pt x="0" y="1680"/>
                      </a:cubicBezTo>
                      <a:cubicBezTo>
                        <a:pt x="0" y="752"/>
                        <a:pt x="1160" y="0"/>
                        <a:pt x="2591" y="0"/>
                      </a:cubicBezTo>
                      <a:cubicBezTo>
                        <a:pt x="4022" y="0"/>
                        <a:pt x="5182" y="752"/>
                        <a:pt x="5182" y="1680"/>
                      </a:cubicBezTo>
                      <a:close/>
                    </a:path>
                  </a:pathLst>
                </a:custGeom>
                <a:solidFill>
                  <a:srgbClr val="F1AB7C">
                    <a:alpha val="455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5" name="path_684"/>
                <p:cNvSpPr/>
                <p:nvPr/>
              </p:nvSpPr>
              <p:spPr>
                <a:xfrm>
                  <a:off x="10775983" y="508713"/>
                  <a:ext cx="39848" cy="262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58" h="2866">
                      <a:moveTo>
                        <a:pt x="4358" y="1433"/>
                      </a:moveTo>
                      <a:cubicBezTo>
                        <a:pt x="4358" y="2225"/>
                        <a:pt x="3382" y="2866"/>
                        <a:pt x="2179" y="2866"/>
                      </a:cubicBezTo>
                      <a:cubicBezTo>
                        <a:pt x="976" y="2866"/>
                        <a:pt x="0" y="2225"/>
                        <a:pt x="0" y="1433"/>
                      </a:cubicBezTo>
                      <a:cubicBezTo>
                        <a:pt x="0" y="642"/>
                        <a:pt x="976" y="0"/>
                        <a:pt x="2179" y="0"/>
                      </a:cubicBezTo>
                      <a:cubicBezTo>
                        <a:pt x="3382" y="0"/>
                        <a:pt x="4358" y="642"/>
                        <a:pt x="4358" y="1433"/>
                      </a:cubicBezTo>
                      <a:close/>
                    </a:path>
                  </a:pathLst>
                </a:custGeom>
                <a:solidFill>
                  <a:srgbClr val="E9A94B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6" name="path_685"/>
                <p:cNvSpPr/>
                <p:nvPr/>
              </p:nvSpPr>
              <p:spPr>
                <a:xfrm>
                  <a:off x="10821217" y="663024"/>
                  <a:ext cx="24771" cy="1629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09" h="1782">
                      <a:moveTo>
                        <a:pt x="2709" y="891"/>
                      </a:moveTo>
                      <a:cubicBezTo>
                        <a:pt x="2709" y="1383"/>
                        <a:pt x="2103" y="1782"/>
                        <a:pt x="1354" y="1782"/>
                      </a:cubicBezTo>
                      <a:cubicBezTo>
                        <a:pt x="606" y="1782"/>
                        <a:pt x="0" y="1383"/>
                        <a:pt x="0" y="891"/>
                      </a:cubicBezTo>
                      <a:cubicBezTo>
                        <a:pt x="0" y="399"/>
                        <a:pt x="606" y="0"/>
                        <a:pt x="1354" y="0"/>
                      </a:cubicBezTo>
                      <a:cubicBezTo>
                        <a:pt x="2103" y="0"/>
                        <a:pt x="2709" y="399"/>
                        <a:pt x="2709" y="891"/>
                      </a:cubicBezTo>
                      <a:close/>
                    </a:path>
                  </a:pathLst>
                </a:custGeom>
                <a:solidFill>
                  <a:srgbClr val="E9A94B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7" name="path_686"/>
                <p:cNvSpPr/>
                <p:nvPr/>
              </p:nvSpPr>
              <p:spPr>
                <a:xfrm>
                  <a:off x="10777060" y="747659"/>
                  <a:ext cx="26925" cy="177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44" h="1937">
                      <a:moveTo>
                        <a:pt x="2944" y="968"/>
                      </a:moveTo>
                      <a:cubicBezTo>
                        <a:pt x="2944" y="1503"/>
                        <a:pt x="2285" y="1937"/>
                        <a:pt x="1472" y="1937"/>
                      </a:cubicBezTo>
                      <a:cubicBezTo>
                        <a:pt x="659" y="1937"/>
                        <a:pt x="0" y="1503"/>
                        <a:pt x="0" y="968"/>
                      </a:cubicBezTo>
                      <a:cubicBezTo>
                        <a:pt x="0" y="434"/>
                        <a:pt x="659" y="0"/>
                        <a:pt x="1472" y="0"/>
                      </a:cubicBezTo>
                      <a:cubicBezTo>
                        <a:pt x="2285" y="0"/>
                        <a:pt x="2944" y="434"/>
                        <a:pt x="2944" y="968"/>
                      </a:cubicBezTo>
                      <a:close/>
                    </a:path>
                  </a:pathLst>
                </a:custGeom>
                <a:solidFill>
                  <a:srgbClr val="E9A94B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8" name="path_687"/>
                <p:cNvSpPr/>
                <p:nvPr/>
              </p:nvSpPr>
              <p:spPr>
                <a:xfrm>
                  <a:off x="10945608" y="782859"/>
                  <a:ext cx="23694" cy="155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91" h="1704">
                      <a:moveTo>
                        <a:pt x="2591" y="852"/>
                      </a:moveTo>
                      <a:cubicBezTo>
                        <a:pt x="2591" y="1323"/>
                        <a:pt x="2011" y="1704"/>
                        <a:pt x="1296" y="1704"/>
                      </a:cubicBezTo>
                      <a:cubicBezTo>
                        <a:pt x="580" y="1704"/>
                        <a:pt x="0" y="1323"/>
                        <a:pt x="0" y="852"/>
                      </a:cubicBezTo>
                      <a:cubicBezTo>
                        <a:pt x="0" y="382"/>
                        <a:pt x="580" y="0"/>
                        <a:pt x="1296" y="0"/>
                      </a:cubicBezTo>
                      <a:cubicBezTo>
                        <a:pt x="2011" y="0"/>
                        <a:pt x="2591" y="382"/>
                        <a:pt x="2591" y="852"/>
                      </a:cubicBezTo>
                      <a:close/>
                    </a:path>
                  </a:pathLst>
                </a:custGeom>
                <a:solidFill>
                  <a:srgbClr val="E9A94B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89" name="path_688"/>
              <p:cNvSpPr/>
              <p:nvPr/>
            </p:nvSpPr>
            <p:spPr>
              <a:xfrm>
                <a:off x="10540746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path_689"/>
              <p:cNvSpPr/>
              <p:nvPr/>
            </p:nvSpPr>
            <p:spPr>
              <a:xfrm>
                <a:off x="10885932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path_690"/>
              <p:cNvSpPr/>
              <p:nvPr/>
            </p:nvSpPr>
            <p:spPr>
              <a:xfrm>
                <a:off x="11231118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92" name="Red lay language output"/>
            <p:cNvGrpSpPr/>
            <p:nvPr/>
          </p:nvGrpSpPr>
          <p:grpSpPr>
            <a:xfrm>
              <a:off x="11795760" y="384048"/>
              <a:ext cx="1572768" cy="566928"/>
              <a:chOff x="11795760" y="384048"/>
              <a:chExt cx="1572768" cy="566928"/>
            </a:xfrm>
          </p:grpSpPr>
          <p:sp>
            <p:nvSpPr>
              <p:cNvPr id="693" name="rect_692"/>
              <p:cNvSpPr/>
              <p:nvPr/>
            </p:nvSpPr>
            <p:spPr>
              <a:xfrm>
                <a:off x="11795760" y="384048"/>
                <a:ext cx="1572768" cy="566928"/>
              </a:xfrm>
              <a:prstGeom prst="roundRect">
                <a:avLst>
                  <a:gd name="adj" fmla="val 20967"/>
                </a:avLst>
              </a:prstGeom>
              <a:noFill/>
              <a:ln w="25603" cap="flat">
                <a:solidFill>
                  <a:srgbClr val="060707"/>
                </a:solidFill>
                <a:custDash>
                  <a:ds d="285714" sp="142857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rect_693"/>
              <p:cNvSpPr/>
              <p:nvPr/>
            </p:nvSpPr>
            <p:spPr>
              <a:xfrm>
                <a:off x="11878056" y="493776"/>
                <a:ext cx="1408176" cy="356616"/>
              </a:xfrm>
              <a:prstGeom prst="rect">
                <a:avLst/>
              </a:prstGeom>
              <a:solidFill>
                <a:srgbClr val="D7DEE4"/>
              </a:solidFill>
              <a:ln w="30175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95" name="Shortened snake meaning"/>
              <p:cNvGrpSpPr/>
              <p:nvPr/>
            </p:nvGrpSpPr>
            <p:grpSpPr>
              <a:xfrm>
                <a:off x="12325574" y="483857"/>
                <a:ext cx="533130" cy="346210"/>
                <a:chOff x="12325574" y="483857"/>
                <a:chExt cx="533130" cy="346210"/>
              </a:xfrm>
            </p:grpSpPr>
            <p:sp>
              <p:nvSpPr>
                <p:cNvPr id="696" name="path_695"/>
                <p:cNvSpPr/>
                <p:nvPr/>
              </p:nvSpPr>
              <p:spPr>
                <a:xfrm>
                  <a:off x="12655088" y="683971"/>
                  <a:ext cx="203616" cy="1322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268" h="14467">
                      <a:moveTo>
                        <a:pt x="11411" y="2800"/>
                      </a:moveTo>
                      <a:cubicBezTo>
                        <a:pt x="16817" y="4667"/>
                        <a:pt x="21021" y="933"/>
                        <a:pt x="22222" y="0"/>
                      </a:cubicBezTo>
                      <a:cubicBezTo>
                        <a:pt x="22823" y="7467"/>
                        <a:pt x="17417" y="14000"/>
                        <a:pt x="9610" y="14467"/>
                      </a:cubicBezTo>
                      <a:lnTo>
                        <a:pt x="0" y="11667"/>
                      </a:lnTo>
                      <a:lnTo>
                        <a:pt x="11411" y="2800"/>
                      </a:lnTo>
                      <a:close/>
                    </a:path>
                  </a:pathLst>
                </a:custGeom>
                <a:solidFill>
                  <a:srgbClr val="BA684B">
                    <a:alpha val="48000"/>
                  </a:srgbClr>
                </a:solidFill>
                <a:ln w="12686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7" name="path_696"/>
                <p:cNvSpPr/>
                <p:nvPr/>
              </p:nvSpPr>
              <p:spPr>
                <a:xfrm>
                  <a:off x="12332325" y="483857"/>
                  <a:ext cx="454642" cy="3462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720" h="37862">
                      <a:moveTo>
                        <a:pt x="21484" y="418"/>
                      </a:moveTo>
                      <a:cubicBezTo>
                        <a:pt x="11874" y="-1449"/>
                        <a:pt x="5268" y="3218"/>
                        <a:pt x="4667" y="8818"/>
                      </a:cubicBezTo>
                      <a:cubicBezTo>
                        <a:pt x="-1339" y="11618"/>
                        <a:pt x="-1339" y="16285"/>
                        <a:pt x="3466" y="18618"/>
                      </a:cubicBezTo>
                      <a:cubicBezTo>
                        <a:pt x="9472" y="21418"/>
                        <a:pt x="15478" y="20485"/>
                        <a:pt x="18481" y="18618"/>
                      </a:cubicBezTo>
                      <a:cubicBezTo>
                        <a:pt x="15478" y="21418"/>
                        <a:pt x="13676" y="23751"/>
                        <a:pt x="13076" y="26551"/>
                      </a:cubicBezTo>
                      <a:cubicBezTo>
                        <a:pt x="9472" y="34951"/>
                        <a:pt x="18481" y="37751"/>
                        <a:pt x="30493" y="37751"/>
                      </a:cubicBezTo>
                      <a:cubicBezTo>
                        <a:pt x="43706" y="38685"/>
                        <a:pt x="52115" y="33551"/>
                        <a:pt x="49112" y="28418"/>
                      </a:cubicBezTo>
                      <a:cubicBezTo>
                        <a:pt x="46709" y="23285"/>
                        <a:pt x="38301" y="23751"/>
                        <a:pt x="32295" y="26551"/>
                      </a:cubicBezTo>
                      <a:cubicBezTo>
                        <a:pt x="26289" y="30751"/>
                        <a:pt x="24487" y="29818"/>
                        <a:pt x="25088" y="27951"/>
                      </a:cubicBezTo>
                      <a:cubicBezTo>
                        <a:pt x="26289" y="24218"/>
                        <a:pt x="32895" y="17685"/>
                        <a:pt x="34097" y="10685"/>
                      </a:cubicBezTo>
                      <a:cubicBezTo>
                        <a:pt x="35298" y="5551"/>
                        <a:pt x="28691" y="885"/>
                        <a:pt x="21484" y="418"/>
                      </a:cubicBezTo>
                      <a:close/>
                    </a:path>
                  </a:pathLst>
                </a:custGeom>
                <a:solidFill>
                  <a:srgbClr val="BA684B">
                    <a:alpha val="48000"/>
                  </a:srgbClr>
                </a:solidFill>
                <a:ln w="13662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8" name="path_697"/>
                <p:cNvSpPr/>
                <p:nvPr/>
              </p:nvSpPr>
              <p:spPr>
                <a:xfrm>
                  <a:off x="12364018" y="649834"/>
                  <a:ext cx="263611" cy="1125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829" h="12313" fill="none">
                      <a:moveTo>
                        <a:pt x="0" y="467"/>
                      </a:moveTo>
                      <a:cubicBezTo>
                        <a:pt x="5405" y="2333"/>
                        <a:pt x="12012" y="1867"/>
                        <a:pt x="15616" y="0"/>
                      </a:cubicBezTo>
                      <a:moveTo>
                        <a:pt x="22222" y="10267"/>
                      </a:moveTo>
                      <a:cubicBezTo>
                        <a:pt x="21622" y="13533"/>
                        <a:pt x="27027" y="12133"/>
                        <a:pt x="28829" y="11200"/>
                      </a:cubicBezTo>
                    </a:path>
                  </a:pathLst>
                </a:custGeom>
                <a:noFill/>
                <a:ln w="9759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9" name="path_698"/>
                <p:cNvSpPr/>
                <p:nvPr/>
              </p:nvSpPr>
              <p:spPr>
                <a:xfrm>
                  <a:off x="12325574" y="671170"/>
                  <a:ext cx="60411" cy="3413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607" h="3733" fill="none">
                      <a:moveTo>
                        <a:pt x="6607" y="0"/>
                      </a:moveTo>
                      <a:lnTo>
                        <a:pt x="2402" y="3733"/>
                      </a:lnTo>
                      <a:moveTo>
                        <a:pt x="4204" y="1400"/>
                      </a:moveTo>
                      <a:lnTo>
                        <a:pt x="0" y="1867"/>
                      </a:lnTo>
                    </a:path>
                  </a:pathLst>
                </a:custGeom>
                <a:noFill/>
                <a:ln w="11710" cap="flat">
                  <a:solidFill>
                    <a:srgbClr val="C57662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0" name="path_699"/>
                <p:cNvSpPr/>
                <p:nvPr/>
              </p:nvSpPr>
              <p:spPr>
                <a:xfrm>
                  <a:off x="12403559" y="564063"/>
                  <a:ext cx="307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63" h="3827">
                      <a:moveTo>
                        <a:pt x="3363" y="1913"/>
                      </a:moveTo>
                      <a:cubicBezTo>
                        <a:pt x="3363" y="2970"/>
                        <a:pt x="2610" y="3827"/>
                        <a:pt x="1682" y="3827"/>
                      </a:cubicBezTo>
                      <a:cubicBezTo>
                        <a:pt x="753" y="3827"/>
                        <a:pt x="0" y="2970"/>
                        <a:pt x="0" y="1913"/>
                      </a:cubicBezTo>
                      <a:cubicBezTo>
                        <a:pt x="0" y="857"/>
                        <a:pt x="753" y="0"/>
                        <a:pt x="1682" y="0"/>
                      </a:cubicBezTo>
                      <a:cubicBezTo>
                        <a:pt x="2610" y="0"/>
                        <a:pt x="3363" y="857"/>
                        <a:pt x="3363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1" name="path_700"/>
                <p:cNvSpPr/>
                <p:nvPr/>
              </p:nvSpPr>
              <p:spPr>
                <a:xfrm>
                  <a:off x="12535364" y="572597"/>
                  <a:ext cx="307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63" h="3827">
                      <a:moveTo>
                        <a:pt x="3363" y="1913"/>
                      </a:moveTo>
                      <a:cubicBezTo>
                        <a:pt x="3363" y="2970"/>
                        <a:pt x="2610" y="3827"/>
                        <a:pt x="1682" y="3827"/>
                      </a:cubicBezTo>
                      <a:cubicBezTo>
                        <a:pt x="753" y="3827"/>
                        <a:pt x="0" y="2970"/>
                        <a:pt x="0" y="1913"/>
                      </a:cubicBezTo>
                      <a:cubicBezTo>
                        <a:pt x="0" y="857"/>
                        <a:pt x="753" y="0"/>
                        <a:pt x="1682" y="0"/>
                      </a:cubicBezTo>
                      <a:cubicBezTo>
                        <a:pt x="2610" y="0"/>
                        <a:pt x="3363" y="857"/>
                        <a:pt x="3363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2" name="path_701"/>
                <p:cNvSpPr/>
                <p:nvPr/>
              </p:nvSpPr>
              <p:spPr>
                <a:xfrm>
                  <a:off x="12369235" y="628284"/>
                  <a:ext cx="11533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61" h="980">
                      <a:moveTo>
                        <a:pt x="1261" y="490"/>
                      </a:moveTo>
                      <a:cubicBezTo>
                        <a:pt x="1261" y="761"/>
                        <a:pt x="979" y="980"/>
                        <a:pt x="631" y="980"/>
                      </a:cubicBezTo>
                      <a:cubicBezTo>
                        <a:pt x="282" y="980"/>
                        <a:pt x="0" y="761"/>
                        <a:pt x="0" y="490"/>
                      </a:cubicBezTo>
                      <a:cubicBezTo>
                        <a:pt x="0" y="219"/>
                        <a:pt x="282" y="0"/>
                        <a:pt x="631" y="0"/>
                      </a:cubicBezTo>
                      <a:cubicBezTo>
                        <a:pt x="979" y="0"/>
                        <a:pt x="1261" y="219"/>
                        <a:pt x="1261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3" name="path_702"/>
                <p:cNvSpPr/>
                <p:nvPr/>
              </p:nvSpPr>
              <p:spPr>
                <a:xfrm>
                  <a:off x="12418662" y="641086"/>
                  <a:ext cx="11533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61" h="980">
                      <a:moveTo>
                        <a:pt x="1261" y="490"/>
                      </a:moveTo>
                      <a:cubicBezTo>
                        <a:pt x="1261" y="761"/>
                        <a:pt x="979" y="980"/>
                        <a:pt x="631" y="980"/>
                      </a:cubicBezTo>
                      <a:cubicBezTo>
                        <a:pt x="282" y="980"/>
                        <a:pt x="0" y="761"/>
                        <a:pt x="0" y="490"/>
                      </a:cubicBezTo>
                      <a:cubicBezTo>
                        <a:pt x="0" y="219"/>
                        <a:pt x="282" y="0"/>
                        <a:pt x="631" y="0"/>
                      </a:cubicBezTo>
                      <a:cubicBezTo>
                        <a:pt x="979" y="0"/>
                        <a:pt x="1261" y="219"/>
                        <a:pt x="1261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4" name="path_703"/>
                <p:cNvSpPr/>
                <p:nvPr/>
              </p:nvSpPr>
              <p:spPr>
                <a:xfrm>
                  <a:off x="12559529" y="617403"/>
                  <a:ext cx="48329" cy="3072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285" h="3360">
                      <a:moveTo>
                        <a:pt x="5285" y="1680"/>
                      </a:moveTo>
                      <a:cubicBezTo>
                        <a:pt x="5285" y="2608"/>
                        <a:pt x="4102" y="3360"/>
                        <a:pt x="2643" y="3360"/>
                      </a:cubicBezTo>
                      <a:cubicBezTo>
                        <a:pt x="1183" y="3360"/>
                        <a:pt x="0" y="2608"/>
                        <a:pt x="0" y="1680"/>
                      </a:cubicBezTo>
                      <a:cubicBezTo>
                        <a:pt x="0" y="752"/>
                        <a:pt x="1183" y="0"/>
                        <a:pt x="2643" y="0"/>
                      </a:cubicBezTo>
                      <a:cubicBezTo>
                        <a:pt x="4102" y="0"/>
                        <a:pt x="5285" y="752"/>
                        <a:pt x="5285" y="1680"/>
                      </a:cubicBezTo>
                      <a:close/>
                    </a:path>
                  </a:pathLst>
                </a:custGeom>
                <a:solidFill>
                  <a:srgbClr val="F1AB7C">
                    <a:alpha val="455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5" name="path_704"/>
                <p:cNvSpPr/>
                <p:nvPr/>
              </p:nvSpPr>
              <p:spPr>
                <a:xfrm>
                  <a:off x="12470011" y="508713"/>
                  <a:ext cx="40640" cy="262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44" h="2866">
                      <a:moveTo>
                        <a:pt x="4444" y="1433"/>
                      </a:moveTo>
                      <a:cubicBezTo>
                        <a:pt x="4444" y="2225"/>
                        <a:pt x="3450" y="2866"/>
                        <a:pt x="2222" y="2866"/>
                      </a:cubicBezTo>
                      <a:cubicBezTo>
                        <a:pt x="995" y="2866"/>
                        <a:pt x="0" y="2225"/>
                        <a:pt x="0" y="1433"/>
                      </a:cubicBezTo>
                      <a:cubicBezTo>
                        <a:pt x="0" y="642"/>
                        <a:pt x="995" y="0"/>
                        <a:pt x="2222" y="0"/>
                      </a:cubicBezTo>
                      <a:cubicBezTo>
                        <a:pt x="3450" y="0"/>
                        <a:pt x="4444" y="642"/>
                        <a:pt x="4444" y="1433"/>
                      </a:cubicBezTo>
                      <a:close/>
                    </a:path>
                  </a:pathLst>
                </a:custGeom>
                <a:solidFill>
                  <a:srgbClr val="D17B57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6" name="path_705"/>
                <p:cNvSpPr/>
                <p:nvPr/>
              </p:nvSpPr>
              <p:spPr>
                <a:xfrm>
                  <a:off x="12516143" y="663024"/>
                  <a:ext cx="25263" cy="1629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63" h="1782">
                      <a:moveTo>
                        <a:pt x="2763" y="891"/>
                      </a:moveTo>
                      <a:cubicBezTo>
                        <a:pt x="2763" y="1383"/>
                        <a:pt x="2144" y="1782"/>
                        <a:pt x="1381" y="1782"/>
                      </a:cubicBezTo>
                      <a:cubicBezTo>
                        <a:pt x="618" y="1782"/>
                        <a:pt x="0" y="1383"/>
                        <a:pt x="0" y="891"/>
                      </a:cubicBezTo>
                      <a:cubicBezTo>
                        <a:pt x="0" y="399"/>
                        <a:pt x="618" y="0"/>
                        <a:pt x="1381" y="0"/>
                      </a:cubicBezTo>
                      <a:cubicBezTo>
                        <a:pt x="2144" y="0"/>
                        <a:pt x="2763" y="399"/>
                        <a:pt x="2763" y="891"/>
                      </a:cubicBezTo>
                      <a:close/>
                    </a:path>
                  </a:pathLst>
                </a:custGeom>
                <a:solidFill>
                  <a:srgbClr val="D17B57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7" name="path_706"/>
                <p:cNvSpPr/>
                <p:nvPr/>
              </p:nvSpPr>
              <p:spPr>
                <a:xfrm>
                  <a:off x="12471109" y="747659"/>
                  <a:ext cx="27459" cy="177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03" h="1937">
                      <a:moveTo>
                        <a:pt x="3003" y="968"/>
                      </a:moveTo>
                      <a:cubicBezTo>
                        <a:pt x="3003" y="1503"/>
                        <a:pt x="2331" y="1937"/>
                        <a:pt x="1502" y="1937"/>
                      </a:cubicBezTo>
                      <a:cubicBezTo>
                        <a:pt x="672" y="1937"/>
                        <a:pt x="0" y="1503"/>
                        <a:pt x="0" y="968"/>
                      </a:cubicBezTo>
                      <a:cubicBezTo>
                        <a:pt x="0" y="434"/>
                        <a:pt x="672" y="0"/>
                        <a:pt x="1502" y="0"/>
                      </a:cubicBezTo>
                      <a:cubicBezTo>
                        <a:pt x="2331" y="0"/>
                        <a:pt x="3003" y="434"/>
                        <a:pt x="3003" y="968"/>
                      </a:cubicBezTo>
                      <a:close/>
                    </a:path>
                  </a:pathLst>
                </a:custGeom>
                <a:solidFill>
                  <a:srgbClr val="D17B57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8" name="path_707"/>
                <p:cNvSpPr/>
                <p:nvPr/>
              </p:nvSpPr>
              <p:spPr>
                <a:xfrm>
                  <a:off x="12643005" y="782859"/>
                  <a:ext cx="24164" cy="155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43" h="1704">
                      <a:moveTo>
                        <a:pt x="2643" y="852"/>
                      </a:moveTo>
                      <a:cubicBezTo>
                        <a:pt x="2643" y="1323"/>
                        <a:pt x="2051" y="1704"/>
                        <a:pt x="1321" y="1704"/>
                      </a:cubicBezTo>
                      <a:cubicBezTo>
                        <a:pt x="592" y="1704"/>
                        <a:pt x="0" y="1323"/>
                        <a:pt x="0" y="852"/>
                      </a:cubicBezTo>
                      <a:cubicBezTo>
                        <a:pt x="0" y="382"/>
                        <a:pt x="592" y="0"/>
                        <a:pt x="1321" y="0"/>
                      </a:cubicBezTo>
                      <a:cubicBezTo>
                        <a:pt x="2051" y="0"/>
                        <a:pt x="2643" y="382"/>
                        <a:pt x="2643" y="852"/>
                      </a:cubicBezTo>
                      <a:close/>
                    </a:path>
                  </a:pathLst>
                </a:custGeom>
                <a:solidFill>
                  <a:srgbClr val="D17B57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09" name="path_708"/>
              <p:cNvSpPr/>
              <p:nvPr/>
            </p:nvSpPr>
            <p:spPr>
              <a:xfrm>
                <a:off x="12230100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path_709"/>
              <p:cNvSpPr/>
              <p:nvPr/>
            </p:nvSpPr>
            <p:spPr>
              <a:xfrm>
                <a:off x="12582144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path_710"/>
              <p:cNvSpPr/>
              <p:nvPr/>
            </p:nvSpPr>
            <p:spPr>
              <a:xfrm>
                <a:off x="12934188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12" name="Green lay language output"/>
            <p:cNvGrpSpPr/>
            <p:nvPr/>
          </p:nvGrpSpPr>
          <p:grpSpPr>
            <a:xfrm>
              <a:off x="13533120" y="384048"/>
              <a:ext cx="1572768" cy="566928"/>
              <a:chOff x="13533120" y="384048"/>
              <a:chExt cx="1572768" cy="566928"/>
            </a:xfrm>
          </p:grpSpPr>
          <p:sp>
            <p:nvSpPr>
              <p:cNvPr id="713" name="rect_712"/>
              <p:cNvSpPr/>
              <p:nvPr/>
            </p:nvSpPr>
            <p:spPr>
              <a:xfrm>
                <a:off x="13533120" y="384048"/>
                <a:ext cx="1572768" cy="566928"/>
              </a:xfrm>
              <a:prstGeom prst="roundRect">
                <a:avLst>
                  <a:gd name="adj" fmla="val 20967"/>
                </a:avLst>
              </a:prstGeom>
              <a:noFill/>
              <a:ln w="25603" cap="flat">
                <a:solidFill>
                  <a:srgbClr val="060707"/>
                </a:solidFill>
                <a:custDash>
                  <a:ds d="285714" sp="142857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rect_713"/>
              <p:cNvSpPr/>
              <p:nvPr/>
            </p:nvSpPr>
            <p:spPr>
              <a:xfrm>
                <a:off x="13615416" y="493776"/>
                <a:ext cx="1408176" cy="356616"/>
              </a:xfrm>
              <a:prstGeom prst="rect">
                <a:avLst/>
              </a:prstGeom>
              <a:solidFill>
                <a:srgbClr val="D7DEE4"/>
              </a:solidFill>
              <a:ln w="30175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715" name="Shortened snake meaning"/>
              <p:cNvGrpSpPr/>
              <p:nvPr/>
            </p:nvGrpSpPr>
            <p:grpSpPr>
              <a:xfrm>
                <a:off x="14062934" y="483857"/>
                <a:ext cx="533130" cy="346210"/>
                <a:chOff x="14062934" y="483857"/>
                <a:chExt cx="533130" cy="346210"/>
              </a:xfrm>
            </p:grpSpPr>
            <p:sp>
              <p:nvSpPr>
                <p:cNvPr id="716" name="path_715"/>
                <p:cNvSpPr/>
                <p:nvPr/>
              </p:nvSpPr>
              <p:spPr>
                <a:xfrm>
                  <a:off x="14392448" y="683971"/>
                  <a:ext cx="203616" cy="1322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268" h="14467">
                      <a:moveTo>
                        <a:pt x="11411" y="2800"/>
                      </a:moveTo>
                      <a:cubicBezTo>
                        <a:pt x="16817" y="4667"/>
                        <a:pt x="21021" y="933"/>
                        <a:pt x="22222" y="0"/>
                      </a:cubicBezTo>
                      <a:cubicBezTo>
                        <a:pt x="22823" y="7467"/>
                        <a:pt x="17417" y="14000"/>
                        <a:pt x="9610" y="14467"/>
                      </a:cubicBezTo>
                      <a:lnTo>
                        <a:pt x="0" y="11667"/>
                      </a:lnTo>
                      <a:lnTo>
                        <a:pt x="11411" y="2800"/>
                      </a:lnTo>
                      <a:close/>
                    </a:path>
                  </a:pathLst>
                </a:custGeom>
                <a:solidFill>
                  <a:srgbClr val="82B99E">
                    <a:alpha val="48000"/>
                  </a:srgbClr>
                </a:solidFill>
                <a:ln w="12686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7" name="path_716"/>
                <p:cNvSpPr/>
                <p:nvPr/>
              </p:nvSpPr>
              <p:spPr>
                <a:xfrm>
                  <a:off x="14069685" y="483857"/>
                  <a:ext cx="454642" cy="3462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720" h="37862">
                      <a:moveTo>
                        <a:pt x="21484" y="418"/>
                      </a:moveTo>
                      <a:cubicBezTo>
                        <a:pt x="11874" y="-1449"/>
                        <a:pt x="5268" y="3218"/>
                        <a:pt x="4667" y="8818"/>
                      </a:cubicBezTo>
                      <a:cubicBezTo>
                        <a:pt x="-1339" y="11618"/>
                        <a:pt x="-1339" y="16285"/>
                        <a:pt x="3466" y="18618"/>
                      </a:cubicBezTo>
                      <a:cubicBezTo>
                        <a:pt x="9472" y="21418"/>
                        <a:pt x="15478" y="20485"/>
                        <a:pt x="18481" y="18618"/>
                      </a:cubicBezTo>
                      <a:cubicBezTo>
                        <a:pt x="15478" y="21418"/>
                        <a:pt x="13676" y="23751"/>
                        <a:pt x="13076" y="26551"/>
                      </a:cubicBezTo>
                      <a:cubicBezTo>
                        <a:pt x="9472" y="34951"/>
                        <a:pt x="18481" y="37751"/>
                        <a:pt x="30493" y="37751"/>
                      </a:cubicBezTo>
                      <a:cubicBezTo>
                        <a:pt x="43706" y="38685"/>
                        <a:pt x="52115" y="33551"/>
                        <a:pt x="49112" y="28418"/>
                      </a:cubicBezTo>
                      <a:cubicBezTo>
                        <a:pt x="46709" y="23285"/>
                        <a:pt x="38301" y="23751"/>
                        <a:pt x="32295" y="26551"/>
                      </a:cubicBezTo>
                      <a:cubicBezTo>
                        <a:pt x="26289" y="30751"/>
                        <a:pt x="24487" y="29818"/>
                        <a:pt x="25088" y="27951"/>
                      </a:cubicBezTo>
                      <a:cubicBezTo>
                        <a:pt x="26289" y="24218"/>
                        <a:pt x="32895" y="17685"/>
                        <a:pt x="34097" y="10685"/>
                      </a:cubicBezTo>
                      <a:cubicBezTo>
                        <a:pt x="35298" y="5551"/>
                        <a:pt x="28691" y="885"/>
                        <a:pt x="21484" y="418"/>
                      </a:cubicBezTo>
                      <a:close/>
                    </a:path>
                  </a:pathLst>
                </a:custGeom>
                <a:solidFill>
                  <a:srgbClr val="82B99E">
                    <a:alpha val="48000"/>
                  </a:srgbClr>
                </a:solidFill>
                <a:ln w="13662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8" name="path_717"/>
                <p:cNvSpPr/>
                <p:nvPr/>
              </p:nvSpPr>
              <p:spPr>
                <a:xfrm>
                  <a:off x="14101378" y="649834"/>
                  <a:ext cx="263611" cy="1125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829" h="12313" fill="none">
                      <a:moveTo>
                        <a:pt x="0" y="467"/>
                      </a:moveTo>
                      <a:cubicBezTo>
                        <a:pt x="5405" y="2333"/>
                        <a:pt x="12012" y="1867"/>
                        <a:pt x="15616" y="0"/>
                      </a:cubicBezTo>
                      <a:moveTo>
                        <a:pt x="22222" y="10267"/>
                      </a:moveTo>
                      <a:cubicBezTo>
                        <a:pt x="21622" y="13533"/>
                        <a:pt x="27027" y="12133"/>
                        <a:pt x="28829" y="11200"/>
                      </a:cubicBezTo>
                    </a:path>
                  </a:pathLst>
                </a:custGeom>
                <a:noFill/>
                <a:ln w="9759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9" name="path_718"/>
                <p:cNvSpPr/>
                <p:nvPr/>
              </p:nvSpPr>
              <p:spPr>
                <a:xfrm>
                  <a:off x="14062934" y="671170"/>
                  <a:ext cx="60411" cy="3413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607" h="3733" fill="none">
                      <a:moveTo>
                        <a:pt x="6607" y="0"/>
                      </a:moveTo>
                      <a:lnTo>
                        <a:pt x="2402" y="3733"/>
                      </a:lnTo>
                      <a:moveTo>
                        <a:pt x="4204" y="1400"/>
                      </a:moveTo>
                      <a:lnTo>
                        <a:pt x="0" y="1867"/>
                      </a:lnTo>
                    </a:path>
                  </a:pathLst>
                </a:custGeom>
                <a:noFill/>
                <a:ln w="11710" cap="flat">
                  <a:solidFill>
                    <a:srgbClr val="C57662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0" name="path_719"/>
                <p:cNvSpPr/>
                <p:nvPr/>
              </p:nvSpPr>
              <p:spPr>
                <a:xfrm>
                  <a:off x="14140919" y="564063"/>
                  <a:ext cx="307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63" h="3827">
                      <a:moveTo>
                        <a:pt x="3363" y="1913"/>
                      </a:moveTo>
                      <a:cubicBezTo>
                        <a:pt x="3363" y="2970"/>
                        <a:pt x="2610" y="3827"/>
                        <a:pt x="1682" y="3827"/>
                      </a:cubicBezTo>
                      <a:cubicBezTo>
                        <a:pt x="753" y="3827"/>
                        <a:pt x="0" y="2970"/>
                        <a:pt x="0" y="1913"/>
                      </a:cubicBezTo>
                      <a:cubicBezTo>
                        <a:pt x="0" y="857"/>
                        <a:pt x="753" y="0"/>
                        <a:pt x="1682" y="0"/>
                      </a:cubicBezTo>
                      <a:cubicBezTo>
                        <a:pt x="2610" y="0"/>
                        <a:pt x="3363" y="857"/>
                        <a:pt x="3363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1" name="path_720"/>
                <p:cNvSpPr/>
                <p:nvPr/>
              </p:nvSpPr>
              <p:spPr>
                <a:xfrm>
                  <a:off x="14272724" y="572597"/>
                  <a:ext cx="30755" cy="349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63" h="3827">
                      <a:moveTo>
                        <a:pt x="3363" y="1913"/>
                      </a:moveTo>
                      <a:cubicBezTo>
                        <a:pt x="3363" y="2970"/>
                        <a:pt x="2610" y="3827"/>
                        <a:pt x="1682" y="3827"/>
                      </a:cubicBezTo>
                      <a:cubicBezTo>
                        <a:pt x="753" y="3827"/>
                        <a:pt x="0" y="2970"/>
                        <a:pt x="0" y="1913"/>
                      </a:cubicBezTo>
                      <a:cubicBezTo>
                        <a:pt x="0" y="857"/>
                        <a:pt x="753" y="0"/>
                        <a:pt x="1682" y="0"/>
                      </a:cubicBezTo>
                      <a:cubicBezTo>
                        <a:pt x="2610" y="0"/>
                        <a:pt x="3363" y="857"/>
                        <a:pt x="3363" y="1913"/>
                      </a:cubicBezTo>
                      <a:close/>
                    </a:path>
                  </a:pathLst>
                </a:custGeom>
                <a:solidFill>
                  <a:srgbClr val="343829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2" name="path_721"/>
                <p:cNvSpPr/>
                <p:nvPr/>
              </p:nvSpPr>
              <p:spPr>
                <a:xfrm>
                  <a:off x="14106595" y="628284"/>
                  <a:ext cx="11533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61" h="980">
                      <a:moveTo>
                        <a:pt x="1261" y="490"/>
                      </a:moveTo>
                      <a:cubicBezTo>
                        <a:pt x="1261" y="761"/>
                        <a:pt x="979" y="980"/>
                        <a:pt x="631" y="980"/>
                      </a:cubicBezTo>
                      <a:cubicBezTo>
                        <a:pt x="282" y="980"/>
                        <a:pt x="0" y="761"/>
                        <a:pt x="0" y="490"/>
                      </a:cubicBezTo>
                      <a:cubicBezTo>
                        <a:pt x="0" y="219"/>
                        <a:pt x="282" y="0"/>
                        <a:pt x="631" y="0"/>
                      </a:cubicBezTo>
                      <a:cubicBezTo>
                        <a:pt x="979" y="0"/>
                        <a:pt x="1261" y="219"/>
                        <a:pt x="1261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3" name="path_722"/>
                <p:cNvSpPr/>
                <p:nvPr/>
              </p:nvSpPr>
              <p:spPr>
                <a:xfrm>
                  <a:off x="14156022" y="641086"/>
                  <a:ext cx="11533" cy="89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61" h="980">
                      <a:moveTo>
                        <a:pt x="1261" y="490"/>
                      </a:moveTo>
                      <a:cubicBezTo>
                        <a:pt x="1261" y="761"/>
                        <a:pt x="979" y="980"/>
                        <a:pt x="631" y="980"/>
                      </a:cubicBezTo>
                      <a:cubicBezTo>
                        <a:pt x="282" y="980"/>
                        <a:pt x="0" y="761"/>
                        <a:pt x="0" y="490"/>
                      </a:cubicBezTo>
                      <a:cubicBezTo>
                        <a:pt x="0" y="219"/>
                        <a:pt x="282" y="0"/>
                        <a:pt x="631" y="0"/>
                      </a:cubicBezTo>
                      <a:cubicBezTo>
                        <a:pt x="979" y="0"/>
                        <a:pt x="1261" y="219"/>
                        <a:pt x="1261" y="490"/>
                      </a:cubicBezTo>
                      <a:close/>
                    </a:path>
                  </a:pathLst>
                </a:custGeom>
                <a:solidFill>
                  <a:srgbClr val="46452D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4" name="path_723"/>
                <p:cNvSpPr/>
                <p:nvPr/>
              </p:nvSpPr>
              <p:spPr>
                <a:xfrm>
                  <a:off x="14296889" y="617403"/>
                  <a:ext cx="48329" cy="3072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285" h="3360">
                      <a:moveTo>
                        <a:pt x="5285" y="1680"/>
                      </a:moveTo>
                      <a:cubicBezTo>
                        <a:pt x="5285" y="2608"/>
                        <a:pt x="4102" y="3360"/>
                        <a:pt x="2643" y="3360"/>
                      </a:cubicBezTo>
                      <a:cubicBezTo>
                        <a:pt x="1183" y="3360"/>
                        <a:pt x="0" y="2608"/>
                        <a:pt x="0" y="1680"/>
                      </a:cubicBezTo>
                      <a:cubicBezTo>
                        <a:pt x="0" y="752"/>
                        <a:pt x="1183" y="0"/>
                        <a:pt x="2643" y="0"/>
                      </a:cubicBezTo>
                      <a:cubicBezTo>
                        <a:pt x="4102" y="0"/>
                        <a:pt x="5285" y="752"/>
                        <a:pt x="5285" y="1680"/>
                      </a:cubicBezTo>
                      <a:close/>
                    </a:path>
                  </a:pathLst>
                </a:custGeom>
                <a:solidFill>
                  <a:srgbClr val="F1AB7C">
                    <a:alpha val="455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5" name="path_724"/>
                <p:cNvSpPr/>
                <p:nvPr/>
              </p:nvSpPr>
              <p:spPr>
                <a:xfrm>
                  <a:off x="14207371" y="508713"/>
                  <a:ext cx="40640" cy="262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44" h="2866">
                      <a:moveTo>
                        <a:pt x="4444" y="1433"/>
                      </a:moveTo>
                      <a:cubicBezTo>
                        <a:pt x="4444" y="2225"/>
                        <a:pt x="3450" y="2866"/>
                        <a:pt x="2222" y="2866"/>
                      </a:cubicBezTo>
                      <a:cubicBezTo>
                        <a:pt x="995" y="2866"/>
                        <a:pt x="0" y="2225"/>
                        <a:pt x="0" y="1433"/>
                      </a:cubicBezTo>
                      <a:cubicBezTo>
                        <a:pt x="0" y="642"/>
                        <a:pt x="995" y="0"/>
                        <a:pt x="2222" y="0"/>
                      </a:cubicBezTo>
                      <a:cubicBezTo>
                        <a:pt x="3450" y="0"/>
                        <a:pt x="4444" y="642"/>
                        <a:pt x="4444" y="1433"/>
                      </a:cubicBezTo>
                      <a:close/>
                    </a:path>
                  </a:pathLst>
                </a:custGeom>
                <a:solidFill>
                  <a:srgbClr val="9BC9A5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6" name="path_725"/>
                <p:cNvSpPr/>
                <p:nvPr/>
              </p:nvSpPr>
              <p:spPr>
                <a:xfrm>
                  <a:off x="14253503" y="663024"/>
                  <a:ext cx="25263" cy="1629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63" h="1782">
                      <a:moveTo>
                        <a:pt x="2763" y="891"/>
                      </a:moveTo>
                      <a:cubicBezTo>
                        <a:pt x="2763" y="1383"/>
                        <a:pt x="2144" y="1782"/>
                        <a:pt x="1381" y="1782"/>
                      </a:cubicBezTo>
                      <a:cubicBezTo>
                        <a:pt x="618" y="1782"/>
                        <a:pt x="0" y="1383"/>
                        <a:pt x="0" y="891"/>
                      </a:cubicBezTo>
                      <a:cubicBezTo>
                        <a:pt x="0" y="399"/>
                        <a:pt x="618" y="0"/>
                        <a:pt x="1381" y="0"/>
                      </a:cubicBezTo>
                      <a:cubicBezTo>
                        <a:pt x="2144" y="0"/>
                        <a:pt x="2763" y="399"/>
                        <a:pt x="2763" y="891"/>
                      </a:cubicBezTo>
                      <a:close/>
                    </a:path>
                  </a:pathLst>
                </a:custGeom>
                <a:solidFill>
                  <a:srgbClr val="9BC9A5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7" name="path_726"/>
                <p:cNvSpPr/>
                <p:nvPr/>
              </p:nvSpPr>
              <p:spPr>
                <a:xfrm>
                  <a:off x="14208469" y="747659"/>
                  <a:ext cx="27459" cy="177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03" h="1937">
                      <a:moveTo>
                        <a:pt x="3003" y="968"/>
                      </a:moveTo>
                      <a:cubicBezTo>
                        <a:pt x="3003" y="1503"/>
                        <a:pt x="2331" y="1937"/>
                        <a:pt x="1502" y="1937"/>
                      </a:cubicBezTo>
                      <a:cubicBezTo>
                        <a:pt x="672" y="1937"/>
                        <a:pt x="0" y="1503"/>
                        <a:pt x="0" y="968"/>
                      </a:cubicBezTo>
                      <a:cubicBezTo>
                        <a:pt x="0" y="434"/>
                        <a:pt x="672" y="0"/>
                        <a:pt x="1502" y="0"/>
                      </a:cubicBezTo>
                      <a:cubicBezTo>
                        <a:pt x="2331" y="0"/>
                        <a:pt x="3003" y="434"/>
                        <a:pt x="3003" y="968"/>
                      </a:cubicBezTo>
                      <a:close/>
                    </a:path>
                  </a:pathLst>
                </a:custGeom>
                <a:solidFill>
                  <a:srgbClr val="9BC9A5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8" name="path_727"/>
                <p:cNvSpPr/>
                <p:nvPr/>
              </p:nvSpPr>
              <p:spPr>
                <a:xfrm>
                  <a:off x="14380365" y="782859"/>
                  <a:ext cx="24164" cy="155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43" h="1704">
                      <a:moveTo>
                        <a:pt x="2643" y="852"/>
                      </a:moveTo>
                      <a:cubicBezTo>
                        <a:pt x="2643" y="1323"/>
                        <a:pt x="2051" y="1704"/>
                        <a:pt x="1321" y="1704"/>
                      </a:cubicBezTo>
                      <a:cubicBezTo>
                        <a:pt x="592" y="1704"/>
                        <a:pt x="0" y="1323"/>
                        <a:pt x="0" y="852"/>
                      </a:cubicBezTo>
                      <a:cubicBezTo>
                        <a:pt x="0" y="382"/>
                        <a:pt x="592" y="0"/>
                        <a:pt x="1321" y="0"/>
                      </a:cubicBezTo>
                      <a:cubicBezTo>
                        <a:pt x="2051" y="0"/>
                        <a:pt x="2643" y="382"/>
                        <a:pt x="2643" y="852"/>
                      </a:cubicBezTo>
                      <a:close/>
                    </a:path>
                  </a:pathLst>
                </a:custGeom>
                <a:solidFill>
                  <a:srgbClr val="9BC9A5">
                    <a:alpha val="28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29" name="path_728"/>
              <p:cNvSpPr/>
              <p:nvPr/>
            </p:nvSpPr>
            <p:spPr>
              <a:xfrm>
                <a:off x="13967460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path_729"/>
              <p:cNvSpPr/>
              <p:nvPr/>
            </p:nvSpPr>
            <p:spPr>
              <a:xfrm>
                <a:off x="14319504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path_730"/>
              <p:cNvSpPr/>
              <p:nvPr/>
            </p:nvSpPr>
            <p:spPr>
              <a:xfrm>
                <a:off x="14671548" y="493776"/>
                <a:ext cx="91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9000" fill="none">
                    <a:moveTo>
                      <a:pt x="0" y="0"/>
                    </a:moveTo>
                    <a:lnTo>
                      <a:pt x="0" y="39000"/>
                    </a:lnTo>
                  </a:path>
                </a:pathLst>
              </a:custGeom>
              <a:noFill/>
              <a:ln w="28346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32" name="text_731"/>
            <p:cNvSpPr txBox="1"/>
            <p:nvPr/>
          </p:nvSpPr>
          <p:spPr>
            <a:xfrm>
              <a:off x="9807260" y="1697593"/>
              <a:ext cx="1453256" cy="368503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i="1" b="0" lang="en-US">
                  <a:solidFill>
                    <a:srgbClr val="060707"/>
                  </a:solidFill>
                  <a:latin typeface="Arial"/>
                </a:rPr>
                <a:t>Pre-trained</a:t>
              </a:r>
            </a:p>
          </p:txBody>
        </p:sp>
        <p:sp>
          <p:nvSpPr>
            <p:cNvPr id="733" name="text_732"/>
            <p:cNvSpPr txBox="1"/>
            <p:nvPr/>
          </p:nvSpPr>
          <p:spPr>
            <a:xfrm>
              <a:off x="10008099" y="2072497"/>
              <a:ext cx="1069865" cy="368503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i="1" b="0" lang="en-US">
                  <a:solidFill>
                    <a:srgbClr val="060707"/>
                  </a:solidFill>
                  <a:latin typeface="Arial"/>
                </a:rPr>
                <a:t>Weights</a:t>
              </a:r>
            </a:p>
          </p:txBody>
        </p:sp>
        <p:sp>
          <p:nvSpPr>
            <p:cNvPr id="734" name="Frozen LN"/>
            <p:cNvSpPr/>
            <p:nvPr/>
          </p:nvSpPr>
          <p:spPr>
            <a:xfrm>
              <a:off x="9829800" y="2487168"/>
              <a:ext cx="1389888" cy="411480"/>
            </a:xfrm>
            <a:prstGeom prst="roundRect">
              <a:avLst>
                <a:gd name="adj" fmla="val 17777"/>
              </a:avLst>
            </a:prstGeom>
            <a:solidFill>
              <a:srgbClr val="D7DEE4"/>
            </a:solidFill>
            <a:ln w="27432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5" name="text_734"/>
            <p:cNvSpPr txBox="1"/>
            <p:nvPr/>
          </p:nvSpPr>
          <p:spPr>
            <a:xfrm>
              <a:off x="10338059" y="2529121"/>
              <a:ext cx="373370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LN</a:t>
              </a:r>
            </a:p>
          </p:txBody>
        </p:sp>
        <p:sp>
          <p:nvSpPr>
            <p:cNvPr id="736" name="Frozen FNN"/>
            <p:cNvSpPr/>
            <p:nvPr/>
          </p:nvSpPr>
          <p:spPr>
            <a:xfrm>
              <a:off x="9829800" y="3054096"/>
              <a:ext cx="1389888" cy="411480"/>
            </a:xfrm>
            <a:prstGeom prst="roundRect">
              <a:avLst>
                <a:gd name="adj" fmla="val 17777"/>
              </a:avLst>
            </a:prstGeom>
            <a:solidFill>
              <a:srgbClr val="CFCFCE"/>
            </a:solidFill>
            <a:ln w="27432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text_736"/>
            <p:cNvSpPr txBox="1"/>
            <p:nvPr/>
          </p:nvSpPr>
          <p:spPr>
            <a:xfrm>
              <a:off x="10238611" y="3096049"/>
              <a:ext cx="572266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FNN</a:t>
              </a:r>
            </a:p>
          </p:txBody>
        </p:sp>
        <p:sp>
          <p:nvSpPr>
            <p:cNvPr id="738" name="Frozen LN"/>
            <p:cNvSpPr/>
            <p:nvPr/>
          </p:nvSpPr>
          <p:spPr>
            <a:xfrm>
              <a:off x="9829800" y="3657600"/>
              <a:ext cx="1389888" cy="411480"/>
            </a:xfrm>
            <a:prstGeom prst="roundRect">
              <a:avLst>
                <a:gd name="adj" fmla="val 17777"/>
              </a:avLst>
            </a:prstGeom>
            <a:solidFill>
              <a:srgbClr val="D7DEE4"/>
            </a:solidFill>
            <a:ln w="27432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text_738"/>
            <p:cNvSpPr txBox="1"/>
            <p:nvPr/>
          </p:nvSpPr>
          <p:spPr>
            <a:xfrm>
              <a:off x="10338059" y="3699553"/>
              <a:ext cx="373370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LN</a:t>
              </a:r>
            </a:p>
          </p:txBody>
        </p:sp>
        <p:sp>
          <p:nvSpPr>
            <p:cNvPr id="740" name="Frozen Attention"/>
            <p:cNvSpPr/>
            <p:nvPr/>
          </p:nvSpPr>
          <p:spPr>
            <a:xfrm>
              <a:off x="9829800" y="4242816"/>
              <a:ext cx="1389888" cy="411480"/>
            </a:xfrm>
            <a:prstGeom prst="roundRect">
              <a:avLst>
                <a:gd name="adj" fmla="val 17777"/>
              </a:avLst>
            </a:prstGeom>
            <a:solidFill>
              <a:srgbClr val="CFCFCE"/>
            </a:solidFill>
            <a:ln w="27432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1" name="text_740"/>
            <p:cNvSpPr txBox="1"/>
            <p:nvPr/>
          </p:nvSpPr>
          <p:spPr>
            <a:xfrm>
              <a:off x="9996388" y="4284769"/>
              <a:ext cx="1056712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Attention</a:t>
              </a:r>
            </a:p>
          </p:txBody>
        </p:sp>
        <p:sp>
          <p:nvSpPr>
            <p:cNvPr id="742" name="path_741"/>
            <p:cNvSpPr/>
            <p:nvPr/>
          </p:nvSpPr>
          <p:spPr>
            <a:xfrm>
              <a:off x="10524744" y="2898648"/>
              <a:ext cx="91" cy="155448"/>
            </a:xfrm>
            <a:custGeom>
              <a:avLst/>
              <a:gdLst/>
              <a:ahLst/>
              <a:cxnLst/>
              <a:rect l="0" t="0" r="r" b="b"/>
              <a:pathLst>
                <a:path w="10" h="17000" fill="none">
                  <a:moveTo>
                    <a:pt x="0" y="17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path_742"/>
            <p:cNvSpPr/>
            <p:nvPr/>
          </p:nvSpPr>
          <p:spPr>
            <a:xfrm>
              <a:off x="10474452" y="2898648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path_743"/>
            <p:cNvSpPr/>
            <p:nvPr/>
          </p:nvSpPr>
          <p:spPr>
            <a:xfrm>
              <a:off x="10524744" y="3465576"/>
              <a:ext cx="91" cy="192024"/>
            </a:xfrm>
            <a:custGeom>
              <a:avLst/>
              <a:gdLst/>
              <a:ahLst/>
              <a:cxnLst/>
              <a:rect l="0" t="0" r="r" b="b"/>
              <a:pathLst>
                <a:path w="10" h="21000" fill="none">
                  <a:moveTo>
                    <a:pt x="0" y="21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5" name="path_744"/>
            <p:cNvSpPr/>
            <p:nvPr/>
          </p:nvSpPr>
          <p:spPr>
            <a:xfrm>
              <a:off x="10474452" y="346557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6" name="path_745"/>
            <p:cNvSpPr/>
            <p:nvPr/>
          </p:nvSpPr>
          <p:spPr>
            <a:xfrm>
              <a:off x="10524744" y="4069080"/>
              <a:ext cx="91" cy="173736"/>
            </a:xfrm>
            <a:custGeom>
              <a:avLst/>
              <a:gdLst/>
              <a:ahLst/>
              <a:cxnLst/>
              <a:rect l="0" t="0" r="r" b="b"/>
              <a:pathLst>
                <a:path w="10" h="19000" fill="none">
                  <a:moveTo>
                    <a:pt x="0" y="19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path_746"/>
            <p:cNvSpPr/>
            <p:nvPr/>
          </p:nvSpPr>
          <p:spPr>
            <a:xfrm>
              <a:off x="10474452" y="406908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path_747"/>
            <p:cNvSpPr/>
            <p:nvPr/>
          </p:nvSpPr>
          <p:spPr>
            <a:xfrm>
              <a:off x="10524744" y="4654296"/>
              <a:ext cx="91" cy="210312"/>
            </a:xfrm>
            <a:custGeom>
              <a:avLst/>
              <a:gdLst/>
              <a:ahLst/>
              <a:cxnLst/>
              <a:rect l="0" t="0" r="r" b="b"/>
              <a:pathLst>
                <a:path w="10" h="23000" fill="none">
                  <a:moveTo>
                    <a:pt x="0" y="23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path_748"/>
            <p:cNvSpPr/>
            <p:nvPr/>
          </p:nvSpPr>
          <p:spPr>
            <a:xfrm>
              <a:off x="10474452" y="465429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50" name="Frozen parameter snowflake"/>
            <p:cNvGrpSpPr/>
            <p:nvPr/>
          </p:nvGrpSpPr>
          <p:grpSpPr>
            <a:xfrm>
              <a:off x="11006290" y="2138553"/>
              <a:ext cx="408509" cy="459486"/>
              <a:chOff x="11006290" y="2138553"/>
              <a:chExt cx="408509" cy="459486"/>
            </a:xfrm>
          </p:grpSpPr>
          <p:grpSp>
            <p:nvGrpSpPr>
              <p:cNvPr id="751" name="Ice crystal branch"/>
              <p:cNvGrpSpPr/>
              <p:nvPr/>
            </p:nvGrpSpPr>
            <p:grpSpPr>
              <a:xfrm>
                <a:off x="11126138" y="2138553"/>
                <a:ext cx="172165" cy="229743"/>
                <a:chOff x="11126138" y="2138553"/>
                <a:chExt cx="172165" cy="229743"/>
              </a:xfrm>
            </p:grpSpPr>
            <p:sp>
              <p:nvSpPr>
                <p:cNvPr id="752" name="path_751"/>
                <p:cNvSpPr/>
                <p:nvPr/>
              </p:nvSpPr>
              <p:spPr>
                <a:xfrm>
                  <a:off x="11126138" y="2138553"/>
                  <a:ext cx="172165" cy="22974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828" h="25125">
                      <a:moveTo>
                        <a:pt x="8123" y="25125"/>
                      </a:moveTo>
                      <a:cubicBezTo>
                        <a:pt x="6462" y="21433"/>
                        <a:pt x="7385" y="17740"/>
                        <a:pt x="7385" y="14048"/>
                      </a:cubicBezTo>
                      <a:cubicBezTo>
                        <a:pt x="3692" y="16817"/>
                        <a:pt x="0" y="14048"/>
                        <a:pt x="0" y="11279"/>
                      </a:cubicBezTo>
                      <a:cubicBezTo>
                        <a:pt x="0" y="7587"/>
                        <a:pt x="2769" y="9433"/>
                        <a:pt x="6462" y="12202"/>
                      </a:cubicBezTo>
                      <a:cubicBezTo>
                        <a:pt x="5538" y="8510"/>
                        <a:pt x="3692" y="3894"/>
                        <a:pt x="6462" y="1125"/>
                      </a:cubicBezTo>
                      <a:cubicBezTo>
                        <a:pt x="9231" y="-1644"/>
                        <a:pt x="12000" y="1125"/>
                        <a:pt x="11077" y="4817"/>
                      </a:cubicBezTo>
                      <a:lnTo>
                        <a:pt x="10154" y="11279"/>
                      </a:lnTo>
                      <a:cubicBezTo>
                        <a:pt x="13846" y="6663"/>
                        <a:pt x="16615" y="3894"/>
                        <a:pt x="18462" y="6663"/>
                      </a:cubicBezTo>
                      <a:cubicBezTo>
                        <a:pt x="20308" y="10356"/>
                        <a:pt x="14769" y="14048"/>
                        <a:pt x="11077" y="15894"/>
                      </a:cubicBezTo>
                      <a:lnTo>
                        <a:pt x="10523" y="25125"/>
                      </a:lnTo>
                      <a:lnTo>
                        <a:pt x="8123" y="25125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3" name="path_752"/>
                <p:cNvSpPr/>
                <p:nvPr/>
              </p:nvSpPr>
              <p:spPr>
                <a:xfrm>
                  <a:off x="11210544" y="2174162"/>
                  <a:ext cx="91" cy="19413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1231" fill="none">
                      <a:moveTo>
                        <a:pt x="0" y="212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4" name="path_753"/>
                <p:cNvSpPr/>
                <p:nvPr/>
              </p:nvSpPr>
              <p:spPr>
                <a:xfrm>
                  <a:off x="11151460" y="2241687"/>
                  <a:ext cx="59084" cy="506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462" h="5538" fill="none">
                      <a:moveTo>
                        <a:pt x="6462" y="55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5" name="path_754"/>
                <p:cNvSpPr/>
                <p:nvPr/>
              </p:nvSpPr>
              <p:spPr>
                <a:xfrm>
                  <a:off x="11210544" y="2199484"/>
                  <a:ext cx="50644" cy="506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538" h="5538" fill="none">
                      <a:moveTo>
                        <a:pt x="0" y="5538"/>
                      </a:moveTo>
                      <a:lnTo>
                        <a:pt x="5538" y="0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56" name="Ice crystal branch"/>
              <p:cNvGrpSpPr/>
              <p:nvPr/>
            </p:nvGrpSpPr>
            <p:grpSpPr>
              <a:xfrm>
                <a:off x="11205480" y="2227143"/>
                <a:ext cx="204320" cy="151387"/>
                <a:chOff x="11205480" y="2227143"/>
                <a:chExt cx="204320" cy="151387"/>
              </a:xfrm>
            </p:grpSpPr>
            <p:sp>
              <p:nvSpPr>
                <p:cNvPr id="757" name="path_756"/>
                <p:cNvSpPr/>
                <p:nvPr/>
              </p:nvSpPr>
              <p:spPr>
                <a:xfrm>
                  <a:off x="11205480" y="2227143"/>
                  <a:ext cx="204320" cy="1513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345" h="16556">
                      <a:moveTo>
                        <a:pt x="0" y="14477"/>
                      </a:moveTo>
                      <a:cubicBezTo>
                        <a:pt x="2367" y="11192"/>
                        <a:pt x="6026" y="10146"/>
                        <a:pt x="9224" y="8299"/>
                      </a:cubicBezTo>
                      <a:cubicBezTo>
                        <a:pt x="4979" y="6486"/>
                        <a:pt x="5531" y="1904"/>
                        <a:pt x="7930" y="520"/>
                      </a:cubicBezTo>
                      <a:cubicBezTo>
                        <a:pt x="11127" y="-1327"/>
                        <a:pt x="10913" y="1995"/>
                        <a:pt x="10361" y="6577"/>
                      </a:cubicBezTo>
                      <a:cubicBezTo>
                        <a:pt x="13097" y="3931"/>
                        <a:pt x="16171" y="25"/>
                        <a:pt x="19954" y="1038"/>
                      </a:cubicBezTo>
                      <a:cubicBezTo>
                        <a:pt x="23737" y="2052"/>
                        <a:pt x="22723" y="5835"/>
                        <a:pt x="19064" y="6882"/>
                      </a:cubicBezTo>
                      <a:lnTo>
                        <a:pt x="13007" y="9313"/>
                      </a:lnTo>
                      <a:cubicBezTo>
                        <a:pt x="18850" y="10203"/>
                        <a:pt x="22633" y="11217"/>
                        <a:pt x="21157" y="14200"/>
                      </a:cubicBezTo>
                      <a:cubicBezTo>
                        <a:pt x="18883" y="17645"/>
                        <a:pt x="12916" y="14695"/>
                        <a:pt x="9471" y="12420"/>
                      </a:cubicBezTo>
                      <a:lnTo>
                        <a:pt x="1200" y="16556"/>
                      </a:lnTo>
                      <a:lnTo>
                        <a:pt x="0" y="14477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8" name="path_757"/>
                <p:cNvSpPr/>
                <p:nvPr/>
              </p:nvSpPr>
              <p:spPr>
                <a:xfrm>
                  <a:off x="11210544" y="2271229"/>
                  <a:ext cx="168125" cy="970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386" h="10615" fill="none">
                      <a:moveTo>
                        <a:pt x="0" y="10615"/>
                      </a:moveTo>
                      <a:lnTo>
                        <a:pt x="18386" y="0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9" name="path_758"/>
                <p:cNvSpPr/>
                <p:nvPr/>
              </p:nvSpPr>
              <p:spPr>
                <a:xfrm>
                  <a:off x="11276332" y="2253823"/>
                  <a:ext cx="14317" cy="76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6" h="8365" fill="none">
                      <a:moveTo>
                        <a:pt x="0" y="8365"/>
                      </a:moveTo>
                      <a:lnTo>
                        <a:pt x="1566" y="0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0" name="path_759"/>
                <p:cNvSpPr/>
                <p:nvPr/>
              </p:nvSpPr>
              <p:spPr>
                <a:xfrm>
                  <a:off x="11312881" y="2309212"/>
                  <a:ext cx="69181" cy="185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566" h="2027" fill="none">
                      <a:moveTo>
                        <a:pt x="0" y="0"/>
                      </a:moveTo>
                      <a:lnTo>
                        <a:pt x="7566" y="2027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61" name="Ice crystal branch"/>
              <p:cNvGrpSpPr/>
              <p:nvPr/>
            </p:nvGrpSpPr>
            <p:grpSpPr>
              <a:xfrm>
                <a:off x="11204636" y="2354350"/>
                <a:ext cx="210163" cy="171450"/>
                <a:chOff x="11204636" y="2354350"/>
                <a:chExt cx="210163" cy="171450"/>
              </a:xfrm>
            </p:grpSpPr>
            <p:sp>
              <p:nvSpPr>
                <p:cNvPr id="762" name="path_761"/>
                <p:cNvSpPr/>
                <p:nvPr/>
              </p:nvSpPr>
              <p:spPr>
                <a:xfrm>
                  <a:off x="11204636" y="2354350"/>
                  <a:ext cx="210163" cy="1714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984" h="18750">
                      <a:moveTo>
                        <a:pt x="1200" y="566"/>
                      </a:moveTo>
                      <a:cubicBezTo>
                        <a:pt x="5228" y="973"/>
                        <a:pt x="7964" y="3619"/>
                        <a:pt x="11162" y="5465"/>
                      </a:cubicBezTo>
                      <a:cubicBezTo>
                        <a:pt x="10610" y="883"/>
                        <a:pt x="14854" y="-931"/>
                        <a:pt x="17253" y="454"/>
                      </a:cubicBezTo>
                      <a:cubicBezTo>
                        <a:pt x="20450" y="2300"/>
                        <a:pt x="17467" y="3775"/>
                        <a:pt x="13222" y="5588"/>
                      </a:cubicBezTo>
                      <a:cubicBezTo>
                        <a:pt x="16882" y="6635"/>
                        <a:pt x="21802" y="7344"/>
                        <a:pt x="22815" y="11127"/>
                      </a:cubicBezTo>
                      <a:cubicBezTo>
                        <a:pt x="23829" y="14910"/>
                        <a:pt x="20046" y="15923"/>
                        <a:pt x="17310" y="13278"/>
                      </a:cubicBezTo>
                      <a:lnTo>
                        <a:pt x="12176" y="9248"/>
                      </a:lnTo>
                      <a:cubicBezTo>
                        <a:pt x="14327" y="14753"/>
                        <a:pt x="15340" y="18536"/>
                        <a:pt x="12019" y="18750"/>
                      </a:cubicBezTo>
                      <a:cubicBezTo>
                        <a:pt x="7898" y="18503"/>
                        <a:pt x="7470" y="11860"/>
                        <a:pt x="7717" y="7739"/>
                      </a:cubicBezTo>
                      <a:lnTo>
                        <a:pt x="0" y="2644"/>
                      </a:lnTo>
                      <a:lnTo>
                        <a:pt x="1200" y="566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3" name="path_762"/>
                <p:cNvSpPr/>
                <p:nvPr/>
              </p:nvSpPr>
              <p:spPr>
                <a:xfrm>
                  <a:off x="11210544" y="2368296"/>
                  <a:ext cx="168125" cy="970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386" h="10615" fill="none">
                      <a:moveTo>
                        <a:pt x="0" y="0"/>
                      </a:moveTo>
                      <a:lnTo>
                        <a:pt x="18386" y="10615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4" name="path_763"/>
                <p:cNvSpPr/>
                <p:nvPr/>
              </p:nvSpPr>
              <p:spPr>
                <a:xfrm>
                  <a:off x="11276332" y="2380432"/>
                  <a:ext cx="73401" cy="2584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027" h="2827" fill="none">
                      <a:moveTo>
                        <a:pt x="0" y="2827"/>
                      </a:moveTo>
                      <a:lnTo>
                        <a:pt x="8027" y="0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5" name="path_764"/>
                <p:cNvSpPr/>
                <p:nvPr/>
              </p:nvSpPr>
              <p:spPr>
                <a:xfrm>
                  <a:off x="11312881" y="2427380"/>
                  <a:ext cx="18537" cy="69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27" h="7566" fill="none">
                      <a:moveTo>
                        <a:pt x="0" y="0"/>
                      </a:moveTo>
                      <a:lnTo>
                        <a:pt x="2027" y="7566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66" name="Ice crystal branch"/>
              <p:cNvGrpSpPr/>
              <p:nvPr/>
            </p:nvGrpSpPr>
            <p:grpSpPr>
              <a:xfrm>
                <a:off x="11122785" y="2368296"/>
                <a:ext cx="172165" cy="229743"/>
                <a:chOff x="11122785" y="2368296"/>
                <a:chExt cx="172165" cy="229743"/>
              </a:xfrm>
            </p:grpSpPr>
            <p:sp>
              <p:nvSpPr>
                <p:cNvPr id="767" name="path_766"/>
                <p:cNvSpPr/>
                <p:nvPr/>
              </p:nvSpPr>
              <p:spPr>
                <a:xfrm>
                  <a:off x="11122785" y="2368296"/>
                  <a:ext cx="172165" cy="22974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828" h="25125">
                      <a:moveTo>
                        <a:pt x="10705" y="0"/>
                      </a:moveTo>
                      <a:cubicBezTo>
                        <a:pt x="12367" y="3692"/>
                        <a:pt x="11444" y="7385"/>
                        <a:pt x="11444" y="11077"/>
                      </a:cubicBezTo>
                      <a:cubicBezTo>
                        <a:pt x="15136" y="8308"/>
                        <a:pt x="18828" y="11077"/>
                        <a:pt x="18828" y="13846"/>
                      </a:cubicBezTo>
                      <a:cubicBezTo>
                        <a:pt x="18828" y="17538"/>
                        <a:pt x="16059" y="15692"/>
                        <a:pt x="12367" y="12923"/>
                      </a:cubicBezTo>
                      <a:cubicBezTo>
                        <a:pt x="13290" y="16615"/>
                        <a:pt x="15136" y="21231"/>
                        <a:pt x="12367" y="24000"/>
                      </a:cubicBezTo>
                      <a:cubicBezTo>
                        <a:pt x="9597" y="26769"/>
                        <a:pt x="6828" y="24000"/>
                        <a:pt x="7751" y="20308"/>
                      </a:cubicBezTo>
                      <a:lnTo>
                        <a:pt x="8674" y="13846"/>
                      </a:lnTo>
                      <a:cubicBezTo>
                        <a:pt x="4982" y="18462"/>
                        <a:pt x="2213" y="21231"/>
                        <a:pt x="367" y="18462"/>
                      </a:cubicBezTo>
                      <a:cubicBezTo>
                        <a:pt x="-1479" y="14769"/>
                        <a:pt x="4059" y="11077"/>
                        <a:pt x="7751" y="9231"/>
                      </a:cubicBezTo>
                      <a:lnTo>
                        <a:pt x="8305" y="0"/>
                      </a:lnTo>
                      <a:lnTo>
                        <a:pt x="10705" y="0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8" name="path_767"/>
                <p:cNvSpPr/>
                <p:nvPr/>
              </p:nvSpPr>
              <p:spPr>
                <a:xfrm>
                  <a:off x="11210544" y="2368296"/>
                  <a:ext cx="91" cy="19413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21231" fill="none">
                      <a:moveTo>
                        <a:pt x="0" y="0"/>
                      </a:moveTo>
                      <a:lnTo>
                        <a:pt x="0" y="21231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9" name="path_768"/>
                <p:cNvSpPr/>
                <p:nvPr/>
              </p:nvSpPr>
              <p:spPr>
                <a:xfrm>
                  <a:off x="11210544" y="2444262"/>
                  <a:ext cx="59084" cy="506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462" h="5538" fill="none">
                      <a:moveTo>
                        <a:pt x="0" y="0"/>
                      </a:moveTo>
                      <a:lnTo>
                        <a:pt x="6462" y="5538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0" name="path_769"/>
                <p:cNvSpPr/>
                <p:nvPr/>
              </p:nvSpPr>
              <p:spPr>
                <a:xfrm>
                  <a:off x="11159900" y="2486465"/>
                  <a:ext cx="50644" cy="506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538" h="5538" fill="none">
                      <a:moveTo>
                        <a:pt x="5538" y="0"/>
                      </a:moveTo>
                      <a:lnTo>
                        <a:pt x="0" y="5538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71" name="Ice crystal branch"/>
              <p:cNvGrpSpPr/>
              <p:nvPr/>
            </p:nvGrpSpPr>
            <p:grpSpPr>
              <a:xfrm>
                <a:off x="11011288" y="2358062"/>
                <a:ext cx="204320" cy="151387"/>
                <a:chOff x="11011288" y="2358062"/>
                <a:chExt cx="204320" cy="151387"/>
              </a:xfrm>
            </p:grpSpPr>
            <p:sp>
              <p:nvSpPr>
                <p:cNvPr id="772" name="path_771"/>
                <p:cNvSpPr/>
                <p:nvPr/>
              </p:nvSpPr>
              <p:spPr>
                <a:xfrm>
                  <a:off x="11011288" y="2358062"/>
                  <a:ext cx="204320" cy="1513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345" h="16556">
                      <a:moveTo>
                        <a:pt x="22345" y="2078"/>
                      </a:moveTo>
                      <a:cubicBezTo>
                        <a:pt x="19978" y="5364"/>
                        <a:pt x="16319" y="6410"/>
                        <a:pt x="13121" y="8256"/>
                      </a:cubicBezTo>
                      <a:cubicBezTo>
                        <a:pt x="17365" y="10069"/>
                        <a:pt x="16813" y="14652"/>
                        <a:pt x="14415" y="16036"/>
                      </a:cubicBezTo>
                      <a:cubicBezTo>
                        <a:pt x="11218" y="17882"/>
                        <a:pt x="11432" y="14561"/>
                        <a:pt x="11984" y="9979"/>
                      </a:cubicBezTo>
                      <a:cubicBezTo>
                        <a:pt x="9248" y="12624"/>
                        <a:pt x="6174" y="16531"/>
                        <a:pt x="2391" y="15517"/>
                      </a:cubicBezTo>
                      <a:cubicBezTo>
                        <a:pt x="-1392" y="14504"/>
                        <a:pt x="-378" y="10721"/>
                        <a:pt x="3281" y="9674"/>
                      </a:cubicBezTo>
                      <a:lnTo>
                        <a:pt x="9338" y="7243"/>
                      </a:lnTo>
                      <a:cubicBezTo>
                        <a:pt x="3495" y="6353"/>
                        <a:pt x="-288" y="5339"/>
                        <a:pt x="1187" y="2356"/>
                      </a:cubicBezTo>
                      <a:cubicBezTo>
                        <a:pt x="3462" y="-1089"/>
                        <a:pt x="9429" y="1861"/>
                        <a:pt x="12874" y="4136"/>
                      </a:cubicBezTo>
                      <a:lnTo>
                        <a:pt x="21145" y="0"/>
                      </a:lnTo>
                      <a:lnTo>
                        <a:pt x="22345" y="2078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3" name="path_772"/>
                <p:cNvSpPr/>
                <p:nvPr/>
              </p:nvSpPr>
              <p:spPr>
                <a:xfrm>
                  <a:off x="11042419" y="2368296"/>
                  <a:ext cx="168125" cy="970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386" h="10615" fill="none">
                      <a:moveTo>
                        <a:pt x="18386" y="0"/>
                      </a:moveTo>
                      <a:lnTo>
                        <a:pt x="0" y="10615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4" name="path_773"/>
                <p:cNvSpPr/>
                <p:nvPr/>
              </p:nvSpPr>
              <p:spPr>
                <a:xfrm>
                  <a:off x="11130439" y="2406279"/>
                  <a:ext cx="14317" cy="76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6" h="8365" fill="none">
                      <a:moveTo>
                        <a:pt x="1566" y="0"/>
                      </a:moveTo>
                      <a:lnTo>
                        <a:pt x="0" y="8365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5" name="path_774"/>
                <p:cNvSpPr/>
                <p:nvPr/>
              </p:nvSpPr>
              <p:spPr>
                <a:xfrm>
                  <a:off x="11039026" y="2408843"/>
                  <a:ext cx="69181" cy="185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566" h="2027" fill="none">
                      <a:moveTo>
                        <a:pt x="7566" y="202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76" name="Ice crystal branch"/>
              <p:cNvGrpSpPr/>
              <p:nvPr/>
            </p:nvGrpSpPr>
            <p:grpSpPr>
              <a:xfrm>
                <a:off x="11006290" y="2210792"/>
                <a:ext cx="210163" cy="171450"/>
                <a:chOff x="11006290" y="2210792"/>
                <a:chExt cx="210163" cy="171450"/>
              </a:xfrm>
            </p:grpSpPr>
            <p:sp>
              <p:nvSpPr>
                <p:cNvPr id="777" name="path_776"/>
                <p:cNvSpPr/>
                <p:nvPr/>
              </p:nvSpPr>
              <p:spPr>
                <a:xfrm>
                  <a:off x="11006290" y="2210792"/>
                  <a:ext cx="210163" cy="1714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2984" h="18750">
                      <a:moveTo>
                        <a:pt x="21784" y="18184"/>
                      </a:moveTo>
                      <a:cubicBezTo>
                        <a:pt x="17755" y="17777"/>
                        <a:pt x="15019" y="15131"/>
                        <a:pt x="11822" y="13285"/>
                      </a:cubicBezTo>
                      <a:cubicBezTo>
                        <a:pt x="12374" y="17867"/>
                        <a:pt x="8129" y="19680"/>
                        <a:pt x="5731" y="18296"/>
                      </a:cubicBezTo>
                      <a:cubicBezTo>
                        <a:pt x="2533" y="16450"/>
                        <a:pt x="5517" y="14975"/>
                        <a:pt x="9761" y="13162"/>
                      </a:cubicBezTo>
                      <a:cubicBezTo>
                        <a:pt x="6102" y="12115"/>
                        <a:pt x="1182" y="11406"/>
                        <a:pt x="168" y="7623"/>
                      </a:cubicBezTo>
                      <a:cubicBezTo>
                        <a:pt x="-845" y="3840"/>
                        <a:pt x="2938" y="2827"/>
                        <a:pt x="5674" y="5472"/>
                      </a:cubicBezTo>
                      <a:lnTo>
                        <a:pt x="10808" y="9502"/>
                      </a:lnTo>
                      <a:cubicBezTo>
                        <a:pt x="8657" y="3997"/>
                        <a:pt x="7643" y="214"/>
                        <a:pt x="10965" y="0"/>
                      </a:cubicBezTo>
                      <a:cubicBezTo>
                        <a:pt x="15085" y="247"/>
                        <a:pt x="15514" y="6890"/>
                        <a:pt x="15267" y="11011"/>
                      </a:cubicBezTo>
                      <a:lnTo>
                        <a:pt x="22984" y="16106"/>
                      </a:lnTo>
                      <a:lnTo>
                        <a:pt x="21784" y="18184"/>
                      </a:lnTo>
                      <a:close/>
                    </a:path>
                  </a:pathLst>
                </a:custGeom>
                <a:solidFill>
                  <a:srgbClr val="D6F6FF"/>
                </a:solidFill>
                <a:ln w="5486" cap="flat">
                  <a:solidFill>
                    <a:srgbClr val="8CD5E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8" name="path_777"/>
                <p:cNvSpPr/>
                <p:nvPr/>
              </p:nvSpPr>
              <p:spPr>
                <a:xfrm>
                  <a:off x="11042419" y="2271229"/>
                  <a:ext cx="168125" cy="970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386" h="10615" fill="none">
                      <a:moveTo>
                        <a:pt x="18386" y="1061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6330" cap="flat">
                  <a:solidFill>
                    <a:srgbClr val="87D4F0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9" name="path_778"/>
                <p:cNvSpPr/>
                <p:nvPr/>
              </p:nvSpPr>
              <p:spPr>
                <a:xfrm>
                  <a:off x="11071355" y="2330313"/>
                  <a:ext cx="73401" cy="2584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027" h="2827" fill="none">
                      <a:moveTo>
                        <a:pt x="8027" y="0"/>
                      </a:moveTo>
                      <a:lnTo>
                        <a:pt x="0" y="2827"/>
                      </a:lnTo>
                    </a:path>
                  </a:pathLst>
                </a:custGeom>
                <a:noFill/>
                <a:ln w="8440" cap="flat">
                  <a:solidFill>
                    <a:srgbClr val="B4ED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0" name="path_779"/>
                <p:cNvSpPr/>
                <p:nvPr/>
              </p:nvSpPr>
              <p:spPr>
                <a:xfrm>
                  <a:off x="11089670" y="2240031"/>
                  <a:ext cx="18537" cy="69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27" h="7566" fill="none">
                      <a:moveTo>
                        <a:pt x="2027" y="756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8440" cap="flat">
                  <a:solidFill>
                    <a:srgbClr val="F0FFFF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81" name="path_780"/>
              <p:cNvSpPr/>
              <p:nvPr/>
            </p:nvSpPr>
            <p:spPr>
              <a:xfrm>
                <a:off x="11168341" y="2326093"/>
                <a:ext cx="84406" cy="84406"/>
              </a:xfrm>
              <a:custGeom>
                <a:avLst/>
                <a:gdLst/>
                <a:ahLst/>
                <a:cxnLst/>
                <a:rect l="0" t="0" r="r" b="b"/>
                <a:pathLst>
                  <a:path w="9231" h="9231">
                    <a:moveTo>
                      <a:pt x="9231" y="4615"/>
                    </a:moveTo>
                    <a:cubicBezTo>
                      <a:pt x="9231" y="7164"/>
                      <a:pt x="7164" y="9231"/>
                      <a:pt x="4615" y="9231"/>
                    </a:cubicBezTo>
                    <a:cubicBezTo>
                      <a:pt x="2066" y="9231"/>
                      <a:pt x="0" y="7164"/>
                      <a:pt x="0" y="4615"/>
                    </a:cubicBezTo>
                    <a:cubicBezTo>
                      <a:pt x="0" y="2066"/>
                      <a:pt x="2066" y="0"/>
                      <a:pt x="4615" y="0"/>
                    </a:cubicBezTo>
                    <a:cubicBezTo>
                      <a:pt x="7164" y="0"/>
                      <a:pt x="9231" y="2066"/>
                      <a:pt x="9231" y="4615"/>
                    </a:cubicBezTo>
                    <a:close/>
                  </a:path>
                </a:pathLst>
              </a:custGeom>
              <a:solidFill>
                <a:srgbClr val="C2ECFF"/>
              </a:solidFill>
              <a:ln w="5908" cap="flat">
                <a:solidFill>
                  <a:srgbClr val="A2DF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path_781"/>
              <p:cNvSpPr/>
              <p:nvPr/>
            </p:nvSpPr>
            <p:spPr>
              <a:xfrm>
                <a:off x="11178470" y="2336222"/>
                <a:ext cx="47267" cy="47267"/>
              </a:xfrm>
              <a:custGeom>
                <a:avLst/>
                <a:gdLst/>
                <a:ahLst/>
                <a:cxnLst/>
                <a:rect l="0" t="0" r="r" b="b"/>
                <a:pathLst>
                  <a:path w="5169" h="5169">
                    <a:moveTo>
                      <a:pt x="5169" y="2585"/>
                    </a:moveTo>
                    <a:cubicBezTo>
                      <a:pt x="5169" y="4012"/>
                      <a:pt x="4012" y="5169"/>
                      <a:pt x="2585" y="5169"/>
                    </a:cubicBezTo>
                    <a:cubicBezTo>
                      <a:pt x="1157" y="5169"/>
                      <a:pt x="0" y="4012"/>
                      <a:pt x="0" y="2585"/>
                    </a:cubicBezTo>
                    <a:cubicBezTo>
                      <a:pt x="0" y="1157"/>
                      <a:pt x="1157" y="0"/>
                      <a:pt x="2585" y="0"/>
                    </a:cubicBezTo>
                    <a:cubicBezTo>
                      <a:pt x="4012" y="0"/>
                      <a:pt x="5169" y="1157"/>
                      <a:pt x="5169" y="2585"/>
                    </a:cubicBezTo>
                    <a:close/>
                  </a:path>
                </a:pathLst>
              </a:custGeom>
              <a:solidFill>
                <a:srgbClr val="F1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83" name="path_782"/>
            <p:cNvSpPr/>
            <p:nvPr/>
          </p:nvSpPr>
          <p:spPr>
            <a:xfrm>
              <a:off x="10524744" y="4864608"/>
              <a:ext cx="1051560" cy="237744"/>
            </a:xfrm>
            <a:custGeom>
              <a:avLst/>
              <a:gdLst/>
              <a:ahLst/>
              <a:cxnLst/>
              <a:rect l="0" t="0" r="r" b="b"/>
              <a:pathLst>
                <a:path w="115000" h="26000" fill="none">
                  <a:moveTo>
                    <a:pt x="115000" y="26000"/>
                  </a:moveTo>
                  <a:lnTo>
                    <a:pt x="115000" y="10000"/>
                  </a:lnTo>
                  <a:lnTo>
                    <a:pt x="0" y="1000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path_783"/>
            <p:cNvSpPr/>
            <p:nvPr/>
          </p:nvSpPr>
          <p:spPr>
            <a:xfrm>
              <a:off x="11576304" y="4572000"/>
              <a:ext cx="676656" cy="384048"/>
            </a:xfrm>
            <a:custGeom>
              <a:avLst/>
              <a:gdLst/>
              <a:ahLst/>
              <a:cxnLst/>
              <a:rect l="0" t="0" r="r" b="b"/>
              <a:pathLst>
                <a:path w="74000" h="42000" fill="none">
                  <a:moveTo>
                    <a:pt x="0" y="42000"/>
                  </a:moveTo>
                  <a:lnTo>
                    <a:pt x="74000" y="42000"/>
                  </a:lnTo>
                  <a:lnTo>
                    <a:pt x="74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5" name="path_784"/>
            <p:cNvSpPr/>
            <p:nvPr/>
          </p:nvSpPr>
          <p:spPr>
            <a:xfrm>
              <a:off x="12202668" y="457200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86" name="Input token sequence stack"/>
            <p:cNvGrpSpPr/>
            <p:nvPr/>
          </p:nvGrpSpPr>
          <p:grpSpPr>
            <a:xfrm>
              <a:off x="10369296" y="5084064"/>
              <a:ext cx="2066544" cy="950976"/>
              <a:chOff x="10369296" y="5084064"/>
              <a:chExt cx="2066544" cy="950976"/>
            </a:xfrm>
          </p:grpSpPr>
          <p:sp>
            <p:nvSpPr>
              <p:cNvPr id="787" name="rect_786"/>
              <p:cNvSpPr/>
              <p:nvPr/>
            </p:nvSpPr>
            <p:spPr>
              <a:xfrm>
                <a:off x="10771632" y="5084064"/>
                <a:ext cx="1664208" cy="585216"/>
              </a:xfrm>
              <a:prstGeom prst="roundRect">
                <a:avLst>
                  <a:gd name="adj" fmla="val 15625"/>
                </a:avLst>
              </a:prstGeom>
              <a:noFill/>
              <a:ln w="27432" cap="flat">
                <a:solidFill>
                  <a:srgbClr val="060707"/>
                </a:solidFill>
                <a:custDash>
                  <a:ds d="200000" sp="1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path_787"/>
              <p:cNvSpPr/>
              <p:nvPr/>
            </p:nvSpPr>
            <p:spPr>
              <a:xfrm>
                <a:off x="10369296" y="5184648"/>
                <a:ext cx="2002536" cy="850392"/>
              </a:xfrm>
              <a:custGeom>
                <a:avLst/>
                <a:gdLst/>
                <a:ahLst/>
                <a:cxnLst/>
                <a:rect l="0" t="0" r="r" b="b"/>
                <a:pathLst>
                  <a:path w="219000" h="93000" fill="none">
                    <a:moveTo>
                      <a:pt x="0" y="51000"/>
                    </a:moveTo>
                    <a:lnTo>
                      <a:pt x="51000" y="0"/>
                    </a:lnTo>
                    <a:lnTo>
                      <a:pt x="219000" y="42000"/>
                    </a:lnTo>
                    <a:lnTo>
                      <a:pt x="168000" y="93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custDash>
                  <a:ds d="200000" sp="1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rect_788"/>
              <p:cNvSpPr/>
              <p:nvPr/>
            </p:nvSpPr>
            <p:spPr>
              <a:xfrm>
                <a:off x="10835640" y="5184648"/>
                <a:ext cx="1536192" cy="384048"/>
              </a:xfrm>
              <a:prstGeom prst="rect">
                <a:avLst/>
              </a:prstGeom>
              <a:solidFill>
                <a:srgbClr val="F7E8D8"/>
              </a:solidFill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path_789"/>
              <p:cNvSpPr/>
              <p:nvPr/>
            </p:nvSpPr>
            <p:spPr>
              <a:xfrm>
                <a:off x="11219688" y="5184648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path_790"/>
              <p:cNvSpPr/>
              <p:nvPr/>
            </p:nvSpPr>
            <p:spPr>
              <a:xfrm>
                <a:off x="11603736" y="5184648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path_791"/>
              <p:cNvSpPr/>
              <p:nvPr/>
            </p:nvSpPr>
            <p:spPr>
              <a:xfrm>
                <a:off x="11987784" y="5184648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rect_792"/>
              <p:cNvSpPr/>
              <p:nvPr/>
            </p:nvSpPr>
            <p:spPr>
              <a:xfrm>
                <a:off x="10602468" y="5417820"/>
                <a:ext cx="1536192" cy="384048"/>
              </a:xfrm>
              <a:prstGeom prst="rect">
                <a:avLst/>
              </a:prstGeom>
              <a:solidFill>
                <a:srgbClr val="F7E8D8"/>
              </a:solidFill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path_793"/>
              <p:cNvSpPr/>
              <p:nvPr/>
            </p:nvSpPr>
            <p:spPr>
              <a:xfrm>
                <a:off x="10986516" y="5417820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path_794"/>
              <p:cNvSpPr/>
              <p:nvPr/>
            </p:nvSpPr>
            <p:spPr>
              <a:xfrm>
                <a:off x="11370564" y="5417820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path_795"/>
              <p:cNvSpPr/>
              <p:nvPr/>
            </p:nvSpPr>
            <p:spPr>
              <a:xfrm>
                <a:off x="11754612" y="5417820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rect_796"/>
              <p:cNvSpPr/>
              <p:nvPr/>
            </p:nvSpPr>
            <p:spPr>
              <a:xfrm>
                <a:off x="10369296" y="5650992"/>
                <a:ext cx="1536192" cy="384048"/>
              </a:xfrm>
              <a:prstGeom prst="rect">
                <a:avLst/>
              </a:prstGeom>
              <a:solidFill>
                <a:srgbClr val="F7E8D8"/>
              </a:solidFill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path_797"/>
              <p:cNvSpPr/>
              <p:nvPr/>
            </p:nvSpPr>
            <p:spPr>
              <a:xfrm>
                <a:off x="10753344" y="5650992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path_798"/>
              <p:cNvSpPr/>
              <p:nvPr/>
            </p:nvSpPr>
            <p:spPr>
              <a:xfrm>
                <a:off x="11137392" y="5650992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path_799"/>
              <p:cNvSpPr/>
              <p:nvPr/>
            </p:nvSpPr>
            <p:spPr>
              <a:xfrm>
                <a:off x="11521440" y="5650992"/>
                <a:ext cx="91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000" fill="none">
                    <a:moveTo>
                      <a:pt x="0" y="0"/>
                    </a:moveTo>
                    <a:lnTo>
                      <a:pt x="0" y="42000"/>
                    </a:lnTo>
                  </a:path>
                </a:pathLst>
              </a:custGeom>
              <a:noFill/>
              <a:ln w="27432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01" name="Input semantic content"/>
              <p:cNvGrpSpPr/>
              <p:nvPr/>
            </p:nvGrpSpPr>
            <p:grpSpPr>
              <a:xfrm>
                <a:off x="10660938" y="5333995"/>
                <a:ext cx="1369680" cy="598655"/>
                <a:chOff x="10660938" y="5333995"/>
                <a:chExt cx="1369680" cy="598655"/>
              </a:xfrm>
            </p:grpSpPr>
            <p:sp>
              <p:nvSpPr>
                <p:cNvPr id="802" name="path_801"/>
                <p:cNvSpPr/>
                <p:nvPr/>
              </p:nvSpPr>
              <p:spPr>
                <a:xfrm>
                  <a:off x="10676512" y="5333995"/>
                  <a:ext cx="1354106" cy="5986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8087" h="65470">
                      <a:moveTo>
                        <a:pt x="17247" y="317"/>
                      </a:moveTo>
                      <a:cubicBezTo>
                        <a:pt x="5666" y="317"/>
                        <a:pt x="3561" y="9077"/>
                        <a:pt x="4614" y="14187"/>
                      </a:cubicBezTo>
                      <a:cubicBezTo>
                        <a:pt x="-1703" y="18567"/>
                        <a:pt x="-1703" y="25867"/>
                        <a:pt x="5666" y="28787"/>
                      </a:cubicBezTo>
                      <a:cubicBezTo>
                        <a:pt x="9878" y="31707"/>
                        <a:pt x="15668" y="30977"/>
                        <a:pt x="19353" y="28057"/>
                      </a:cubicBezTo>
                      <a:cubicBezTo>
                        <a:pt x="17774" y="34627"/>
                        <a:pt x="17247" y="43387"/>
                        <a:pt x="16721" y="50687"/>
                      </a:cubicBezTo>
                      <a:cubicBezTo>
                        <a:pt x="17774" y="63827"/>
                        <a:pt x="29881" y="68207"/>
                        <a:pt x="42514" y="63827"/>
                      </a:cubicBezTo>
                      <a:cubicBezTo>
                        <a:pt x="56201" y="61637"/>
                        <a:pt x="62518" y="49957"/>
                        <a:pt x="75151" y="49227"/>
                      </a:cubicBezTo>
                      <a:cubicBezTo>
                        <a:pt x="87258" y="47767"/>
                        <a:pt x="93049" y="62367"/>
                        <a:pt x="108314" y="63097"/>
                      </a:cubicBezTo>
                      <a:cubicBezTo>
                        <a:pt x="123054" y="64557"/>
                        <a:pt x="137266" y="58717"/>
                        <a:pt x="144110" y="49957"/>
                      </a:cubicBezTo>
                      <a:cubicBezTo>
                        <a:pt x="148321" y="41927"/>
                        <a:pt x="148847" y="35357"/>
                        <a:pt x="147268" y="37547"/>
                      </a:cubicBezTo>
                      <a:cubicBezTo>
                        <a:pt x="138319" y="48497"/>
                        <a:pt x="125686" y="52147"/>
                        <a:pt x="114105" y="47767"/>
                      </a:cubicBezTo>
                      <a:cubicBezTo>
                        <a:pt x="101998" y="44117"/>
                        <a:pt x="94628" y="33167"/>
                        <a:pt x="84100" y="33167"/>
                      </a:cubicBezTo>
                      <a:cubicBezTo>
                        <a:pt x="67782" y="30247"/>
                        <a:pt x="59359" y="43387"/>
                        <a:pt x="47778" y="50687"/>
                      </a:cubicBezTo>
                      <a:cubicBezTo>
                        <a:pt x="36198" y="58717"/>
                        <a:pt x="30934" y="52877"/>
                        <a:pt x="31460" y="40467"/>
                      </a:cubicBezTo>
                      <a:cubicBezTo>
                        <a:pt x="33039" y="28787"/>
                        <a:pt x="35145" y="20757"/>
                        <a:pt x="31986" y="9807"/>
                      </a:cubicBezTo>
                      <a:cubicBezTo>
                        <a:pt x="29354" y="2507"/>
                        <a:pt x="23564" y="-1143"/>
                        <a:pt x="17247" y="317"/>
                      </a:cubicBezTo>
                      <a:close/>
                    </a:path>
                  </a:pathLst>
                </a:custGeom>
                <a:solidFill>
                  <a:srgbClr val="AECB68">
                    <a:alpha val="48000"/>
                  </a:srgbClr>
                </a:solidFill>
                <a:ln w="13786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3" name="path_802"/>
                <p:cNvSpPr/>
                <p:nvPr/>
              </p:nvSpPr>
              <p:spPr>
                <a:xfrm>
                  <a:off x="10733139" y="5583875"/>
                  <a:ext cx="120335" cy="2790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160" h="3052" fill="none">
                      <a:moveTo>
                        <a:pt x="0" y="1460"/>
                      </a:moveTo>
                      <a:cubicBezTo>
                        <a:pt x="5264" y="4380"/>
                        <a:pt x="10002" y="2920"/>
                        <a:pt x="13160" y="0"/>
                      </a:cubicBezTo>
                    </a:path>
                  </a:pathLst>
                </a:custGeom>
                <a:noFill/>
                <a:ln w="11488" cap="flat">
                  <a:solidFill>
                    <a:srgbClr val="50462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4" name="path_803"/>
                <p:cNvSpPr/>
                <p:nvPr/>
              </p:nvSpPr>
              <p:spPr>
                <a:xfrm>
                  <a:off x="10660938" y="5610576"/>
                  <a:ext cx="52947" cy="467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790" h="5110" fill="none">
                      <a:moveTo>
                        <a:pt x="5790" y="0"/>
                      </a:moveTo>
                      <a:lnTo>
                        <a:pt x="2106" y="5110"/>
                      </a:lnTo>
                      <a:moveTo>
                        <a:pt x="4211" y="2190"/>
                      </a:moveTo>
                      <a:lnTo>
                        <a:pt x="0" y="2190"/>
                      </a:lnTo>
                    </a:path>
                  </a:pathLst>
                </a:custGeom>
                <a:noFill/>
                <a:ln w="14360" cap="flat">
                  <a:solidFill>
                    <a:srgbClr val="C6755C">
                      <a:alpha val="4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5" name="path_804"/>
                <p:cNvSpPr/>
                <p:nvPr/>
              </p:nvSpPr>
              <p:spPr>
                <a:xfrm>
                  <a:off x="10735546" y="5443698"/>
                  <a:ext cx="24067" cy="534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32" h="5840">
                      <a:moveTo>
                        <a:pt x="2632" y="2920"/>
                      </a:moveTo>
                      <a:cubicBezTo>
                        <a:pt x="2632" y="4533"/>
                        <a:pt x="2043" y="5840"/>
                        <a:pt x="1316" y="5840"/>
                      </a:cubicBezTo>
                      <a:cubicBezTo>
                        <a:pt x="589" y="5840"/>
                        <a:pt x="0" y="4533"/>
                        <a:pt x="0" y="2920"/>
                      </a:cubicBezTo>
                      <a:cubicBezTo>
                        <a:pt x="0" y="1307"/>
                        <a:pt x="589" y="0"/>
                        <a:pt x="1316" y="0"/>
                      </a:cubicBezTo>
                      <a:cubicBezTo>
                        <a:pt x="2043" y="0"/>
                        <a:pt x="2632" y="1307"/>
                        <a:pt x="2632" y="2920"/>
                      </a:cubicBezTo>
                      <a:close/>
                    </a:path>
                  </a:pathLst>
                </a:custGeom>
                <a:solidFill>
                  <a:srgbClr val="343826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6" name="path_805"/>
                <p:cNvSpPr/>
                <p:nvPr/>
              </p:nvSpPr>
              <p:spPr>
                <a:xfrm>
                  <a:off x="10855400" y="5458383"/>
                  <a:ext cx="25030" cy="507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37" h="5548">
                      <a:moveTo>
                        <a:pt x="2737" y="2774"/>
                      </a:moveTo>
                      <a:cubicBezTo>
                        <a:pt x="2737" y="4306"/>
                        <a:pt x="2125" y="5548"/>
                        <a:pt x="1369" y="5548"/>
                      </a:cubicBezTo>
                      <a:cubicBezTo>
                        <a:pt x="613" y="5548"/>
                        <a:pt x="0" y="4306"/>
                        <a:pt x="0" y="2774"/>
                      </a:cubicBezTo>
                      <a:cubicBezTo>
                        <a:pt x="0" y="1242"/>
                        <a:pt x="613" y="0"/>
                        <a:pt x="1369" y="0"/>
                      </a:cubicBezTo>
                      <a:cubicBezTo>
                        <a:pt x="2125" y="0"/>
                        <a:pt x="2737" y="1242"/>
                        <a:pt x="2737" y="2774"/>
                      </a:cubicBezTo>
                      <a:close/>
                    </a:path>
                  </a:pathLst>
                </a:custGeom>
                <a:solidFill>
                  <a:srgbClr val="343826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7" name="path_806"/>
                <p:cNvSpPr/>
                <p:nvPr/>
              </p:nvSpPr>
              <p:spPr>
                <a:xfrm>
                  <a:off x="10879467" y="5523799"/>
                  <a:ext cx="34656" cy="4005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90" h="4380">
                      <a:moveTo>
                        <a:pt x="3790" y="2190"/>
                      </a:moveTo>
                      <a:cubicBezTo>
                        <a:pt x="3790" y="3400"/>
                        <a:pt x="2942" y="4380"/>
                        <a:pt x="1895" y="4380"/>
                      </a:cubicBezTo>
                      <a:cubicBezTo>
                        <a:pt x="848" y="4380"/>
                        <a:pt x="0" y="3400"/>
                        <a:pt x="0" y="2190"/>
                      </a:cubicBezTo>
                      <a:cubicBezTo>
                        <a:pt x="0" y="980"/>
                        <a:pt x="848" y="0"/>
                        <a:pt x="1895" y="0"/>
                      </a:cubicBezTo>
                      <a:cubicBezTo>
                        <a:pt x="2942" y="0"/>
                        <a:pt x="3790" y="980"/>
                        <a:pt x="3790" y="2190"/>
                      </a:cubicBezTo>
                      <a:close/>
                    </a:path>
                  </a:pathLst>
                </a:custGeom>
                <a:solidFill>
                  <a:srgbClr val="E7AA7B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8" name="path_807"/>
                <p:cNvSpPr/>
                <p:nvPr/>
              </p:nvSpPr>
              <p:spPr>
                <a:xfrm>
                  <a:off x="10718699" y="5550499"/>
                  <a:ext cx="9627" cy="133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53" h="1460">
                      <a:moveTo>
                        <a:pt x="1053" y="730"/>
                      </a:moveTo>
                      <a:cubicBezTo>
                        <a:pt x="1053" y="1133"/>
                        <a:pt x="817" y="1460"/>
                        <a:pt x="526" y="1460"/>
                      </a:cubicBezTo>
                      <a:cubicBezTo>
                        <a:pt x="236" y="1460"/>
                        <a:pt x="0" y="1133"/>
                        <a:pt x="0" y="730"/>
                      </a:cubicBezTo>
                      <a:cubicBezTo>
                        <a:pt x="0" y="327"/>
                        <a:pt x="236" y="0"/>
                        <a:pt x="526" y="0"/>
                      </a:cubicBezTo>
                      <a:cubicBezTo>
                        <a:pt x="817" y="0"/>
                        <a:pt x="1053" y="327"/>
                        <a:pt x="1053" y="730"/>
                      </a:cubicBezTo>
                      <a:close/>
                    </a:path>
                  </a:pathLst>
                </a:custGeom>
                <a:solidFill>
                  <a:srgbClr val="4E5131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9" name="path_808"/>
                <p:cNvSpPr/>
                <p:nvPr/>
              </p:nvSpPr>
              <p:spPr>
                <a:xfrm>
                  <a:off x="10757206" y="5563850"/>
                  <a:ext cx="9627" cy="133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53" h="1460">
                      <a:moveTo>
                        <a:pt x="1053" y="730"/>
                      </a:moveTo>
                      <a:cubicBezTo>
                        <a:pt x="1053" y="1133"/>
                        <a:pt x="817" y="1460"/>
                        <a:pt x="526" y="1460"/>
                      </a:cubicBezTo>
                      <a:cubicBezTo>
                        <a:pt x="236" y="1460"/>
                        <a:pt x="0" y="1133"/>
                        <a:pt x="0" y="730"/>
                      </a:cubicBezTo>
                      <a:cubicBezTo>
                        <a:pt x="0" y="327"/>
                        <a:pt x="236" y="0"/>
                        <a:pt x="526" y="0"/>
                      </a:cubicBezTo>
                      <a:cubicBezTo>
                        <a:pt x="817" y="0"/>
                        <a:pt x="1053" y="327"/>
                        <a:pt x="1053" y="730"/>
                      </a:cubicBezTo>
                      <a:close/>
                    </a:path>
                  </a:pathLst>
                </a:custGeom>
                <a:solidFill>
                  <a:srgbClr val="4E5131">
                    <a:alpha val="4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0" name="path_809"/>
                <p:cNvSpPr/>
                <p:nvPr/>
              </p:nvSpPr>
              <p:spPr>
                <a:xfrm>
                  <a:off x="10867915" y="5374276"/>
                  <a:ext cx="28880" cy="3204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58" h="3504">
                      <a:moveTo>
                        <a:pt x="3158" y="1752"/>
                      </a:moveTo>
                      <a:cubicBezTo>
                        <a:pt x="3158" y="2720"/>
                        <a:pt x="2451" y="3504"/>
                        <a:pt x="1579" y="3504"/>
                      </a:cubicBezTo>
                      <a:cubicBezTo>
                        <a:pt x="707" y="3504"/>
                        <a:pt x="0" y="2720"/>
                        <a:pt x="0" y="1752"/>
                      </a:cubicBezTo>
                      <a:cubicBezTo>
                        <a:pt x="0" y="784"/>
                        <a:pt x="707" y="0"/>
                        <a:pt x="1579" y="0"/>
                      </a:cubicBezTo>
                      <a:cubicBezTo>
                        <a:pt x="2451" y="0"/>
                        <a:pt x="3158" y="784"/>
                        <a:pt x="3158" y="1752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1" name="path_810"/>
                <p:cNvSpPr/>
                <p:nvPr/>
              </p:nvSpPr>
              <p:spPr>
                <a:xfrm>
                  <a:off x="10916049" y="5626596"/>
                  <a:ext cx="19254" cy="213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6" h="2336">
                      <a:moveTo>
                        <a:pt x="2106" y="1168"/>
                      </a:moveTo>
                      <a:cubicBezTo>
                        <a:pt x="2106" y="1813"/>
                        <a:pt x="1634" y="2336"/>
                        <a:pt x="1053" y="2336"/>
                      </a:cubicBezTo>
                      <a:cubicBezTo>
                        <a:pt x="471" y="2336"/>
                        <a:pt x="0" y="1813"/>
                        <a:pt x="0" y="1168"/>
                      </a:cubicBezTo>
                      <a:cubicBezTo>
                        <a:pt x="0" y="523"/>
                        <a:pt x="471" y="0"/>
                        <a:pt x="1053" y="0"/>
                      </a:cubicBezTo>
                      <a:cubicBezTo>
                        <a:pt x="1634" y="0"/>
                        <a:pt x="2106" y="523"/>
                        <a:pt x="2106" y="1168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2" name="path_811"/>
                <p:cNvSpPr/>
                <p:nvPr/>
              </p:nvSpPr>
              <p:spPr>
                <a:xfrm>
                  <a:off x="10894388" y="5710702"/>
                  <a:ext cx="24067" cy="26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32" h="2920">
                      <a:moveTo>
                        <a:pt x="2632" y="1460"/>
                      </a:moveTo>
                      <a:cubicBezTo>
                        <a:pt x="2632" y="2266"/>
                        <a:pt x="2043" y="2920"/>
                        <a:pt x="1316" y="2920"/>
                      </a:cubicBezTo>
                      <a:cubicBezTo>
                        <a:pt x="589" y="2920"/>
                        <a:pt x="0" y="2266"/>
                        <a:pt x="0" y="1460"/>
                      </a:cubicBezTo>
                      <a:cubicBezTo>
                        <a:pt x="0" y="654"/>
                        <a:pt x="589" y="0"/>
                        <a:pt x="1316" y="0"/>
                      </a:cubicBezTo>
                      <a:cubicBezTo>
                        <a:pt x="2043" y="0"/>
                        <a:pt x="2632" y="654"/>
                        <a:pt x="2632" y="1460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3" name="path_812"/>
                <p:cNvSpPr/>
                <p:nvPr/>
              </p:nvSpPr>
              <p:spPr>
                <a:xfrm>
                  <a:off x="11079704" y="5841535"/>
                  <a:ext cx="28880" cy="3204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58" h="3504">
                      <a:moveTo>
                        <a:pt x="3158" y="1752"/>
                      </a:moveTo>
                      <a:cubicBezTo>
                        <a:pt x="3158" y="2720"/>
                        <a:pt x="2451" y="3504"/>
                        <a:pt x="1579" y="3504"/>
                      </a:cubicBezTo>
                      <a:cubicBezTo>
                        <a:pt x="707" y="3504"/>
                        <a:pt x="0" y="2720"/>
                        <a:pt x="0" y="1752"/>
                      </a:cubicBezTo>
                      <a:cubicBezTo>
                        <a:pt x="0" y="784"/>
                        <a:pt x="707" y="0"/>
                        <a:pt x="1579" y="0"/>
                      </a:cubicBezTo>
                      <a:cubicBezTo>
                        <a:pt x="2451" y="0"/>
                        <a:pt x="3158" y="784"/>
                        <a:pt x="3158" y="1752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4" name="path_813"/>
                <p:cNvSpPr/>
                <p:nvPr/>
              </p:nvSpPr>
              <p:spPr>
                <a:xfrm>
                  <a:off x="11479217" y="5701357"/>
                  <a:ext cx="28880" cy="3204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58" h="3504">
                      <a:moveTo>
                        <a:pt x="3158" y="1752"/>
                      </a:moveTo>
                      <a:cubicBezTo>
                        <a:pt x="3158" y="2720"/>
                        <a:pt x="2451" y="3504"/>
                        <a:pt x="1579" y="3504"/>
                      </a:cubicBezTo>
                      <a:cubicBezTo>
                        <a:pt x="707" y="3504"/>
                        <a:pt x="0" y="2720"/>
                        <a:pt x="0" y="1752"/>
                      </a:cubicBezTo>
                      <a:cubicBezTo>
                        <a:pt x="0" y="784"/>
                        <a:pt x="707" y="0"/>
                        <a:pt x="1579" y="0"/>
                      </a:cubicBezTo>
                      <a:cubicBezTo>
                        <a:pt x="2451" y="0"/>
                        <a:pt x="3158" y="784"/>
                        <a:pt x="3158" y="1752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5" name="path_814"/>
                <p:cNvSpPr/>
                <p:nvPr/>
              </p:nvSpPr>
              <p:spPr>
                <a:xfrm>
                  <a:off x="11792088" y="5773448"/>
                  <a:ext cx="19254" cy="213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6" h="2336">
                      <a:moveTo>
                        <a:pt x="2106" y="1168"/>
                      </a:moveTo>
                      <a:cubicBezTo>
                        <a:pt x="2106" y="1813"/>
                        <a:pt x="1634" y="2336"/>
                        <a:pt x="1053" y="2336"/>
                      </a:cubicBezTo>
                      <a:cubicBezTo>
                        <a:pt x="471" y="2336"/>
                        <a:pt x="0" y="1813"/>
                        <a:pt x="0" y="1168"/>
                      </a:cubicBezTo>
                      <a:cubicBezTo>
                        <a:pt x="0" y="523"/>
                        <a:pt x="471" y="0"/>
                        <a:pt x="1053" y="0"/>
                      </a:cubicBezTo>
                      <a:cubicBezTo>
                        <a:pt x="1634" y="0"/>
                        <a:pt x="2106" y="523"/>
                        <a:pt x="2106" y="1168"/>
                      </a:cubicBezTo>
                      <a:close/>
                    </a:path>
                  </a:pathLst>
                </a:custGeom>
                <a:solidFill>
                  <a:srgbClr val="ACC25F">
                    <a:alpha val="336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</p:grpSp>
        <p:sp>
          <p:nvSpPr>
            <p:cNvPr id="816" name="Trainable B1 adapter"/>
            <p:cNvSpPr/>
            <p:nvPr/>
          </p:nvSpPr>
          <p:spPr>
            <a:xfrm>
              <a:off x="11713464" y="1810512"/>
              <a:ext cx="1069848" cy="557784"/>
            </a:xfrm>
            <a:custGeom>
              <a:avLst/>
              <a:gdLst/>
              <a:ahLst/>
              <a:cxnLst/>
              <a:rect l="0" t="0" r="r" b="b"/>
              <a:pathLst>
                <a:path w="117000" h="61000">
                  <a:moveTo>
                    <a:pt x="0" y="0"/>
                  </a:moveTo>
                  <a:lnTo>
                    <a:pt x="117000" y="0"/>
                  </a:lnTo>
                  <a:lnTo>
                    <a:pt x="93000" y="61000"/>
                  </a:lnTo>
                  <a:lnTo>
                    <a:pt x="24000" y="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C261"/>
            </a:solidFill>
            <a:ln w="20116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Trainable B2 adapter"/>
            <p:cNvSpPr/>
            <p:nvPr/>
          </p:nvSpPr>
          <p:spPr>
            <a:xfrm>
              <a:off x="12920472" y="1810512"/>
              <a:ext cx="1097280" cy="557784"/>
            </a:xfrm>
            <a:custGeom>
              <a:avLst/>
              <a:gdLst/>
              <a:ahLst/>
              <a:cxnLst/>
              <a:rect l="0" t="0" r="r" b="b"/>
              <a:pathLst>
                <a:path w="120000" h="61000">
                  <a:moveTo>
                    <a:pt x="0" y="0"/>
                  </a:moveTo>
                  <a:lnTo>
                    <a:pt x="120000" y="0"/>
                  </a:lnTo>
                  <a:lnTo>
                    <a:pt x="95000" y="61000"/>
                  </a:lnTo>
                  <a:lnTo>
                    <a:pt x="25000" y="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7253"/>
            </a:solidFill>
            <a:ln w="20116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Trainable BN adapter"/>
            <p:cNvSpPr/>
            <p:nvPr/>
          </p:nvSpPr>
          <p:spPr>
            <a:xfrm>
              <a:off x="14420088" y="1810512"/>
              <a:ext cx="1088136" cy="557784"/>
            </a:xfrm>
            <a:custGeom>
              <a:avLst/>
              <a:gdLst/>
              <a:ahLst/>
              <a:cxnLst/>
              <a:rect l="0" t="0" r="r" b="b"/>
              <a:pathLst>
                <a:path w="119000" h="61000">
                  <a:moveTo>
                    <a:pt x="0" y="0"/>
                  </a:moveTo>
                  <a:lnTo>
                    <a:pt x="119000" y="0"/>
                  </a:lnTo>
                  <a:lnTo>
                    <a:pt x="94000" y="61000"/>
                  </a:lnTo>
                  <a:lnTo>
                    <a:pt x="25000" y="6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B49A"/>
            </a:solidFill>
            <a:ln w="20116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text_818"/>
            <p:cNvSpPr txBox="1"/>
            <p:nvPr/>
          </p:nvSpPr>
          <p:spPr>
            <a:xfrm>
              <a:off x="12084305" y="1871905"/>
              <a:ext cx="245871" cy="4041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i="1" b="0" lang="en-US">
                  <a:solidFill>
                    <a:srgbClr val="060707"/>
                  </a:solidFill>
                  <a:latin typeface="Times New Roman"/>
                </a:rPr>
                <a:t>B</a:t>
              </a:r>
            </a:p>
          </p:txBody>
        </p:sp>
        <p:sp>
          <p:nvSpPr>
            <p:cNvPr id="820" name="text_819"/>
            <p:cNvSpPr txBox="1"/>
            <p:nvPr/>
          </p:nvSpPr>
          <p:spPr>
            <a:xfrm>
              <a:off x="12282038" y="2034385"/>
              <a:ext cx="143012" cy="2734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i="0" b="0" lang="en-US">
                  <a:solidFill>
                    <a:srgbClr val="060707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821" name="text_820"/>
            <p:cNvSpPr txBox="1"/>
            <p:nvPr/>
          </p:nvSpPr>
          <p:spPr>
            <a:xfrm>
              <a:off x="13291313" y="1871905"/>
              <a:ext cx="245871" cy="4041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i="1" b="0" lang="en-US">
                  <a:solidFill>
                    <a:srgbClr val="060707"/>
                  </a:solidFill>
                  <a:latin typeface="Times New Roman"/>
                </a:rPr>
                <a:t>B</a:t>
              </a:r>
            </a:p>
          </p:txBody>
        </p:sp>
        <p:sp>
          <p:nvSpPr>
            <p:cNvPr id="822" name="text_821"/>
            <p:cNvSpPr txBox="1"/>
            <p:nvPr/>
          </p:nvSpPr>
          <p:spPr>
            <a:xfrm>
              <a:off x="13489046" y="2034385"/>
              <a:ext cx="143012" cy="2734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i="0" b="0" lang="en-US">
                  <a:solidFill>
                    <a:srgbClr val="060707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823" name="text_822"/>
            <p:cNvSpPr txBox="1"/>
            <p:nvPr/>
          </p:nvSpPr>
          <p:spPr>
            <a:xfrm>
              <a:off x="14772641" y="1871905"/>
              <a:ext cx="245871" cy="4041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i="1" b="0" lang="en-US">
                  <a:solidFill>
                    <a:srgbClr val="060707"/>
                  </a:solidFill>
                  <a:latin typeface="Times New Roman"/>
                </a:rPr>
                <a:t>B</a:t>
              </a:r>
            </a:p>
          </p:txBody>
        </p:sp>
        <p:sp>
          <p:nvSpPr>
            <p:cNvPr id="824" name="text_823"/>
            <p:cNvSpPr txBox="1"/>
            <p:nvPr/>
          </p:nvSpPr>
          <p:spPr>
            <a:xfrm>
              <a:off x="14952815" y="2034385"/>
              <a:ext cx="178131" cy="2734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i="1" b="0" lang="en-US">
                  <a:solidFill>
                    <a:srgbClr val="060707"/>
                  </a:solidFill>
                  <a:latin typeface="Times New Roman"/>
                </a:rPr>
                <a:t>N</a:t>
              </a:r>
            </a:p>
          </p:txBody>
        </p:sp>
        <p:sp>
          <p:nvSpPr>
            <p:cNvPr id="825" name="text_824"/>
            <p:cNvSpPr txBox="1"/>
            <p:nvPr/>
          </p:nvSpPr>
          <p:spPr>
            <a:xfrm>
              <a:off x="14061629" y="1880281"/>
              <a:ext cx="278006" cy="35661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i="1" b="0" lang="en-US">
                  <a:solidFill>
                    <a:srgbClr val="060707"/>
                  </a:solidFill>
                  <a:latin typeface="Arial"/>
                </a:rPr>
                <a:t>...</a:t>
              </a:r>
            </a:p>
          </p:txBody>
        </p:sp>
        <p:grpSp>
          <p:nvGrpSpPr>
            <p:cNvPr id="826" name="Trainable parameter flame"/>
            <p:cNvGrpSpPr/>
            <p:nvPr/>
          </p:nvGrpSpPr>
          <p:grpSpPr>
            <a:xfrm>
              <a:off x="12422663" y="1755648"/>
              <a:ext cx="372671" cy="486060"/>
              <a:chOff x="12422663" y="1755648"/>
              <a:chExt cx="372671" cy="486060"/>
            </a:xfrm>
          </p:grpSpPr>
          <p:sp>
            <p:nvSpPr>
              <p:cNvPr id="827" name="path_826"/>
              <p:cNvSpPr/>
              <p:nvPr/>
            </p:nvSpPr>
            <p:spPr>
              <a:xfrm>
                <a:off x="12422663" y="1755648"/>
                <a:ext cx="372671" cy="483361"/>
              </a:xfrm>
              <a:custGeom>
                <a:avLst/>
                <a:gdLst/>
                <a:ahLst/>
                <a:cxnLst/>
                <a:rect l="0" t="0" r="r" b="b"/>
                <a:pathLst>
                  <a:path w="40756" h="52861">
                    <a:moveTo>
                      <a:pt x="21801" y="0"/>
                    </a:moveTo>
                    <a:cubicBezTo>
                      <a:pt x="22661" y="9281"/>
                      <a:pt x="19221" y="12656"/>
                      <a:pt x="16641" y="15188"/>
                    </a:cubicBezTo>
                    <a:cubicBezTo>
                      <a:pt x="11481" y="19406"/>
                      <a:pt x="13201" y="24469"/>
                      <a:pt x="12341" y="28688"/>
                    </a:cubicBezTo>
                    <a:cubicBezTo>
                      <a:pt x="6321" y="25312"/>
                      <a:pt x="8041" y="21094"/>
                      <a:pt x="6321" y="16031"/>
                    </a:cubicBezTo>
                    <a:cubicBezTo>
                      <a:pt x="301" y="22781"/>
                      <a:pt x="-1419" y="32062"/>
                      <a:pt x="1161" y="41344"/>
                    </a:cubicBezTo>
                    <a:cubicBezTo>
                      <a:pt x="3741" y="52312"/>
                      <a:pt x="16641" y="54844"/>
                      <a:pt x="26101" y="51469"/>
                    </a:cubicBezTo>
                    <a:cubicBezTo>
                      <a:pt x="36421" y="48938"/>
                      <a:pt x="43301" y="39656"/>
                      <a:pt x="39861" y="30375"/>
                    </a:cubicBezTo>
                    <a:cubicBezTo>
                      <a:pt x="39001" y="24469"/>
                      <a:pt x="35561" y="21094"/>
                      <a:pt x="37281" y="16031"/>
                    </a:cubicBezTo>
                    <a:cubicBezTo>
                      <a:pt x="30401" y="19406"/>
                      <a:pt x="28681" y="26156"/>
                      <a:pt x="32121" y="32062"/>
                    </a:cubicBezTo>
                    <a:cubicBezTo>
                      <a:pt x="26101" y="31219"/>
                      <a:pt x="29541" y="21094"/>
                      <a:pt x="30401" y="16031"/>
                    </a:cubicBezTo>
                    <a:cubicBezTo>
                      <a:pt x="31261" y="9281"/>
                      <a:pt x="26961" y="3375"/>
                      <a:pt x="2180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3a22"/>
                  </a:gs>
                  <a:gs pos="40000">
                    <a:srgbClr val="ff6a24"/>
                  </a:gs>
                  <a:gs pos="78000">
                    <a:srgbClr val="ffbc20"/>
                  </a:gs>
                  <a:gs pos="100000">
                    <a:srgbClr val="ffe649"/>
                  </a:gs>
                </a:gsLst>
                <a:lin ang="5400000" scaled="1"/>
              </a:gradFill>
              <a:ln w="5063" cap="flat">
                <a:solidFill>
                  <a:srgbClr val="F467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path_827"/>
              <p:cNvSpPr/>
              <p:nvPr/>
            </p:nvSpPr>
            <p:spPr>
              <a:xfrm>
                <a:off x="12464735" y="1817370"/>
                <a:ext cx="280324" cy="417256"/>
              </a:xfrm>
              <a:custGeom>
                <a:avLst/>
                <a:gdLst/>
                <a:ahLst/>
                <a:cxnLst/>
                <a:rect l="0" t="0" r="r" b="b"/>
                <a:pathLst>
                  <a:path w="30657" h="45632">
                    <a:moveTo>
                      <a:pt x="17200" y="0"/>
                    </a:moveTo>
                    <a:cubicBezTo>
                      <a:pt x="23220" y="5906"/>
                      <a:pt x="20640" y="11812"/>
                      <a:pt x="18920" y="16875"/>
                    </a:cubicBezTo>
                    <a:cubicBezTo>
                      <a:pt x="16340" y="22781"/>
                      <a:pt x="15480" y="27844"/>
                      <a:pt x="21500" y="30375"/>
                    </a:cubicBezTo>
                    <a:cubicBezTo>
                      <a:pt x="24080" y="29531"/>
                      <a:pt x="27520" y="27000"/>
                      <a:pt x="28380" y="23625"/>
                    </a:cubicBezTo>
                    <a:cubicBezTo>
                      <a:pt x="33540" y="31219"/>
                      <a:pt x="29240" y="40500"/>
                      <a:pt x="22360" y="43875"/>
                    </a:cubicBezTo>
                    <a:cubicBezTo>
                      <a:pt x="10320" y="49781"/>
                      <a:pt x="0" y="39656"/>
                      <a:pt x="0" y="30375"/>
                    </a:cubicBezTo>
                    <a:cubicBezTo>
                      <a:pt x="0" y="27000"/>
                      <a:pt x="1720" y="21938"/>
                      <a:pt x="2580" y="20250"/>
                    </a:cubicBezTo>
                    <a:cubicBezTo>
                      <a:pt x="5160" y="31219"/>
                      <a:pt x="12040" y="28688"/>
                      <a:pt x="11180" y="21938"/>
                    </a:cubicBezTo>
                    <a:cubicBezTo>
                      <a:pt x="9460" y="11812"/>
                      <a:pt x="18920" y="10125"/>
                      <a:pt x="172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8b21"/>
                  </a:gs>
                  <a:gs pos="36000">
                    <a:srgbClr val="ffba20"/>
                  </a:gs>
                  <a:gs pos="72000">
                    <a:srgbClr val="ffe43e"/>
                  </a:gs>
                  <a:gs pos="100000">
                    <a:srgbClr val="ffffc3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path_828"/>
              <p:cNvSpPr/>
              <p:nvPr/>
            </p:nvSpPr>
            <p:spPr>
              <a:xfrm>
                <a:off x="12529855" y="1979390"/>
                <a:ext cx="158884" cy="262318"/>
              </a:xfrm>
              <a:custGeom>
                <a:avLst/>
                <a:gdLst/>
                <a:ahLst/>
                <a:cxnLst/>
                <a:rect l="0" t="0" r="r" b="b"/>
                <a:pathLst>
                  <a:path w="17376" h="28688">
                    <a:moveTo>
                      <a:pt x="10938" y="0"/>
                    </a:moveTo>
                    <a:cubicBezTo>
                      <a:pt x="16098" y="8438"/>
                      <a:pt x="10938" y="10969"/>
                      <a:pt x="15238" y="15188"/>
                    </a:cubicBezTo>
                    <a:cubicBezTo>
                      <a:pt x="20398" y="20250"/>
                      <a:pt x="15238" y="27844"/>
                      <a:pt x="10078" y="28688"/>
                    </a:cubicBezTo>
                    <a:cubicBezTo>
                      <a:pt x="-242" y="27000"/>
                      <a:pt x="-2822" y="17719"/>
                      <a:pt x="3198" y="10969"/>
                    </a:cubicBezTo>
                    <a:cubicBezTo>
                      <a:pt x="3198" y="17719"/>
                      <a:pt x="7498" y="15188"/>
                      <a:pt x="7498" y="11812"/>
                    </a:cubicBezTo>
                    <a:cubicBezTo>
                      <a:pt x="5778" y="6750"/>
                      <a:pt x="10078" y="4219"/>
                      <a:pt x="1093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path_829"/>
              <p:cNvSpPr/>
              <p:nvPr/>
            </p:nvSpPr>
            <p:spPr>
              <a:xfrm>
                <a:off x="12578557" y="2110550"/>
                <a:ext cx="83244" cy="129052"/>
              </a:xfrm>
              <a:custGeom>
                <a:avLst/>
                <a:gdLst/>
                <a:ahLst/>
                <a:cxnLst/>
                <a:rect l="0" t="0" r="r" b="b"/>
                <a:pathLst>
                  <a:path w="9104" h="14113">
                    <a:moveTo>
                      <a:pt x="4752" y="0"/>
                    </a:moveTo>
                    <a:cubicBezTo>
                      <a:pt x="8192" y="4219"/>
                      <a:pt x="11632" y="9281"/>
                      <a:pt x="6472" y="13500"/>
                    </a:cubicBezTo>
                    <a:cubicBezTo>
                      <a:pt x="2172" y="16031"/>
                      <a:pt x="-1268" y="10125"/>
                      <a:pt x="452" y="6750"/>
                    </a:cubicBezTo>
                    <a:lnTo>
                      <a:pt x="47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path_830"/>
              <p:cNvSpPr/>
              <p:nvPr/>
            </p:nvSpPr>
            <p:spPr>
              <a:xfrm>
                <a:off x="12447968" y="1825085"/>
                <a:ext cx="42079" cy="69437"/>
              </a:xfrm>
              <a:custGeom>
                <a:avLst/>
                <a:gdLst/>
                <a:ahLst/>
                <a:cxnLst/>
                <a:rect l="0" t="0" r="r" b="b"/>
                <a:pathLst>
                  <a:path w="4602" h="7594">
                    <a:moveTo>
                      <a:pt x="114" y="7594"/>
                    </a:moveTo>
                    <a:cubicBezTo>
                      <a:pt x="-746" y="5062"/>
                      <a:pt x="3554" y="2531"/>
                      <a:pt x="3554" y="0"/>
                    </a:cubicBezTo>
                    <a:cubicBezTo>
                      <a:pt x="6134" y="5062"/>
                      <a:pt x="3554" y="6750"/>
                      <a:pt x="114" y="7594"/>
                    </a:cubicBezTo>
                    <a:close/>
                  </a:path>
                </a:pathLst>
              </a:custGeom>
              <a:solidFill>
                <a:srgbClr val="FF7B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2" name="Trainable parameter flame"/>
            <p:cNvGrpSpPr/>
            <p:nvPr/>
          </p:nvGrpSpPr>
          <p:grpSpPr>
            <a:xfrm>
              <a:off x="13647959" y="1755648"/>
              <a:ext cx="372671" cy="486060"/>
              <a:chOff x="13647959" y="1755648"/>
              <a:chExt cx="372671" cy="486060"/>
            </a:xfrm>
          </p:grpSpPr>
          <p:sp>
            <p:nvSpPr>
              <p:cNvPr id="833" name="path_832"/>
              <p:cNvSpPr/>
              <p:nvPr/>
            </p:nvSpPr>
            <p:spPr>
              <a:xfrm>
                <a:off x="13647959" y="1755648"/>
                <a:ext cx="372671" cy="483361"/>
              </a:xfrm>
              <a:custGeom>
                <a:avLst/>
                <a:gdLst/>
                <a:ahLst/>
                <a:cxnLst/>
                <a:rect l="0" t="0" r="r" b="b"/>
                <a:pathLst>
                  <a:path w="40756" h="52861">
                    <a:moveTo>
                      <a:pt x="21801" y="0"/>
                    </a:moveTo>
                    <a:cubicBezTo>
                      <a:pt x="22661" y="9281"/>
                      <a:pt x="19221" y="12656"/>
                      <a:pt x="16641" y="15188"/>
                    </a:cubicBezTo>
                    <a:cubicBezTo>
                      <a:pt x="11481" y="19406"/>
                      <a:pt x="13201" y="24469"/>
                      <a:pt x="12341" y="28688"/>
                    </a:cubicBezTo>
                    <a:cubicBezTo>
                      <a:pt x="6321" y="25312"/>
                      <a:pt x="8041" y="21094"/>
                      <a:pt x="6321" y="16031"/>
                    </a:cubicBezTo>
                    <a:cubicBezTo>
                      <a:pt x="301" y="22781"/>
                      <a:pt x="-1419" y="32062"/>
                      <a:pt x="1161" y="41344"/>
                    </a:cubicBezTo>
                    <a:cubicBezTo>
                      <a:pt x="3741" y="52312"/>
                      <a:pt x="16641" y="54844"/>
                      <a:pt x="26101" y="51469"/>
                    </a:cubicBezTo>
                    <a:cubicBezTo>
                      <a:pt x="36421" y="48938"/>
                      <a:pt x="43301" y="39656"/>
                      <a:pt x="39861" y="30375"/>
                    </a:cubicBezTo>
                    <a:cubicBezTo>
                      <a:pt x="39001" y="24469"/>
                      <a:pt x="35561" y="21094"/>
                      <a:pt x="37281" y="16031"/>
                    </a:cubicBezTo>
                    <a:cubicBezTo>
                      <a:pt x="30401" y="19406"/>
                      <a:pt x="28681" y="26156"/>
                      <a:pt x="32121" y="32062"/>
                    </a:cubicBezTo>
                    <a:cubicBezTo>
                      <a:pt x="26101" y="31219"/>
                      <a:pt x="29541" y="21094"/>
                      <a:pt x="30401" y="16031"/>
                    </a:cubicBezTo>
                    <a:cubicBezTo>
                      <a:pt x="31261" y="9281"/>
                      <a:pt x="26961" y="3375"/>
                      <a:pt x="2180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3a22"/>
                  </a:gs>
                  <a:gs pos="40000">
                    <a:srgbClr val="ff6a24"/>
                  </a:gs>
                  <a:gs pos="78000">
                    <a:srgbClr val="ffbc20"/>
                  </a:gs>
                  <a:gs pos="100000">
                    <a:srgbClr val="ffe649"/>
                  </a:gs>
                </a:gsLst>
                <a:lin ang="5400000" scaled="1"/>
              </a:gradFill>
              <a:ln w="5063" cap="flat">
                <a:solidFill>
                  <a:srgbClr val="F467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path_833"/>
              <p:cNvSpPr/>
              <p:nvPr/>
            </p:nvSpPr>
            <p:spPr>
              <a:xfrm>
                <a:off x="13690031" y="1817370"/>
                <a:ext cx="280324" cy="417256"/>
              </a:xfrm>
              <a:custGeom>
                <a:avLst/>
                <a:gdLst/>
                <a:ahLst/>
                <a:cxnLst/>
                <a:rect l="0" t="0" r="r" b="b"/>
                <a:pathLst>
                  <a:path w="30657" h="45632">
                    <a:moveTo>
                      <a:pt x="17200" y="0"/>
                    </a:moveTo>
                    <a:cubicBezTo>
                      <a:pt x="23220" y="5906"/>
                      <a:pt x="20640" y="11812"/>
                      <a:pt x="18920" y="16875"/>
                    </a:cubicBezTo>
                    <a:cubicBezTo>
                      <a:pt x="16340" y="22781"/>
                      <a:pt x="15480" y="27844"/>
                      <a:pt x="21500" y="30375"/>
                    </a:cubicBezTo>
                    <a:cubicBezTo>
                      <a:pt x="24080" y="29531"/>
                      <a:pt x="27520" y="27000"/>
                      <a:pt x="28380" y="23625"/>
                    </a:cubicBezTo>
                    <a:cubicBezTo>
                      <a:pt x="33540" y="31219"/>
                      <a:pt x="29240" y="40500"/>
                      <a:pt x="22360" y="43875"/>
                    </a:cubicBezTo>
                    <a:cubicBezTo>
                      <a:pt x="10320" y="49781"/>
                      <a:pt x="0" y="39656"/>
                      <a:pt x="0" y="30375"/>
                    </a:cubicBezTo>
                    <a:cubicBezTo>
                      <a:pt x="0" y="27000"/>
                      <a:pt x="1720" y="21938"/>
                      <a:pt x="2580" y="20250"/>
                    </a:cubicBezTo>
                    <a:cubicBezTo>
                      <a:pt x="5160" y="31219"/>
                      <a:pt x="12040" y="28688"/>
                      <a:pt x="11180" y="21938"/>
                    </a:cubicBezTo>
                    <a:cubicBezTo>
                      <a:pt x="9460" y="11812"/>
                      <a:pt x="18920" y="10125"/>
                      <a:pt x="172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8b21"/>
                  </a:gs>
                  <a:gs pos="36000">
                    <a:srgbClr val="ffba20"/>
                  </a:gs>
                  <a:gs pos="72000">
                    <a:srgbClr val="ffe43e"/>
                  </a:gs>
                  <a:gs pos="100000">
                    <a:srgbClr val="ffffc3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path_834"/>
              <p:cNvSpPr/>
              <p:nvPr/>
            </p:nvSpPr>
            <p:spPr>
              <a:xfrm>
                <a:off x="13755151" y="1979390"/>
                <a:ext cx="158884" cy="262318"/>
              </a:xfrm>
              <a:custGeom>
                <a:avLst/>
                <a:gdLst/>
                <a:ahLst/>
                <a:cxnLst/>
                <a:rect l="0" t="0" r="r" b="b"/>
                <a:pathLst>
                  <a:path w="17376" h="28688">
                    <a:moveTo>
                      <a:pt x="10938" y="0"/>
                    </a:moveTo>
                    <a:cubicBezTo>
                      <a:pt x="16098" y="8438"/>
                      <a:pt x="10938" y="10969"/>
                      <a:pt x="15238" y="15188"/>
                    </a:cubicBezTo>
                    <a:cubicBezTo>
                      <a:pt x="20398" y="20250"/>
                      <a:pt x="15238" y="27844"/>
                      <a:pt x="10078" y="28688"/>
                    </a:cubicBezTo>
                    <a:cubicBezTo>
                      <a:pt x="-242" y="27000"/>
                      <a:pt x="-2822" y="17719"/>
                      <a:pt x="3198" y="10969"/>
                    </a:cubicBezTo>
                    <a:cubicBezTo>
                      <a:pt x="3198" y="17719"/>
                      <a:pt x="7498" y="15188"/>
                      <a:pt x="7498" y="11812"/>
                    </a:cubicBezTo>
                    <a:cubicBezTo>
                      <a:pt x="5778" y="6750"/>
                      <a:pt x="10078" y="4219"/>
                      <a:pt x="1093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path_835"/>
              <p:cNvSpPr/>
              <p:nvPr/>
            </p:nvSpPr>
            <p:spPr>
              <a:xfrm>
                <a:off x="13803853" y="2110550"/>
                <a:ext cx="83244" cy="129052"/>
              </a:xfrm>
              <a:custGeom>
                <a:avLst/>
                <a:gdLst/>
                <a:ahLst/>
                <a:cxnLst/>
                <a:rect l="0" t="0" r="r" b="b"/>
                <a:pathLst>
                  <a:path w="9104" h="14113">
                    <a:moveTo>
                      <a:pt x="4752" y="0"/>
                    </a:moveTo>
                    <a:cubicBezTo>
                      <a:pt x="8192" y="4219"/>
                      <a:pt x="11632" y="9281"/>
                      <a:pt x="6472" y="13500"/>
                    </a:cubicBezTo>
                    <a:cubicBezTo>
                      <a:pt x="2172" y="16031"/>
                      <a:pt x="-1268" y="10125"/>
                      <a:pt x="452" y="6750"/>
                    </a:cubicBezTo>
                    <a:lnTo>
                      <a:pt x="47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path_836"/>
              <p:cNvSpPr/>
              <p:nvPr/>
            </p:nvSpPr>
            <p:spPr>
              <a:xfrm>
                <a:off x="13673264" y="1825085"/>
                <a:ext cx="42079" cy="69437"/>
              </a:xfrm>
              <a:custGeom>
                <a:avLst/>
                <a:gdLst/>
                <a:ahLst/>
                <a:cxnLst/>
                <a:rect l="0" t="0" r="r" b="b"/>
                <a:pathLst>
                  <a:path w="4602" h="7594">
                    <a:moveTo>
                      <a:pt x="114" y="7594"/>
                    </a:moveTo>
                    <a:cubicBezTo>
                      <a:pt x="-746" y="5062"/>
                      <a:pt x="3554" y="2531"/>
                      <a:pt x="3554" y="0"/>
                    </a:cubicBezTo>
                    <a:cubicBezTo>
                      <a:pt x="6134" y="5062"/>
                      <a:pt x="3554" y="6750"/>
                      <a:pt x="114" y="7594"/>
                    </a:cubicBezTo>
                    <a:close/>
                  </a:path>
                </a:pathLst>
              </a:custGeom>
              <a:solidFill>
                <a:srgbClr val="FF7B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8" name="Trainable parameter flame"/>
            <p:cNvGrpSpPr/>
            <p:nvPr/>
          </p:nvGrpSpPr>
          <p:grpSpPr>
            <a:xfrm>
              <a:off x="15138431" y="1755648"/>
              <a:ext cx="372671" cy="486060"/>
              <a:chOff x="15138431" y="1755648"/>
              <a:chExt cx="372671" cy="486060"/>
            </a:xfrm>
          </p:grpSpPr>
          <p:sp>
            <p:nvSpPr>
              <p:cNvPr id="839" name="path_838"/>
              <p:cNvSpPr/>
              <p:nvPr/>
            </p:nvSpPr>
            <p:spPr>
              <a:xfrm>
                <a:off x="15138431" y="1755648"/>
                <a:ext cx="372671" cy="483361"/>
              </a:xfrm>
              <a:custGeom>
                <a:avLst/>
                <a:gdLst/>
                <a:ahLst/>
                <a:cxnLst/>
                <a:rect l="0" t="0" r="r" b="b"/>
                <a:pathLst>
                  <a:path w="40756" h="52861">
                    <a:moveTo>
                      <a:pt x="21801" y="0"/>
                    </a:moveTo>
                    <a:cubicBezTo>
                      <a:pt x="22661" y="9281"/>
                      <a:pt x="19221" y="12656"/>
                      <a:pt x="16641" y="15188"/>
                    </a:cubicBezTo>
                    <a:cubicBezTo>
                      <a:pt x="11481" y="19406"/>
                      <a:pt x="13201" y="24469"/>
                      <a:pt x="12341" y="28688"/>
                    </a:cubicBezTo>
                    <a:cubicBezTo>
                      <a:pt x="6321" y="25312"/>
                      <a:pt x="8041" y="21094"/>
                      <a:pt x="6321" y="16031"/>
                    </a:cubicBezTo>
                    <a:cubicBezTo>
                      <a:pt x="301" y="22781"/>
                      <a:pt x="-1419" y="32062"/>
                      <a:pt x="1161" y="41344"/>
                    </a:cubicBezTo>
                    <a:cubicBezTo>
                      <a:pt x="3741" y="52312"/>
                      <a:pt x="16641" y="54844"/>
                      <a:pt x="26101" y="51469"/>
                    </a:cubicBezTo>
                    <a:cubicBezTo>
                      <a:pt x="36421" y="48938"/>
                      <a:pt x="43301" y="39656"/>
                      <a:pt x="39861" y="30375"/>
                    </a:cubicBezTo>
                    <a:cubicBezTo>
                      <a:pt x="39001" y="24469"/>
                      <a:pt x="35561" y="21094"/>
                      <a:pt x="37281" y="16031"/>
                    </a:cubicBezTo>
                    <a:cubicBezTo>
                      <a:pt x="30401" y="19406"/>
                      <a:pt x="28681" y="26156"/>
                      <a:pt x="32121" y="32062"/>
                    </a:cubicBezTo>
                    <a:cubicBezTo>
                      <a:pt x="26101" y="31219"/>
                      <a:pt x="29541" y="21094"/>
                      <a:pt x="30401" y="16031"/>
                    </a:cubicBezTo>
                    <a:cubicBezTo>
                      <a:pt x="31261" y="9281"/>
                      <a:pt x="26961" y="3375"/>
                      <a:pt x="2180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3a22"/>
                  </a:gs>
                  <a:gs pos="40000">
                    <a:srgbClr val="ff6a24"/>
                  </a:gs>
                  <a:gs pos="78000">
                    <a:srgbClr val="ffbc20"/>
                  </a:gs>
                  <a:gs pos="100000">
                    <a:srgbClr val="ffe649"/>
                  </a:gs>
                </a:gsLst>
                <a:lin ang="5400000" scaled="1"/>
              </a:gradFill>
              <a:ln w="5063" cap="flat">
                <a:solidFill>
                  <a:srgbClr val="F467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path_839"/>
              <p:cNvSpPr/>
              <p:nvPr/>
            </p:nvSpPr>
            <p:spPr>
              <a:xfrm>
                <a:off x="15180503" y="1817370"/>
                <a:ext cx="280324" cy="417256"/>
              </a:xfrm>
              <a:custGeom>
                <a:avLst/>
                <a:gdLst/>
                <a:ahLst/>
                <a:cxnLst/>
                <a:rect l="0" t="0" r="r" b="b"/>
                <a:pathLst>
                  <a:path w="30657" h="45632">
                    <a:moveTo>
                      <a:pt x="17200" y="0"/>
                    </a:moveTo>
                    <a:cubicBezTo>
                      <a:pt x="23220" y="5906"/>
                      <a:pt x="20640" y="11812"/>
                      <a:pt x="18920" y="16875"/>
                    </a:cubicBezTo>
                    <a:cubicBezTo>
                      <a:pt x="16340" y="22781"/>
                      <a:pt x="15480" y="27844"/>
                      <a:pt x="21500" y="30375"/>
                    </a:cubicBezTo>
                    <a:cubicBezTo>
                      <a:pt x="24080" y="29531"/>
                      <a:pt x="27520" y="27000"/>
                      <a:pt x="28380" y="23625"/>
                    </a:cubicBezTo>
                    <a:cubicBezTo>
                      <a:pt x="33540" y="31219"/>
                      <a:pt x="29240" y="40500"/>
                      <a:pt x="22360" y="43875"/>
                    </a:cubicBezTo>
                    <a:cubicBezTo>
                      <a:pt x="10320" y="49781"/>
                      <a:pt x="0" y="39656"/>
                      <a:pt x="0" y="30375"/>
                    </a:cubicBezTo>
                    <a:cubicBezTo>
                      <a:pt x="0" y="27000"/>
                      <a:pt x="1720" y="21938"/>
                      <a:pt x="2580" y="20250"/>
                    </a:cubicBezTo>
                    <a:cubicBezTo>
                      <a:pt x="5160" y="31219"/>
                      <a:pt x="12040" y="28688"/>
                      <a:pt x="11180" y="21938"/>
                    </a:cubicBezTo>
                    <a:cubicBezTo>
                      <a:pt x="9460" y="11812"/>
                      <a:pt x="18920" y="10125"/>
                      <a:pt x="172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8b21"/>
                  </a:gs>
                  <a:gs pos="36000">
                    <a:srgbClr val="ffba20"/>
                  </a:gs>
                  <a:gs pos="72000">
                    <a:srgbClr val="ffe43e"/>
                  </a:gs>
                  <a:gs pos="100000">
                    <a:srgbClr val="ffffc3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path_840"/>
              <p:cNvSpPr/>
              <p:nvPr/>
            </p:nvSpPr>
            <p:spPr>
              <a:xfrm>
                <a:off x="15245623" y="1979390"/>
                <a:ext cx="158884" cy="262318"/>
              </a:xfrm>
              <a:custGeom>
                <a:avLst/>
                <a:gdLst/>
                <a:ahLst/>
                <a:cxnLst/>
                <a:rect l="0" t="0" r="r" b="b"/>
                <a:pathLst>
                  <a:path w="17376" h="28688">
                    <a:moveTo>
                      <a:pt x="10938" y="0"/>
                    </a:moveTo>
                    <a:cubicBezTo>
                      <a:pt x="16098" y="8438"/>
                      <a:pt x="10938" y="10969"/>
                      <a:pt x="15238" y="15188"/>
                    </a:cubicBezTo>
                    <a:cubicBezTo>
                      <a:pt x="20398" y="20250"/>
                      <a:pt x="15238" y="27844"/>
                      <a:pt x="10078" y="28688"/>
                    </a:cubicBezTo>
                    <a:cubicBezTo>
                      <a:pt x="-242" y="27000"/>
                      <a:pt x="-2822" y="17719"/>
                      <a:pt x="3198" y="10969"/>
                    </a:cubicBezTo>
                    <a:cubicBezTo>
                      <a:pt x="3198" y="17719"/>
                      <a:pt x="7498" y="15188"/>
                      <a:pt x="7498" y="11812"/>
                    </a:cubicBezTo>
                    <a:cubicBezTo>
                      <a:pt x="5778" y="6750"/>
                      <a:pt x="10078" y="4219"/>
                      <a:pt x="1093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path_841"/>
              <p:cNvSpPr/>
              <p:nvPr/>
            </p:nvSpPr>
            <p:spPr>
              <a:xfrm>
                <a:off x="15294325" y="2110550"/>
                <a:ext cx="83244" cy="129052"/>
              </a:xfrm>
              <a:custGeom>
                <a:avLst/>
                <a:gdLst/>
                <a:ahLst/>
                <a:cxnLst/>
                <a:rect l="0" t="0" r="r" b="b"/>
                <a:pathLst>
                  <a:path w="9104" h="14113">
                    <a:moveTo>
                      <a:pt x="4752" y="0"/>
                    </a:moveTo>
                    <a:cubicBezTo>
                      <a:pt x="8192" y="4219"/>
                      <a:pt x="11632" y="9281"/>
                      <a:pt x="6472" y="13500"/>
                    </a:cubicBezTo>
                    <a:cubicBezTo>
                      <a:pt x="2172" y="16031"/>
                      <a:pt x="-1268" y="10125"/>
                      <a:pt x="452" y="6750"/>
                    </a:cubicBezTo>
                    <a:lnTo>
                      <a:pt x="47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path_842"/>
              <p:cNvSpPr/>
              <p:nvPr/>
            </p:nvSpPr>
            <p:spPr>
              <a:xfrm>
                <a:off x="15163736" y="1825085"/>
                <a:ext cx="42079" cy="69437"/>
              </a:xfrm>
              <a:custGeom>
                <a:avLst/>
                <a:gdLst/>
                <a:ahLst/>
                <a:cxnLst/>
                <a:rect l="0" t="0" r="r" b="b"/>
                <a:pathLst>
                  <a:path w="4602" h="7594">
                    <a:moveTo>
                      <a:pt x="114" y="7594"/>
                    </a:moveTo>
                    <a:cubicBezTo>
                      <a:pt x="-746" y="5062"/>
                      <a:pt x="3554" y="2531"/>
                      <a:pt x="3554" y="0"/>
                    </a:cubicBezTo>
                    <a:cubicBezTo>
                      <a:pt x="6134" y="5062"/>
                      <a:pt x="3554" y="6750"/>
                      <a:pt x="114" y="7594"/>
                    </a:cubicBezTo>
                    <a:close/>
                  </a:path>
                </a:pathLst>
              </a:custGeom>
              <a:solidFill>
                <a:srgbClr val="FF7B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44" name="path_843"/>
            <p:cNvSpPr/>
            <p:nvPr/>
          </p:nvSpPr>
          <p:spPr>
            <a:xfrm>
              <a:off x="12252960" y="2377440"/>
              <a:ext cx="1764792" cy="493776"/>
            </a:xfrm>
            <a:custGeom>
              <a:avLst/>
              <a:gdLst/>
              <a:ahLst/>
              <a:cxnLst/>
              <a:rect l="0" t="0" r="r" b="b"/>
              <a:pathLst>
                <a:path w="193000" h="54000" fill="none">
                  <a:moveTo>
                    <a:pt x="193000" y="54000"/>
                  </a:moveTo>
                  <a:lnTo>
                    <a:pt x="193000" y="27000"/>
                  </a:lnTo>
                  <a:lnTo>
                    <a:pt x="0" y="2700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5" name="path_844"/>
            <p:cNvSpPr/>
            <p:nvPr/>
          </p:nvSpPr>
          <p:spPr>
            <a:xfrm>
              <a:off x="12207240" y="237744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5000" y="0"/>
                  </a:moveTo>
                  <a:lnTo>
                    <a:pt x="0" y="10000"/>
                  </a:lnTo>
                  <a:lnTo>
                    <a:pt x="10000" y="10000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6" name="path_845"/>
            <p:cNvSpPr/>
            <p:nvPr/>
          </p:nvSpPr>
          <p:spPr>
            <a:xfrm>
              <a:off x="14017752" y="2377440"/>
              <a:ext cx="932688" cy="246888"/>
            </a:xfrm>
            <a:custGeom>
              <a:avLst/>
              <a:gdLst/>
              <a:ahLst/>
              <a:cxnLst/>
              <a:rect l="0" t="0" r="r" b="b"/>
              <a:pathLst>
                <a:path w="102000" h="27000" fill="none">
                  <a:moveTo>
                    <a:pt x="0" y="27000"/>
                  </a:moveTo>
                  <a:lnTo>
                    <a:pt x="102000" y="27000"/>
                  </a:lnTo>
                  <a:lnTo>
                    <a:pt x="102000" y="0"/>
                  </a:lnTo>
                </a:path>
              </a:pathLst>
            </a:custGeom>
            <a:noFill/>
            <a:ln w="27432" cap="flat">
              <a:solidFill>
                <a:srgbClr val="A4A8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path_846"/>
            <p:cNvSpPr/>
            <p:nvPr/>
          </p:nvSpPr>
          <p:spPr>
            <a:xfrm>
              <a:off x="14904720" y="237744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5000" y="0"/>
                  </a:moveTo>
                  <a:lnTo>
                    <a:pt x="0" y="10000"/>
                  </a:lnTo>
                  <a:lnTo>
                    <a:pt x="10000" y="10000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A4A8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path_847"/>
            <p:cNvSpPr/>
            <p:nvPr/>
          </p:nvSpPr>
          <p:spPr>
            <a:xfrm>
              <a:off x="13459968" y="2377440"/>
              <a:ext cx="557784" cy="493776"/>
            </a:xfrm>
            <a:custGeom>
              <a:avLst/>
              <a:gdLst/>
              <a:ahLst/>
              <a:cxnLst/>
              <a:rect l="0" t="0" r="r" b="b"/>
              <a:pathLst>
                <a:path w="61000" h="54000" fill="none">
                  <a:moveTo>
                    <a:pt x="61000" y="54000"/>
                  </a:moveTo>
                  <a:lnTo>
                    <a:pt x="61000" y="27000"/>
                  </a:lnTo>
                  <a:lnTo>
                    <a:pt x="0" y="2700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path_848"/>
            <p:cNvSpPr/>
            <p:nvPr/>
          </p:nvSpPr>
          <p:spPr>
            <a:xfrm>
              <a:off x="13414248" y="237744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5000" y="0"/>
                  </a:moveTo>
                  <a:lnTo>
                    <a:pt x="0" y="10000"/>
                  </a:lnTo>
                  <a:lnTo>
                    <a:pt x="10000" y="10000"/>
                  </a:lnTo>
                  <a:lnTo>
                    <a:pt x="50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0" name="Trainable A adapter"/>
            <p:cNvSpPr/>
            <p:nvPr/>
          </p:nvSpPr>
          <p:spPr>
            <a:xfrm>
              <a:off x="11704320" y="4014216"/>
              <a:ext cx="1078992" cy="548640"/>
            </a:xfrm>
            <a:custGeom>
              <a:avLst/>
              <a:gdLst/>
              <a:ahLst/>
              <a:cxnLst/>
              <a:rect l="0" t="0" r="r" b="b"/>
              <a:pathLst>
                <a:path w="118000" h="60000">
                  <a:moveTo>
                    <a:pt x="0" y="60000"/>
                  </a:moveTo>
                  <a:lnTo>
                    <a:pt x="25000" y="0"/>
                  </a:lnTo>
                  <a:lnTo>
                    <a:pt x="94000" y="0"/>
                  </a:lnTo>
                  <a:lnTo>
                    <a:pt x="118000" y="6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4775C3"/>
            </a:solidFill>
            <a:ln w="20116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1" name="text_850"/>
            <p:cNvSpPr txBox="1"/>
            <p:nvPr/>
          </p:nvSpPr>
          <p:spPr>
            <a:xfrm>
              <a:off x="12101610" y="4102657"/>
              <a:ext cx="247837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i="1" b="0" lang="en-US">
                  <a:solidFill>
                    <a:srgbClr val="060707"/>
                  </a:solidFill>
                  <a:latin typeface="Arial"/>
                </a:rPr>
                <a:t>A</a:t>
              </a:r>
            </a:p>
          </p:txBody>
        </p:sp>
        <p:grpSp>
          <p:nvGrpSpPr>
            <p:cNvPr id="852" name="Trainable parameter flame"/>
            <p:cNvGrpSpPr/>
            <p:nvPr/>
          </p:nvGrpSpPr>
          <p:grpSpPr>
            <a:xfrm>
              <a:off x="12423770" y="4178808"/>
              <a:ext cx="353635" cy="495062"/>
              <a:chOff x="12423770" y="4178808"/>
              <a:chExt cx="353635" cy="495062"/>
            </a:xfrm>
          </p:grpSpPr>
          <p:sp>
            <p:nvSpPr>
              <p:cNvPr id="853" name="path_852"/>
              <p:cNvSpPr/>
              <p:nvPr/>
            </p:nvSpPr>
            <p:spPr>
              <a:xfrm>
                <a:off x="12423770" y="4178808"/>
                <a:ext cx="353635" cy="492312"/>
              </a:xfrm>
              <a:custGeom>
                <a:avLst/>
                <a:gdLst/>
                <a:ahLst/>
                <a:cxnLst/>
                <a:rect l="0" t="0" r="r" b="b"/>
                <a:pathLst>
                  <a:path w="38674" h="53840">
                    <a:moveTo>
                      <a:pt x="20160" y="0"/>
                    </a:moveTo>
                    <a:cubicBezTo>
                      <a:pt x="21000" y="9453"/>
                      <a:pt x="17640" y="12891"/>
                      <a:pt x="15120" y="15469"/>
                    </a:cubicBezTo>
                    <a:cubicBezTo>
                      <a:pt x="10080" y="19766"/>
                      <a:pt x="11760" y="24922"/>
                      <a:pt x="10920" y="29219"/>
                    </a:cubicBezTo>
                    <a:cubicBezTo>
                      <a:pt x="5040" y="25781"/>
                      <a:pt x="6720" y="21484"/>
                      <a:pt x="5040" y="16328"/>
                    </a:cubicBezTo>
                    <a:cubicBezTo>
                      <a:pt x="-840" y="23203"/>
                      <a:pt x="-2520" y="32656"/>
                      <a:pt x="0" y="42109"/>
                    </a:cubicBezTo>
                    <a:cubicBezTo>
                      <a:pt x="2520" y="53281"/>
                      <a:pt x="15120" y="55859"/>
                      <a:pt x="24360" y="52422"/>
                    </a:cubicBezTo>
                    <a:cubicBezTo>
                      <a:pt x="34440" y="49844"/>
                      <a:pt x="41160" y="40391"/>
                      <a:pt x="37800" y="30938"/>
                    </a:cubicBezTo>
                    <a:cubicBezTo>
                      <a:pt x="36960" y="24922"/>
                      <a:pt x="33600" y="21484"/>
                      <a:pt x="35280" y="16328"/>
                    </a:cubicBezTo>
                    <a:cubicBezTo>
                      <a:pt x="28560" y="19766"/>
                      <a:pt x="26880" y="26641"/>
                      <a:pt x="30240" y="32656"/>
                    </a:cubicBezTo>
                    <a:cubicBezTo>
                      <a:pt x="24360" y="31797"/>
                      <a:pt x="27720" y="21484"/>
                      <a:pt x="28560" y="16328"/>
                    </a:cubicBezTo>
                    <a:cubicBezTo>
                      <a:pt x="29400" y="9453"/>
                      <a:pt x="25200" y="3438"/>
                      <a:pt x="201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3a22"/>
                  </a:gs>
                  <a:gs pos="40000">
                    <a:srgbClr val="ff6a24"/>
                  </a:gs>
                  <a:gs pos="78000">
                    <a:srgbClr val="ffbc20"/>
                  </a:gs>
                  <a:gs pos="100000">
                    <a:srgbClr val="ffe649"/>
                  </a:gs>
                </a:gsLst>
                <a:lin ang="5400000" scaled="1"/>
              </a:gradFill>
              <a:ln w="5050" cap="flat">
                <a:solidFill>
                  <a:srgbClr val="F467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path_853"/>
              <p:cNvSpPr/>
              <p:nvPr/>
            </p:nvSpPr>
            <p:spPr>
              <a:xfrm>
                <a:off x="12454494" y="4241673"/>
                <a:ext cx="273805" cy="424983"/>
              </a:xfrm>
              <a:custGeom>
                <a:avLst/>
                <a:gdLst/>
                <a:ahLst/>
                <a:cxnLst/>
                <a:rect l="0" t="0" r="r" b="b"/>
                <a:pathLst>
                  <a:path w="29944" h="46477">
                    <a:moveTo>
                      <a:pt x="16800" y="0"/>
                    </a:moveTo>
                    <a:cubicBezTo>
                      <a:pt x="22680" y="6016"/>
                      <a:pt x="20160" y="12031"/>
                      <a:pt x="18480" y="17188"/>
                    </a:cubicBezTo>
                    <a:cubicBezTo>
                      <a:pt x="15960" y="23203"/>
                      <a:pt x="15120" y="28359"/>
                      <a:pt x="21000" y="30938"/>
                    </a:cubicBezTo>
                    <a:cubicBezTo>
                      <a:pt x="23520" y="30078"/>
                      <a:pt x="26880" y="27500"/>
                      <a:pt x="27720" y="24062"/>
                    </a:cubicBezTo>
                    <a:cubicBezTo>
                      <a:pt x="32760" y="31797"/>
                      <a:pt x="28560" y="41250"/>
                      <a:pt x="21840" y="44688"/>
                    </a:cubicBezTo>
                    <a:cubicBezTo>
                      <a:pt x="10080" y="50703"/>
                      <a:pt x="0" y="40391"/>
                      <a:pt x="0" y="30938"/>
                    </a:cubicBezTo>
                    <a:cubicBezTo>
                      <a:pt x="0" y="27500"/>
                      <a:pt x="1680" y="22344"/>
                      <a:pt x="2520" y="20625"/>
                    </a:cubicBezTo>
                    <a:cubicBezTo>
                      <a:pt x="5040" y="31797"/>
                      <a:pt x="11760" y="29219"/>
                      <a:pt x="10920" y="22344"/>
                    </a:cubicBezTo>
                    <a:cubicBezTo>
                      <a:pt x="9240" y="12031"/>
                      <a:pt x="18480" y="10312"/>
                      <a:pt x="168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8b21"/>
                  </a:gs>
                  <a:gs pos="36000">
                    <a:srgbClr val="ffba20"/>
                  </a:gs>
                  <a:gs pos="72000">
                    <a:srgbClr val="ffe43e"/>
                  </a:gs>
                  <a:gs pos="100000">
                    <a:srgbClr val="ffffc3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path_854"/>
              <p:cNvSpPr/>
              <p:nvPr/>
            </p:nvSpPr>
            <p:spPr>
              <a:xfrm>
                <a:off x="12518099" y="4406694"/>
                <a:ext cx="155189" cy="267176"/>
              </a:xfrm>
              <a:custGeom>
                <a:avLst/>
                <a:gdLst/>
                <a:ahLst/>
                <a:cxnLst/>
                <a:rect l="0" t="0" r="r" b="b"/>
                <a:pathLst>
                  <a:path w="16972" h="29219">
                    <a:moveTo>
                      <a:pt x="10684" y="0"/>
                    </a:moveTo>
                    <a:cubicBezTo>
                      <a:pt x="15724" y="8594"/>
                      <a:pt x="10684" y="11172"/>
                      <a:pt x="14884" y="15469"/>
                    </a:cubicBezTo>
                    <a:cubicBezTo>
                      <a:pt x="19924" y="20625"/>
                      <a:pt x="14884" y="28359"/>
                      <a:pt x="9844" y="29219"/>
                    </a:cubicBezTo>
                    <a:cubicBezTo>
                      <a:pt x="-236" y="27500"/>
                      <a:pt x="-2756" y="18047"/>
                      <a:pt x="3124" y="11172"/>
                    </a:cubicBezTo>
                    <a:cubicBezTo>
                      <a:pt x="3124" y="18047"/>
                      <a:pt x="7324" y="15469"/>
                      <a:pt x="7324" y="12031"/>
                    </a:cubicBezTo>
                    <a:cubicBezTo>
                      <a:pt x="5644" y="6875"/>
                      <a:pt x="9844" y="4297"/>
                      <a:pt x="1068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path_855"/>
              <p:cNvSpPr/>
              <p:nvPr/>
            </p:nvSpPr>
            <p:spPr>
              <a:xfrm>
                <a:off x="12565668" y="4540282"/>
                <a:ext cx="81308" cy="131442"/>
              </a:xfrm>
              <a:custGeom>
                <a:avLst/>
                <a:gdLst/>
                <a:ahLst/>
                <a:cxnLst/>
                <a:rect l="0" t="0" r="r" b="b"/>
                <a:pathLst>
                  <a:path w="8892" h="14375">
                    <a:moveTo>
                      <a:pt x="4642" y="0"/>
                    </a:moveTo>
                    <a:cubicBezTo>
                      <a:pt x="8002" y="4297"/>
                      <a:pt x="11362" y="9453"/>
                      <a:pt x="6322" y="13750"/>
                    </a:cubicBezTo>
                    <a:cubicBezTo>
                      <a:pt x="2122" y="16328"/>
                      <a:pt x="-1238" y="10312"/>
                      <a:pt x="442" y="6875"/>
                    </a:cubicBezTo>
                    <a:lnTo>
                      <a:pt x="4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da33"/>
                  </a:gs>
                  <a:gs pos="55000">
                    <a:srgbClr val="fff674"/>
                  </a:gs>
                  <a:gs pos="100000">
                    <a:srgbClr val="ffffeb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path_856"/>
              <p:cNvSpPr/>
              <p:nvPr/>
            </p:nvSpPr>
            <p:spPr>
              <a:xfrm>
                <a:off x="12438116" y="4249531"/>
                <a:ext cx="41100" cy="70723"/>
              </a:xfrm>
              <a:custGeom>
                <a:avLst/>
                <a:gdLst/>
                <a:ahLst/>
                <a:cxnLst/>
                <a:rect l="0" t="0" r="r" b="b"/>
                <a:pathLst>
                  <a:path w="4495" h="7734">
                    <a:moveTo>
                      <a:pt x="111" y="7734"/>
                    </a:moveTo>
                    <a:cubicBezTo>
                      <a:pt x="-729" y="5156"/>
                      <a:pt x="3471" y="2578"/>
                      <a:pt x="3471" y="0"/>
                    </a:cubicBezTo>
                    <a:cubicBezTo>
                      <a:pt x="5991" y="5156"/>
                      <a:pt x="3471" y="6875"/>
                      <a:pt x="111" y="7734"/>
                    </a:cubicBezTo>
                    <a:close/>
                  </a:path>
                </a:pathLst>
              </a:custGeom>
              <a:solidFill>
                <a:srgbClr val="FF7B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58" name="path_857"/>
            <p:cNvSpPr/>
            <p:nvPr/>
          </p:nvSpPr>
          <p:spPr>
            <a:xfrm>
              <a:off x="12252960" y="3374136"/>
              <a:ext cx="91" cy="640080"/>
            </a:xfrm>
            <a:custGeom>
              <a:avLst/>
              <a:gdLst/>
              <a:ahLst/>
              <a:cxnLst/>
              <a:rect l="0" t="0" r="r" b="b"/>
              <a:pathLst>
                <a:path w="10" h="70000" fill="none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path_858"/>
            <p:cNvSpPr/>
            <p:nvPr/>
          </p:nvSpPr>
          <p:spPr>
            <a:xfrm>
              <a:off x="12202668" y="3374136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60" name="Input token sequence stack"/>
            <p:cNvGrpSpPr/>
            <p:nvPr/>
          </p:nvGrpSpPr>
          <p:grpSpPr>
            <a:xfrm>
              <a:off x="11896344" y="2761488"/>
              <a:ext cx="1197864" cy="566928"/>
              <a:chOff x="11896344" y="2761488"/>
              <a:chExt cx="1197864" cy="566928"/>
            </a:xfrm>
          </p:grpSpPr>
          <p:sp>
            <p:nvSpPr>
              <p:cNvPr id="861" name="rect_860"/>
              <p:cNvSpPr/>
              <p:nvPr/>
            </p:nvSpPr>
            <p:spPr>
              <a:xfrm>
                <a:off x="12079224" y="2761488"/>
                <a:ext cx="1014984" cy="420624"/>
              </a:xfrm>
              <a:prstGeom prst="roundRect">
                <a:avLst>
                  <a:gd name="adj" fmla="val 21739"/>
                </a:avLst>
              </a:prstGeom>
              <a:noFill/>
              <a:ln w="18288" cap="flat">
                <a:solidFill>
                  <a:srgbClr val="060707"/>
                </a:solidFill>
                <a:custDash>
                  <a:ds d="30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path_861"/>
              <p:cNvSpPr/>
              <p:nvPr/>
            </p:nvSpPr>
            <p:spPr>
              <a:xfrm>
                <a:off x="11896344" y="2862072"/>
                <a:ext cx="1133856" cy="466344"/>
              </a:xfrm>
              <a:custGeom>
                <a:avLst/>
                <a:gdLst/>
                <a:ahLst/>
                <a:cxnLst/>
                <a:rect l="0" t="0" r="r" b="b"/>
                <a:pathLst>
                  <a:path w="124000" h="51000" fill="none">
                    <a:moveTo>
                      <a:pt x="0" y="27000"/>
                    </a:moveTo>
                    <a:lnTo>
                      <a:pt x="27000" y="0"/>
                    </a:lnTo>
                    <a:lnTo>
                      <a:pt x="124000" y="24000"/>
                    </a:lnTo>
                    <a:lnTo>
                      <a:pt x="97000" y="51000"/>
                    </a:lnTo>
                  </a:path>
                </a:pathLst>
              </a:custGeom>
              <a:noFill/>
              <a:ln w="18288" cap="flat">
                <a:solidFill>
                  <a:srgbClr val="060707"/>
                </a:solidFill>
                <a:custDash>
                  <a:ds d="30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rect_862"/>
              <p:cNvSpPr/>
              <p:nvPr/>
            </p:nvSpPr>
            <p:spPr>
              <a:xfrm>
                <a:off x="12143232" y="2862072"/>
                <a:ext cx="886968" cy="219456"/>
              </a:xfrm>
              <a:prstGeom prst="rect">
                <a:avLst/>
              </a:prstGeom>
              <a:solidFill>
                <a:srgbClr val="E9EAE8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path_863"/>
              <p:cNvSpPr/>
              <p:nvPr/>
            </p:nvSpPr>
            <p:spPr>
              <a:xfrm>
                <a:off x="12364974" y="2862072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path_864"/>
              <p:cNvSpPr/>
              <p:nvPr/>
            </p:nvSpPr>
            <p:spPr>
              <a:xfrm>
                <a:off x="12586716" y="2862072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path_865"/>
              <p:cNvSpPr/>
              <p:nvPr/>
            </p:nvSpPr>
            <p:spPr>
              <a:xfrm>
                <a:off x="12808458" y="2862072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rect_866"/>
              <p:cNvSpPr/>
              <p:nvPr/>
            </p:nvSpPr>
            <p:spPr>
              <a:xfrm>
                <a:off x="12019788" y="2985516"/>
                <a:ext cx="886968" cy="219456"/>
              </a:xfrm>
              <a:prstGeom prst="rect">
                <a:avLst/>
              </a:prstGeom>
              <a:solidFill>
                <a:srgbClr val="E9EAE8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path_867"/>
              <p:cNvSpPr/>
              <p:nvPr/>
            </p:nvSpPr>
            <p:spPr>
              <a:xfrm>
                <a:off x="12241530" y="2985516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path_868"/>
              <p:cNvSpPr/>
              <p:nvPr/>
            </p:nvSpPr>
            <p:spPr>
              <a:xfrm>
                <a:off x="12463272" y="2985516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path_869"/>
              <p:cNvSpPr/>
              <p:nvPr/>
            </p:nvSpPr>
            <p:spPr>
              <a:xfrm>
                <a:off x="12685014" y="2985516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rect_870"/>
              <p:cNvSpPr/>
              <p:nvPr/>
            </p:nvSpPr>
            <p:spPr>
              <a:xfrm>
                <a:off x="11896344" y="3108960"/>
                <a:ext cx="886968" cy="219456"/>
              </a:xfrm>
              <a:prstGeom prst="rect">
                <a:avLst/>
              </a:prstGeom>
              <a:solidFill>
                <a:srgbClr val="E9EAE8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path_871"/>
              <p:cNvSpPr/>
              <p:nvPr/>
            </p:nvSpPr>
            <p:spPr>
              <a:xfrm>
                <a:off x="12118086" y="3108960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path_872"/>
              <p:cNvSpPr/>
              <p:nvPr/>
            </p:nvSpPr>
            <p:spPr>
              <a:xfrm>
                <a:off x="12339828" y="3108960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path_873"/>
              <p:cNvSpPr/>
              <p:nvPr/>
            </p:nvSpPr>
            <p:spPr>
              <a:xfrm>
                <a:off x="12561570" y="3108960"/>
                <a:ext cx="91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000" fill="none">
                    <a:moveTo>
                      <a:pt x="0" y="0"/>
                    </a:moveTo>
                    <a:lnTo>
                      <a:pt x="0" y="24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75" name="Input semantic content"/>
              <p:cNvGrpSpPr/>
              <p:nvPr/>
            </p:nvGrpSpPr>
            <p:grpSpPr>
              <a:xfrm>
                <a:off x="12226495" y="2881253"/>
                <a:ext cx="490788" cy="379183"/>
                <a:chOff x="12226495" y="2881253"/>
                <a:chExt cx="490788" cy="379183"/>
              </a:xfrm>
            </p:grpSpPr>
            <p:sp>
              <p:nvSpPr>
                <p:cNvPr id="876" name="path_875"/>
                <p:cNvSpPr/>
                <p:nvPr/>
              </p:nvSpPr>
              <p:spPr>
                <a:xfrm>
                  <a:off x="12529838" y="3100426"/>
                  <a:ext cx="187445" cy="1448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499" h="15844">
                      <a:moveTo>
                        <a:pt x="10505" y="3067"/>
                      </a:moveTo>
                      <a:cubicBezTo>
                        <a:pt x="15481" y="5111"/>
                        <a:pt x="19351" y="1022"/>
                        <a:pt x="20457" y="0"/>
                      </a:cubicBezTo>
                      <a:cubicBezTo>
                        <a:pt x="21010" y="8178"/>
                        <a:pt x="16034" y="15333"/>
                        <a:pt x="8846" y="15844"/>
                      </a:cubicBezTo>
                      <a:lnTo>
                        <a:pt x="0" y="12778"/>
                      </a:lnTo>
                      <a:lnTo>
                        <a:pt x="10505" y="3067"/>
                      </a:lnTo>
                      <a:close/>
                    </a:path>
                  </a:pathLst>
                </a:custGeom>
                <a:solidFill>
                  <a:srgbClr val="D5C99E">
                    <a:alpha val="34000"/>
                  </a:srgbClr>
                </a:solidFill>
                <a:ln w="12648" cap="flat">
                  <a:solidFill>
                    <a:srgbClr val="50462C">
                      <a:alpha val="34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7" name="path_876"/>
                <p:cNvSpPr/>
                <p:nvPr/>
              </p:nvSpPr>
              <p:spPr>
                <a:xfrm>
                  <a:off x="12232710" y="2881253"/>
                  <a:ext cx="418534" cy="3791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5771" h="41468">
                      <a:moveTo>
                        <a:pt x="19778" y="458"/>
                      </a:moveTo>
                      <a:cubicBezTo>
                        <a:pt x="10931" y="-1587"/>
                        <a:pt x="4849" y="3525"/>
                        <a:pt x="4297" y="9658"/>
                      </a:cubicBezTo>
                      <a:cubicBezTo>
                        <a:pt x="-1232" y="12725"/>
                        <a:pt x="-1232" y="17836"/>
                        <a:pt x="3191" y="20391"/>
                      </a:cubicBezTo>
                      <a:cubicBezTo>
                        <a:pt x="8720" y="23458"/>
                        <a:pt x="14249" y="22436"/>
                        <a:pt x="17013" y="20391"/>
                      </a:cubicBezTo>
                      <a:cubicBezTo>
                        <a:pt x="14249" y="23458"/>
                        <a:pt x="12590" y="26013"/>
                        <a:pt x="12037" y="29080"/>
                      </a:cubicBezTo>
                      <a:cubicBezTo>
                        <a:pt x="8720" y="38280"/>
                        <a:pt x="17013" y="41347"/>
                        <a:pt x="28071" y="41347"/>
                      </a:cubicBezTo>
                      <a:cubicBezTo>
                        <a:pt x="40235" y="42369"/>
                        <a:pt x="47976" y="36747"/>
                        <a:pt x="45211" y="31125"/>
                      </a:cubicBezTo>
                      <a:cubicBezTo>
                        <a:pt x="43000" y="25502"/>
                        <a:pt x="35259" y="26013"/>
                        <a:pt x="29730" y="29080"/>
                      </a:cubicBezTo>
                      <a:cubicBezTo>
                        <a:pt x="24201" y="33680"/>
                        <a:pt x="22542" y="32658"/>
                        <a:pt x="23095" y="30613"/>
                      </a:cubicBezTo>
                      <a:cubicBezTo>
                        <a:pt x="24201" y="26525"/>
                        <a:pt x="30283" y="19369"/>
                        <a:pt x="31389" y="11702"/>
                      </a:cubicBezTo>
                      <a:cubicBezTo>
                        <a:pt x="32494" y="6080"/>
                        <a:pt x="26413" y="969"/>
                        <a:pt x="19778" y="458"/>
                      </a:cubicBezTo>
                      <a:close/>
                    </a:path>
                  </a:pathLst>
                </a:custGeom>
                <a:solidFill>
                  <a:srgbClr val="D5C99E">
                    <a:alpha val="34000"/>
                  </a:srgbClr>
                </a:solidFill>
                <a:ln w="13621" cap="flat">
                  <a:solidFill>
                    <a:srgbClr val="50462C">
                      <a:alpha val="34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8" name="path_877"/>
                <p:cNvSpPr/>
                <p:nvPr/>
              </p:nvSpPr>
              <p:spPr>
                <a:xfrm>
                  <a:off x="12261885" y="3063037"/>
                  <a:ext cx="242674" cy="12331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539" h="13486" fill="none">
                      <a:moveTo>
                        <a:pt x="0" y="511"/>
                      </a:moveTo>
                      <a:cubicBezTo>
                        <a:pt x="4976" y="2556"/>
                        <a:pt x="11058" y="2044"/>
                        <a:pt x="14375" y="0"/>
                      </a:cubicBezTo>
                      <a:moveTo>
                        <a:pt x="20457" y="11244"/>
                      </a:moveTo>
                      <a:cubicBezTo>
                        <a:pt x="19904" y="14822"/>
                        <a:pt x="24880" y="13289"/>
                        <a:pt x="26539" y="12267"/>
                      </a:cubicBezTo>
                    </a:path>
                  </a:pathLst>
                </a:custGeom>
                <a:noFill/>
                <a:ln w="9729" cap="flat">
                  <a:solidFill>
                    <a:srgbClr val="50462C">
                      <a:alpha val="34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9" name="path_878"/>
                <p:cNvSpPr/>
                <p:nvPr/>
              </p:nvSpPr>
              <p:spPr>
                <a:xfrm>
                  <a:off x="12226495" y="3086405"/>
                  <a:ext cx="55613" cy="3738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82" h="4089" fill="none">
                      <a:moveTo>
                        <a:pt x="6082" y="0"/>
                      </a:moveTo>
                      <a:lnTo>
                        <a:pt x="2212" y="4089"/>
                      </a:lnTo>
                      <a:moveTo>
                        <a:pt x="3870" y="1533"/>
                      </a:moveTo>
                      <a:lnTo>
                        <a:pt x="0" y="2044"/>
                      </a:lnTo>
                    </a:path>
                  </a:pathLst>
                </a:custGeom>
                <a:noFill/>
                <a:ln w="11675" cap="flat">
                  <a:solidFill>
                    <a:srgbClr val="C57662">
                      <a:alpha val="34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0" name="path_879"/>
                <p:cNvSpPr/>
                <p:nvPr/>
              </p:nvSpPr>
              <p:spPr>
                <a:xfrm>
                  <a:off x="12298287" y="2969097"/>
                  <a:ext cx="28312" cy="3832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96" h="4191">
                      <a:moveTo>
                        <a:pt x="3096" y="2096"/>
                      </a:moveTo>
                      <a:cubicBezTo>
                        <a:pt x="3096" y="3253"/>
                        <a:pt x="2403" y="4191"/>
                        <a:pt x="1548" y="4191"/>
                      </a:cubicBezTo>
                      <a:cubicBezTo>
                        <a:pt x="693" y="4191"/>
                        <a:pt x="0" y="3253"/>
                        <a:pt x="0" y="2096"/>
                      </a:cubicBezTo>
                      <a:cubicBezTo>
                        <a:pt x="0" y="938"/>
                        <a:pt x="693" y="0"/>
                        <a:pt x="1548" y="0"/>
                      </a:cubicBezTo>
                      <a:cubicBezTo>
                        <a:pt x="2403" y="0"/>
                        <a:pt x="3096" y="938"/>
                        <a:pt x="3096" y="2096"/>
                      </a:cubicBezTo>
                      <a:close/>
                    </a:path>
                  </a:pathLst>
                </a:custGeom>
                <a:solidFill>
                  <a:srgbClr val="343829">
                    <a:alpha val="34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1" name="path_880"/>
                <p:cNvSpPr/>
                <p:nvPr/>
              </p:nvSpPr>
              <p:spPr>
                <a:xfrm>
                  <a:off x="12419624" y="2978445"/>
                  <a:ext cx="28312" cy="3832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96" h="4191">
                      <a:moveTo>
                        <a:pt x="3096" y="2096"/>
                      </a:moveTo>
                      <a:cubicBezTo>
                        <a:pt x="3096" y="3253"/>
                        <a:pt x="2403" y="4191"/>
                        <a:pt x="1548" y="4191"/>
                      </a:cubicBezTo>
                      <a:cubicBezTo>
                        <a:pt x="693" y="4191"/>
                        <a:pt x="0" y="3253"/>
                        <a:pt x="0" y="2096"/>
                      </a:cubicBezTo>
                      <a:cubicBezTo>
                        <a:pt x="0" y="938"/>
                        <a:pt x="693" y="0"/>
                        <a:pt x="1548" y="0"/>
                      </a:cubicBezTo>
                      <a:cubicBezTo>
                        <a:pt x="2403" y="0"/>
                        <a:pt x="3096" y="938"/>
                        <a:pt x="3096" y="2096"/>
                      </a:cubicBezTo>
                      <a:close/>
                    </a:path>
                  </a:pathLst>
                </a:custGeom>
                <a:solidFill>
                  <a:srgbClr val="343829">
                    <a:alpha val="34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2" name="path_881"/>
                <p:cNvSpPr/>
                <p:nvPr/>
              </p:nvSpPr>
              <p:spPr>
                <a:xfrm>
                  <a:off x="12266688" y="3039435"/>
                  <a:ext cx="10617" cy="98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61" h="1073">
                      <a:moveTo>
                        <a:pt x="1161" y="537"/>
                      </a:moveTo>
                      <a:cubicBezTo>
                        <a:pt x="1161" y="833"/>
                        <a:pt x="901" y="1073"/>
                        <a:pt x="581" y="1073"/>
                      </a:cubicBezTo>
                      <a:cubicBezTo>
                        <a:pt x="260" y="1073"/>
                        <a:pt x="0" y="833"/>
                        <a:pt x="0" y="537"/>
                      </a:cubicBezTo>
                      <a:cubicBezTo>
                        <a:pt x="0" y="240"/>
                        <a:pt x="260" y="0"/>
                        <a:pt x="581" y="0"/>
                      </a:cubicBezTo>
                      <a:cubicBezTo>
                        <a:pt x="901" y="0"/>
                        <a:pt x="1161" y="240"/>
                        <a:pt x="1161" y="537"/>
                      </a:cubicBezTo>
                      <a:close/>
                    </a:path>
                  </a:pathLst>
                </a:custGeom>
                <a:solidFill>
                  <a:srgbClr val="46452D">
                    <a:alpha val="34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3" name="path_882"/>
                <p:cNvSpPr/>
                <p:nvPr/>
              </p:nvSpPr>
              <p:spPr>
                <a:xfrm>
                  <a:off x="12312190" y="3053456"/>
                  <a:ext cx="10617" cy="98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61" h="1073">
                      <a:moveTo>
                        <a:pt x="1161" y="537"/>
                      </a:moveTo>
                      <a:cubicBezTo>
                        <a:pt x="1161" y="833"/>
                        <a:pt x="901" y="1073"/>
                        <a:pt x="581" y="1073"/>
                      </a:cubicBezTo>
                      <a:cubicBezTo>
                        <a:pt x="260" y="1073"/>
                        <a:pt x="0" y="833"/>
                        <a:pt x="0" y="537"/>
                      </a:cubicBezTo>
                      <a:cubicBezTo>
                        <a:pt x="0" y="240"/>
                        <a:pt x="260" y="0"/>
                        <a:pt x="581" y="0"/>
                      </a:cubicBezTo>
                      <a:cubicBezTo>
                        <a:pt x="901" y="0"/>
                        <a:pt x="1161" y="240"/>
                        <a:pt x="1161" y="537"/>
                      </a:cubicBezTo>
                      <a:close/>
                    </a:path>
                  </a:pathLst>
                </a:custGeom>
                <a:solidFill>
                  <a:srgbClr val="46452D">
                    <a:alpha val="34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4" name="path_883"/>
                <p:cNvSpPr/>
                <p:nvPr/>
              </p:nvSpPr>
              <p:spPr>
                <a:xfrm>
                  <a:off x="12441869" y="3027517"/>
                  <a:ext cx="44490" cy="336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866" h="3680">
                      <a:moveTo>
                        <a:pt x="4866" y="1840"/>
                      </a:moveTo>
                      <a:cubicBezTo>
                        <a:pt x="4866" y="2856"/>
                        <a:pt x="3776" y="3680"/>
                        <a:pt x="2433" y="3680"/>
                      </a:cubicBezTo>
                      <a:cubicBezTo>
                        <a:pt x="1089" y="3680"/>
                        <a:pt x="0" y="2856"/>
                        <a:pt x="0" y="1840"/>
                      </a:cubicBezTo>
                      <a:cubicBezTo>
                        <a:pt x="0" y="824"/>
                        <a:pt x="1089" y="0"/>
                        <a:pt x="2433" y="0"/>
                      </a:cubicBezTo>
                      <a:cubicBezTo>
                        <a:pt x="3776" y="0"/>
                        <a:pt x="4866" y="824"/>
                        <a:pt x="4866" y="1840"/>
                      </a:cubicBezTo>
                      <a:close/>
                    </a:path>
                  </a:pathLst>
                </a:custGeom>
                <a:solidFill>
                  <a:srgbClr val="F1AB7C">
                    <a:alpha val="323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5" name="path_884"/>
                <p:cNvSpPr/>
                <p:nvPr/>
              </p:nvSpPr>
              <p:spPr>
                <a:xfrm>
                  <a:off x="12359461" y="2908476"/>
                  <a:ext cx="37412" cy="2870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91" h="3139">
                      <a:moveTo>
                        <a:pt x="4091" y="1570"/>
                      </a:moveTo>
                      <a:cubicBezTo>
                        <a:pt x="4091" y="2437"/>
                        <a:pt x="3176" y="3139"/>
                        <a:pt x="2046" y="3139"/>
                      </a:cubicBezTo>
                      <a:cubicBezTo>
                        <a:pt x="916" y="3139"/>
                        <a:pt x="0" y="2437"/>
                        <a:pt x="0" y="1570"/>
                      </a:cubicBezTo>
                      <a:cubicBezTo>
                        <a:pt x="0" y="703"/>
                        <a:pt x="916" y="0"/>
                        <a:pt x="2046" y="0"/>
                      </a:cubicBezTo>
                      <a:cubicBezTo>
                        <a:pt x="3176" y="0"/>
                        <a:pt x="4091" y="703"/>
                        <a:pt x="4091" y="1570"/>
                      </a:cubicBezTo>
                      <a:close/>
                    </a:path>
                  </a:pathLst>
                </a:custGeom>
                <a:solidFill>
                  <a:srgbClr val="B6CB6D">
                    <a:alpha val="204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6" name="path_885"/>
                <p:cNvSpPr/>
                <p:nvPr/>
              </p:nvSpPr>
              <p:spPr>
                <a:xfrm>
                  <a:off x="12401929" y="3077483"/>
                  <a:ext cx="23256" cy="178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43" h="1951">
                      <a:moveTo>
                        <a:pt x="2543" y="976"/>
                      </a:moveTo>
                      <a:cubicBezTo>
                        <a:pt x="2543" y="1515"/>
                        <a:pt x="1974" y="1951"/>
                        <a:pt x="1272" y="1951"/>
                      </a:cubicBezTo>
                      <a:cubicBezTo>
                        <a:pt x="569" y="1951"/>
                        <a:pt x="0" y="1515"/>
                        <a:pt x="0" y="976"/>
                      </a:cubicBezTo>
                      <a:cubicBezTo>
                        <a:pt x="0" y="437"/>
                        <a:pt x="569" y="0"/>
                        <a:pt x="1272" y="0"/>
                      </a:cubicBezTo>
                      <a:cubicBezTo>
                        <a:pt x="1974" y="0"/>
                        <a:pt x="2543" y="437"/>
                        <a:pt x="2543" y="976"/>
                      </a:cubicBezTo>
                      <a:close/>
                    </a:path>
                  </a:pathLst>
                </a:custGeom>
                <a:solidFill>
                  <a:srgbClr val="B6CB6D">
                    <a:alpha val="204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7" name="path_886"/>
                <p:cNvSpPr/>
                <p:nvPr/>
              </p:nvSpPr>
              <p:spPr>
                <a:xfrm>
                  <a:off x="12360472" y="3170179"/>
                  <a:ext cx="25279" cy="1939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65" h="2121">
                      <a:moveTo>
                        <a:pt x="2765" y="1061"/>
                      </a:moveTo>
                      <a:cubicBezTo>
                        <a:pt x="2765" y="1646"/>
                        <a:pt x="2146" y="2121"/>
                        <a:pt x="1382" y="2121"/>
                      </a:cubicBezTo>
                      <a:cubicBezTo>
                        <a:pt x="619" y="2121"/>
                        <a:pt x="0" y="1646"/>
                        <a:pt x="0" y="1061"/>
                      </a:cubicBezTo>
                      <a:cubicBezTo>
                        <a:pt x="0" y="475"/>
                        <a:pt x="619" y="0"/>
                        <a:pt x="1382" y="0"/>
                      </a:cubicBezTo>
                      <a:cubicBezTo>
                        <a:pt x="2146" y="0"/>
                        <a:pt x="2765" y="475"/>
                        <a:pt x="2765" y="1061"/>
                      </a:cubicBezTo>
                      <a:close/>
                    </a:path>
                  </a:pathLst>
                </a:custGeom>
                <a:solidFill>
                  <a:srgbClr val="B6CB6D">
                    <a:alpha val="204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8" name="path_887"/>
                <p:cNvSpPr/>
                <p:nvPr/>
              </p:nvSpPr>
              <p:spPr>
                <a:xfrm>
                  <a:off x="12518716" y="3208732"/>
                  <a:ext cx="22245" cy="170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433" h="1867">
                      <a:moveTo>
                        <a:pt x="2433" y="933"/>
                      </a:moveTo>
                      <a:cubicBezTo>
                        <a:pt x="2433" y="1449"/>
                        <a:pt x="1888" y="1867"/>
                        <a:pt x="1216" y="1867"/>
                      </a:cubicBezTo>
                      <a:cubicBezTo>
                        <a:pt x="545" y="1867"/>
                        <a:pt x="0" y="1449"/>
                        <a:pt x="0" y="933"/>
                      </a:cubicBezTo>
                      <a:cubicBezTo>
                        <a:pt x="0" y="418"/>
                        <a:pt x="545" y="0"/>
                        <a:pt x="1216" y="0"/>
                      </a:cubicBezTo>
                      <a:cubicBezTo>
                        <a:pt x="1888" y="0"/>
                        <a:pt x="2433" y="418"/>
                        <a:pt x="2433" y="933"/>
                      </a:cubicBezTo>
                      <a:close/>
                    </a:path>
                  </a:pathLst>
                </a:custGeom>
                <a:solidFill>
                  <a:srgbClr val="B6CB6D">
                    <a:alpha val="204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</p:grpSp>
        <p:sp>
          <p:nvSpPr>
            <p:cNvPr id="889" name="path_888"/>
            <p:cNvSpPr/>
            <p:nvPr/>
          </p:nvSpPr>
          <p:spPr>
            <a:xfrm>
              <a:off x="13085064" y="2962656"/>
              <a:ext cx="813816" cy="91"/>
            </a:xfrm>
            <a:custGeom>
              <a:avLst/>
              <a:gdLst/>
              <a:ahLst/>
              <a:cxnLst/>
              <a:rect l="0" t="0" r="r" b="b"/>
              <a:pathLst>
                <a:path w="89000" h="10" fill="none">
                  <a:moveTo>
                    <a:pt x="0" y="0"/>
                  </a:moveTo>
                  <a:lnTo>
                    <a:pt x="89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path_889"/>
            <p:cNvSpPr/>
            <p:nvPr/>
          </p:nvSpPr>
          <p:spPr>
            <a:xfrm>
              <a:off x="13798296" y="2912364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11000" y="550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1100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1" name="path_890"/>
            <p:cNvSpPr/>
            <p:nvPr/>
          </p:nvSpPr>
          <p:spPr>
            <a:xfrm>
              <a:off x="14136624" y="2962656"/>
              <a:ext cx="1764792" cy="91"/>
            </a:xfrm>
            <a:custGeom>
              <a:avLst/>
              <a:gdLst/>
              <a:ahLst/>
              <a:cxnLst/>
              <a:rect l="0" t="0" r="r" b="b"/>
              <a:pathLst>
                <a:path w="193000" h="10" fill="none">
                  <a:moveTo>
                    <a:pt x="193000" y="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path_891"/>
            <p:cNvSpPr/>
            <p:nvPr/>
          </p:nvSpPr>
          <p:spPr>
            <a:xfrm>
              <a:off x="14136624" y="2912364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0" y="5500"/>
                  </a:moveTo>
                  <a:lnTo>
                    <a:pt x="11000" y="11000"/>
                  </a:lnTo>
                  <a:lnTo>
                    <a:pt x="11000" y="0"/>
                  </a:lnTo>
                  <a:lnTo>
                    <a:pt x="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Adapter switch node"/>
            <p:cNvSpPr/>
            <p:nvPr/>
          </p:nvSpPr>
          <p:spPr>
            <a:xfrm>
              <a:off x="13930884" y="2875788"/>
              <a:ext cx="173736" cy="173736"/>
            </a:xfrm>
            <a:custGeom>
              <a:avLst/>
              <a:gdLst/>
              <a:ahLst/>
              <a:cxnLst/>
              <a:rect l="0" t="0" r="r" b="b"/>
              <a:pathLst>
                <a:path w="19000" h="19000">
                  <a:moveTo>
                    <a:pt x="19000" y="9500"/>
                  </a:moveTo>
                  <a:cubicBezTo>
                    <a:pt x="19000" y="14747"/>
                    <a:pt x="14747" y="19000"/>
                    <a:pt x="9500" y="19000"/>
                  </a:cubicBezTo>
                  <a:cubicBezTo>
                    <a:pt x="4253" y="19000"/>
                    <a:pt x="0" y="14747"/>
                    <a:pt x="0" y="9500"/>
                  </a:cubicBezTo>
                  <a:cubicBezTo>
                    <a:pt x="0" y="4253"/>
                    <a:pt x="4253" y="0"/>
                    <a:pt x="9500" y="0"/>
                  </a:cubicBezTo>
                  <a:cubicBezTo>
                    <a:pt x="14747" y="0"/>
                    <a:pt x="19000" y="4253"/>
                    <a:pt x="19000" y="9500"/>
                  </a:cubicBezTo>
                  <a:close/>
                </a:path>
              </a:pathLst>
            </a:custGeom>
            <a:solidFill>
              <a:srgbClr val="E5F3F3"/>
            </a:solidFill>
            <a:ln w="32004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text_893"/>
            <p:cNvSpPr txBox="1"/>
            <p:nvPr/>
          </p:nvSpPr>
          <p:spPr>
            <a:xfrm>
              <a:off x="13603380" y="3004801"/>
              <a:ext cx="828744" cy="34472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i="1" b="0" lang="en-US">
                  <a:solidFill>
                    <a:srgbClr val="060707"/>
                  </a:solidFill>
                  <a:latin typeface="Arial"/>
                </a:rPr>
                <a:t>Switch</a:t>
              </a:r>
            </a:p>
          </p:txBody>
        </p:sp>
        <p:sp>
          <p:nvSpPr>
            <p:cNvPr id="895" name="path_894"/>
            <p:cNvSpPr/>
            <p:nvPr/>
          </p:nvSpPr>
          <p:spPr>
            <a:xfrm>
              <a:off x="12252960" y="3822192"/>
              <a:ext cx="374904" cy="91"/>
            </a:xfrm>
            <a:custGeom>
              <a:avLst/>
              <a:gdLst/>
              <a:ahLst/>
              <a:cxnLst/>
              <a:rect l="0" t="0" r="r" b="b"/>
              <a:pathLst>
                <a:path w="41000" h="10" fill="none">
                  <a:moveTo>
                    <a:pt x="0" y="0"/>
                  </a:moveTo>
                  <a:lnTo>
                    <a:pt x="41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96" name="Semantic No probe"/>
            <p:cNvGrpSpPr/>
            <p:nvPr/>
          </p:nvGrpSpPr>
          <p:grpSpPr>
            <a:xfrm>
              <a:off x="12698430" y="3634930"/>
              <a:ext cx="130603" cy="397554"/>
              <a:chOff x="12698430" y="3634930"/>
              <a:chExt cx="130603" cy="397554"/>
            </a:xfrm>
          </p:grpSpPr>
          <p:sp>
            <p:nvSpPr>
              <p:cNvPr id="897" name="path_896"/>
              <p:cNvSpPr/>
              <p:nvPr/>
            </p:nvSpPr>
            <p:spPr>
              <a:xfrm>
                <a:off x="12745348" y="3776246"/>
                <a:ext cx="53394" cy="256238"/>
              </a:xfrm>
              <a:custGeom>
                <a:avLst/>
                <a:gdLst/>
                <a:ahLst/>
                <a:cxnLst/>
                <a:rect l="0" t="0" r="r" b="b"/>
                <a:pathLst>
                  <a:path w="5839" h="28023">
                    <a:moveTo>
                      <a:pt x="1931" y="37"/>
                    </a:moveTo>
                    <a:lnTo>
                      <a:pt x="2931" y="2"/>
                    </a:lnTo>
                    <a:quadBezTo>
                      <a:pt x="4930" y="-67"/>
                      <a:pt x="4999" y="1931"/>
                    </a:quadBezTo>
                    <a:lnTo>
                      <a:pt x="5837" y="25917"/>
                    </a:lnTo>
                    <a:quadBezTo>
                      <a:pt x="5907" y="27915"/>
                      <a:pt x="3908" y="27985"/>
                    </a:quadBezTo>
                    <a:lnTo>
                      <a:pt x="2909" y="28020"/>
                    </a:lnTo>
                    <a:quadBezTo>
                      <a:pt x="910" y="28090"/>
                      <a:pt x="840" y="26091"/>
                    </a:quadBezTo>
                    <a:lnTo>
                      <a:pt x="2" y="2106"/>
                    </a:lnTo>
                    <a:quadBezTo>
                      <a:pt x="-67" y="107"/>
                      <a:pt x="1931" y="37"/>
                    </a:quadBezTo>
                    <a:close/>
                  </a:path>
                </a:pathLst>
              </a:custGeom>
              <a:solidFill>
                <a:srgbClr val="C87B66"/>
              </a:solidFill>
              <a:ln w="9144" cap="flat">
                <a:solidFill>
                  <a:srgbClr val="AA67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path_897"/>
              <p:cNvSpPr/>
              <p:nvPr/>
            </p:nvSpPr>
            <p:spPr>
              <a:xfrm>
                <a:off x="12701015" y="3639311"/>
                <a:ext cx="128018" cy="128018"/>
              </a:xfrm>
              <a:custGeom>
                <a:avLst/>
                <a:gdLst/>
                <a:ahLst/>
                <a:cxnLst/>
                <a:rect l="0" t="0" r="r" b="b"/>
                <a:pathLst>
                  <a:path w="14000" h="14000">
                    <a:moveTo>
                      <a:pt x="13996" y="6756"/>
                    </a:moveTo>
                    <a:cubicBezTo>
                      <a:pt x="14131" y="10619"/>
                      <a:pt x="11108" y="13861"/>
                      <a:pt x="7244" y="13996"/>
                    </a:cubicBezTo>
                    <a:cubicBezTo>
                      <a:pt x="3381" y="14131"/>
                      <a:pt x="139" y="11108"/>
                      <a:pt x="4" y="7244"/>
                    </a:cubicBezTo>
                    <a:cubicBezTo>
                      <a:pt x="-131" y="3381"/>
                      <a:pt x="2892" y="139"/>
                      <a:pt x="6756" y="4"/>
                    </a:cubicBezTo>
                    <a:cubicBezTo>
                      <a:pt x="10619" y="-131"/>
                      <a:pt x="13861" y="2892"/>
                      <a:pt x="13996" y="6756"/>
                    </a:cubicBezTo>
                    <a:close/>
                  </a:path>
                </a:pathLst>
              </a:custGeom>
              <a:solidFill>
                <a:srgbClr val="DC473D"/>
              </a:solidFill>
              <a:ln w="13716" cap="flat">
                <a:solidFill>
                  <a:srgbClr val="AE65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path_898"/>
              <p:cNvSpPr/>
              <p:nvPr/>
            </p:nvSpPr>
            <p:spPr>
              <a:xfrm>
                <a:off x="12698430" y="3634930"/>
                <a:ext cx="94720" cy="83227"/>
              </a:xfrm>
              <a:custGeom>
                <a:avLst/>
                <a:gdLst/>
                <a:ahLst/>
                <a:cxnLst/>
                <a:rect l="0" t="0" r="r" b="b"/>
                <a:pathLst>
                  <a:path w="10359" h="9102">
                    <a:moveTo>
                      <a:pt x="10356" y="4370"/>
                    </a:moveTo>
                    <a:cubicBezTo>
                      <a:pt x="10444" y="6881"/>
                      <a:pt x="8197" y="8998"/>
                      <a:pt x="5338" y="9098"/>
                    </a:cubicBezTo>
                    <a:cubicBezTo>
                      <a:pt x="2479" y="9198"/>
                      <a:pt x="90" y="7243"/>
                      <a:pt x="2" y="4732"/>
                    </a:cubicBezTo>
                    <a:cubicBezTo>
                      <a:pt x="-85" y="2220"/>
                      <a:pt x="2161" y="104"/>
                      <a:pt x="5021" y="4"/>
                    </a:cubicBezTo>
                    <a:cubicBezTo>
                      <a:pt x="7880" y="-96"/>
                      <a:pt x="10268" y="1859"/>
                      <a:pt x="10356" y="4370"/>
                    </a:cubicBezTo>
                    <a:close/>
                  </a:path>
                </a:pathLst>
              </a:custGeom>
              <a:solidFill>
                <a:srgbClr val="F45A4D">
                  <a:alpha val="5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text_899"/>
              <p:cNvSpPr txBox="1"/>
              <p:nvPr/>
            </p:nvSpPr>
            <p:spPr>
              <a:xfrm>
                <a:off x="12721339" y="3681686"/>
                <a:ext cx="89923" cy="77267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468" i="0" b="1" lang="en-US">
                    <a:solidFill>
                      <a:srgbClr val="FFFFFF"/>
                    </a:solidFill>
                    <a:latin typeface="Arial"/>
                  </a:rPr>
                  <a:t>No</a:t>
                </a:r>
              </a:p>
            </p:txBody>
          </p:sp>
        </p:grpSp>
        <p:grpSp>
          <p:nvGrpSpPr>
            <p:cNvPr id="901" name="Semantic Yes probe"/>
            <p:cNvGrpSpPr/>
            <p:nvPr/>
          </p:nvGrpSpPr>
          <p:grpSpPr>
            <a:xfrm>
              <a:off x="12746363" y="3645463"/>
              <a:ext cx="247270" cy="364200"/>
              <a:chOff x="12746363" y="3645463"/>
              <a:chExt cx="247270" cy="364200"/>
            </a:xfrm>
          </p:grpSpPr>
          <p:sp>
            <p:nvSpPr>
              <p:cNvPr id="902" name="path_901"/>
              <p:cNvSpPr/>
              <p:nvPr/>
            </p:nvSpPr>
            <p:spPr>
              <a:xfrm>
                <a:off x="12746363" y="3778421"/>
                <a:ext cx="159288" cy="231242"/>
              </a:xfrm>
              <a:custGeom>
                <a:avLst/>
                <a:gdLst/>
                <a:ahLst/>
                <a:cxnLst/>
                <a:rect l="0" t="0" r="r" b="b"/>
                <a:pathLst>
                  <a:path w="17420" h="25289">
                    <a:moveTo>
                      <a:pt x="15492" y="387"/>
                    </a:moveTo>
                    <a:lnTo>
                      <a:pt x="16349" y="902"/>
                    </a:lnTo>
                    <a:quadBezTo>
                      <a:pt x="18063" y="1932"/>
                      <a:pt x="17033" y="3646"/>
                    </a:quadBezTo>
                    <a:lnTo>
                      <a:pt x="4672" y="24218"/>
                    </a:lnTo>
                    <a:quadBezTo>
                      <a:pt x="3642" y="25932"/>
                      <a:pt x="1928" y="24902"/>
                    </a:quadBezTo>
                    <a:lnTo>
                      <a:pt x="1071" y="24387"/>
                    </a:lnTo>
                    <a:quadBezTo>
                      <a:pt x="-643" y="23357"/>
                      <a:pt x="387" y="21643"/>
                    </a:quadBezTo>
                    <a:lnTo>
                      <a:pt x="12748" y="1071"/>
                    </a:lnTo>
                    <a:quadBezTo>
                      <a:pt x="13778" y="-643"/>
                      <a:pt x="15492" y="387"/>
                    </a:quadBezTo>
                    <a:close/>
                  </a:path>
                </a:pathLst>
              </a:custGeom>
              <a:solidFill>
                <a:srgbClr val="C87B66"/>
              </a:solidFill>
              <a:ln w="9144" cap="flat">
                <a:solidFill>
                  <a:srgbClr val="AA67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path_902"/>
              <p:cNvSpPr/>
              <p:nvPr/>
            </p:nvSpPr>
            <p:spPr>
              <a:xfrm>
                <a:off x="12865598" y="3657590"/>
                <a:ext cx="128035" cy="128035"/>
              </a:xfrm>
              <a:custGeom>
                <a:avLst/>
                <a:gdLst/>
                <a:ahLst/>
                <a:cxnLst/>
                <a:rect l="0" t="0" r="r" b="b"/>
                <a:pathLst>
                  <a:path w="14002" h="14002">
                    <a:moveTo>
                      <a:pt x="13001" y="10606"/>
                    </a:moveTo>
                    <a:cubicBezTo>
                      <a:pt x="11010" y="13920"/>
                      <a:pt x="6710" y="14992"/>
                      <a:pt x="3396" y="13001"/>
                    </a:cubicBezTo>
                    <a:cubicBezTo>
                      <a:pt x="82" y="11010"/>
                      <a:pt x="-990" y="6710"/>
                      <a:pt x="1001" y="3396"/>
                    </a:cubicBezTo>
                    <a:cubicBezTo>
                      <a:pt x="2992" y="82"/>
                      <a:pt x="7293" y="-990"/>
                      <a:pt x="10606" y="1001"/>
                    </a:cubicBezTo>
                    <a:cubicBezTo>
                      <a:pt x="13920" y="2992"/>
                      <a:pt x="14992" y="7293"/>
                      <a:pt x="13001" y="10606"/>
                    </a:cubicBezTo>
                    <a:close/>
                  </a:path>
                </a:pathLst>
              </a:custGeom>
              <a:solidFill>
                <a:srgbClr val="9CCB56"/>
              </a:solidFill>
              <a:ln w="13716" cap="flat">
                <a:solidFill>
                  <a:srgbClr val="5C985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path_903"/>
              <p:cNvSpPr/>
              <p:nvPr/>
            </p:nvSpPr>
            <p:spPr>
              <a:xfrm>
                <a:off x="12882151" y="3645463"/>
                <a:ext cx="91835" cy="86425"/>
              </a:xfrm>
              <a:custGeom>
                <a:avLst/>
                <a:gdLst/>
                <a:ahLst/>
                <a:cxnLst/>
                <a:rect l="0" t="0" r="r" b="b"/>
                <a:pathLst>
                  <a:path w="10043" h="9452">
                    <a:moveTo>
                      <a:pt x="9462" y="7394"/>
                    </a:moveTo>
                    <a:cubicBezTo>
                      <a:pt x="8167" y="9548"/>
                      <a:pt x="5130" y="10099"/>
                      <a:pt x="2678" y="8626"/>
                    </a:cubicBezTo>
                    <a:cubicBezTo>
                      <a:pt x="226" y="7152"/>
                      <a:pt x="-713" y="4212"/>
                      <a:pt x="581" y="2058"/>
                    </a:cubicBezTo>
                    <a:cubicBezTo>
                      <a:pt x="1876" y="-96"/>
                      <a:pt x="4913" y="-648"/>
                      <a:pt x="7365" y="826"/>
                    </a:cubicBezTo>
                    <a:cubicBezTo>
                      <a:pt x="9817" y="2299"/>
                      <a:pt x="10756" y="5240"/>
                      <a:pt x="9462" y="7394"/>
                    </a:cubicBezTo>
                    <a:close/>
                  </a:path>
                </a:pathLst>
              </a:custGeom>
              <a:solidFill>
                <a:srgbClr val="B8DC70">
                  <a:alpha val="5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text_904"/>
              <p:cNvSpPr txBox="1"/>
              <p:nvPr/>
            </p:nvSpPr>
            <p:spPr>
              <a:xfrm>
                <a:off x="12854187" y="3694772"/>
                <a:ext cx="113183" cy="77267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468" i="0" b="1" lang="en-US">
                    <a:solidFill>
                      <a:srgbClr val="FFFFFF"/>
                    </a:solidFill>
                    <a:latin typeface="Arial"/>
                  </a:rPr>
                  <a:t>Yes</a:t>
                </a:r>
              </a:p>
            </p:txBody>
          </p:sp>
        </p:grpSp>
        <p:sp>
          <p:nvSpPr>
            <p:cNvPr id="906" name="path_905"/>
            <p:cNvSpPr/>
            <p:nvPr/>
          </p:nvSpPr>
          <p:spPr>
            <a:xfrm>
              <a:off x="13011912" y="3822192"/>
              <a:ext cx="320040" cy="91"/>
            </a:xfrm>
            <a:custGeom>
              <a:avLst/>
              <a:gdLst/>
              <a:ahLst/>
              <a:cxnLst/>
              <a:rect l="0" t="0" r="r" b="b"/>
              <a:pathLst>
                <a:path w="35000" h="10" fill="none">
                  <a:moveTo>
                    <a:pt x="0" y="0"/>
                  </a:moveTo>
                  <a:lnTo>
                    <a:pt x="3500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path_906"/>
            <p:cNvSpPr/>
            <p:nvPr/>
          </p:nvSpPr>
          <p:spPr>
            <a:xfrm>
              <a:off x="13231368" y="377190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11000" y="5500"/>
                  </a:moveTo>
                  <a:lnTo>
                    <a:pt x="0" y="0"/>
                  </a:lnTo>
                  <a:lnTo>
                    <a:pt x="0" y="11000"/>
                  </a:lnTo>
                  <a:lnTo>
                    <a:pt x="1100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text_907"/>
            <p:cNvSpPr txBox="1"/>
            <p:nvPr/>
          </p:nvSpPr>
          <p:spPr>
            <a:xfrm>
              <a:off x="12612829" y="3827569"/>
              <a:ext cx="743301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Query</a:t>
              </a:r>
            </a:p>
          </p:txBody>
        </p:sp>
        <p:grpSp>
          <p:nvGrpSpPr>
            <p:cNvPr id="909" name="Editable cross-correlation matrix"/>
            <p:cNvGrpSpPr/>
            <p:nvPr/>
          </p:nvGrpSpPr>
          <p:grpSpPr>
            <a:xfrm>
              <a:off x="13441680" y="3419856"/>
              <a:ext cx="822960" cy="822960"/>
              <a:chOff x="13441680" y="3419856"/>
              <a:chExt cx="822960" cy="822960"/>
            </a:xfrm>
          </p:grpSpPr>
          <p:sp>
            <p:nvSpPr>
              <p:cNvPr id="910" name="Correlation cell 1,1"/>
              <p:cNvSpPr/>
              <p:nvPr/>
            </p:nvSpPr>
            <p:spPr>
              <a:xfrm>
                <a:off x="13441680" y="3419856"/>
                <a:ext cx="164592" cy="164592"/>
              </a:xfrm>
              <a:prstGeom prst="rect">
                <a:avLst/>
              </a:prstGeom>
              <a:solidFill>
                <a:srgbClr val="4978C9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Correlation cell 1,2"/>
              <p:cNvSpPr/>
              <p:nvPr/>
            </p:nvSpPr>
            <p:spPr>
              <a:xfrm>
                <a:off x="13606272" y="3419856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Correlation cell 1,3"/>
              <p:cNvSpPr/>
              <p:nvPr/>
            </p:nvSpPr>
            <p:spPr>
              <a:xfrm>
                <a:off x="13770864" y="3419856"/>
                <a:ext cx="164592" cy="164592"/>
              </a:xfrm>
              <a:prstGeom prst="rect">
                <a:avLst/>
              </a:prstGeom>
              <a:solidFill>
                <a:srgbClr val="B3D4EB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Correlation cell 1,4"/>
              <p:cNvSpPr/>
              <p:nvPr/>
            </p:nvSpPr>
            <p:spPr>
              <a:xfrm>
                <a:off x="13935456" y="3419856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Correlation cell 1,5"/>
              <p:cNvSpPr/>
              <p:nvPr/>
            </p:nvSpPr>
            <p:spPr>
              <a:xfrm>
                <a:off x="14100048" y="3419856"/>
                <a:ext cx="164592" cy="164592"/>
              </a:xfrm>
              <a:prstGeom prst="rect">
                <a:avLst/>
              </a:prstGeom>
              <a:solidFill>
                <a:srgbClr val="DCEAF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Correlation cell 2,1"/>
              <p:cNvSpPr/>
              <p:nvPr/>
            </p:nvSpPr>
            <p:spPr>
              <a:xfrm>
                <a:off x="13441680" y="3584448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Correlation cell 2,2"/>
              <p:cNvSpPr/>
              <p:nvPr/>
            </p:nvSpPr>
            <p:spPr>
              <a:xfrm>
                <a:off x="13606272" y="3584448"/>
                <a:ext cx="164592" cy="164592"/>
              </a:xfrm>
              <a:prstGeom prst="rect">
                <a:avLst/>
              </a:prstGeom>
              <a:solidFill>
                <a:srgbClr val="4978C9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Correlation cell 2,3"/>
              <p:cNvSpPr/>
              <p:nvPr/>
            </p:nvSpPr>
            <p:spPr>
              <a:xfrm>
                <a:off x="13770864" y="3584448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Correlation cell 2,4"/>
              <p:cNvSpPr/>
              <p:nvPr/>
            </p:nvSpPr>
            <p:spPr>
              <a:xfrm>
                <a:off x="13935456" y="3584448"/>
                <a:ext cx="164592" cy="164592"/>
              </a:xfrm>
              <a:prstGeom prst="rect">
                <a:avLst/>
              </a:prstGeom>
              <a:solidFill>
                <a:srgbClr val="DCEAF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Correlation cell 2,5"/>
              <p:cNvSpPr/>
              <p:nvPr/>
            </p:nvSpPr>
            <p:spPr>
              <a:xfrm>
                <a:off x="14100048" y="3584448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Correlation cell 3,1"/>
              <p:cNvSpPr/>
              <p:nvPr/>
            </p:nvSpPr>
            <p:spPr>
              <a:xfrm>
                <a:off x="13441680" y="3749040"/>
                <a:ext cx="164592" cy="164592"/>
              </a:xfrm>
              <a:prstGeom prst="rect">
                <a:avLst/>
              </a:prstGeom>
              <a:solidFill>
                <a:srgbClr val="B3D4EB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Correlation cell 3,2"/>
              <p:cNvSpPr/>
              <p:nvPr/>
            </p:nvSpPr>
            <p:spPr>
              <a:xfrm>
                <a:off x="13606272" y="3749040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Correlation cell 3,3"/>
              <p:cNvSpPr/>
              <p:nvPr/>
            </p:nvSpPr>
            <p:spPr>
              <a:xfrm>
                <a:off x="13770864" y="3749040"/>
                <a:ext cx="164592" cy="164592"/>
              </a:xfrm>
              <a:prstGeom prst="rect">
                <a:avLst/>
              </a:prstGeom>
              <a:solidFill>
                <a:srgbClr val="4978C9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Correlation cell 3,4"/>
              <p:cNvSpPr/>
              <p:nvPr/>
            </p:nvSpPr>
            <p:spPr>
              <a:xfrm>
                <a:off x="13935456" y="3749040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Correlation cell 3,5"/>
              <p:cNvSpPr/>
              <p:nvPr/>
            </p:nvSpPr>
            <p:spPr>
              <a:xfrm>
                <a:off x="14100048" y="3749040"/>
                <a:ext cx="164592" cy="164592"/>
              </a:xfrm>
              <a:prstGeom prst="rect">
                <a:avLst/>
              </a:prstGeom>
              <a:solidFill>
                <a:srgbClr val="B3D4EB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Correlation cell 4,1"/>
              <p:cNvSpPr/>
              <p:nvPr/>
            </p:nvSpPr>
            <p:spPr>
              <a:xfrm>
                <a:off x="13441680" y="3913632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Correlation cell 4,2"/>
              <p:cNvSpPr/>
              <p:nvPr/>
            </p:nvSpPr>
            <p:spPr>
              <a:xfrm>
                <a:off x="13606272" y="3913632"/>
                <a:ext cx="164592" cy="164592"/>
              </a:xfrm>
              <a:prstGeom prst="rect">
                <a:avLst/>
              </a:prstGeom>
              <a:solidFill>
                <a:srgbClr val="DCEAF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Correlation cell 4,3"/>
              <p:cNvSpPr/>
              <p:nvPr/>
            </p:nvSpPr>
            <p:spPr>
              <a:xfrm>
                <a:off x="13770864" y="3913632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Correlation cell 4,4"/>
              <p:cNvSpPr/>
              <p:nvPr/>
            </p:nvSpPr>
            <p:spPr>
              <a:xfrm>
                <a:off x="13935456" y="3913632"/>
                <a:ext cx="164592" cy="164592"/>
              </a:xfrm>
              <a:prstGeom prst="rect">
                <a:avLst/>
              </a:prstGeom>
              <a:solidFill>
                <a:srgbClr val="4978C9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" name="Correlation cell 4,5"/>
              <p:cNvSpPr/>
              <p:nvPr/>
            </p:nvSpPr>
            <p:spPr>
              <a:xfrm>
                <a:off x="14100048" y="3913632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Correlation cell 5,1"/>
              <p:cNvSpPr/>
              <p:nvPr/>
            </p:nvSpPr>
            <p:spPr>
              <a:xfrm>
                <a:off x="13441680" y="4078224"/>
                <a:ext cx="164592" cy="164592"/>
              </a:xfrm>
              <a:prstGeom prst="rect">
                <a:avLst/>
              </a:prstGeom>
              <a:solidFill>
                <a:srgbClr val="DCEAF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Correlation cell 5,2"/>
              <p:cNvSpPr/>
              <p:nvPr/>
            </p:nvSpPr>
            <p:spPr>
              <a:xfrm>
                <a:off x="13606272" y="4078224"/>
                <a:ext cx="164592" cy="164592"/>
              </a:xfrm>
              <a:prstGeom prst="rect">
                <a:avLst/>
              </a:prstGeom>
              <a:solidFill>
                <a:srgbClr val="B4CBEA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Correlation cell 5,3"/>
              <p:cNvSpPr/>
              <p:nvPr/>
            </p:nvSpPr>
            <p:spPr>
              <a:xfrm>
                <a:off x="13770864" y="4078224"/>
                <a:ext cx="164592" cy="164592"/>
              </a:xfrm>
              <a:prstGeom prst="rect">
                <a:avLst/>
              </a:prstGeom>
              <a:solidFill>
                <a:srgbClr val="B3D4EB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Correlation cell 5,4"/>
              <p:cNvSpPr/>
              <p:nvPr/>
            </p:nvSpPr>
            <p:spPr>
              <a:xfrm>
                <a:off x="13935456" y="4078224"/>
                <a:ext cx="164592" cy="164592"/>
              </a:xfrm>
              <a:prstGeom prst="rect">
                <a:avLst/>
              </a:prstGeom>
              <a:solidFill>
                <a:srgbClr val="A2C3E7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Correlation cell 5,5"/>
              <p:cNvSpPr/>
              <p:nvPr/>
            </p:nvSpPr>
            <p:spPr>
              <a:xfrm>
                <a:off x="14100048" y="4078224"/>
                <a:ext cx="164592" cy="164592"/>
              </a:xfrm>
              <a:prstGeom prst="rect">
                <a:avLst/>
              </a:prstGeom>
              <a:solidFill>
                <a:srgbClr val="4978C9"/>
              </a:solidFill>
              <a:ln w="24688" cap="flat">
                <a:solidFill>
                  <a:srgbClr val="1B2E5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35" name="text_934"/>
            <p:cNvSpPr txBox="1"/>
            <p:nvPr/>
          </p:nvSpPr>
          <p:spPr>
            <a:xfrm>
              <a:off x="12965223" y="4211617"/>
              <a:ext cx="1995329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Cross-correlation</a:t>
              </a:r>
            </a:p>
          </p:txBody>
        </p:sp>
        <p:sp>
          <p:nvSpPr>
            <p:cNvPr id="936" name="text_935"/>
            <p:cNvSpPr txBox="1"/>
            <p:nvPr/>
          </p:nvSpPr>
          <p:spPr>
            <a:xfrm>
              <a:off x="13710231" y="4540801"/>
              <a:ext cx="743059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Matrix</a:t>
              </a:r>
            </a:p>
          </p:txBody>
        </p:sp>
        <p:grpSp>
          <p:nvGrpSpPr>
            <p:cNvPr id="937" name="Recommendation agent icon"/>
            <p:cNvGrpSpPr/>
            <p:nvPr/>
          </p:nvGrpSpPr>
          <p:grpSpPr>
            <a:xfrm>
              <a:off x="15506395" y="332925"/>
              <a:ext cx="872338" cy="783890"/>
              <a:chOff x="15506395" y="332925"/>
              <a:chExt cx="872338" cy="783890"/>
            </a:xfrm>
          </p:grpSpPr>
          <p:sp>
            <p:nvSpPr>
              <p:cNvPr id="938" name="path_937"/>
              <p:cNvSpPr/>
              <p:nvPr/>
            </p:nvSpPr>
            <p:spPr>
              <a:xfrm>
                <a:off x="15560203" y="375527"/>
                <a:ext cx="172190" cy="169552"/>
              </a:xfrm>
              <a:custGeom>
                <a:avLst/>
                <a:gdLst/>
                <a:ahLst/>
                <a:cxnLst/>
                <a:rect l="0" t="0" r="r" b="b"/>
                <a:pathLst>
                  <a:path w="18831" h="18542">
                    <a:moveTo>
                      <a:pt x="9415" y="0"/>
                    </a:moveTo>
                    <a:lnTo>
                      <a:pt x="12150" y="6353"/>
                    </a:lnTo>
                    <a:lnTo>
                      <a:pt x="18831" y="7083"/>
                    </a:lnTo>
                    <a:lnTo>
                      <a:pt x="13841" y="11739"/>
                    </a:lnTo>
                    <a:lnTo>
                      <a:pt x="15235" y="18542"/>
                    </a:lnTo>
                    <a:lnTo>
                      <a:pt x="9415" y="15067"/>
                    </a:lnTo>
                    <a:lnTo>
                      <a:pt x="3596" y="18542"/>
                    </a:lnTo>
                    <a:lnTo>
                      <a:pt x="4990" y="11739"/>
                    </a:lnTo>
                    <a:lnTo>
                      <a:pt x="0" y="7083"/>
                    </a:lnTo>
                    <a:lnTo>
                      <a:pt x="6680" y="6353"/>
                    </a:lnTo>
                    <a:lnTo>
                      <a:pt x="9415" y="0"/>
                    </a:lnTo>
                    <a:close/>
                  </a:path>
                </a:pathLst>
              </a:custGeom>
              <a:solidFill>
                <a:srgbClr val="FFCF63"/>
              </a:solidFill>
              <a:ln w="20937" cap="flat">
                <a:solidFill>
                  <a:srgbClr val="6E502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path_938"/>
              <p:cNvSpPr/>
              <p:nvPr/>
            </p:nvSpPr>
            <p:spPr>
              <a:xfrm>
                <a:off x="15798862" y="332925"/>
                <a:ext cx="172190" cy="169552"/>
              </a:xfrm>
              <a:custGeom>
                <a:avLst/>
                <a:gdLst/>
                <a:ahLst/>
                <a:cxnLst/>
                <a:rect l="0" t="0" r="r" b="b"/>
                <a:pathLst>
                  <a:path w="18831" h="18542">
                    <a:moveTo>
                      <a:pt x="9415" y="0"/>
                    </a:moveTo>
                    <a:lnTo>
                      <a:pt x="12150" y="6353"/>
                    </a:lnTo>
                    <a:lnTo>
                      <a:pt x="18831" y="7083"/>
                    </a:lnTo>
                    <a:lnTo>
                      <a:pt x="13841" y="11739"/>
                    </a:lnTo>
                    <a:lnTo>
                      <a:pt x="15235" y="18542"/>
                    </a:lnTo>
                    <a:lnTo>
                      <a:pt x="9415" y="15068"/>
                    </a:lnTo>
                    <a:lnTo>
                      <a:pt x="3596" y="18542"/>
                    </a:lnTo>
                    <a:lnTo>
                      <a:pt x="4990" y="11739"/>
                    </a:lnTo>
                    <a:lnTo>
                      <a:pt x="0" y="7083"/>
                    </a:lnTo>
                    <a:lnTo>
                      <a:pt x="6680" y="6353"/>
                    </a:lnTo>
                    <a:lnTo>
                      <a:pt x="9415" y="0"/>
                    </a:lnTo>
                    <a:close/>
                  </a:path>
                </a:pathLst>
              </a:custGeom>
              <a:solidFill>
                <a:srgbClr val="FFCF63"/>
              </a:solidFill>
              <a:ln w="20937" cap="flat">
                <a:solidFill>
                  <a:srgbClr val="6E502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path_939"/>
              <p:cNvSpPr/>
              <p:nvPr/>
            </p:nvSpPr>
            <p:spPr>
              <a:xfrm>
                <a:off x="16037520" y="375527"/>
                <a:ext cx="172190" cy="169552"/>
              </a:xfrm>
              <a:custGeom>
                <a:avLst/>
                <a:gdLst/>
                <a:ahLst/>
                <a:cxnLst/>
                <a:rect l="0" t="0" r="r" b="b"/>
                <a:pathLst>
                  <a:path w="18831" h="18542">
                    <a:moveTo>
                      <a:pt x="9415" y="0"/>
                    </a:moveTo>
                    <a:lnTo>
                      <a:pt x="12150" y="6353"/>
                    </a:lnTo>
                    <a:lnTo>
                      <a:pt x="18831" y="7083"/>
                    </a:lnTo>
                    <a:lnTo>
                      <a:pt x="13841" y="11739"/>
                    </a:lnTo>
                    <a:lnTo>
                      <a:pt x="15235" y="18542"/>
                    </a:lnTo>
                    <a:lnTo>
                      <a:pt x="9415" y="15067"/>
                    </a:lnTo>
                    <a:lnTo>
                      <a:pt x="3596" y="18542"/>
                    </a:lnTo>
                    <a:lnTo>
                      <a:pt x="4990" y="11739"/>
                    </a:lnTo>
                    <a:lnTo>
                      <a:pt x="0" y="7083"/>
                    </a:lnTo>
                    <a:lnTo>
                      <a:pt x="6680" y="6353"/>
                    </a:lnTo>
                    <a:lnTo>
                      <a:pt x="9415" y="0"/>
                    </a:lnTo>
                    <a:close/>
                  </a:path>
                </a:pathLst>
              </a:custGeom>
              <a:solidFill>
                <a:srgbClr val="FFCF63"/>
              </a:solidFill>
              <a:ln w="20937" cap="flat">
                <a:solidFill>
                  <a:srgbClr val="6E502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path_940"/>
              <p:cNvSpPr/>
              <p:nvPr/>
            </p:nvSpPr>
            <p:spPr>
              <a:xfrm>
                <a:off x="15506395" y="597062"/>
                <a:ext cx="617220" cy="519753"/>
              </a:xfrm>
              <a:custGeom>
                <a:avLst/>
                <a:gdLst/>
                <a:ahLst/>
                <a:cxnLst/>
                <a:rect l="0" t="0" r="r" b="b"/>
                <a:pathLst>
                  <a:path w="67500" h="56841">
                    <a:moveTo>
                      <a:pt x="7200" y="0"/>
                    </a:moveTo>
                    <a:lnTo>
                      <a:pt x="58500" y="0"/>
                    </a:lnTo>
                    <a:quadBezTo>
                      <a:pt x="67500" y="0"/>
                      <a:pt x="67500" y="10250"/>
                    </a:quadBezTo>
                    <a:lnTo>
                      <a:pt x="67500" y="38205"/>
                    </a:lnTo>
                    <a:quadBezTo>
                      <a:pt x="67500" y="45659"/>
                      <a:pt x="58500" y="45659"/>
                    </a:quadBezTo>
                    <a:lnTo>
                      <a:pt x="30600" y="45659"/>
                    </a:lnTo>
                    <a:lnTo>
                      <a:pt x="17100" y="56841"/>
                    </a:lnTo>
                    <a:lnTo>
                      <a:pt x="17100" y="46591"/>
                    </a:lnTo>
                    <a:lnTo>
                      <a:pt x="9000" y="46591"/>
                    </a:lnTo>
                    <a:quadBezTo>
                      <a:pt x="0" y="46591"/>
                      <a:pt x="0" y="37273"/>
                    </a:quadBezTo>
                    <a:lnTo>
                      <a:pt x="0" y="10250"/>
                    </a:lnTo>
                    <a:quadBezTo>
                      <a:pt x="0" y="0"/>
                      <a:pt x="7200" y="0"/>
                    </a:quadBezTo>
                    <a:close/>
                  </a:path>
                </a:pathLst>
              </a:custGeom>
              <a:solidFill>
                <a:srgbClr val="F9E3BE"/>
              </a:solidFill>
              <a:ln w="22612" cap="flat">
                <a:solidFill>
                  <a:srgbClr val="6D563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rect_941"/>
              <p:cNvSpPr/>
              <p:nvPr/>
            </p:nvSpPr>
            <p:spPr>
              <a:xfrm>
                <a:off x="15564002" y="648185"/>
                <a:ext cx="502006" cy="298219"/>
              </a:xfrm>
              <a:prstGeom prst="roundRect">
                <a:avLst>
                  <a:gd name="adj" fmla="val 19658"/>
                </a:avLst>
              </a:prstGeom>
              <a:solidFill>
                <a:srgbClr val="FFEAC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rect_942"/>
              <p:cNvSpPr/>
              <p:nvPr/>
            </p:nvSpPr>
            <p:spPr>
              <a:xfrm>
                <a:off x="15695676" y="793034"/>
                <a:ext cx="255118" cy="170411"/>
              </a:xfrm>
              <a:prstGeom prst="roundRect">
                <a:avLst>
                  <a:gd name="adj" fmla="val 14743"/>
                </a:avLst>
              </a:prstGeom>
              <a:solidFill>
                <a:srgbClr val="91BAD1"/>
              </a:solidFill>
              <a:ln w="12562" cap="flat">
                <a:solidFill>
                  <a:srgbClr val="4C4B4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path_943"/>
              <p:cNvSpPr/>
              <p:nvPr/>
            </p:nvSpPr>
            <p:spPr>
              <a:xfrm>
                <a:off x="15736824" y="712089"/>
                <a:ext cx="172822" cy="80945"/>
              </a:xfrm>
              <a:custGeom>
                <a:avLst/>
                <a:gdLst/>
                <a:ahLst/>
                <a:cxnLst/>
                <a:rect l="0" t="0" r="r" b="b"/>
                <a:pathLst>
                  <a:path w="18900" h="8852">
                    <a:moveTo>
                      <a:pt x="0" y="7920"/>
                    </a:moveTo>
                    <a:lnTo>
                      <a:pt x="0" y="4193"/>
                    </a:lnTo>
                    <a:quadBezTo>
                      <a:pt x="9000" y="-4193"/>
                      <a:pt x="18900" y="4193"/>
                    </a:quadBezTo>
                    <a:lnTo>
                      <a:pt x="18900" y="8852"/>
                    </a:lnTo>
                    <a:lnTo>
                      <a:pt x="0" y="7920"/>
                    </a:lnTo>
                    <a:close/>
                  </a:path>
                </a:pathLst>
              </a:custGeom>
              <a:solidFill>
                <a:srgbClr val="D9D7C8"/>
              </a:solidFill>
              <a:ln w="10887" cap="flat">
                <a:solidFill>
                  <a:srgbClr val="4C4B4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" name="path_944"/>
              <p:cNvSpPr/>
              <p:nvPr/>
            </p:nvSpPr>
            <p:spPr>
              <a:xfrm>
                <a:off x="15774680" y="736799"/>
                <a:ext cx="23043" cy="27266"/>
              </a:xfrm>
              <a:custGeom>
                <a:avLst/>
                <a:gdLst/>
                <a:ahLst/>
                <a:cxnLst/>
                <a:rect l="0" t="0" r="r" b="b"/>
                <a:pathLst>
                  <a:path w="2520" h="2982">
                    <a:moveTo>
                      <a:pt x="2520" y="1491"/>
                    </a:moveTo>
                    <a:cubicBezTo>
                      <a:pt x="2520" y="2314"/>
                      <a:pt x="1956" y="2982"/>
                      <a:pt x="1260" y="2982"/>
                    </a:cubicBezTo>
                    <a:cubicBezTo>
                      <a:pt x="564" y="2982"/>
                      <a:pt x="0" y="2314"/>
                      <a:pt x="0" y="1491"/>
                    </a:cubicBezTo>
                    <a:cubicBezTo>
                      <a:pt x="0" y="668"/>
                      <a:pt x="564" y="0"/>
                      <a:pt x="1260" y="0"/>
                    </a:cubicBezTo>
                    <a:cubicBezTo>
                      <a:pt x="1956" y="0"/>
                      <a:pt x="2520" y="668"/>
                      <a:pt x="2520" y="1491"/>
                    </a:cubicBezTo>
                    <a:close/>
                  </a:path>
                </a:pathLst>
              </a:custGeom>
              <a:solidFill>
                <a:srgbClr val="40433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" name="path_945"/>
              <p:cNvSpPr/>
              <p:nvPr/>
            </p:nvSpPr>
            <p:spPr>
              <a:xfrm>
                <a:off x="15856976" y="736799"/>
                <a:ext cx="23043" cy="27266"/>
              </a:xfrm>
              <a:custGeom>
                <a:avLst/>
                <a:gdLst/>
                <a:ahLst/>
                <a:cxnLst/>
                <a:rect l="0" t="0" r="r" b="b"/>
                <a:pathLst>
                  <a:path w="2520" h="2982">
                    <a:moveTo>
                      <a:pt x="2520" y="1491"/>
                    </a:moveTo>
                    <a:cubicBezTo>
                      <a:pt x="2520" y="2314"/>
                      <a:pt x="1956" y="2982"/>
                      <a:pt x="1260" y="2982"/>
                    </a:cubicBezTo>
                    <a:cubicBezTo>
                      <a:pt x="564" y="2982"/>
                      <a:pt x="0" y="2314"/>
                      <a:pt x="0" y="1491"/>
                    </a:cubicBezTo>
                    <a:cubicBezTo>
                      <a:pt x="0" y="668"/>
                      <a:pt x="564" y="0"/>
                      <a:pt x="1260" y="0"/>
                    </a:cubicBezTo>
                    <a:cubicBezTo>
                      <a:pt x="1956" y="0"/>
                      <a:pt x="2520" y="668"/>
                      <a:pt x="2520" y="1491"/>
                    </a:cubicBezTo>
                    <a:close/>
                  </a:path>
                </a:pathLst>
              </a:custGeom>
              <a:solidFill>
                <a:srgbClr val="40433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path_946"/>
              <p:cNvSpPr/>
              <p:nvPr/>
            </p:nvSpPr>
            <p:spPr>
              <a:xfrm>
                <a:off x="15827350" y="648185"/>
                <a:ext cx="91" cy="51123"/>
              </a:xfrm>
              <a:custGeom>
                <a:avLst/>
                <a:gdLst/>
                <a:ahLst/>
                <a:cxnLst/>
                <a:rect l="0" t="0" r="r" b="b"/>
                <a:pathLst>
                  <a:path w="10" h="5591" fill="none">
                    <a:moveTo>
                      <a:pt x="0" y="5591"/>
                    </a:moveTo>
                    <a:lnTo>
                      <a:pt x="0" y="0"/>
                    </a:lnTo>
                  </a:path>
                </a:pathLst>
              </a:custGeom>
              <a:noFill/>
              <a:ln w="10050" cap="flat">
                <a:solidFill>
                  <a:srgbClr val="514E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path_947"/>
              <p:cNvSpPr/>
              <p:nvPr/>
            </p:nvSpPr>
            <p:spPr>
              <a:xfrm>
                <a:off x="15812536" y="624327"/>
                <a:ext cx="29627" cy="30674"/>
              </a:xfrm>
              <a:custGeom>
                <a:avLst/>
                <a:gdLst/>
                <a:ahLst/>
                <a:cxnLst/>
                <a:rect l="0" t="0" r="r" b="b"/>
                <a:pathLst>
                  <a:path w="3240" h="3355">
                    <a:moveTo>
                      <a:pt x="3240" y="1677"/>
                    </a:moveTo>
                    <a:cubicBezTo>
                      <a:pt x="3240" y="2604"/>
                      <a:pt x="2515" y="3355"/>
                      <a:pt x="1620" y="3355"/>
                    </a:cubicBezTo>
                    <a:cubicBezTo>
                      <a:pt x="725" y="3355"/>
                      <a:pt x="0" y="2604"/>
                      <a:pt x="0" y="1677"/>
                    </a:cubicBezTo>
                    <a:cubicBezTo>
                      <a:pt x="0" y="751"/>
                      <a:pt x="725" y="0"/>
                      <a:pt x="1620" y="0"/>
                    </a:cubicBezTo>
                    <a:cubicBezTo>
                      <a:pt x="2515" y="0"/>
                      <a:pt x="3240" y="751"/>
                      <a:pt x="3240" y="1677"/>
                    </a:cubicBezTo>
                    <a:close/>
                  </a:path>
                </a:pathLst>
              </a:custGeom>
              <a:solidFill>
                <a:srgbClr val="EFD074"/>
              </a:solidFill>
              <a:ln w="6700" cap="flat">
                <a:solidFill>
                  <a:srgbClr val="4C4B4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path_948"/>
              <p:cNvSpPr/>
              <p:nvPr/>
            </p:nvSpPr>
            <p:spPr>
              <a:xfrm>
                <a:off x="15765628" y="648185"/>
                <a:ext cx="123444" cy="51123"/>
              </a:xfrm>
              <a:custGeom>
                <a:avLst/>
                <a:gdLst/>
                <a:ahLst/>
                <a:cxnLst/>
                <a:rect l="0" t="0" r="r" b="b"/>
                <a:pathLst>
                  <a:path w="13500" h="5591" fill="none">
                    <a:moveTo>
                      <a:pt x="1350" y="0"/>
                    </a:moveTo>
                    <a:quadBezTo>
                      <a:pt x="-1350" y="2795"/>
                      <a:pt x="1350" y="5591"/>
                    </a:quadBezTo>
                    <a:moveTo>
                      <a:pt x="12150" y="0"/>
                    </a:moveTo>
                    <a:quadBezTo>
                      <a:pt x="14850" y="2795"/>
                      <a:pt x="12150" y="5591"/>
                    </a:quadBezTo>
                  </a:path>
                </a:pathLst>
              </a:custGeom>
              <a:noFill/>
              <a:ln w="8375" cap="flat">
                <a:solidFill>
                  <a:srgbClr val="5C574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rect_949"/>
              <p:cNvSpPr/>
              <p:nvPr/>
            </p:nvSpPr>
            <p:spPr>
              <a:xfrm>
                <a:off x="15736824" y="835637"/>
                <a:ext cx="181051" cy="51123"/>
              </a:xfrm>
              <a:prstGeom prst="rect">
                <a:avLst/>
              </a:prstGeom>
              <a:solidFill>
                <a:srgbClr val="CADDE7"/>
              </a:solidFill>
              <a:ln w="8375" cap="flat">
                <a:solidFill>
                  <a:srgbClr val="4D4B4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rect_950"/>
              <p:cNvSpPr/>
              <p:nvPr/>
            </p:nvSpPr>
            <p:spPr>
              <a:xfrm>
                <a:off x="15753283" y="912322"/>
                <a:ext cx="148133" cy="25562"/>
              </a:xfrm>
              <a:prstGeom prst="rect">
                <a:avLst/>
              </a:prstGeom>
              <a:solidFill>
                <a:srgbClr val="558EB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rect_951"/>
              <p:cNvSpPr/>
              <p:nvPr/>
            </p:nvSpPr>
            <p:spPr>
              <a:xfrm>
                <a:off x="15662758" y="827116"/>
                <a:ext cx="32918" cy="85205"/>
              </a:xfrm>
              <a:prstGeom prst="roundRect">
                <a:avLst>
                  <a:gd name="adj" fmla="val 38162"/>
                </a:avLst>
              </a:prstGeom>
              <a:solidFill>
                <a:srgbClr val="F4C66D"/>
              </a:solidFill>
              <a:ln w="8375" cap="flat">
                <a:solidFill>
                  <a:srgbClr val="4C4B4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rect_952"/>
              <p:cNvSpPr/>
              <p:nvPr/>
            </p:nvSpPr>
            <p:spPr>
              <a:xfrm>
                <a:off x="15950794" y="827116"/>
                <a:ext cx="32918" cy="85205"/>
              </a:xfrm>
              <a:prstGeom prst="roundRect">
                <a:avLst>
                  <a:gd name="adj" fmla="val 38162"/>
                </a:avLst>
              </a:prstGeom>
              <a:solidFill>
                <a:srgbClr val="F4C66D"/>
              </a:solidFill>
              <a:ln w="8375" cap="flat">
                <a:solidFill>
                  <a:srgbClr val="4C4B4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" name="path_953"/>
              <p:cNvSpPr/>
              <p:nvPr/>
            </p:nvSpPr>
            <p:spPr>
              <a:xfrm>
                <a:off x="16148304" y="714044"/>
                <a:ext cx="230429" cy="351647"/>
              </a:xfrm>
              <a:custGeom>
                <a:avLst/>
                <a:gdLst/>
                <a:ahLst/>
                <a:cxnLst/>
                <a:rect l="0" t="0" r="r" b="b"/>
                <a:pathLst>
                  <a:path w="25200" h="38457">
                    <a:moveTo>
                      <a:pt x="0" y="17025"/>
                    </a:moveTo>
                    <a:cubicBezTo>
                      <a:pt x="5400" y="13298"/>
                      <a:pt x="4500" y="6775"/>
                      <a:pt x="6300" y="3048"/>
                    </a:cubicBezTo>
                    <a:cubicBezTo>
                      <a:pt x="8100" y="-2543"/>
                      <a:pt x="12600" y="252"/>
                      <a:pt x="12600" y="5843"/>
                    </a:cubicBezTo>
                    <a:lnTo>
                      <a:pt x="10800" y="15161"/>
                    </a:lnTo>
                    <a:lnTo>
                      <a:pt x="18000" y="15161"/>
                    </a:lnTo>
                    <a:quadBezTo>
                      <a:pt x="23400" y="15161"/>
                      <a:pt x="23400" y="18888"/>
                    </a:quadBezTo>
                    <a:quadBezTo>
                      <a:pt x="23400" y="21684"/>
                      <a:pt x="19800" y="21684"/>
                    </a:quadBezTo>
                    <a:quadBezTo>
                      <a:pt x="25200" y="21684"/>
                      <a:pt x="25200" y="25411"/>
                    </a:quadBezTo>
                    <a:quadBezTo>
                      <a:pt x="25200" y="28207"/>
                      <a:pt x="20700" y="28207"/>
                    </a:quadBezTo>
                    <a:quadBezTo>
                      <a:pt x="25200" y="29138"/>
                      <a:pt x="23400" y="31934"/>
                    </a:quadBezTo>
                    <a:quadBezTo>
                      <a:pt x="22500" y="34729"/>
                      <a:pt x="18900" y="33798"/>
                    </a:quadBezTo>
                    <a:quadBezTo>
                      <a:pt x="22500" y="35661"/>
                      <a:pt x="20700" y="38457"/>
                    </a:quadBezTo>
                    <a:lnTo>
                      <a:pt x="6300" y="38457"/>
                    </a:lnTo>
                    <a:lnTo>
                      <a:pt x="0" y="34729"/>
                    </a:lnTo>
                    <a:lnTo>
                      <a:pt x="0" y="17025"/>
                    </a:lnTo>
                    <a:close/>
                  </a:path>
                </a:pathLst>
              </a:custGeom>
              <a:solidFill>
                <a:srgbClr val="8DAAAA"/>
              </a:solidFill>
              <a:ln w="21775" cap="flat">
                <a:solidFill>
                  <a:srgbClr val="674B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rect_954"/>
              <p:cNvSpPr/>
              <p:nvPr/>
            </p:nvSpPr>
            <p:spPr>
              <a:xfrm>
                <a:off x="16090697" y="861199"/>
                <a:ext cx="65837" cy="187452"/>
              </a:xfrm>
              <a:prstGeom prst="roundRect">
                <a:avLst>
                  <a:gd name="adj" fmla="val 19081"/>
                </a:avLst>
              </a:prstGeom>
              <a:solidFill>
                <a:srgbClr val="97B7BF"/>
              </a:solidFill>
              <a:ln w="16750" cap="flat">
                <a:solidFill>
                  <a:srgbClr val="674B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56" name="text_955"/>
            <p:cNvSpPr txBox="1"/>
            <p:nvPr/>
          </p:nvSpPr>
          <p:spPr>
            <a:xfrm>
              <a:off x="15104113" y="1074073"/>
              <a:ext cx="1612893" cy="2615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i="1" b="0" lang="en-US">
                  <a:solidFill>
                    <a:srgbClr val="060707"/>
                  </a:solidFill>
                  <a:latin typeface="Arial"/>
                </a:rPr>
                <a:t>Recommendation</a:t>
              </a:r>
            </a:p>
          </p:txBody>
        </p:sp>
        <p:sp>
          <p:nvSpPr>
            <p:cNvPr id="957" name="text_956"/>
            <p:cNvSpPr txBox="1"/>
            <p:nvPr/>
          </p:nvSpPr>
          <p:spPr>
            <a:xfrm>
              <a:off x="15629593" y="1330105"/>
              <a:ext cx="561933" cy="2615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i="1" b="0" lang="en-US">
                  <a:solidFill>
                    <a:srgbClr val="060707"/>
                  </a:solidFill>
                  <a:latin typeface="Arial"/>
                </a:rPr>
                <a:t>Agent</a:t>
              </a:r>
            </a:p>
          </p:txBody>
        </p:sp>
        <p:sp>
          <p:nvSpPr>
            <p:cNvPr id="958" name="path_957"/>
            <p:cNvSpPr/>
            <p:nvPr/>
          </p:nvSpPr>
          <p:spPr>
            <a:xfrm>
              <a:off x="16120872" y="1618488"/>
              <a:ext cx="91" cy="1014984"/>
            </a:xfrm>
            <a:custGeom>
              <a:avLst/>
              <a:gdLst/>
              <a:ahLst/>
              <a:cxnLst/>
              <a:rect l="0" t="0" r="r" b="b"/>
              <a:pathLst>
                <a:path w="10" h="111000" fill="none">
                  <a:moveTo>
                    <a:pt x="0" y="0"/>
                  </a:moveTo>
                  <a:lnTo>
                    <a:pt x="0" y="11100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path_958"/>
            <p:cNvSpPr/>
            <p:nvPr/>
          </p:nvSpPr>
          <p:spPr>
            <a:xfrm>
              <a:off x="16070580" y="2532888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11000"/>
                  </a:moveTo>
                  <a:lnTo>
                    <a:pt x="11000" y="0"/>
                  </a:lnTo>
                  <a:lnTo>
                    <a:pt x="0" y="0"/>
                  </a:lnTo>
                  <a:lnTo>
                    <a:pt x="5500" y="110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60" name="Interface icon"/>
            <p:cNvGrpSpPr/>
            <p:nvPr/>
          </p:nvGrpSpPr>
          <p:grpSpPr>
            <a:xfrm>
              <a:off x="15901416" y="2670048"/>
              <a:ext cx="448056" cy="420624"/>
              <a:chOff x="15901416" y="2670048"/>
              <a:chExt cx="448056" cy="420624"/>
            </a:xfrm>
          </p:grpSpPr>
          <p:sp>
            <p:nvSpPr>
              <p:cNvPr id="961" name="rect_960"/>
              <p:cNvSpPr/>
              <p:nvPr/>
            </p:nvSpPr>
            <p:spPr>
              <a:xfrm>
                <a:off x="15901416" y="2670048"/>
                <a:ext cx="448056" cy="420624"/>
              </a:xfrm>
              <a:prstGeom prst="rect">
                <a:avLst/>
              </a:prstGeom>
              <a:noFill/>
              <a:ln w="2560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" name="path_961"/>
              <p:cNvSpPr/>
              <p:nvPr/>
            </p:nvSpPr>
            <p:spPr>
              <a:xfrm>
                <a:off x="15956280" y="2743200"/>
                <a:ext cx="338328" cy="274320"/>
              </a:xfrm>
              <a:custGeom>
                <a:avLst/>
                <a:gdLst/>
                <a:ahLst/>
                <a:cxnLst/>
                <a:rect l="0" t="0" r="r" b="b"/>
                <a:pathLst>
                  <a:path w="37000" h="30000">
                    <a:moveTo>
                      <a:pt x="0" y="30000"/>
                    </a:moveTo>
                    <a:lnTo>
                      <a:pt x="0" y="7000"/>
                    </a:lnTo>
                    <a:lnTo>
                      <a:pt x="9000" y="7000"/>
                    </a:lnTo>
                    <a:lnTo>
                      <a:pt x="9000" y="0"/>
                    </a:lnTo>
                    <a:lnTo>
                      <a:pt x="27000" y="0"/>
                    </a:lnTo>
                    <a:lnTo>
                      <a:pt x="27000" y="7000"/>
                    </a:lnTo>
                    <a:lnTo>
                      <a:pt x="37000" y="7000"/>
                    </a:lnTo>
                    <a:lnTo>
                      <a:pt x="37000" y="3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E6F3F3"/>
              </a:solidFill>
              <a:ln w="22859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path_962"/>
              <p:cNvSpPr/>
              <p:nvPr/>
            </p:nvSpPr>
            <p:spPr>
              <a:xfrm>
                <a:off x="16020288" y="2898648"/>
                <a:ext cx="21031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10" fill="none">
                    <a:moveTo>
                      <a:pt x="0" y="0"/>
                    </a:moveTo>
                    <a:lnTo>
                      <a:pt x="23000" y="0"/>
                    </a:lnTo>
                  </a:path>
                </a:pathLst>
              </a:custGeom>
              <a:noFill/>
              <a:ln w="24688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path_963"/>
              <p:cNvSpPr/>
              <p:nvPr/>
            </p:nvSpPr>
            <p:spPr>
              <a:xfrm>
                <a:off x="16038576" y="2962656"/>
                <a:ext cx="16459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10" fill="none">
                    <a:moveTo>
                      <a:pt x="0" y="0"/>
                    </a:moveTo>
                    <a:lnTo>
                      <a:pt x="18000" y="0"/>
                    </a:lnTo>
                  </a:path>
                </a:pathLst>
              </a:custGeom>
              <a:noFill/>
              <a:ln w="24688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65" name="text_964"/>
            <p:cNvSpPr txBox="1"/>
            <p:nvPr/>
          </p:nvSpPr>
          <p:spPr>
            <a:xfrm>
              <a:off x="15636279" y="3114337"/>
              <a:ext cx="1042339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Interface</a:t>
              </a:r>
            </a:p>
          </p:txBody>
        </p:sp>
        <p:sp>
          <p:nvSpPr>
            <p:cNvPr id="966" name="Cached key dictionary panel"/>
            <p:cNvSpPr/>
            <p:nvPr/>
          </p:nvSpPr>
          <p:spPr>
            <a:xfrm>
              <a:off x="14996160" y="3941064"/>
              <a:ext cx="1408176" cy="2093976"/>
            </a:xfrm>
            <a:prstGeom prst="roundRect">
              <a:avLst>
                <a:gd name="adj" fmla="val 4545"/>
              </a:avLst>
            </a:prstGeom>
            <a:solidFill>
              <a:srgbClr val="D6D6D6"/>
            </a:solidFill>
            <a:ln w="18288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path_966"/>
            <p:cNvSpPr/>
            <p:nvPr/>
          </p:nvSpPr>
          <p:spPr>
            <a:xfrm>
              <a:off x="14392656" y="3822192"/>
              <a:ext cx="1344168" cy="192024"/>
            </a:xfrm>
            <a:custGeom>
              <a:avLst/>
              <a:gdLst/>
              <a:ahLst/>
              <a:cxnLst/>
              <a:rect l="0" t="0" r="r" b="b"/>
              <a:pathLst>
                <a:path w="147000" h="21000" fill="none">
                  <a:moveTo>
                    <a:pt x="147000" y="21000"/>
                  </a:moveTo>
                  <a:lnTo>
                    <a:pt x="147000" y="0"/>
                  </a:ln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path_967"/>
            <p:cNvSpPr/>
            <p:nvPr/>
          </p:nvSpPr>
          <p:spPr>
            <a:xfrm>
              <a:off x="14392656" y="377190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0" y="5500"/>
                  </a:moveTo>
                  <a:lnTo>
                    <a:pt x="11000" y="11000"/>
                  </a:lnTo>
                  <a:lnTo>
                    <a:pt x="11000" y="0"/>
                  </a:lnTo>
                  <a:lnTo>
                    <a:pt x="0" y="550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text_968"/>
            <p:cNvSpPr txBox="1"/>
            <p:nvPr/>
          </p:nvSpPr>
          <p:spPr>
            <a:xfrm>
              <a:off x="14478205" y="3452665"/>
              <a:ext cx="487269" cy="3328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i="1" b="0" lang="en-US">
                  <a:solidFill>
                    <a:srgbClr val="060707"/>
                  </a:solidFill>
                  <a:latin typeface="Arial"/>
                </a:rPr>
                <a:t>Key</a:t>
              </a:r>
            </a:p>
          </p:txBody>
        </p:sp>
        <p:sp>
          <p:nvSpPr>
            <p:cNvPr id="970" name="Cached A star adapter"/>
            <p:cNvSpPr/>
            <p:nvPr/>
          </p:nvSpPr>
          <p:spPr>
            <a:xfrm>
              <a:off x="15188184" y="4014216"/>
              <a:ext cx="1088136" cy="548640"/>
            </a:xfrm>
            <a:custGeom>
              <a:avLst/>
              <a:gdLst/>
              <a:ahLst/>
              <a:cxnLst/>
              <a:rect l="0" t="0" r="r" b="b"/>
              <a:pathLst>
                <a:path w="119000" h="60000">
                  <a:moveTo>
                    <a:pt x="0" y="60000"/>
                  </a:moveTo>
                  <a:lnTo>
                    <a:pt x="25000" y="0"/>
                  </a:lnTo>
                  <a:lnTo>
                    <a:pt x="95000" y="0"/>
                  </a:lnTo>
                  <a:lnTo>
                    <a:pt x="119000" y="6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4775C3"/>
            </a:solidFill>
            <a:ln w="20116" cap="flat">
              <a:solidFill>
                <a:srgbClr val="1B2E5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1" name="text_970"/>
            <p:cNvSpPr txBox="1"/>
            <p:nvPr/>
          </p:nvSpPr>
          <p:spPr>
            <a:xfrm>
              <a:off x="15574258" y="4102657"/>
              <a:ext cx="361708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i="1" b="0" lang="en-US">
                  <a:solidFill>
                    <a:srgbClr val="060707"/>
                  </a:solidFill>
                  <a:latin typeface="Arial"/>
                </a:rPr>
                <a:t>A*</a:t>
              </a:r>
            </a:p>
          </p:txBody>
        </p:sp>
        <p:sp>
          <p:nvSpPr>
            <p:cNvPr id="972" name="path_971"/>
            <p:cNvSpPr/>
            <p:nvPr/>
          </p:nvSpPr>
          <p:spPr>
            <a:xfrm>
              <a:off x="15736824" y="4572000"/>
              <a:ext cx="91" cy="210312"/>
            </a:xfrm>
            <a:custGeom>
              <a:avLst/>
              <a:gdLst/>
              <a:ahLst/>
              <a:cxnLst/>
              <a:rect l="0" t="0" r="r" b="b"/>
              <a:pathLst>
                <a:path w="10" h="23000" fill="none">
                  <a:moveTo>
                    <a:pt x="0" y="23000"/>
                  </a:moveTo>
                  <a:lnTo>
                    <a:pt x="0" y="0"/>
                  </a:lnTo>
                </a:path>
              </a:pathLst>
            </a:custGeom>
            <a:noFill/>
            <a:ln w="27432" cap="flat">
              <a:solidFill>
                <a:srgbClr val="06070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path_972"/>
            <p:cNvSpPr/>
            <p:nvPr/>
          </p:nvSpPr>
          <p:spPr>
            <a:xfrm>
              <a:off x="15686532" y="4572000"/>
              <a:ext cx="100584" cy="100584"/>
            </a:xfrm>
            <a:custGeom>
              <a:avLst/>
              <a:gdLst/>
              <a:ahLst/>
              <a:cxnLst/>
              <a:rect l="0" t="0" r="r" b="b"/>
              <a:pathLst>
                <a:path w="11000" h="11000">
                  <a:moveTo>
                    <a:pt x="5500" y="0"/>
                  </a:moveTo>
                  <a:lnTo>
                    <a:pt x="0" y="11000"/>
                  </a:lnTo>
                  <a:lnTo>
                    <a:pt x="11000" y="11000"/>
                  </a:lnTo>
                  <a:lnTo>
                    <a:pt x="5500" y="0"/>
                  </a:lnTo>
                  <a:close/>
                </a:path>
              </a:pathLst>
            </a:custGeom>
            <a:solidFill>
              <a:srgbClr val="06070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74" name="Cached key dictionary tokens"/>
            <p:cNvGrpSpPr/>
            <p:nvPr/>
          </p:nvGrpSpPr>
          <p:grpSpPr>
            <a:xfrm>
              <a:off x="15096744" y="4764024"/>
              <a:ext cx="1179576" cy="585216"/>
              <a:chOff x="15096744" y="4764024"/>
              <a:chExt cx="1179576" cy="585216"/>
            </a:xfrm>
          </p:grpSpPr>
          <p:sp>
            <p:nvSpPr>
              <p:cNvPr id="975" name="rect_974"/>
              <p:cNvSpPr/>
              <p:nvPr/>
            </p:nvSpPr>
            <p:spPr>
              <a:xfrm>
                <a:off x="15279624" y="4764024"/>
                <a:ext cx="996696" cy="438912"/>
              </a:xfrm>
              <a:prstGeom prst="roundRect">
                <a:avLst>
                  <a:gd name="adj" fmla="val 20833"/>
                </a:avLst>
              </a:prstGeom>
              <a:noFill/>
              <a:ln w="18288" cap="flat">
                <a:solidFill>
                  <a:srgbClr val="060707"/>
                </a:solidFill>
                <a:custDash>
                  <a:ds d="30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path_975"/>
              <p:cNvSpPr/>
              <p:nvPr/>
            </p:nvSpPr>
            <p:spPr>
              <a:xfrm>
                <a:off x="15096744" y="4864608"/>
                <a:ext cx="1115568" cy="484632"/>
              </a:xfrm>
              <a:custGeom>
                <a:avLst/>
                <a:gdLst/>
                <a:ahLst/>
                <a:cxnLst/>
                <a:rect l="0" t="0" r="r" b="b"/>
                <a:pathLst>
                  <a:path w="122000" h="53000" fill="none">
                    <a:moveTo>
                      <a:pt x="0" y="27000"/>
                    </a:moveTo>
                    <a:lnTo>
                      <a:pt x="27000" y="0"/>
                    </a:lnTo>
                    <a:lnTo>
                      <a:pt x="122000" y="26000"/>
                    </a:lnTo>
                    <a:lnTo>
                      <a:pt x="95000" y="53000"/>
                    </a:lnTo>
                  </a:path>
                </a:pathLst>
              </a:custGeom>
              <a:noFill/>
              <a:ln w="18288" cap="flat">
                <a:solidFill>
                  <a:srgbClr val="060707"/>
                </a:solidFill>
                <a:custDash>
                  <a:ds d="30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rect_976"/>
              <p:cNvSpPr/>
              <p:nvPr/>
            </p:nvSpPr>
            <p:spPr>
              <a:xfrm>
                <a:off x="15343632" y="4864608"/>
                <a:ext cx="868680" cy="237744"/>
              </a:xfrm>
              <a:prstGeom prst="rect">
                <a:avLst/>
              </a:prstGeom>
              <a:solidFill>
                <a:srgbClr val="D8DFE4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path_977"/>
              <p:cNvSpPr/>
              <p:nvPr/>
            </p:nvSpPr>
            <p:spPr>
              <a:xfrm>
                <a:off x="15560802" y="4864608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path_978"/>
              <p:cNvSpPr/>
              <p:nvPr/>
            </p:nvSpPr>
            <p:spPr>
              <a:xfrm>
                <a:off x="15777972" y="4864608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path_979"/>
              <p:cNvSpPr/>
              <p:nvPr/>
            </p:nvSpPr>
            <p:spPr>
              <a:xfrm>
                <a:off x="15995142" y="4864608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rect_980"/>
              <p:cNvSpPr/>
              <p:nvPr/>
            </p:nvSpPr>
            <p:spPr>
              <a:xfrm>
                <a:off x="15220188" y="4988052"/>
                <a:ext cx="868680" cy="237744"/>
              </a:xfrm>
              <a:prstGeom prst="rect">
                <a:avLst/>
              </a:prstGeom>
              <a:solidFill>
                <a:srgbClr val="D8DFE4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" name="path_981"/>
              <p:cNvSpPr/>
              <p:nvPr/>
            </p:nvSpPr>
            <p:spPr>
              <a:xfrm>
                <a:off x="15437358" y="4988052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" name="path_982"/>
              <p:cNvSpPr/>
              <p:nvPr/>
            </p:nvSpPr>
            <p:spPr>
              <a:xfrm>
                <a:off x="15654528" y="4988052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path_983"/>
              <p:cNvSpPr/>
              <p:nvPr/>
            </p:nvSpPr>
            <p:spPr>
              <a:xfrm>
                <a:off x="15871698" y="4988052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rect_984"/>
              <p:cNvSpPr/>
              <p:nvPr/>
            </p:nvSpPr>
            <p:spPr>
              <a:xfrm>
                <a:off x="15096744" y="5111496"/>
                <a:ext cx="868680" cy="237744"/>
              </a:xfrm>
              <a:prstGeom prst="rect">
                <a:avLst/>
              </a:prstGeom>
              <a:solidFill>
                <a:srgbClr val="D8DFE4"/>
              </a:solidFill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path_985"/>
              <p:cNvSpPr/>
              <p:nvPr/>
            </p:nvSpPr>
            <p:spPr>
              <a:xfrm>
                <a:off x="15313914" y="5111496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path_986"/>
              <p:cNvSpPr/>
              <p:nvPr/>
            </p:nvSpPr>
            <p:spPr>
              <a:xfrm>
                <a:off x="15531084" y="5111496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path_987"/>
              <p:cNvSpPr/>
              <p:nvPr/>
            </p:nvSpPr>
            <p:spPr>
              <a:xfrm>
                <a:off x="15748254" y="5111496"/>
                <a:ext cx="91" cy="237744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000" fill="none">
                    <a:moveTo>
                      <a:pt x="0" y="0"/>
                    </a:moveTo>
                    <a:lnTo>
                      <a:pt x="0" y="26000"/>
                    </a:lnTo>
                  </a:path>
                </a:pathLst>
              </a:custGeom>
              <a:noFill/>
              <a:ln w="17373" cap="flat">
                <a:solidFill>
                  <a:srgbClr val="06070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89" name="Cached snake"/>
              <p:cNvGrpSpPr/>
              <p:nvPr/>
            </p:nvGrpSpPr>
            <p:grpSpPr>
              <a:xfrm>
                <a:off x="15870052" y="4866723"/>
                <a:ext cx="252983" cy="222564"/>
                <a:chOff x="15870052" y="4866723"/>
                <a:chExt cx="252983" cy="222564"/>
              </a:xfrm>
            </p:grpSpPr>
            <p:sp>
              <p:nvSpPr>
                <p:cNvPr id="990" name="path_989"/>
                <p:cNvSpPr/>
                <p:nvPr/>
              </p:nvSpPr>
              <p:spPr>
                <a:xfrm>
                  <a:off x="16026414" y="4995367"/>
                  <a:ext cx="96621" cy="8503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567" h="9300">
                      <a:moveTo>
                        <a:pt x="5415" y="1800"/>
                      </a:moveTo>
                      <a:cubicBezTo>
                        <a:pt x="7980" y="3000"/>
                        <a:pt x="9975" y="600"/>
                        <a:pt x="10545" y="0"/>
                      </a:cubicBezTo>
                      <a:cubicBezTo>
                        <a:pt x="10830" y="4800"/>
                        <a:pt x="8265" y="9000"/>
                        <a:pt x="4560" y="9300"/>
                      </a:cubicBezTo>
                      <a:lnTo>
                        <a:pt x="0" y="7500"/>
                      </a:lnTo>
                      <a:lnTo>
                        <a:pt x="5415" y="1800"/>
                      </a:lnTo>
                      <a:close/>
                    </a:path>
                  </a:pathLst>
                </a:custGeom>
                <a:solidFill>
                  <a:srgbClr val="82B99E">
                    <a:alpha val="38000"/>
                  </a:srgbClr>
                </a:solidFill>
                <a:ln w="6954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1" name="path_990"/>
                <p:cNvSpPr/>
                <p:nvPr/>
              </p:nvSpPr>
              <p:spPr>
                <a:xfrm>
                  <a:off x="15873255" y="4866723"/>
                  <a:ext cx="215739" cy="2225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594" h="24340">
                      <a:moveTo>
                        <a:pt x="10195" y="269"/>
                      </a:moveTo>
                      <a:cubicBezTo>
                        <a:pt x="5635" y="-931"/>
                        <a:pt x="2500" y="2069"/>
                        <a:pt x="2215" y="5669"/>
                      </a:cubicBezTo>
                      <a:cubicBezTo>
                        <a:pt x="-635" y="7469"/>
                        <a:pt x="-635" y="10469"/>
                        <a:pt x="1645" y="11969"/>
                      </a:cubicBezTo>
                      <a:cubicBezTo>
                        <a:pt x="4495" y="13769"/>
                        <a:pt x="7345" y="13169"/>
                        <a:pt x="8770" y="11969"/>
                      </a:cubicBezTo>
                      <a:cubicBezTo>
                        <a:pt x="7345" y="13769"/>
                        <a:pt x="6490" y="15269"/>
                        <a:pt x="6205" y="17069"/>
                      </a:cubicBezTo>
                      <a:cubicBezTo>
                        <a:pt x="4495" y="22469"/>
                        <a:pt x="8770" y="24269"/>
                        <a:pt x="14470" y="24269"/>
                      </a:cubicBezTo>
                      <a:cubicBezTo>
                        <a:pt x="20740" y="24869"/>
                        <a:pt x="24730" y="21569"/>
                        <a:pt x="23305" y="18269"/>
                      </a:cubicBezTo>
                      <a:cubicBezTo>
                        <a:pt x="22165" y="14969"/>
                        <a:pt x="18175" y="15269"/>
                        <a:pt x="15325" y="17069"/>
                      </a:cubicBezTo>
                      <a:cubicBezTo>
                        <a:pt x="12475" y="19769"/>
                        <a:pt x="11620" y="19169"/>
                        <a:pt x="11905" y="17969"/>
                      </a:cubicBezTo>
                      <a:cubicBezTo>
                        <a:pt x="12475" y="15569"/>
                        <a:pt x="15610" y="11369"/>
                        <a:pt x="16180" y="6869"/>
                      </a:cubicBezTo>
                      <a:cubicBezTo>
                        <a:pt x="16750" y="3569"/>
                        <a:pt x="13615" y="569"/>
                        <a:pt x="10195" y="269"/>
                      </a:cubicBezTo>
                      <a:close/>
                    </a:path>
                  </a:pathLst>
                </a:custGeom>
                <a:solidFill>
                  <a:srgbClr val="82B99E">
                    <a:alpha val="38000"/>
                  </a:srgbClr>
                </a:solidFill>
                <a:ln w="7488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2" name="path_991"/>
                <p:cNvSpPr/>
                <p:nvPr/>
              </p:nvSpPr>
              <p:spPr>
                <a:xfrm>
                  <a:off x="15888294" y="4973422"/>
                  <a:ext cx="125090" cy="723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680" h="7916" fill="none">
                      <a:moveTo>
                        <a:pt x="0" y="300"/>
                      </a:moveTo>
                      <a:cubicBezTo>
                        <a:pt x="2565" y="1500"/>
                        <a:pt x="5700" y="1200"/>
                        <a:pt x="7410" y="0"/>
                      </a:cubicBezTo>
                      <a:moveTo>
                        <a:pt x="10545" y="6600"/>
                      </a:moveTo>
                      <a:cubicBezTo>
                        <a:pt x="10260" y="8700"/>
                        <a:pt x="12825" y="7800"/>
                        <a:pt x="13680" y="7200"/>
                      </a:cubicBezTo>
                    </a:path>
                  </a:pathLst>
                </a:custGeom>
                <a:noFill/>
                <a:ln w="5349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3" name="path_992"/>
                <p:cNvSpPr/>
                <p:nvPr/>
              </p:nvSpPr>
              <p:spPr>
                <a:xfrm>
                  <a:off x="15870052" y="4987138"/>
                  <a:ext cx="28666" cy="21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35" h="2400" fill="none">
                      <a:moveTo>
                        <a:pt x="3135" y="0"/>
                      </a:moveTo>
                      <a:lnTo>
                        <a:pt x="1140" y="2400"/>
                      </a:lnTo>
                      <a:moveTo>
                        <a:pt x="1995" y="900"/>
                      </a:moveTo>
                      <a:lnTo>
                        <a:pt x="0" y="1200"/>
                      </a:lnTo>
                    </a:path>
                  </a:pathLst>
                </a:custGeom>
                <a:noFill/>
                <a:ln w="6419" cap="flat">
                  <a:solidFill>
                    <a:srgbClr val="C57662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4" name="path_993"/>
                <p:cNvSpPr/>
                <p:nvPr/>
              </p:nvSpPr>
              <p:spPr>
                <a:xfrm>
                  <a:off x="15907058" y="4918283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5" name="path_994"/>
                <p:cNvSpPr/>
                <p:nvPr/>
              </p:nvSpPr>
              <p:spPr>
                <a:xfrm>
                  <a:off x="15969603" y="4923770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6" name="path_995"/>
                <p:cNvSpPr/>
                <p:nvPr/>
              </p:nvSpPr>
              <p:spPr>
                <a:xfrm>
                  <a:off x="15890770" y="4959568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7" name="path_996"/>
                <p:cNvSpPr/>
                <p:nvPr/>
              </p:nvSpPr>
              <p:spPr>
                <a:xfrm>
                  <a:off x="15914224" y="4967798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8" name="path_997"/>
                <p:cNvSpPr/>
                <p:nvPr/>
              </p:nvSpPr>
              <p:spPr>
                <a:xfrm>
                  <a:off x="15981069" y="4952573"/>
                  <a:ext cx="22933" cy="1975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8" h="2160">
                      <a:moveTo>
                        <a:pt x="2508" y="1080"/>
                      </a:moveTo>
                      <a:cubicBezTo>
                        <a:pt x="2508" y="1676"/>
                        <a:pt x="1947" y="2160"/>
                        <a:pt x="1254" y="2160"/>
                      </a:cubicBezTo>
                      <a:cubicBezTo>
                        <a:pt x="561" y="2160"/>
                        <a:pt x="0" y="1676"/>
                        <a:pt x="0" y="1080"/>
                      </a:cubicBezTo>
                      <a:cubicBezTo>
                        <a:pt x="0" y="484"/>
                        <a:pt x="561" y="0"/>
                        <a:pt x="1254" y="0"/>
                      </a:cubicBezTo>
                      <a:cubicBezTo>
                        <a:pt x="1947" y="0"/>
                        <a:pt x="2508" y="484"/>
                        <a:pt x="2508" y="1080"/>
                      </a:cubicBezTo>
                      <a:close/>
                    </a:path>
                  </a:pathLst>
                </a:custGeom>
                <a:solidFill>
                  <a:srgbClr val="F1AB7C">
                    <a:alpha val="361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9" name="path_998"/>
                <p:cNvSpPr/>
                <p:nvPr/>
              </p:nvSpPr>
              <p:spPr>
                <a:xfrm>
                  <a:off x="15938591" y="4882701"/>
                  <a:ext cx="19285" cy="168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9" h="1843">
                      <a:moveTo>
                        <a:pt x="2109" y="921"/>
                      </a:moveTo>
                      <a:cubicBezTo>
                        <a:pt x="2109" y="1430"/>
                        <a:pt x="1637" y="1843"/>
                        <a:pt x="1055" y="1843"/>
                      </a:cubicBezTo>
                      <a:cubicBezTo>
                        <a:pt x="472" y="1843"/>
                        <a:pt x="0" y="1430"/>
                        <a:pt x="0" y="921"/>
                      </a:cubicBezTo>
                      <a:cubicBezTo>
                        <a:pt x="0" y="412"/>
                        <a:pt x="472" y="0"/>
                        <a:pt x="1055" y="0"/>
                      </a:cubicBezTo>
                      <a:cubicBezTo>
                        <a:pt x="1637" y="0"/>
                        <a:pt x="2109" y="412"/>
                        <a:pt x="2109" y="921"/>
                      </a:cubicBezTo>
                      <a:close/>
                    </a:path>
                  </a:pathLst>
                </a:custGeom>
                <a:solidFill>
                  <a:srgbClr val="9BC9A5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0" name="path_999"/>
                <p:cNvSpPr/>
                <p:nvPr/>
              </p:nvSpPr>
              <p:spPr>
                <a:xfrm>
                  <a:off x="15960482" y="4981901"/>
                  <a:ext cx="11988" cy="1047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11" h="1145">
                      <a:moveTo>
                        <a:pt x="1311" y="573"/>
                      </a:moveTo>
                      <a:cubicBezTo>
                        <a:pt x="1311" y="889"/>
                        <a:pt x="1018" y="1145"/>
                        <a:pt x="656" y="1145"/>
                      </a:cubicBezTo>
                      <a:cubicBezTo>
                        <a:pt x="293" y="1145"/>
                        <a:pt x="0" y="889"/>
                        <a:pt x="0" y="573"/>
                      </a:cubicBezTo>
                      <a:cubicBezTo>
                        <a:pt x="0" y="256"/>
                        <a:pt x="293" y="0"/>
                        <a:pt x="656" y="0"/>
                      </a:cubicBezTo>
                      <a:cubicBezTo>
                        <a:pt x="1018" y="0"/>
                        <a:pt x="1311" y="256"/>
                        <a:pt x="1311" y="573"/>
                      </a:cubicBezTo>
                      <a:close/>
                    </a:path>
                  </a:pathLst>
                </a:custGeom>
                <a:solidFill>
                  <a:srgbClr val="9BC9A5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1" name="path_1000"/>
                <p:cNvSpPr/>
                <p:nvPr/>
              </p:nvSpPr>
              <p:spPr>
                <a:xfrm>
                  <a:off x="15939112" y="5036309"/>
                  <a:ext cx="13030" cy="113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25" h="1245">
                      <a:moveTo>
                        <a:pt x="1425" y="622"/>
                      </a:moveTo>
                      <a:cubicBezTo>
                        <a:pt x="1425" y="966"/>
                        <a:pt x="1106" y="1245"/>
                        <a:pt x="713" y="1245"/>
                      </a:cubicBezTo>
                      <a:cubicBezTo>
                        <a:pt x="319" y="1245"/>
                        <a:pt x="0" y="966"/>
                        <a:pt x="0" y="622"/>
                      </a:cubicBezTo>
                      <a:cubicBezTo>
                        <a:pt x="0" y="279"/>
                        <a:pt x="319" y="0"/>
                        <a:pt x="713" y="0"/>
                      </a:cubicBezTo>
                      <a:cubicBezTo>
                        <a:pt x="1106" y="0"/>
                        <a:pt x="1425" y="279"/>
                        <a:pt x="1425" y="622"/>
                      </a:cubicBezTo>
                      <a:close/>
                    </a:path>
                  </a:pathLst>
                </a:custGeom>
                <a:solidFill>
                  <a:srgbClr val="9BC9A5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2" name="path_1001"/>
                <p:cNvSpPr/>
                <p:nvPr/>
              </p:nvSpPr>
              <p:spPr>
                <a:xfrm>
                  <a:off x="16020681" y="5058938"/>
                  <a:ext cx="11467" cy="100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54" h="1096">
                      <a:moveTo>
                        <a:pt x="1254" y="548"/>
                      </a:moveTo>
                      <a:cubicBezTo>
                        <a:pt x="1254" y="850"/>
                        <a:pt x="973" y="1096"/>
                        <a:pt x="627" y="1096"/>
                      </a:cubicBezTo>
                      <a:cubicBezTo>
                        <a:pt x="281" y="1096"/>
                        <a:pt x="0" y="850"/>
                        <a:pt x="0" y="548"/>
                      </a:cubicBezTo>
                      <a:cubicBezTo>
                        <a:pt x="0" y="245"/>
                        <a:pt x="281" y="0"/>
                        <a:pt x="627" y="0"/>
                      </a:cubicBezTo>
                      <a:cubicBezTo>
                        <a:pt x="973" y="0"/>
                        <a:pt x="1254" y="245"/>
                        <a:pt x="1254" y="548"/>
                      </a:cubicBezTo>
                      <a:close/>
                    </a:path>
                  </a:pathLst>
                </a:custGeom>
                <a:solidFill>
                  <a:srgbClr val="9BC9A5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003" name="Cached snake"/>
              <p:cNvGrpSpPr/>
              <p:nvPr/>
            </p:nvGrpSpPr>
            <p:grpSpPr>
              <a:xfrm>
                <a:off x="15529438" y="4990167"/>
                <a:ext cx="252983" cy="222564"/>
                <a:chOff x="15529438" y="4990167"/>
                <a:chExt cx="252983" cy="222564"/>
              </a:xfrm>
            </p:grpSpPr>
            <p:sp>
              <p:nvSpPr>
                <p:cNvPr id="1004" name="path_1003"/>
                <p:cNvSpPr/>
                <p:nvPr/>
              </p:nvSpPr>
              <p:spPr>
                <a:xfrm>
                  <a:off x="15685800" y="5118811"/>
                  <a:ext cx="96621" cy="8503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567" h="9300">
                      <a:moveTo>
                        <a:pt x="5415" y="1800"/>
                      </a:moveTo>
                      <a:cubicBezTo>
                        <a:pt x="7980" y="3000"/>
                        <a:pt x="9975" y="600"/>
                        <a:pt x="10545" y="0"/>
                      </a:cubicBezTo>
                      <a:cubicBezTo>
                        <a:pt x="10830" y="4800"/>
                        <a:pt x="8265" y="9000"/>
                        <a:pt x="4560" y="9300"/>
                      </a:cubicBezTo>
                      <a:lnTo>
                        <a:pt x="0" y="7500"/>
                      </a:lnTo>
                      <a:lnTo>
                        <a:pt x="5415" y="1800"/>
                      </a:lnTo>
                      <a:close/>
                    </a:path>
                  </a:pathLst>
                </a:custGeom>
                <a:solidFill>
                  <a:srgbClr val="BA684B">
                    <a:alpha val="38000"/>
                  </a:srgbClr>
                </a:solidFill>
                <a:ln w="6954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5" name="path_1004"/>
                <p:cNvSpPr/>
                <p:nvPr/>
              </p:nvSpPr>
              <p:spPr>
                <a:xfrm>
                  <a:off x="15532641" y="4990167"/>
                  <a:ext cx="215739" cy="2225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594" h="24340">
                      <a:moveTo>
                        <a:pt x="10195" y="269"/>
                      </a:moveTo>
                      <a:cubicBezTo>
                        <a:pt x="5635" y="-931"/>
                        <a:pt x="2500" y="2069"/>
                        <a:pt x="2215" y="5669"/>
                      </a:cubicBezTo>
                      <a:cubicBezTo>
                        <a:pt x="-635" y="7469"/>
                        <a:pt x="-635" y="10469"/>
                        <a:pt x="1645" y="11969"/>
                      </a:cubicBezTo>
                      <a:cubicBezTo>
                        <a:pt x="4495" y="13769"/>
                        <a:pt x="7345" y="13169"/>
                        <a:pt x="8770" y="11969"/>
                      </a:cubicBezTo>
                      <a:cubicBezTo>
                        <a:pt x="7345" y="13769"/>
                        <a:pt x="6490" y="15269"/>
                        <a:pt x="6205" y="17069"/>
                      </a:cubicBezTo>
                      <a:cubicBezTo>
                        <a:pt x="4495" y="22469"/>
                        <a:pt x="8770" y="24269"/>
                        <a:pt x="14470" y="24269"/>
                      </a:cubicBezTo>
                      <a:cubicBezTo>
                        <a:pt x="20740" y="24869"/>
                        <a:pt x="24730" y="21569"/>
                        <a:pt x="23305" y="18269"/>
                      </a:cubicBezTo>
                      <a:cubicBezTo>
                        <a:pt x="22165" y="14969"/>
                        <a:pt x="18175" y="15269"/>
                        <a:pt x="15325" y="17069"/>
                      </a:cubicBezTo>
                      <a:cubicBezTo>
                        <a:pt x="12475" y="19769"/>
                        <a:pt x="11620" y="19169"/>
                        <a:pt x="11905" y="17969"/>
                      </a:cubicBezTo>
                      <a:cubicBezTo>
                        <a:pt x="12475" y="15569"/>
                        <a:pt x="15610" y="11369"/>
                        <a:pt x="16180" y="6869"/>
                      </a:cubicBezTo>
                      <a:cubicBezTo>
                        <a:pt x="16750" y="3569"/>
                        <a:pt x="13615" y="569"/>
                        <a:pt x="10195" y="269"/>
                      </a:cubicBezTo>
                      <a:close/>
                    </a:path>
                  </a:pathLst>
                </a:custGeom>
                <a:solidFill>
                  <a:srgbClr val="BA684B">
                    <a:alpha val="38000"/>
                  </a:srgbClr>
                </a:solidFill>
                <a:ln w="7488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6" name="path_1005"/>
                <p:cNvSpPr/>
                <p:nvPr/>
              </p:nvSpPr>
              <p:spPr>
                <a:xfrm>
                  <a:off x="15547680" y="5096866"/>
                  <a:ext cx="125090" cy="723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680" h="7916" fill="none">
                      <a:moveTo>
                        <a:pt x="0" y="300"/>
                      </a:moveTo>
                      <a:cubicBezTo>
                        <a:pt x="2565" y="1500"/>
                        <a:pt x="5700" y="1200"/>
                        <a:pt x="7410" y="0"/>
                      </a:cubicBezTo>
                      <a:moveTo>
                        <a:pt x="10545" y="6600"/>
                      </a:moveTo>
                      <a:cubicBezTo>
                        <a:pt x="10260" y="8700"/>
                        <a:pt x="12825" y="7800"/>
                        <a:pt x="13680" y="7200"/>
                      </a:cubicBezTo>
                    </a:path>
                  </a:pathLst>
                </a:custGeom>
                <a:noFill/>
                <a:ln w="5349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7" name="path_1006"/>
                <p:cNvSpPr/>
                <p:nvPr/>
              </p:nvSpPr>
              <p:spPr>
                <a:xfrm>
                  <a:off x="15529438" y="5110582"/>
                  <a:ext cx="28666" cy="21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35" h="2400" fill="none">
                      <a:moveTo>
                        <a:pt x="3135" y="0"/>
                      </a:moveTo>
                      <a:lnTo>
                        <a:pt x="1140" y="2400"/>
                      </a:lnTo>
                      <a:moveTo>
                        <a:pt x="1995" y="900"/>
                      </a:moveTo>
                      <a:lnTo>
                        <a:pt x="0" y="1200"/>
                      </a:lnTo>
                    </a:path>
                  </a:pathLst>
                </a:custGeom>
                <a:noFill/>
                <a:ln w="6419" cap="flat">
                  <a:solidFill>
                    <a:srgbClr val="C57662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8" name="path_1007"/>
                <p:cNvSpPr/>
                <p:nvPr/>
              </p:nvSpPr>
              <p:spPr>
                <a:xfrm>
                  <a:off x="15566444" y="5041727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9" name="path_1008"/>
                <p:cNvSpPr/>
                <p:nvPr/>
              </p:nvSpPr>
              <p:spPr>
                <a:xfrm>
                  <a:off x="15628989" y="5047214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0" name="path_1009"/>
                <p:cNvSpPr/>
                <p:nvPr/>
              </p:nvSpPr>
              <p:spPr>
                <a:xfrm>
                  <a:off x="15550156" y="5083012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1" name="path_1010"/>
                <p:cNvSpPr/>
                <p:nvPr/>
              </p:nvSpPr>
              <p:spPr>
                <a:xfrm>
                  <a:off x="15573610" y="5091242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2" name="path_1011"/>
                <p:cNvSpPr/>
                <p:nvPr/>
              </p:nvSpPr>
              <p:spPr>
                <a:xfrm>
                  <a:off x="15640455" y="5076017"/>
                  <a:ext cx="22933" cy="1975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8" h="2160">
                      <a:moveTo>
                        <a:pt x="2508" y="1080"/>
                      </a:moveTo>
                      <a:cubicBezTo>
                        <a:pt x="2508" y="1676"/>
                        <a:pt x="1947" y="2160"/>
                        <a:pt x="1254" y="2160"/>
                      </a:cubicBezTo>
                      <a:cubicBezTo>
                        <a:pt x="561" y="2160"/>
                        <a:pt x="0" y="1676"/>
                        <a:pt x="0" y="1080"/>
                      </a:cubicBezTo>
                      <a:cubicBezTo>
                        <a:pt x="0" y="484"/>
                        <a:pt x="561" y="0"/>
                        <a:pt x="1254" y="0"/>
                      </a:cubicBezTo>
                      <a:cubicBezTo>
                        <a:pt x="1947" y="0"/>
                        <a:pt x="2508" y="484"/>
                        <a:pt x="2508" y="1080"/>
                      </a:cubicBezTo>
                      <a:close/>
                    </a:path>
                  </a:pathLst>
                </a:custGeom>
                <a:solidFill>
                  <a:srgbClr val="F1AB7C">
                    <a:alpha val="361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3" name="path_1012"/>
                <p:cNvSpPr/>
                <p:nvPr/>
              </p:nvSpPr>
              <p:spPr>
                <a:xfrm>
                  <a:off x="15597977" y="5006145"/>
                  <a:ext cx="19285" cy="168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9" h="1843">
                      <a:moveTo>
                        <a:pt x="2109" y="921"/>
                      </a:moveTo>
                      <a:cubicBezTo>
                        <a:pt x="2109" y="1430"/>
                        <a:pt x="1637" y="1843"/>
                        <a:pt x="1055" y="1843"/>
                      </a:cubicBezTo>
                      <a:cubicBezTo>
                        <a:pt x="472" y="1843"/>
                        <a:pt x="0" y="1430"/>
                        <a:pt x="0" y="921"/>
                      </a:cubicBezTo>
                      <a:cubicBezTo>
                        <a:pt x="0" y="412"/>
                        <a:pt x="472" y="0"/>
                        <a:pt x="1055" y="0"/>
                      </a:cubicBezTo>
                      <a:cubicBezTo>
                        <a:pt x="1637" y="0"/>
                        <a:pt x="2109" y="412"/>
                        <a:pt x="2109" y="921"/>
                      </a:cubicBezTo>
                      <a:close/>
                    </a:path>
                  </a:pathLst>
                </a:custGeom>
                <a:solidFill>
                  <a:srgbClr val="D17B57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4" name="path_1013"/>
                <p:cNvSpPr/>
                <p:nvPr/>
              </p:nvSpPr>
              <p:spPr>
                <a:xfrm>
                  <a:off x="15619868" y="5105345"/>
                  <a:ext cx="11988" cy="1047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11" h="1145">
                      <a:moveTo>
                        <a:pt x="1311" y="573"/>
                      </a:moveTo>
                      <a:cubicBezTo>
                        <a:pt x="1311" y="889"/>
                        <a:pt x="1018" y="1145"/>
                        <a:pt x="656" y="1145"/>
                      </a:cubicBezTo>
                      <a:cubicBezTo>
                        <a:pt x="293" y="1145"/>
                        <a:pt x="0" y="889"/>
                        <a:pt x="0" y="573"/>
                      </a:cubicBezTo>
                      <a:cubicBezTo>
                        <a:pt x="0" y="256"/>
                        <a:pt x="293" y="0"/>
                        <a:pt x="656" y="0"/>
                      </a:cubicBezTo>
                      <a:cubicBezTo>
                        <a:pt x="1018" y="0"/>
                        <a:pt x="1311" y="256"/>
                        <a:pt x="1311" y="573"/>
                      </a:cubicBezTo>
                      <a:close/>
                    </a:path>
                  </a:pathLst>
                </a:custGeom>
                <a:solidFill>
                  <a:srgbClr val="D17B57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5" name="path_1014"/>
                <p:cNvSpPr/>
                <p:nvPr/>
              </p:nvSpPr>
              <p:spPr>
                <a:xfrm>
                  <a:off x="15598498" y="5159753"/>
                  <a:ext cx="13030" cy="113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25" h="1245">
                      <a:moveTo>
                        <a:pt x="1425" y="622"/>
                      </a:moveTo>
                      <a:cubicBezTo>
                        <a:pt x="1425" y="966"/>
                        <a:pt x="1106" y="1245"/>
                        <a:pt x="713" y="1245"/>
                      </a:cubicBezTo>
                      <a:cubicBezTo>
                        <a:pt x="319" y="1245"/>
                        <a:pt x="0" y="966"/>
                        <a:pt x="0" y="622"/>
                      </a:cubicBezTo>
                      <a:cubicBezTo>
                        <a:pt x="0" y="279"/>
                        <a:pt x="319" y="0"/>
                        <a:pt x="713" y="0"/>
                      </a:cubicBezTo>
                      <a:cubicBezTo>
                        <a:pt x="1106" y="0"/>
                        <a:pt x="1425" y="279"/>
                        <a:pt x="1425" y="622"/>
                      </a:cubicBezTo>
                      <a:close/>
                    </a:path>
                  </a:pathLst>
                </a:custGeom>
                <a:solidFill>
                  <a:srgbClr val="D17B57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6" name="path_1015"/>
                <p:cNvSpPr/>
                <p:nvPr/>
              </p:nvSpPr>
              <p:spPr>
                <a:xfrm>
                  <a:off x="15680067" y="5182382"/>
                  <a:ext cx="11467" cy="100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54" h="1096">
                      <a:moveTo>
                        <a:pt x="1254" y="548"/>
                      </a:moveTo>
                      <a:cubicBezTo>
                        <a:pt x="1254" y="850"/>
                        <a:pt x="973" y="1096"/>
                        <a:pt x="627" y="1096"/>
                      </a:cubicBezTo>
                      <a:cubicBezTo>
                        <a:pt x="281" y="1096"/>
                        <a:pt x="0" y="850"/>
                        <a:pt x="0" y="548"/>
                      </a:cubicBezTo>
                      <a:cubicBezTo>
                        <a:pt x="0" y="245"/>
                        <a:pt x="281" y="0"/>
                        <a:pt x="627" y="0"/>
                      </a:cubicBezTo>
                      <a:cubicBezTo>
                        <a:pt x="973" y="0"/>
                        <a:pt x="1254" y="245"/>
                        <a:pt x="1254" y="548"/>
                      </a:cubicBezTo>
                      <a:close/>
                    </a:path>
                  </a:pathLst>
                </a:custGeom>
                <a:solidFill>
                  <a:srgbClr val="D17B57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017" name="Cached snake"/>
              <p:cNvGrpSpPr/>
              <p:nvPr/>
            </p:nvGrpSpPr>
            <p:grpSpPr>
              <a:xfrm>
                <a:off x="15171450" y="5113611"/>
                <a:ext cx="252984" cy="222564"/>
                <a:chOff x="15171450" y="5113611"/>
                <a:chExt cx="252984" cy="222564"/>
              </a:xfrm>
            </p:grpSpPr>
            <p:sp>
              <p:nvSpPr>
                <p:cNvPr id="1018" name="path_1017"/>
                <p:cNvSpPr/>
                <p:nvPr/>
              </p:nvSpPr>
              <p:spPr>
                <a:xfrm>
                  <a:off x="15327813" y="5242255"/>
                  <a:ext cx="96621" cy="8503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567" h="9300">
                      <a:moveTo>
                        <a:pt x="5415" y="1800"/>
                      </a:moveTo>
                      <a:cubicBezTo>
                        <a:pt x="7980" y="3000"/>
                        <a:pt x="9975" y="600"/>
                        <a:pt x="10545" y="0"/>
                      </a:cubicBezTo>
                      <a:cubicBezTo>
                        <a:pt x="10830" y="4800"/>
                        <a:pt x="8265" y="9000"/>
                        <a:pt x="4560" y="9300"/>
                      </a:cubicBezTo>
                      <a:lnTo>
                        <a:pt x="0" y="7500"/>
                      </a:lnTo>
                      <a:lnTo>
                        <a:pt x="5415" y="1800"/>
                      </a:lnTo>
                      <a:close/>
                    </a:path>
                  </a:pathLst>
                </a:custGeom>
                <a:solidFill>
                  <a:srgbClr val="F4BD58">
                    <a:alpha val="38000"/>
                  </a:srgbClr>
                </a:solidFill>
                <a:ln w="6954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9" name="path_1018"/>
                <p:cNvSpPr/>
                <p:nvPr/>
              </p:nvSpPr>
              <p:spPr>
                <a:xfrm>
                  <a:off x="15174654" y="5113611"/>
                  <a:ext cx="215739" cy="2225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594" h="24340">
                      <a:moveTo>
                        <a:pt x="10195" y="269"/>
                      </a:moveTo>
                      <a:cubicBezTo>
                        <a:pt x="5635" y="-931"/>
                        <a:pt x="2500" y="2069"/>
                        <a:pt x="2215" y="5669"/>
                      </a:cubicBezTo>
                      <a:cubicBezTo>
                        <a:pt x="-635" y="7469"/>
                        <a:pt x="-635" y="10469"/>
                        <a:pt x="1645" y="11969"/>
                      </a:cubicBezTo>
                      <a:cubicBezTo>
                        <a:pt x="4495" y="13769"/>
                        <a:pt x="7345" y="13169"/>
                        <a:pt x="8770" y="11969"/>
                      </a:cubicBezTo>
                      <a:cubicBezTo>
                        <a:pt x="7345" y="13769"/>
                        <a:pt x="6490" y="15269"/>
                        <a:pt x="6205" y="17069"/>
                      </a:cubicBezTo>
                      <a:cubicBezTo>
                        <a:pt x="4495" y="22469"/>
                        <a:pt x="8770" y="24269"/>
                        <a:pt x="14470" y="24269"/>
                      </a:cubicBezTo>
                      <a:cubicBezTo>
                        <a:pt x="20740" y="24869"/>
                        <a:pt x="24730" y="21569"/>
                        <a:pt x="23305" y="18269"/>
                      </a:cubicBezTo>
                      <a:cubicBezTo>
                        <a:pt x="22165" y="14969"/>
                        <a:pt x="18175" y="15269"/>
                        <a:pt x="15325" y="17069"/>
                      </a:cubicBezTo>
                      <a:cubicBezTo>
                        <a:pt x="12475" y="19769"/>
                        <a:pt x="11620" y="19169"/>
                        <a:pt x="11905" y="17969"/>
                      </a:cubicBezTo>
                      <a:cubicBezTo>
                        <a:pt x="12475" y="15569"/>
                        <a:pt x="15610" y="11369"/>
                        <a:pt x="16180" y="6869"/>
                      </a:cubicBezTo>
                      <a:cubicBezTo>
                        <a:pt x="16750" y="3569"/>
                        <a:pt x="13615" y="569"/>
                        <a:pt x="10195" y="269"/>
                      </a:cubicBezTo>
                      <a:close/>
                    </a:path>
                  </a:pathLst>
                </a:custGeom>
                <a:solidFill>
                  <a:srgbClr val="F4BD58">
                    <a:alpha val="38000"/>
                  </a:srgbClr>
                </a:solidFill>
                <a:ln w="7488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0" name="path_1019"/>
                <p:cNvSpPr/>
                <p:nvPr/>
              </p:nvSpPr>
              <p:spPr>
                <a:xfrm>
                  <a:off x="15189693" y="5220310"/>
                  <a:ext cx="125090" cy="723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680" h="7916" fill="none">
                      <a:moveTo>
                        <a:pt x="0" y="300"/>
                      </a:moveTo>
                      <a:cubicBezTo>
                        <a:pt x="2565" y="1500"/>
                        <a:pt x="5700" y="1200"/>
                        <a:pt x="7410" y="0"/>
                      </a:cubicBezTo>
                      <a:moveTo>
                        <a:pt x="10545" y="6600"/>
                      </a:moveTo>
                      <a:cubicBezTo>
                        <a:pt x="10260" y="8700"/>
                        <a:pt x="12825" y="7800"/>
                        <a:pt x="13680" y="7200"/>
                      </a:cubicBezTo>
                    </a:path>
                  </a:pathLst>
                </a:custGeom>
                <a:noFill/>
                <a:ln w="5349" cap="flat">
                  <a:solidFill>
                    <a:srgbClr val="50462C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1" name="path_1020"/>
                <p:cNvSpPr/>
                <p:nvPr/>
              </p:nvSpPr>
              <p:spPr>
                <a:xfrm>
                  <a:off x="15171450" y="5234026"/>
                  <a:ext cx="28666" cy="219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35" h="2400" fill="none">
                      <a:moveTo>
                        <a:pt x="3135" y="0"/>
                      </a:moveTo>
                      <a:lnTo>
                        <a:pt x="1140" y="2400"/>
                      </a:lnTo>
                      <a:moveTo>
                        <a:pt x="1995" y="900"/>
                      </a:moveTo>
                      <a:lnTo>
                        <a:pt x="0" y="1200"/>
                      </a:lnTo>
                    </a:path>
                  </a:pathLst>
                </a:custGeom>
                <a:noFill/>
                <a:ln w="6419" cap="flat">
                  <a:solidFill>
                    <a:srgbClr val="C57662">
                      <a:alpha val="38000"/>
                    </a:srgbClr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2" name="path_1021"/>
                <p:cNvSpPr/>
                <p:nvPr/>
              </p:nvSpPr>
              <p:spPr>
                <a:xfrm>
                  <a:off x="15208456" y="5165171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3" name="path_1022"/>
                <p:cNvSpPr/>
                <p:nvPr/>
              </p:nvSpPr>
              <p:spPr>
                <a:xfrm>
                  <a:off x="15271001" y="5170658"/>
                  <a:ext cx="14594" cy="224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96" h="2460">
                      <a:moveTo>
                        <a:pt x="1596" y="1230"/>
                      </a:moveTo>
                      <a:cubicBezTo>
                        <a:pt x="1596" y="1909"/>
                        <a:pt x="1239" y="2460"/>
                        <a:pt x="798" y="2460"/>
                      </a:cubicBezTo>
                      <a:cubicBezTo>
                        <a:pt x="357" y="2460"/>
                        <a:pt x="0" y="1909"/>
                        <a:pt x="0" y="1230"/>
                      </a:cubicBezTo>
                      <a:cubicBezTo>
                        <a:pt x="0" y="551"/>
                        <a:pt x="357" y="0"/>
                        <a:pt x="798" y="0"/>
                      </a:cubicBezTo>
                      <a:cubicBezTo>
                        <a:pt x="1239" y="0"/>
                        <a:pt x="1596" y="551"/>
                        <a:pt x="1596" y="1230"/>
                      </a:cubicBezTo>
                      <a:close/>
                    </a:path>
                  </a:pathLst>
                </a:custGeom>
                <a:solidFill>
                  <a:srgbClr val="343829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4" name="path_1023"/>
                <p:cNvSpPr/>
                <p:nvPr/>
              </p:nvSpPr>
              <p:spPr>
                <a:xfrm>
                  <a:off x="15192168" y="5206456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5" name="path_1024"/>
                <p:cNvSpPr/>
                <p:nvPr/>
              </p:nvSpPr>
              <p:spPr>
                <a:xfrm>
                  <a:off x="15215623" y="5214686"/>
                  <a:ext cx="5473" cy="57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9" h="630">
                      <a:moveTo>
                        <a:pt x="599" y="315"/>
                      </a:moveTo>
                      <a:cubicBezTo>
                        <a:pt x="599" y="489"/>
                        <a:pt x="465" y="630"/>
                        <a:pt x="299" y="630"/>
                      </a:cubicBezTo>
                      <a:cubicBezTo>
                        <a:pt x="134" y="630"/>
                        <a:pt x="0" y="489"/>
                        <a:pt x="0" y="315"/>
                      </a:cubicBezTo>
                      <a:cubicBezTo>
                        <a:pt x="0" y="141"/>
                        <a:pt x="134" y="0"/>
                        <a:pt x="299" y="0"/>
                      </a:cubicBezTo>
                      <a:cubicBezTo>
                        <a:pt x="465" y="0"/>
                        <a:pt x="599" y="141"/>
                        <a:pt x="599" y="315"/>
                      </a:cubicBezTo>
                      <a:close/>
                    </a:path>
                  </a:pathLst>
                </a:custGeom>
                <a:solidFill>
                  <a:srgbClr val="46452D">
                    <a:alpha val="380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6" name="path_1025"/>
                <p:cNvSpPr/>
                <p:nvPr/>
              </p:nvSpPr>
              <p:spPr>
                <a:xfrm>
                  <a:off x="15282468" y="5199461"/>
                  <a:ext cx="22933" cy="1975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8" h="2160">
                      <a:moveTo>
                        <a:pt x="2508" y="1080"/>
                      </a:moveTo>
                      <a:cubicBezTo>
                        <a:pt x="2508" y="1676"/>
                        <a:pt x="1947" y="2160"/>
                        <a:pt x="1254" y="2160"/>
                      </a:cubicBezTo>
                      <a:cubicBezTo>
                        <a:pt x="561" y="2160"/>
                        <a:pt x="0" y="1676"/>
                        <a:pt x="0" y="1080"/>
                      </a:cubicBezTo>
                      <a:cubicBezTo>
                        <a:pt x="0" y="484"/>
                        <a:pt x="561" y="0"/>
                        <a:pt x="1254" y="0"/>
                      </a:cubicBezTo>
                      <a:cubicBezTo>
                        <a:pt x="1947" y="0"/>
                        <a:pt x="2508" y="484"/>
                        <a:pt x="2508" y="1080"/>
                      </a:cubicBezTo>
                      <a:close/>
                    </a:path>
                  </a:pathLst>
                </a:custGeom>
                <a:solidFill>
                  <a:srgbClr val="F1AB7C">
                    <a:alpha val="36100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7" name="path_1026"/>
                <p:cNvSpPr/>
                <p:nvPr/>
              </p:nvSpPr>
              <p:spPr>
                <a:xfrm>
                  <a:off x="15239989" y="5129589"/>
                  <a:ext cx="19285" cy="168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9" h="1843">
                      <a:moveTo>
                        <a:pt x="2109" y="921"/>
                      </a:moveTo>
                      <a:cubicBezTo>
                        <a:pt x="2109" y="1430"/>
                        <a:pt x="1637" y="1843"/>
                        <a:pt x="1055" y="1843"/>
                      </a:cubicBezTo>
                      <a:cubicBezTo>
                        <a:pt x="472" y="1843"/>
                        <a:pt x="0" y="1430"/>
                        <a:pt x="0" y="921"/>
                      </a:cubicBezTo>
                      <a:cubicBezTo>
                        <a:pt x="0" y="412"/>
                        <a:pt x="472" y="0"/>
                        <a:pt x="1055" y="0"/>
                      </a:cubicBezTo>
                      <a:cubicBezTo>
                        <a:pt x="1637" y="0"/>
                        <a:pt x="2109" y="412"/>
                        <a:pt x="2109" y="921"/>
                      </a:cubicBezTo>
                      <a:close/>
                    </a:path>
                  </a:pathLst>
                </a:custGeom>
                <a:solidFill>
                  <a:srgbClr val="E9A94B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8" name="path_1027"/>
                <p:cNvSpPr/>
                <p:nvPr/>
              </p:nvSpPr>
              <p:spPr>
                <a:xfrm>
                  <a:off x="15261880" y="5228789"/>
                  <a:ext cx="11988" cy="1047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11" h="1145">
                      <a:moveTo>
                        <a:pt x="1311" y="573"/>
                      </a:moveTo>
                      <a:cubicBezTo>
                        <a:pt x="1311" y="889"/>
                        <a:pt x="1018" y="1145"/>
                        <a:pt x="656" y="1145"/>
                      </a:cubicBezTo>
                      <a:cubicBezTo>
                        <a:pt x="293" y="1145"/>
                        <a:pt x="0" y="889"/>
                        <a:pt x="0" y="573"/>
                      </a:cubicBezTo>
                      <a:cubicBezTo>
                        <a:pt x="0" y="256"/>
                        <a:pt x="293" y="0"/>
                        <a:pt x="656" y="0"/>
                      </a:cubicBezTo>
                      <a:cubicBezTo>
                        <a:pt x="1018" y="0"/>
                        <a:pt x="1311" y="256"/>
                        <a:pt x="1311" y="573"/>
                      </a:cubicBezTo>
                      <a:close/>
                    </a:path>
                  </a:pathLst>
                </a:custGeom>
                <a:solidFill>
                  <a:srgbClr val="E9A94B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9" name="path_1028"/>
                <p:cNvSpPr/>
                <p:nvPr/>
              </p:nvSpPr>
              <p:spPr>
                <a:xfrm>
                  <a:off x="15240511" y="5283197"/>
                  <a:ext cx="13030" cy="113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25" h="1245">
                      <a:moveTo>
                        <a:pt x="1425" y="622"/>
                      </a:moveTo>
                      <a:cubicBezTo>
                        <a:pt x="1425" y="966"/>
                        <a:pt x="1106" y="1245"/>
                        <a:pt x="713" y="1245"/>
                      </a:cubicBezTo>
                      <a:cubicBezTo>
                        <a:pt x="319" y="1245"/>
                        <a:pt x="0" y="966"/>
                        <a:pt x="0" y="622"/>
                      </a:cubicBezTo>
                      <a:cubicBezTo>
                        <a:pt x="0" y="279"/>
                        <a:pt x="319" y="0"/>
                        <a:pt x="713" y="0"/>
                      </a:cubicBezTo>
                      <a:cubicBezTo>
                        <a:pt x="1106" y="0"/>
                        <a:pt x="1425" y="279"/>
                        <a:pt x="1425" y="622"/>
                      </a:cubicBezTo>
                      <a:close/>
                    </a:path>
                  </a:pathLst>
                </a:custGeom>
                <a:solidFill>
                  <a:srgbClr val="E9A94B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0" name="path_1029"/>
                <p:cNvSpPr/>
                <p:nvPr/>
              </p:nvSpPr>
              <p:spPr>
                <a:xfrm>
                  <a:off x="15322080" y="5305826"/>
                  <a:ext cx="11467" cy="100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54" h="1096">
                      <a:moveTo>
                        <a:pt x="1254" y="548"/>
                      </a:moveTo>
                      <a:cubicBezTo>
                        <a:pt x="1254" y="850"/>
                        <a:pt x="973" y="1096"/>
                        <a:pt x="627" y="1096"/>
                      </a:cubicBezTo>
                      <a:cubicBezTo>
                        <a:pt x="281" y="1096"/>
                        <a:pt x="0" y="850"/>
                        <a:pt x="0" y="548"/>
                      </a:cubicBezTo>
                      <a:cubicBezTo>
                        <a:pt x="0" y="245"/>
                        <a:pt x="281" y="0"/>
                        <a:pt x="627" y="0"/>
                      </a:cubicBezTo>
                      <a:cubicBezTo>
                        <a:pt x="973" y="0"/>
                        <a:pt x="1254" y="245"/>
                        <a:pt x="1254" y="548"/>
                      </a:cubicBezTo>
                      <a:close/>
                    </a:path>
                  </a:pathLst>
                </a:custGeom>
                <a:solidFill>
                  <a:srgbClr val="E9A94B">
                    <a:alpha val="22799"/>
                  </a:srgb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</p:grpSp>
        <p:sp>
          <p:nvSpPr>
            <p:cNvPr id="1031" name="text_1030"/>
            <p:cNvSpPr txBox="1"/>
            <p:nvPr/>
          </p:nvSpPr>
          <p:spPr>
            <a:xfrm>
              <a:off x="15026161" y="5381857"/>
              <a:ext cx="1348174" cy="3209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i="1" b="0" lang="en-US">
                  <a:solidFill>
                    <a:srgbClr val="060707"/>
                  </a:solidFill>
                  <a:latin typeface="Arial"/>
                </a:rPr>
                <a:t>Cached key</a:t>
              </a:r>
            </a:p>
          </p:txBody>
        </p:sp>
        <p:sp>
          <p:nvSpPr>
            <p:cNvPr id="1032" name="text_1031"/>
            <p:cNvSpPr txBox="1"/>
            <p:nvPr/>
          </p:nvSpPr>
          <p:spPr>
            <a:xfrm>
              <a:off x="15149726" y="5701897"/>
              <a:ext cx="1101043" cy="3209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i="1" b="0" lang="en-US">
                  <a:solidFill>
                    <a:srgbClr val="060707"/>
                  </a:solidFill>
                  <a:latin typeface="Arial"/>
                </a:rPr>
                <a:t>dictionary</a:t>
              </a:r>
            </a:p>
          </p:txBody>
        </p:sp>
        <p:sp>
          <p:nvSpPr>
            <p:cNvPr id="1033" name="text_1032"/>
            <p:cNvSpPr txBox="1"/>
            <p:nvPr/>
          </p:nvSpPr>
          <p:spPr>
            <a:xfrm>
              <a:off x="11134298" y="6226462"/>
              <a:ext cx="4285579" cy="358993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74" i="1" b="0" lang="en-US">
                  <a:solidFill>
                    <a:srgbClr val="060707"/>
                  </a:solidFill>
                  <a:latin typeface="Arial"/>
                </a:rPr>
                <a:t>(c) Semantic Invariance Constraint</a:t>
              </a:r>
            </a:p>
          </p:txBody>
        </p:sp>
        <p:sp>
          <p:nvSpPr>
            <p:cNvPr id="1034" name="text_1033"/>
            <p:cNvSpPr txBox="1"/>
            <p:nvPr/>
          </p:nvSpPr>
          <p:spPr>
            <a:xfrm>
              <a:off x="11213614" y="6585061"/>
              <a:ext cx="4090371" cy="368503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i="1" b="0" lang="en-US">
                  <a:solidFill>
                    <a:srgbClr val="060707"/>
                  </a:solidFill>
                  <a:latin typeface="Arial"/>
                </a:rPr>
                <a:t>&amp; Layperson-tailored Adaptation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Magical Medical Lay Language Generation via Semantic Invariance and Layperson-tailored Adap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0951" cy="6949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Medical Lay Language Generation</dc:title>
  <dc:subject>Editable reconstruction of the reference architecture diagram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