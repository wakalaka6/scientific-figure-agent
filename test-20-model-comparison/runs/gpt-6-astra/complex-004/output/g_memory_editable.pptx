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fntdata" ContentType="application/x-fontdata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0" autoCompressPictures="0" embedTrueTypeFonts="1">
  <p:sldMasterIdLst>
    <p:sldMasterId id="2147483648" r:id="rId1"/>
  </p:sldMasterIdLst>
  <p:sldIdLst>
    <p:sldId id="256" r:id="rId7"/>
    <p:sldId id="257" r:id="rId16"/>
  </p:sldIdLst>
  <p:sldSz cx="17748504" cy="9976104" type="screen4x3"/>
  <p:notesSz cx="6858000" cy="9144000"/>
  <p:embeddedFontLst>
    <p:embeddedFont>
      <p:font typeface="Liberation Serif" pitchFamily="34" charset="0"/>
      <p:regular r:id="rId8"/>
      <p:bold r:id="rId9"/>
      <p:italic r:id="rId10"/>
      <p:boldItalic r:id="rId11"/>
    </p:embeddedFont>
    <p:embeddedFont>
      <p:font typeface="Liberation Sans" pitchFamily="34" charset="0"/>
      <p:regular r:id="rId12"/>
    </p:embeddedFont>
    <p:embeddedFont>
      <p:font typeface="Comic Neue" pitchFamily="34" charset="0"/>
      <p:regular r:id="rId13"/>
    </p:embeddedFont>
    <p:embeddedFont>
      <p:font typeface="Latin Modern Mono" pitchFamily="34" charset="0"/>
      <p:regular r:id="rId14"/>
    </p:embeddedFont>
    <p:embeddedFont>
      <p:font typeface="Latin Modern Math" pitchFamily="34" charset="0"/>
      <p:regular r:id="rId15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font" Target="fonts/font1.fntdata"/><Relationship Id="rId9" Type="http://schemas.openxmlformats.org/officeDocument/2006/relationships/font" Target="fonts/font2.fntdata"/><Relationship Id="rId10" Type="http://schemas.openxmlformats.org/officeDocument/2006/relationships/font" Target="fonts/font3.fntdata"/><Relationship Id="rId11" Type="http://schemas.openxmlformats.org/officeDocument/2006/relationships/font" Target="fonts/font4.fntdata"/><Relationship Id="rId12" Type="http://schemas.openxmlformats.org/officeDocument/2006/relationships/font" Target="fonts/font5.fntdata"/><Relationship Id="rId13" Type="http://schemas.openxmlformats.org/officeDocument/2006/relationships/font" Target="fonts/font6.fntdata"/><Relationship Id="rId14" Type="http://schemas.openxmlformats.org/officeDocument/2006/relationships/font" Target="fonts/font7.fntdata"/><Relationship Id="rId15" Type="http://schemas.openxmlformats.org/officeDocument/2006/relationships/font" Target="fonts/font8.fntdata"/><Relationship Id="rId16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page-background"/>
          <p:cNvGrpSpPr/>
          <p:nvPr/>
        </p:nvGrpSpPr>
        <p:grpSpPr>
          <a:xfrm>
            <a:off x="0" y="0"/>
            <a:ext cx="17748504" cy="9976104"/>
            <a:chOff x="0" y="0"/>
            <a:chExt cx="17748504" cy="9976104"/>
          </a:xfrm>
        </p:grpSpPr>
        <p:sp>
          <p:nvSpPr>
            <p:cNvPr id="3" name="0001 Rectangle 2"/>
            <p:cNvSpPr/>
            <p:nvPr/>
          </p:nvSpPr>
          <p:spPr>
            <a:xfrm>
              <a:off x="0" y="0"/>
              <a:ext cx="17748504" cy="9976104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" name="0002 Rectangle 3"/>
            <p:cNvSpPr/>
            <p:nvPr/>
          </p:nvSpPr>
          <p:spPr>
            <a:xfrm>
              <a:off x="155448" y="182880"/>
              <a:ext cx="17483328" cy="9784080"/>
            </a:xfrm>
            <a:prstGeom prst="rect">
              <a:avLst/>
            </a:prstGeom>
            <a:noFill/>
            <a:ln w="18288" cap="rnd">
              <a:solidFill>
                <a:srgbClr val="8A8C89"/>
              </a:solidFill>
              <a:custDash>
                <a:ds d="1250000" sp="1300000"/>
              </a:custDash>
              <a:round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5" name="symbols-legend"/>
          <p:cNvGrpSpPr/>
          <p:nvPr/>
        </p:nvGrpSpPr>
        <p:grpSpPr>
          <a:xfrm>
            <a:off x="320040" y="374904"/>
            <a:ext cx="3337560" cy="2642616"/>
            <a:chOff x="320040" y="374904"/>
            <a:chExt cx="3337560" cy="2642616"/>
          </a:xfrm>
        </p:grpSpPr>
        <p:sp>
          <p:nvSpPr>
            <p:cNvPr id="6" name="0003 Rectangle 5"/>
            <p:cNvSpPr/>
            <p:nvPr/>
          </p:nvSpPr>
          <p:spPr>
            <a:xfrm>
              <a:off x="484632" y="539496"/>
              <a:ext cx="3172968" cy="2478024"/>
            </a:xfrm>
            <a:prstGeom prst="rect">
              <a:avLst/>
            </a:prstGeom>
            <a:solidFill>
              <a:srgbClr val="F3F3F3">
                <a:alpha val="35000"/>
              </a:srgbClr>
            </a:solidFill>
            <a:ln w="36576" cap="rnd">
              <a:solidFill>
                <a:srgbClr val="848582"/>
              </a:solidFill>
              <a:round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" name="0004 Rectangle 6"/>
            <p:cNvSpPr/>
            <p:nvPr/>
          </p:nvSpPr>
          <p:spPr>
            <a:xfrm>
              <a:off x="402336" y="457200"/>
              <a:ext cx="3172968" cy="2478024"/>
            </a:xfrm>
            <a:prstGeom prst="rect">
              <a:avLst/>
            </a:prstGeom>
            <a:solidFill>
              <a:srgbClr val="F3F3F3">
                <a:alpha val="35000"/>
              </a:srgbClr>
            </a:solidFill>
            <a:ln w="36576" cap="rnd">
              <a:solidFill>
                <a:srgbClr val="848582"/>
              </a:solidFill>
              <a:round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" name="0005 Rectangle 7"/>
            <p:cNvSpPr/>
            <p:nvPr/>
          </p:nvSpPr>
          <p:spPr>
            <a:xfrm>
              <a:off x="320040" y="374904"/>
              <a:ext cx="3172968" cy="2478024"/>
            </a:xfrm>
            <a:prstGeom prst="rect">
              <a:avLst/>
            </a:prstGeom>
            <a:solidFill>
              <a:srgbClr val="F3F3F3">
                <a:alpha val="85000"/>
              </a:srgbClr>
            </a:solidFill>
            <a:ln w="36576" cap="rnd">
              <a:solidFill>
                <a:srgbClr val="848582"/>
              </a:solidFill>
              <a:round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grpSp>
          <p:nvGrpSpPr>
            <p:cNvPr id="9" name="clipboard-57-56"/>
            <p:cNvGrpSpPr/>
            <p:nvPr/>
          </p:nvGrpSpPr>
          <p:grpSpPr>
            <a:xfrm>
              <a:off x="499811" y="512064"/>
              <a:ext cx="335219" cy="356616"/>
              <a:chOff x="499811" y="512064"/>
              <a:chExt cx="335219" cy="356616"/>
            </a:xfrm>
          </p:grpSpPr>
          <p:sp>
            <p:nvSpPr>
              <p:cNvPr id="10" name="0006 Rounded Rectangle 9"/>
              <p:cNvSpPr/>
              <p:nvPr/>
            </p:nvSpPr>
            <p:spPr>
              <a:xfrm>
                <a:off x="521208" y="547726"/>
                <a:ext cx="249631" cy="320954"/>
              </a:xfrm>
              <a:prstGeom prst="roundRect">
                <a:avLst>
                  <a:gd name="adj" fmla="val 14285"/>
                </a:avLst>
              </a:prstGeom>
              <a:solidFill>
                <a:srgbClr val="D99269"/>
              </a:solidFill>
              <a:ln w="14264" cap="rnd">
                <a:solidFill>
                  <a:srgbClr val="262A28"/>
                </a:solidFill>
                <a:round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1" name="0007 Rounded Rectangle 10"/>
              <p:cNvSpPr/>
              <p:nvPr/>
            </p:nvSpPr>
            <p:spPr>
              <a:xfrm>
                <a:off x="564002" y="576255"/>
                <a:ext cx="164043" cy="249631"/>
              </a:xfrm>
              <a:prstGeom prst="roundRect">
                <a:avLst>
                  <a:gd name="adj" fmla="val 8695"/>
                </a:avLst>
              </a:prstGeom>
              <a:solidFill>
                <a:srgbClr val="E8F4F2"/>
              </a:solidFill>
              <a:ln w="11411" cap="rnd">
                <a:solidFill>
                  <a:srgbClr val="26312D"/>
                </a:solidFill>
                <a:round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2" name="0008 Rounded Rectangle 11"/>
              <p:cNvSpPr/>
              <p:nvPr/>
            </p:nvSpPr>
            <p:spPr>
              <a:xfrm>
                <a:off x="578267" y="512064"/>
                <a:ext cx="149779" cy="85588"/>
              </a:xfrm>
              <a:prstGeom prst="roundRect">
                <a:avLst>
                  <a:gd name="adj" fmla="val 25000"/>
                </a:avLst>
              </a:prstGeom>
              <a:solidFill>
                <a:srgbClr val="FFD565"/>
              </a:solidFill>
              <a:ln w="10698" cap="rnd">
                <a:solidFill>
                  <a:srgbClr val="222B2B"/>
                </a:solidFill>
                <a:round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3" name="0009 Oval 12"/>
              <p:cNvSpPr/>
              <p:nvPr/>
            </p:nvSpPr>
            <p:spPr>
              <a:xfrm>
                <a:off x="605369" y="532034"/>
                <a:ext cx="31382" cy="31382"/>
              </a:xfrm>
              <a:prstGeom prst="ellipse">
                <a:avLst/>
              </a:prstGeom>
              <a:solidFill>
                <a:srgbClr val="83A6B0"/>
              </a:solidFill>
              <a:ln w="7845" cap="rnd">
                <a:solidFill>
                  <a:srgbClr val="222B2B"/>
                </a:solidFill>
                <a:round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4" name="0010 Oval 13"/>
              <p:cNvSpPr/>
              <p:nvPr/>
            </p:nvSpPr>
            <p:spPr>
              <a:xfrm>
                <a:off x="676693" y="532034"/>
                <a:ext cx="31382" cy="31382"/>
              </a:xfrm>
              <a:prstGeom prst="ellipse">
                <a:avLst/>
              </a:prstGeom>
              <a:solidFill>
                <a:srgbClr val="83A6B0"/>
              </a:solidFill>
              <a:ln w="7845" cap="rnd">
                <a:solidFill>
                  <a:srgbClr val="222B2B"/>
                </a:solidFill>
                <a:round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5" name="0011 Rectangle 14"/>
              <p:cNvSpPr/>
              <p:nvPr/>
            </p:nvSpPr>
            <p:spPr>
              <a:xfrm>
                <a:off x="592531" y="640446"/>
                <a:ext cx="106985" cy="91"/>
              </a:xfrm>
              <a:custGeom>
                <a:avLst/>
                <a:gdLst/>
                <a:ahLst/>
                <a:cxnLst/>
                <a:rect l="0" t="0" r="r" b="b"/>
                <a:pathLst>
                  <a:path w="11700" h="10">
                    <a:moveTo>
                      <a:pt x="0" y="0"/>
                    </a:moveTo>
                    <a:lnTo>
                      <a:pt x="11700" y="0"/>
                    </a:lnTo>
                  </a:path>
                </a:pathLst>
              </a:custGeom>
              <a:noFill/>
              <a:ln w="11411" cap="rnd">
                <a:solidFill>
                  <a:srgbClr val="334143"/>
                </a:solidFill>
                <a:round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6" name="0012 Rectangle 15"/>
              <p:cNvSpPr/>
              <p:nvPr/>
            </p:nvSpPr>
            <p:spPr>
              <a:xfrm>
                <a:off x="592531" y="676107"/>
                <a:ext cx="106985" cy="91"/>
              </a:xfrm>
              <a:custGeom>
                <a:avLst/>
                <a:gdLst/>
                <a:ahLst/>
                <a:cxnLst/>
                <a:rect l="0" t="0" r="r" b="b"/>
                <a:pathLst>
                  <a:path w="11700" h="10">
                    <a:moveTo>
                      <a:pt x="0" y="0"/>
                    </a:moveTo>
                    <a:lnTo>
                      <a:pt x="11700" y="0"/>
                    </a:lnTo>
                  </a:path>
                </a:pathLst>
              </a:custGeom>
              <a:noFill/>
              <a:ln w="11411" cap="rnd">
                <a:solidFill>
                  <a:srgbClr val="334143"/>
                </a:solidFill>
                <a:round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7" name="0013 Rectangle 16"/>
              <p:cNvSpPr/>
              <p:nvPr/>
            </p:nvSpPr>
            <p:spPr>
              <a:xfrm>
                <a:off x="592531" y="711769"/>
                <a:ext cx="106985" cy="91"/>
              </a:xfrm>
              <a:custGeom>
                <a:avLst/>
                <a:gdLst/>
                <a:ahLst/>
                <a:cxnLst/>
                <a:rect l="0" t="0" r="r" b="b"/>
                <a:pathLst>
                  <a:path w="11700" h="10">
                    <a:moveTo>
                      <a:pt x="0" y="0"/>
                    </a:moveTo>
                    <a:lnTo>
                      <a:pt x="11700" y="0"/>
                    </a:lnTo>
                  </a:path>
                </a:pathLst>
              </a:custGeom>
              <a:noFill/>
              <a:ln w="11411" cap="rnd">
                <a:solidFill>
                  <a:srgbClr val="334143"/>
                </a:solidFill>
                <a:round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8" name="0014 Rectangle 17"/>
              <p:cNvSpPr/>
              <p:nvPr/>
            </p:nvSpPr>
            <p:spPr>
              <a:xfrm>
                <a:off x="592531" y="747431"/>
                <a:ext cx="106985" cy="91"/>
              </a:xfrm>
              <a:custGeom>
                <a:avLst/>
                <a:gdLst/>
                <a:ahLst/>
                <a:cxnLst/>
                <a:rect l="0" t="0" r="r" b="b"/>
                <a:pathLst>
                  <a:path w="11700" h="10">
                    <a:moveTo>
                      <a:pt x="0" y="0"/>
                    </a:moveTo>
                    <a:lnTo>
                      <a:pt x="11700" y="0"/>
                    </a:lnTo>
                  </a:path>
                </a:pathLst>
              </a:custGeom>
              <a:noFill/>
              <a:ln w="11411" cap="rnd">
                <a:solidFill>
                  <a:srgbClr val="334143"/>
                </a:solidFill>
                <a:round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9" name="0015 Rectangle 18"/>
              <p:cNvSpPr/>
              <p:nvPr/>
            </p:nvSpPr>
            <p:spPr>
              <a:xfrm>
                <a:off x="592531" y="783092"/>
                <a:ext cx="71323" cy="91"/>
              </a:xfrm>
              <a:custGeom>
                <a:avLst/>
                <a:gdLst/>
                <a:ahLst/>
                <a:cxnLst/>
                <a:rect l="0" t="0" r="r" b="b"/>
                <a:pathLst>
                  <a:path w="7800" h="10">
                    <a:moveTo>
                      <a:pt x="0" y="0"/>
                    </a:moveTo>
                    <a:lnTo>
                      <a:pt x="7800" y="0"/>
                    </a:lnTo>
                  </a:path>
                </a:pathLst>
              </a:custGeom>
              <a:noFill/>
              <a:ln w="11411" cap="rnd">
                <a:solidFill>
                  <a:srgbClr val="334143"/>
                </a:solidFill>
                <a:round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0" name="0016 Rounded Rectangle 19"/>
              <p:cNvSpPr/>
              <p:nvPr/>
            </p:nvSpPr>
            <p:spPr>
              <a:xfrm>
                <a:off x="499811" y="547726"/>
                <a:ext cx="49926" cy="306690"/>
              </a:xfrm>
              <a:prstGeom prst="roundRect">
                <a:avLst>
                  <a:gd name="adj" fmla="val 28571"/>
                </a:avLst>
              </a:prstGeom>
              <a:solidFill>
                <a:srgbClr val="E4E789"/>
              </a:solidFill>
              <a:ln w="11411" cap="rnd">
                <a:solidFill>
                  <a:srgbClr val="293934"/>
                </a:solidFill>
                <a:round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1" name="0017 Rectangle 20"/>
              <p:cNvSpPr/>
              <p:nvPr/>
            </p:nvSpPr>
            <p:spPr>
              <a:xfrm>
                <a:off x="510510" y="569123"/>
                <a:ext cx="28529" cy="28529"/>
              </a:xfrm>
              <a:prstGeom prst="rect">
                <a:avLst/>
              </a:prstGeom>
              <a:solidFill>
                <a:srgbClr val="95DAE5"/>
              </a:solidFill>
              <a:ln w="4992" cap="rnd">
                <a:solidFill>
                  <a:srgbClr val="233838"/>
                </a:solidFill>
                <a:round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2" name="0018 Rectangle 21"/>
              <p:cNvSpPr/>
              <p:nvPr/>
            </p:nvSpPr>
            <p:spPr>
              <a:xfrm>
                <a:off x="510510" y="619049"/>
                <a:ext cx="28529" cy="28529"/>
              </a:xfrm>
              <a:prstGeom prst="rect">
                <a:avLst/>
              </a:prstGeom>
              <a:solidFill>
                <a:srgbClr val="95DAE5"/>
              </a:solidFill>
              <a:ln w="4992" cap="rnd">
                <a:solidFill>
                  <a:srgbClr val="233838"/>
                </a:solidFill>
                <a:round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3" name="0019 Rectangle 22"/>
              <p:cNvSpPr/>
              <p:nvPr/>
            </p:nvSpPr>
            <p:spPr>
              <a:xfrm>
                <a:off x="510510" y="668975"/>
                <a:ext cx="28529" cy="28529"/>
              </a:xfrm>
              <a:prstGeom prst="rect">
                <a:avLst/>
              </a:prstGeom>
              <a:solidFill>
                <a:srgbClr val="95DAE5"/>
              </a:solidFill>
              <a:ln w="4992" cap="rnd">
                <a:solidFill>
                  <a:srgbClr val="233838"/>
                </a:solidFill>
                <a:round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4" name="0020 Rectangle 23"/>
              <p:cNvSpPr/>
              <p:nvPr/>
            </p:nvSpPr>
            <p:spPr>
              <a:xfrm>
                <a:off x="510510" y="718901"/>
                <a:ext cx="28529" cy="28529"/>
              </a:xfrm>
              <a:prstGeom prst="rect">
                <a:avLst/>
              </a:prstGeom>
              <a:solidFill>
                <a:srgbClr val="95DAE5"/>
              </a:solidFill>
              <a:ln w="4992" cap="rnd">
                <a:solidFill>
                  <a:srgbClr val="233838"/>
                </a:solidFill>
                <a:round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5" name="0021 Rectangle 24"/>
              <p:cNvSpPr/>
              <p:nvPr/>
            </p:nvSpPr>
            <p:spPr>
              <a:xfrm>
                <a:off x="510510" y="768828"/>
                <a:ext cx="28529" cy="28529"/>
              </a:xfrm>
              <a:prstGeom prst="rect">
                <a:avLst/>
              </a:prstGeom>
              <a:solidFill>
                <a:srgbClr val="95DAE5"/>
              </a:solidFill>
              <a:ln w="4992" cap="rnd">
                <a:solidFill>
                  <a:srgbClr val="233838"/>
                </a:solidFill>
                <a:round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6" name="0022 Rectangle 25"/>
              <p:cNvSpPr/>
              <p:nvPr/>
            </p:nvSpPr>
            <p:spPr>
              <a:xfrm>
                <a:off x="806501" y="561990"/>
                <a:ext cx="28529" cy="228234"/>
              </a:xfrm>
              <a:prstGeom prst="rect">
                <a:avLst/>
              </a:prstGeom>
              <a:solidFill>
                <a:srgbClr val="DD2523"/>
              </a:solidFill>
              <a:ln w="7132" cap="rnd">
                <a:solidFill>
                  <a:srgbClr val="151515"/>
                </a:solidFill>
                <a:round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7" name="0023 Rectangle 26"/>
              <p:cNvSpPr/>
              <p:nvPr/>
            </p:nvSpPr>
            <p:spPr>
              <a:xfrm>
                <a:off x="806501" y="519196"/>
                <a:ext cx="28529" cy="42794"/>
              </a:xfrm>
              <a:custGeom>
                <a:avLst/>
                <a:gdLst/>
                <a:ahLst/>
                <a:cxnLst/>
                <a:rect l="0" t="0" r="r" b="b"/>
                <a:pathLst>
                  <a:path w="3120" h="4680">
                    <a:moveTo>
                      <a:pt x="0" y="4680"/>
                    </a:moveTo>
                    <a:lnTo>
                      <a:pt x="1560" y="0"/>
                    </a:lnTo>
                    <a:lnTo>
                      <a:pt x="3120" y="4680"/>
                    </a:lnTo>
                    <a:close/>
                  </a:path>
                </a:pathLst>
              </a:custGeom>
              <a:solidFill>
                <a:srgbClr val="F0D196"/>
              </a:solidFill>
              <a:ln w="7132" cap="rnd">
                <a:solidFill>
                  <a:srgbClr val="181818"/>
                </a:solidFill>
                <a:round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</p:grpSp>
        <p:sp>
          <p:nvSpPr>
            <p:cNvPr id="28" name="Symbols"/>
            <p:cNvSpPr txBox="1"/>
            <p:nvPr/>
          </p:nvSpPr>
          <p:spPr>
            <a:xfrm>
              <a:off x="969264" y="512064"/>
              <a:ext cx="2011680" cy="393924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Ctr="0" anchor="t">
              <a:noAutofit/>
            </a:bodyPr>
            <a:lstStyle/>
            <a:p>
              <a:pPr algn="l">
                <a:lnSpc>
                  <a:spcPts val="2741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2448" b="1" i="0">
                  <a:solidFill>
                    <a:srgbClr val="000000"/>
                  </a:solidFill>
                  <a:latin typeface="Liberation Serif"/>
                </a:rPr>
                <a:t>Symbols</a:t>
              </a:r>
            </a:p>
          </p:txBody>
        </p:sp>
        <p:sp>
          <p:nvSpPr>
            <p:cNvPr id="29" name="0025 Rectangle 28"/>
            <p:cNvSpPr/>
            <p:nvPr/>
          </p:nvSpPr>
          <p:spPr>
            <a:xfrm>
              <a:off x="457200" y="987552"/>
              <a:ext cx="832104" cy="228600"/>
            </a:xfrm>
            <a:prstGeom prst="rect">
              <a:avLst/>
            </a:prstGeom>
            <a:solidFill>
              <a:srgbClr val="05050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0" name="Black font:"/>
            <p:cNvSpPr txBox="1"/>
            <p:nvPr/>
          </p:nvSpPr>
          <p:spPr>
            <a:xfrm>
              <a:off x="466344" y="987552"/>
              <a:ext cx="841248" cy="260787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Ctr="0" anchor="t">
              <a:noAutofit/>
            </a:bodyPr>
            <a:lstStyle/>
            <a:p>
              <a:pPr algn="l">
                <a:lnSpc>
                  <a:spcPts val="169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12" b="0" i="0">
                  <a:solidFill>
                    <a:srgbClr val="FFFFFF"/>
                  </a:solidFill>
                  <a:latin typeface="Comic Neue"/>
                </a:rPr>
                <a:t>Black font:</a:t>
              </a:r>
            </a:p>
          </p:txBody>
        </p:sp>
        <p:sp>
          <p:nvSpPr>
            <p:cNvPr id="31" name="Notations"/>
            <p:cNvSpPr txBox="1"/>
            <p:nvPr/>
          </p:nvSpPr>
          <p:spPr>
            <a:xfrm>
              <a:off x="1371600" y="987552"/>
              <a:ext cx="1645920" cy="260787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Ctr="0" anchor="t">
              <a:noAutofit/>
            </a:bodyPr>
            <a:lstStyle/>
            <a:p>
              <a:pPr algn="l">
                <a:lnSpc>
                  <a:spcPts val="169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12" b="0" i="0">
                  <a:solidFill>
                    <a:srgbClr val="000000"/>
                  </a:solidFill>
                  <a:latin typeface="Comic Neue"/>
                </a:rPr>
                <a:t>Notations</a:t>
              </a:r>
            </a:p>
          </p:txBody>
        </p:sp>
        <p:sp>
          <p:nvSpPr>
            <p:cNvPr id="32" name="0028 Rectangle 31"/>
            <p:cNvSpPr/>
            <p:nvPr/>
          </p:nvSpPr>
          <p:spPr>
            <a:xfrm>
              <a:off x="466344" y="1298448"/>
              <a:ext cx="731520" cy="228600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3" name="Red font:"/>
            <p:cNvSpPr txBox="1"/>
            <p:nvPr/>
          </p:nvSpPr>
          <p:spPr>
            <a:xfrm>
              <a:off x="466344" y="1307592"/>
              <a:ext cx="786384" cy="260787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Ctr="0" anchor="t">
              <a:noAutofit/>
            </a:bodyPr>
            <a:lstStyle/>
            <a:p>
              <a:pPr algn="l">
                <a:lnSpc>
                  <a:spcPts val="169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12" b="0" i="0">
                  <a:solidFill>
                    <a:srgbClr val="FFFFFF"/>
                  </a:solidFill>
                  <a:latin typeface="Comic Neue"/>
                </a:rPr>
                <a:t>Red font:</a:t>
              </a:r>
            </a:p>
          </p:txBody>
        </p:sp>
        <p:sp>
          <p:nvSpPr>
            <p:cNvPr id="34" name="Operations"/>
            <p:cNvSpPr txBox="1"/>
            <p:nvPr/>
          </p:nvSpPr>
          <p:spPr>
            <a:xfrm>
              <a:off x="1261872" y="1307592"/>
              <a:ext cx="1920240" cy="260787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Ctr="0" anchor="t">
              <a:noAutofit/>
            </a:bodyPr>
            <a:lstStyle/>
            <a:p>
              <a:pPr algn="l">
                <a:lnSpc>
                  <a:spcPts val="169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12" b="0" i="0">
                  <a:solidFill>
                    <a:srgbClr val="000000"/>
                  </a:solidFill>
                  <a:latin typeface="Comic Neue"/>
                </a:rPr>
                <a:t>Operations</a:t>
              </a:r>
            </a:p>
          </p:txBody>
        </p:sp>
        <p:sp>
          <p:nvSpPr>
            <p:cNvPr id="35" name="0031 Rectangle 34"/>
            <p:cNvSpPr/>
            <p:nvPr/>
          </p:nvSpPr>
          <p:spPr>
            <a:xfrm>
              <a:off x="484632" y="1645920"/>
              <a:ext cx="758952" cy="173736"/>
            </a:xfrm>
            <a:custGeom>
              <a:avLst/>
              <a:gdLst/>
              <a:ahLst/>
              <a:cxnLst/>
              <a:rect l="0" t="0" r="r" b="b"/>
              <a:pathLst>
                <a:path w="83000" h="19000">
                  <a:moveTo>
                    <a:pt x="0" y="5000"/>
                  </a:moveTo>
                  <a:lnTo>
                    <a:pt x="72000" y="5000"/>
                  </a:lnTo>
                  <a:lnTo>
                    <a:pt x="72000" y="0"/>
                  </a:lnTo>
                  <a:lnTo>
                    <a:pt x="83000" y="8000"/>
                  </a:lnTo>
                  <a:lnTo>
                    <a:pt x="72000" y="19000"/>
                  </a:lnTo>
                  <a:lnTo>
                    <a:pt x="72000" y="13000"/>
                  </a:lnTo>
                  <a:lnTo>
                    <a:pt x="0" y="12000"/>
                  </a:lnTo>
                  <a:close/>
                </a:path>
              </a:pathLst>
            </a:custGeom>
            <a:solidFill>
              <a:srgbClr val="FFFFFF"/>
            </a:solidFill>
            <a:ln w="22859" cap="rnd">
              <a:solidFill>
                <a:srgbClr val="E00000"/>
              </a:solidFill>
              <a:round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6" name=": Forward Process"/>
            <p:cNvSpPr txBox="1"/>
            <p:nvPr/>
          </p:nvSpPr>
          <p:spPr>
            <a:xfrm>
              <a:off x="1289304" y="1591056"/>
              <a:ext cx="2194560" cy="260787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Ctr="0" anchor="t">
              <a:noAutofit/>
            </a:bodyPr>
            <a:lstStyle/>
            <a:p>
              <a:pPr algn="l">
                <a:lnSpc>
                  <a:spcPts val="169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12" b="0" i="0">
                  <a:solidFill>
                    <a:srgbClr val="000000"/>
                  </a:solidFill>
                  <a:latin typeface="Comic Neue"/>
                </a:rPr>
                <a:t>: Forward Process</a:t>
              </a:r>
            </a:p>
          </p:txBody>
        </p:sp>
        <p:sp>
          <p:nvSpPr>
            <p:cNvPr id="37" name="0033 Rectangle 36"/>
            <p:cNvSpPr/>
            <p:nvPr/>
          </p:nvSpPr>
          <p:spPr>
            <a:xfrm>
              <a:off x="484632" y="1984248"/>
              <a:ext cx="731520" cy="91"/>
            </a:xfrm>
            <a:custGeom>
              <a:avLst/>
              <a:gdLst/>
              <a:ahLst/>
              <a:cxnLst/>
              <a:rect l="0" t="0" r="r" b="b"/>
              <a:pathLst>
                <a:path w="80000" h="10">
                  <a:moveTo>
                    <a:pt x="0" y="0"/>
                  </a:moveTo>
                  <a:lnTo>
                    <a:pt x="80000" y="0"/>
                  </a:lnTo>
                </a:path>
              </a:pathLst>
            </a:custGeom>
            <a:noFill/>
            <a:ln w="45719" cap="rnd">
              <a:solidFill>
                <a:srgbClr val="6D706D"/>
              </a:solidFill>
              <a:round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8" name="0034 Rectangle 37"/>
            <p:cNvSpPr/>
            <p:nvPr/>
          </p:nvSpPr>
          <p:spPr>
            <a:xfrm>
              <a:off x="1124712" y="1931579"/>
              <a:ext cx="109728" cy="105339"/>
            </a:xfrm>
            <a:custGeom>
              <a:avLst/>
              <a:gdLst/>
              <a:ahLst/>
              <a:cxnLst/>
              <a:rect l="0" t="0" r="r" b="b"/>
              <a:pathLst>
                <a:path w="12000" h="11520">
                  <a:moveTo>
                    <a:pt x="12000" y="5760"/>
                  </a:moveTo>
                  <a:lnTo>
                    <a:pt x="0" y="11520"/>
                  </a:lnTo>
                  <a:lnTo>
                    <a:pt x="3000" y="576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6D706D"/>
            </a:solidFill>
            <a:ln w="29718" cap="rnd">
              <a:solidFill>
                <a:srgbClr val="6D706D"/>
              </a:solidFill>
              <a:round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9" name=": Edges between nodes"/>
            <p:cNvSpPr txBox="1"/>
            <p:nvPr/>
          </p:nvSpPr>
          <p:spPr>
            <a:xfrm>
              <a:off x="1289304" y="1883664"/>
              <a:ext cx="2194560" cy="260787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Ctr="0" anchor="t">
              <a:noAutofit/>
            </a:bodyPr>
            <a:lstStyle/>
            <a:p>
              <a:pPr algn="l">
                <a:lnSpc>
                  <a:spcPts val="169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12" b="0" i="0">
                  <a:solidFill>
                    <a:srgbClr val="000000"/>
                  </a:solidFill>
                  <a:latin typeface="Comic Neue"/>
                </a:rPr>
                <a:t>: Edges between nodes</a:t>
              </a:r>
            </a:p>
          </p:txBody>
        </p:sp>
        <p:sp>
          <p:nvSpPr>
            <p:cNvPr id="40" name="0036 Rectangle 39"/>
            <p:cNvSpPr/>
            <p:nvPr/>
          </p:nvSpPr>
          <p:spPr>
            <a:xfrm>
              <a:off x="465492" y="2176975"/>
              <a:ext cx="238534" cy="238194"/>
            </a:xfrm>
            <a:custGeom>
              <a:avLst/>
              <a:gdLst/>
              <a:ahLst/>
              <a:cxnLst/>
              <a:rect l="0" t="0" r="r" b="b"/>
              <a:pathLst>
                <a:path w="26086" h="26049">
                  <a:moveTo>
                    <a:pt x="26051" y="12923"/>
                  </a:moveTo>
                  <a:cubicBezTo>
                    <a:pt x="26016" y="14814"/>
                    <a:pt x="25602" y="16882"/>
                    <a:pt x="24769" y="18546"/>
                  </a:cubicBezTo>
                  <a:cubicBezTo>
                    <a:pt x="23937" y="20211"/>
                    <a:pt x="22520" y="21728"/>
                    <a:pt x="21057" y="22910"/>
                  </a:cubicBezTo>
                  <a:cubicBezTo>
                    <a:pt x="19595" y="24091"/>
                    <a:pt x="17796" y="25222"/>
                    <a:pt x="15995" y="25636"/>
                  </a:cubicBezTo>
                  <a:cubicBezTo>
                    <a:pt x="14193" y="26049"/>
                    <a:pt x="12065" y="25838"/>
                    <a:pt x="10247" y="25392"/>
                  </a:cubicBezTo>
                  <a:cubicBezTo>
                    <a:pt x="8430" y="24946"/>
                    <a:pt x="6549" y="24107"/>
                    <a:pt x="5088" y="22961"/>
                  </a:cubicBezTo>
                  <a:cubicBezTo>
                    <a:pt x="3628" y="21814"/>
                    <a:pt x="2332" y="20186"/>
                    <a:pt x="1486" y="18513"/>
                  </a:cubicBezTo>
                  <a:cubicBezTo>
                    <a:pt x="639" y="16840"/>
                    <a:pt x="0" y="14781"/>
                    <a:pt x="11" y="12923"/>
                  </a:cubicBezTo>
                  <a:cubicBezTo>
                    <a:pt x="22" y="11065"/>
                    <a:pt x="699" y="9030"/>
                    <a:pt x="1551" y="7365"/>
                  </a:cubicBezTo>
                  <a:cubicBezTo>
                    <a:pt x="2404" y="5700"/>
                    <a:pt x="3678" y="4088"/>
                    <a:pt x="5126" y="2933"/>
                  </a:cubicBezTo>
                  <a:cubicBezTo>
                    <a:pt x="6575" y="1778"/>
                    <a:pt x="8439" y="861"/>
                    <a:pt x="10243" y="437"/>
                  </a:cubicBezTo>
                  <a:cubicBezTo>
                    <a:pt x="12048" y="12"/>
                    <a:pt x="14129" y="0"/>
                    <a:pt x="15954" y="387"/>
                  </a:cubicBezTo>
                  <a:cubicBezTo>
                    <a:pt x="17780" y="774"/>
                    <a:pt x="19694" y="1624"/>
                    <a:pt x="21199" y="2759"/>
                  </a:cubicBezTo>
                  <a:cubicBezTo>
                    <a:pt x="22703" y="3894"/>
                    <a:pt x="24173" y="5504"/>
                    <a:pt x="24982" y="7198"/>
                  </a:cubicBezTo>
                  <a:cubicBezTo>
                    <a:pt x="25790" y="8892"/>
                    <a:pt x="26086" y="11032"/>
                    <a:pt x="26051" y="12923"/>
                  </a:cubicBezTo>
                  <a:close/>
                </a:path>
              </a:pathLst>
            </a:custGeom>
            <a:solidFill>
              <a:srgbClr val="8BD757"/>
            </a:solidFill>
            <a:ln w="27432" cap="rnd">
              <a:solidFill>
                <a:srgbClr val="096807"/>
              </a:solidFill>
              <a:round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1" name=": Insight node"/>
            <p:cNvSpPr txBox="1"/>
            <p:nvPr/>
          </p:nvSpPr>
          <p:spPr>
            <a:xfrm>
              <a:off x="768096" y="2176272"/>
              <a:ext cx="1289304" cy="260787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Ctr="0" anchor="t">
              <a:noAutofit/>
            </a:bodyPr>
            <a:lstStyle/>
            <a:p>
              <a:pPr algn="l">
                <a:lnSpc>
                  <a:spcPts val="169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12" b="0" i="0">
                  <a:solidFill>
                    <a:srgbClr val="000000"/>
                  </a:solidFill>
                  <a:latin typeface="Comic Neue"/>
                </a:rPr>
                <a:t>: Insight node</a:t>
              </a:r>
            </a:p>
          </p:txBody>
        </p:sp>
        <p:sp>
          <p:nvSpPr>
            <p:cNvPr id="42" name="0038 Rectangle 41"/>
            <p:cNvSpPr/>
            <p:nvPr/>
          </p:nvSpPr>
          <p:spPr>
            <a:xfrm>
              <a:off x="1993783" y="2184603"/>
              <a:ext cx="237914" cy="237445"/>
            </a:xfrm>
            <a:custGeom>
              <a:avLst/>
              <a:gdLst/>
              <a:ahLst/>
              <a:cxnLst/>
              <a:rect l="0" t="0" r="r" b="b"/>
              <a:pathLst>
                <a:path w="26019" h="25967">
                  <a:moveTo>
                    <a:pt x="25971" y="13089"/>
                  </a:moveTo>
                  <a:cubicBezTo>
                    <a:pt x="26019" y="14967"/>
                    <a:pt x="25627" y="17109"/>
                    <a:pt x="24800" y="18792"/>
                  </a:cubicBezTo>
                  <a:cubicBezTo>
                    <a:pt x="23973" y="20475"/>
                    <a:pt x="22507" y="22055"/>
                    <a:pt x="21009" y="23185"/>
                  </a:cubicBezTo>
                  <a:cubicBezTo>
                    <a:pt x="19510" y="24315"/>
                    <a:pt x="17623" y="25177"/>
                    <a:pt x="15807" y="25572"/>
                  </a:cubicBezTo>
                  <a:cubicBezTo>
                    <a:pt x="13990" y="25967"/>
                    <a:pt x="11961" y="25912"/>
                    <a:pt x="10112" y="25555"/>
                  </a:cubicBezTo>
                  <a:cubicBezTo>
                    <a:pt x="8263" y="25198"/>
                    <a:pt x="6196" y="24564"/>
                    <a:pt x="4710" y="23431"/>
                  </a:cubicBezTo>
                  <a:cubicBezTo>
                    <a:pt x="3225" y="22297"/>
                    <a:pt x="1979" y="20475"/>
                    <a:pt x="1199" y="18751"/>
                  </a:cubicBezTo>
                  <a:cubicBezTo>
                    <a:pt x="418" y="17028"/>
                    <a:pt x="0" y="14963"/>
                    <a:pt x="27" y="13089"/>
                  </a:cubicBezTo>
                  <a:cubicBezTo>
                    <a:pt x="54" y="11214"/>
                    <a:pt x="566" y="9210"/>
                    <a:pt x="1362" y="7505"/>
                  </a:cubicBezTo>
                  <a:cubicBezTo>
                    <a:pt x="2157" y="5800"/>
                    <a:pt x="3342" y="4012"/>
                    <a:pt x="4800" y="2859"/>
                  </a:cubicBezTo>
                  <a:cubicBezTo>
                    <a:pt x="6257" y="1707"/>
                    <a:pt x="8263" y="997"/>
                    <a:pt x="10104" y="589"/>
                  </a:cubicBezTo>
                  <a:cubicBezTo>
                    <a:pt x="11946" y="182"/>
                    <a:pt x="14043" y="0"/>
                    <a:pt x="15851" y="412"/>
                  </a:cubicBezTo>
                  <a:cubicBezTo>
                    <a:pt x="17659" y="825"/>
                    <a:pt x="19508" y="1879"/>
                    <a:pt x="20952" y="3064"/>
                  </a:cubicBezTo>
                  <a:cubicBezTo>
                    <a:pt x="22396" y="4249"/>
                    <a:pt x="23679" y="5852"/>
                    <a:pt x="24515" y="7523"/>
                  </a:cubicBezTo>
                  <a:cubicBezTo>
                    <a:pt x="25352" y="9194"/>
                    <a:pt x="25924" y="11211"/>
                    <a:pt x="25971" y="13089"/>
                  </a:cubicBezTo>
                  <a:close/>
                </a:path>
              </a:pathLst>
            </a:custGeom>
            <a:solidFill>
              <a:srgbClr val="8FC1F9"/>
            </a:solidFill>
            <a:ln w="27432" cap="rnd">
              <a:solidFill>
                <a:srgbClr val="0059AA"/>
              </a:solidFill>
              <a:round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3" name=": Query node"/>
            <p:cNvSpPr txBox="1"/>
            <p:nvPr/>
          </p:nvSpPr>
          <p:spPr>
            <a:xfrm>
              <a:off x="2286000" y="2176272"/>
              <a:ext cx="1115568" cy="260787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Ctr="0" anchor="t">
              <a:noAutofit/>
            </a:bodyPr>
            <a:lstStyle/>
            <a:p>
              <a:pPr algn="l">
                <a:lnSpc>
                  <a:spcPts val="169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12" b="0" i="0">
                  <a:solidFill>
                    <a:srgbClr val="000000"/>
                  </a:solidFill>
                  <a:latin typeface="Comic Neue"/>
                </a:rPr>
                <a:t>: Query node</a:t>
              </a:r>
            </a:p>
          </p:txBody>
        </p:sp>
        <p:sp>
          <p:nvSpPr>
            <p:cNvPr id="44" name="0040 Rectangle 43"/>
            <p:cNvSpPr/>
            <p:nvPr/>
          </p:nvSpPr>
          <p:spPr>
            <a:xfrm>
              <a:off x="475923" y="2512170"/>
              <a:ext cx="235639" cy="241218"/>
            </a:xfrm>
            <a:custGeom>
              <a:avLst/>
              <a:gdLst/>
              <a:ahLst/>
              <a:cxnLst/>
              <a:rect l="0" t="0" r="r" b="b"/>
              <a:pathLst>
                <a:path w="25770" h="26380">
                  <a:moveTo>
                    <a:pt x="25764" y="13266"/>
                  </a:moveTo>
                  <a:cubicBezTo>
                    <a:pt x="25770" y="15135"/>
                    <a:pt x="25387" y="17174"/>
                    <a:pt x="24613" y="18881"/>
                  </a:cubicBezTo>
                  <a:cubicBezTo>
                    <a:pt x="23840" y="20589"/>
                    <a:pt x="22583" y="22329"/>
                    <a:pt x="21124" y="23512"/>
                  </a:cubicBezTo>
                  <a:cubicBezTo>
                    <a:pt x="19664" y="24696"/>
                    <a:pt x="17697" y="25586"/>
                    <a:pt x="15855" y="25983"/>
                  </a:cubicBezTo>
                  <a:cubicBezTo>
                    <a:pt x="14013" y="26380"/>
                    <a:pt x="11885" y="26345"/>
                    <a:pt x="10070" y="25895"/>
                  </a:cubicBezTo>
                  <a:cubicBezTo>
                    <a:pt x="8254" y="25446"/>
                    <a:pt x="6440" y="24447"/>
                    <a:pt x="4963" y="23285"/>
                  </a:cubicBezTo>
                  <a:cubicBezTo>
                    <a:pt x="3486" y="22123"/>
                    <a:pt x="2034" y="20592"/>
                    <a:pt x="1208" y="18922"/>
                  </a:cubicBezTo>
                  <a:cubicBezTo>
                    <a:pt x="382" y="17252"/>
                    <a:pt x="14" y="15154"/>
                    <a:pt x="7" y="13266"/>
                  </a:cubicBezTo>
                  <a:cubicBezTo>
                    <a:pt x="0" y="11377"/>
                    <a:pt x="372" y="9300"/>
                    <a:pt x="1166" y="7590"/>
                  </a:cubicBezTo>
                  <a:cubicBezTo>
                    <a:pt x="1960" y="5880"/>
                    <a:pt x="3296" y="4207"/>
                    <a:pt x="4770" y="3005"/>
                  </a:cubicBezTo>
                  <a:cubicBezTo>
                    <a:pt x="6244" y="1804"/>
                    <a:pt x="8171" y="760"/>
                    <a:pt x="10011" y="380"/>
                  </a:cubicBezTo>
                  <a:cubicBezTo>
                    <a:pt x="11852" y="0"/>
                    <a:pt x="13983" y="260"/>
                    <a:pt x="15815" y="725"/>
                  </a:cubicBezTo>
                  <a:cubicBezTo>
                    <a:pt x="17647" y="1190"/>
                    <a:pt x="19543" y="2012"/>
                    <a:pt x="21004" y="3169"/>
                  </a:cubicBezTo>
                  <a:cubicBezTo>
                    <a:pt x="22465" y="4326"/>
                    <a:pt x="23786" y="5984"/>
                    <a:pt x="24580" y="7666"/>
                  </a:cubicBezTo>
                  <a:cubicBezTo>
                    <a:pt x="25373" y="9349"/>
                    <a:pt x="25758" y="11397"/>
                    <a:pt x="25764" y="13266"/>
                  </a:cubicBezTo>
                  <a:close/>
                </a:path>
              </a:pathLst>
            </a:custGeom>
            <a:solidFill>
              <a:srgbClr val="D895EE"/>
            </a:solidFill>
            <a:ln w="27432" cap="rnd">
              <a:solidFill>
                <a:srgbClr val="400076"/>
              </a:solidFill>
              <a:round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5" name=": Agent utterance node"/>
            <p:cNvSpPr txBox="1"/>
            <p:nvPr/>
          </p:nvSpPr>
          <p:spPr>
            <a:xfrm>
              <a:off x="768096" y="2514600"/>
              <a:ext cx="2651760" cy="260787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Ctr="0" anchor="t">
              <a:noAutofit/>
            </a:bodyPr>
            <a:lstStyle/>
            <a:p>
              <a:pPr algn="l">
                <a:lnSpc>
                  <a:spcPts val="169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12" b="0" i="0">
                  <a:solidFill>
                    <a:srgbClr val="000000"/>
                  </a:solidFill>
                  <a:latin typeface="Comic Neue"/>
                </a:rPr>
                <a:t>: Agent utterance node</a:t>
              </a:r>
            </a:p>
          </p:txBody>
        </p:sp>
      </p:grpSp>
      <p:grpSp>
        <p:nvGrpSpPr>
          <p:cNvPr id="46" name="query-task-examples"/>
          <p:cNvGrpSpPr/>
          <p:nvPr/>
        </p:nvGrpSpPr>
        <p:grpSpPr>
          <a:xfrm>
            <a:off x="347472" y="3218688"/>
            <a:ext cx="3337560" cy="6547104"/>
            <a:chOff x="347472" y="3218688"/>
            <a:chExt cx="3337560" cy="6547104"/>
          </a:xfrm>
        </p:grpSpPr>
        <p:sp>
          <p:nvSpPr>
            <p:cNvPr id="47" name="0042 Rectangle 46"/>
            <p:cNvSpPr/>
            <p:nvPr/>
          </p:nvSpPr>
          <p:spPr>
            <a:xfrm>
              <a:off x="512064" y="3383280"/>
              <a:ext cx="3172968" cy="6382512"/>
            </a:xfrm>
            <a:prstGeom prst="rect">
              <a:avLst/>
            </a:prstGeom>
            <a:solidFill>
              <a:srgbClr val="F4F4F4">
                <a:alpha val="35000"/>
              </a:srgbClr>
            </a:solidFill>
            <a:ln w="36576" cap="rnd">
              <a:solidFill>
                <a:srgbClr val="848582"/>
              </a:solidFill>
              <a:round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8" name="0043 Rectangle 47"/>
            <p:cNvSpPr/>
            <p:nvPr/>
          </p:nvSpPr>
          <p:spPr>
            <a:xfrm>
              <a:off x="429768" y="3300984"/>
              <a:ext cx="3172968" cy="6382512"/>
            </a:xfrm>
            <a:prstGeom prst="rect">
              <a:avLst/>
            </a:prstGeom>
            <a:solidFill>
              <a:srgbClr val="F4F4F4">
                <a:alpha val="35000"/>
              </a:srgbClr>
            </a:solidFill>
            <a:ln w="36576" cap="rnd">
              <a:solidFill>
                <a:srgbClr val="848582"/>
              </a:solidFill>
              <a:round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9" name="0044 Rectangle 48"/>
            <p:cNvSpPr/>
            <p:nvPr/>
          </p:nvSpPr>
          <p:spPr>
            <a:xfrm>
              <a:off x="347472" y="3218688"/>
              <a:ext cx="3172968" cy="6382512"/>
            </a:xfrm>
            <a:prstGeom prst="rect">
              <a:avLst/>
            </a:prstGeom>
            <a:solidFill>
              <a:srgbClr val="F4F4F4">
                <a:alpha val="92000"/>
              </a:srgbClr>
            </a:solidFill>
            <a:ln w="36576" cap="rnd">
              <a:solidFill>
                <a:srgbClr val="848582"/>
              </a:solidFill>
              <a:round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0" name="Query/Task Q"/>
            <p:cNvSpPr txBox="1"/>
            <p:nvPr/>
          </p:nvSpPr>
          <p:spPr>
            <a:xfrm>
              <a:off x="347472" y="3364992"/>
              <a:ext cx="3172968" cy="393924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Ctr="0" anchor="t">
              <a:noAutofit/>
            </a:bodyPr>
            <a:lstStyle/>
            <a:p>
              <a:pPr algn="ctr">
                <a:lnSpc>
                  <a:spcPts val="2741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2448" b="1" i="0">
                  <a:solidFill>
                    <a:srgbClr val="000000"/>
                  </a:solidFill>
                  <a:latin typeface="Liberation Serif"/>
                </a:rPr>
                <a:t>Query/Task Q</a:t>
              </a:r>
            </a:p>
          </p:txBody>
        </p:sp>
        <p:sp>
          <p:nvSpPr>
            <p:cNvPr id="51" name="0046 Rounded Rectangle 50"/>
            <p:cNvSpPr/>
            <p:nvPr/>
          </p:nvSpPr>
          <p:spPr>
            <a:xfrm>
              <a:off x="822960" y="3822192"/>
              <a:ext cx="2487168" cy="1691640"/>
            </a:xfrm>
            <a:prstGeom prst="roundRect">
              <a:avLst>
                <a:gd name="adj" fmla="val 12432"/>
              </a:avLst>
            </a:prstGeom>
            <a:solidFill>
              <a:srgbClr val="D1EBED"/>
            </a:solidFill>
            <a:ln w="22859" cap="rnd">
              <a:solidFill>
                <a:srgbClr val="6BB9BF"/>
              </a:solidFill>
              <a:round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2" name="Topic:"/>
            <p:cNvSpPr txBox="1"/>
            <p:nvPr/>
          </p:nvSpPr>
          <p:spPr>
            <a:xfrm>
              <a:off x="886968" y="3877056"/>
              <a:ext cx="722376" cy="260787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Ctr="0" anchor="t">
              <a:noAutofit/>
            </a:bodyPr>
            <a:lstStyle/>
            <a:p>
              <a:pPr algn="l">
                <a:lnSpc>
                  <a:spcPts val="169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12" b="0" i="0">
                  <a:solidFill>
                    <a:srgbClr val="000000"/>
                  </a:solidFill>
                  <a:latin typeface="Latin Modern Mono"/>
                </a:rPr>
                <a:t>Topic:</a:t>
              </a:r>
            </a:p>
          </p:txBody>
        </p:sp>
        <p:sp>
          <p:nvSpPr>
            <p:cNvPr id="53" name="Embodied"/>
            <p:cNvSpPr txBox="1"/>
            <p:nvPr/>
          </p:nvSpPr>
          <p:spPr>
            <a:xfrm>
              <a:off x="1618488" y="3877056"/>
              <a:ext cx="1572768" cy="291511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Ctr="0" anchor="t">
              <a:noAutofit/>
            </a:bodyPr>
            <a:lstStyle/>
            <a:p>
              <a:pPr algn="l">
                <a:lnSpc>
                  <a:spcPts val="193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728" b="0" i="0">
                  <a:solidFill>
                    <a:srgbClr val="000000"/>
                  </a:solidFill>
                  <a:latin typeface="Liberation Serif"/>
                </a:rPr>
                <a:t>Embodied</a:t>
              </a:r>
            </a:p>
          </p:txBody>
        </p:sp>
        <p:sp>
          <p:nvSpPr>
            <p:cNvPr id="54" name="Difficulty:"/>
            <p:cNvSpPr txBox="1"/>
            <p:nvPr/>
          </p:nvSpPr>
          <p:spPr>
            <a:xfrm>
              <a:off x="886968" y="4123944"/>
              <a:ext cx="1280160" cy="260787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Ctr="0" anchor="t">
              <a:noAutofit/>
            </a:bodyPr>
            <a:lstStyle/>
            <a:p>
              <a:pPr algn="l">
                <a:lnSpc>
                  <a:spcPts val="169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12" b="0" i="0">
                  <a:solidFill>
                    <a:srgbClr val="000000"/>
                  </a:solidFill>
                  <a:latin typeface="Latin Modern Mono"/>
                </a:rPr>
                <a:t>Difficulty:</a:t>
              </a:r>
            </a:p>
          </p:txBody>
        </p:sp>
        <p:sp>
          <p:nvSpPr>
            <p:cNvPr id="55" name="0050 Rectangle 54"/>
            <p:cNvSpPr/>
            <p:nvPr/>
          </p:nvSpPr>
          <p:spPr>
            <a:xfrm>
              <a:off x="2047936" y="4146804"/>
              <a:ext cx="165233" cy="157146"/>
            </a:xfrm>
            <a:custGeom>
              <a:avLst/>
              <a:gdLst/>
              <a:ahLst/>
              <a:cxnLst/>
              <a:rect l="0" t="0" r="r" b="b"/>
              <a:pathLst>
                <a:path w="18070" h="17186">
                  <a:moveTo>
                    <a:pt x="9035" y="0"/>
                  </a:moveTo>
                  <a:lnTo>
                    <a:pt x="11436" y="6195"/>
                  </a:lnTo>
                  <a:lnTo>
                    <a:pt x="18070" y="6564"/>
                  </a:lnTo>
                  <a:lnTo>
                    <a:pt x="12920" y="10762"/>
                  </a:lnTo>
                  <a:lnTo>
                    <a:pt x="14619" y="17186"/>
                  </a:lnTo>
                  <a:lnTo>
                    <a:pt x="9035" y="13585"/>
                  </a:lnTo>
                  <a:lnTo>
                    <a:pt x="3451" y="17186"/>
                  </a:lnTo>
                  <a:lnTo>
                    <a:pt x="5150" y="10762"/>
                  </a:lnTo>
                  <a:lnTo>
                    <a:pt x="0" y="6564"/>
                  </a:lnTo>
                  <a:lnTo>
                    <a:pt x="6634" y="6195"/>
                  </a:lnTo>
                  <a:close/>
                </a:path>
              </a:pathLst>
            </a:custGeom>
            <a:solidFill>
              <a:srgbClr val="FFC92E"/>
            </a:solidFill>
            <a:ln w="13716" cap="rnd">
              <a:solidFill>
                <a:srgbClr val="252B2D"/>
              </a:solidFill>
              <a:round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6" name="0051 Rectangle 55"/>
            <p:cNvSpPr/>
            <p:nvPr/>
          </p:nvSpPr>
          <p:spPr>
            <a:xfrm>
              <a:off x="2239960" y="4146804"/>
              <a:ext cx="165233" cy="157146"/>
            </a:xfrm>
            <a:custGeom>
              <a:avLst/>
              <a:gdLst/>
              <a:ahLst/>
              <a:cxnLst/>
              <a:rect l="0" t="0" r="r" b="b"/>
              <a:pathLst>
                <a:path w="18070" h="17186">
                  <a:moveTo>
                    <a:pt x="9035" y="0"/>
                  </a:moveTo>
                  <a:lnTo>
                    <a:pt x="11436" y="6195"/>
                  </a:lnTo>
                  <a:lnTo>
                    <a:pt x="18070" y="6564"/>
                  </a:lnTo>
                  <a:lnTo>
                    <a:pt x="12920" y="10762"/>
                  </a:lnTo>
                  <a:lnTo>
                    <a:pt x="14619" y="17186"/>
                  </a:lnTo>
                  <a:lnTo>
                    <a:pt x="9035" y="13585"/>
                  </a:lnTo>
                  <a:lnTo>
                    <a:pt x="3451" y="17186"/>
                  </a:lnTo>
                  <a:lnTo>
                    <a:pt x="5150" y="10762"/>
                  </a:lnTo>
                  <a:lnTo>
                    <a:pt x="0" y="6564"/>
                  </a:lnTo>
                  <a:lnTo>
                    <a:pt x="6634" y="6195"/>
                  </a:lnTo>
                  <a:close/>
                </a:path>
              </a:pathLst>
            </a:custGeom>
            <a:solidFill>
              <a:srgbClr val="EDF0EB"/>
            </a:solidFill>
            <a:ln w="13716" cap="rnd">
              <a:solidFill>
                <a:srgbClr val="252B2D"/>
              </a:solidFill>
              <a:round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7" name="0052 Rectangle 56"/>
            <p:cNvSpPr/>
            <p:nvPr/>
          </p:nvSpPr>
          <p:spPr>
            <a:xfrm>
              <a:off x="2431984" y="4146804"/>
              <a:ext cx="165233" cy="157146"/>
            </a:xfrm>
            <a:custGeom>
              <a:avLst/>
              <a:gdLst/>
              <a:ahLst/>
              <a:cxnLst/>
              <a:rect l="0" t="0" r="r" b="b"/>
              <a:pathLst>
                <a:path w="18070" h="17186">
                  <a:moveTo>
                    <a:pt x="9035" y="0"/>
                  </a:moveTo>
                  <a:lnTo>
                    <a:pt x="11436" y="6195"/>
                  </a:lnTo>
                  <a:lnTo>
                    <a:pt x="18070" y="6564"/>
                  </a:lnTo>
                  <a:lnTo>
                    <a:pt x="12920" y="10762"/>
                  </a:lnTo>
                  <a:lnTo>
                    <a:pt x="14619" y="17186"/>
                  </a:lnTo>
                  <a:lnTo>
                    <a:pt x="9035" y="13585"/>
                  </a:lnTo>
                  <a:lnTo>
                    <a:pt x="3451" y="17186"/>
                  </a:lnTo>
                  <a:lnTo>
                    <a:pt x="5150" y="10762"/>
                  </a:lnTo>
                  <a:lnTo>
                    <a:pt x="0" y="6564"/>
                  </a:lnTo>
                  <a:lnTo>
                    <a:pt x="6634" y="6195"/>
                  </a:lnTo>
                  <a:close/>
                </a:path>
              </a:pathLst>
            </a:custGeom>
            <a:solidFill>
              <a:srgbClr val="EDF0EB"/>
            </a:solidFill>
            <a:ln w="13716" cap="rnd">
              <a:solidFill>
                <a:srgbClr val="252B2D"/>
              </a:solidFill>
              <a:round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8" name="0053 Rectangle 57"/>
            <p:cNvSpPr/>
            <p:nvPr/>
          </p:nvSpPr>
          <p:spPr>
            <a:xfrm>
              <a:off x="2624008" y="4146804"/>
              <a:ext cx="165233" cy="157146"/>
            </a:xfrm>
            <a:custGeom>
              <a:avLst/>
              <a:gdLst/>
              <a:ahLst/>
              <a:cxnLst/>
              <a:rect l="0" t="0" r="r" b="b"/>
              <a:pathLst>
                <a:path w="18070" h="17186">
                  <a:moveTo>
                    <a:pt x="9035" y="0"/>
                  </a:moveTo>
                  <a:lnTo>
                    <a:pt x="11436" y="6195"/>
                  </a:lnTo>
                  <a:lnTo>
                    <a:pt x="18070" y="6564"/>
                  </a:lnTo>
                  <a:lnTo>
                    <a:pt x="12920" y="10762"/>
                  </a:lnTo>
                  <a:lnTo>
                    <a:pt x="14619" y="17186"/>
                  </a:lnTo>
                  <a:lnTo>
                    <a:pt x="9035" y="13585"/>
                  </a:lnTo>
                  <a:lnTo>
                    <a:pt x="3451" y="17186"/>
                  </a:lnTo>
                  <a:lnTo>
                    <a:pt x="5150" y="10762"/>
                  </a:lnTo>
                  <a:lnTo>
                    <a:pt x="0" y="6564"/>
                  </a:lnTo>
                  <a:lnTo>
                    <a:pt x="6634" y="6195"/>
                  </a:lnTo>
                  <a:close/>
                </a:path>
              </a:pathLst>
            </a:custGeom>
            <a:solidFill>
              <a:srgbClr val="EDF0EB"/>
            </a:solidFill>
            <a:ln w="13716" cap="rnd">
              <a:solidFill>
                <a:srgbClr val="252B2D"/>
              </a:solidFill>
              <a:round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9" name="0054 Rectangle 58"/>
            <p:cNvSpPr/>
            <p:nvPr/>
          </p:nvSpPr>
          <p:spPr>
            <a:xfrm>
              <a:off x="2816032" y="4146804"/>
              <a:ext cx="165233" cy="157146"/>
            </a:xfrm>
            <a:custGeom>
              <a:avLst/>
              <a:gdLst/>
              <a:ahLst/>
              <a:cxnLst/>
              <a:rect l="0" t="0" r="r" b="b"/>
              <a:pathLst>
                <a:path w="18070" h="17186">
                  <a:moveTo>
                    <a:pt x="9035" y="0"/>
                  </a:moveTo>
                  <a:lnTo>
                    <a:pt x="11436" y="6195"/>
                  </a:lnTo>
                  <a:lnTo>
                    <a:pt x="18070" y="6564"/>
                  </a:lnTo>
                  <a:lnTo>
                    <a:pt x="12920" y="10762"/>
                  </a:lnTo>
                  <a:lnTo>
                    <a:pt x="14619" y="17186"/>
                  </a:lnTo>
                  <a:lnTo>
                    <a:pt x="9035" y="13585"/>
                  </a:lnTo>
                  <a:lnTo>
                    <a:pt x="3451" y="17186"/>
                  </a:lnTo>
                  <a:lnTo>
                    <a:pt x="5150" y="10762"/>
                  </a:lnTo>
                  <a:lnTo>
                    <a:pt x="0" y="6564"/>
                  </a:lnTo>
                  <a:lnTo>
                    <a:pt x="6634" y="6195"/>
                  </a:lnTo>
                  <a:close/>
                </a:path>
              </a:pathLst>
            </a:custGeom>
            <a:solidFill>
              <a:srgbClr val="EDF0EB"/>
            </a:solidFill>
            <a:ln w="13716" cap="rnd">
              <a:solidFill>
                <a:srgbClr val="252B2D"/>
              </a:solidFill>
              <a:round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0" name="You are in the middle of a / room. Looking quickly around / you, you see a cabinet 6, a / "/>
            <p:cNvSpPr txBox="1"/>
            <p:nvPr/>
          </p:nvSpPr>
          <p:spPr>
            <a:xfrm>
              <a:off x="969264" y="4370832"/>
              <a:ext cx="2322576" cy="1092342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Ctr="0" anchor="t">
              <a:noAutofit/>
            </a:bodyPr>
            <a:lstStyle/>
            <a:p>
              <a:pPr algn="l">
                <a:lnSpc>
                  <a:spcPts val="164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96" b="0" i="0">
                  <a:solidFill>
                    <a:srgbClr val="000000"/>
                  </a:solidFill>
                  <a:latin typeface="Liberation Sans"/>
                </a:rPr>
                <a:t>You are in the middle of a</a:t>
              </a:r>
            </a:p>
            <a:p>
              <a:pPr algn="l">
                <a:lnSpc>
                  <a:spcPts val="164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96" b="0" i="0">
                  <a:solidFill>
                    <a:srgbClr val="000000"/>
                  </a:solidFill>
                  <a:latin typeface="Liberation Sans"/>
                </a:rPr>
                <a:t>room. Looking quickly around</a:t>
              </a:r>
            </a:p>
            <a:p>
              <a:pPr algn="l">
                <a:lnSpc>
                  <a:spcPts val="164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96" b="0" i="0">
                  <a:solidFill>
                    <a:srgbClr val="000000"/>
                  </a:solidFill>
                  <a:latin typeface="Liberation Sans"/>
                </a:rPr>
                <a:t>you, you see a cabinet 6, a</a:t>
              </a:r>
            </a:p>
            <a:p>
              <a:pPr algn="l">
                <a:lnSpc>
                  <a:spcPts val="164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96" b="0" i="0">
                  <a:solidFill>
                    <a:srgbClr val="000000"/>
                  </a:solidFill>
                  <a:latin typeface="Liberation Sans"/>
                </a:rPr>
                <a:t>cabinet 5, ... Your task is to:</a:t>
              </a:r>
            </a:p>
            <a:p>
              <a:pPr algn="l">
                <a:lnSpc>
                  <a:spcPts val="164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96" b="0" i="0">
                  <a:solidFill>
                    <a:srgbClr val="000000"/>
                  </a:solidFill>
                  <a:latin typeface="Liberation Sans"/>
                </a:rPr>
                <a:t>put a clean egg in microwave.</a:t>
              </a:r>
            </a:p>
          </p:txBody>
        </p:sp>
        <p:sp>
          <p:nvSpPr>
            <p:cNvPr id="61" name="0056 Rounded Rectangle 60"/>
            <p:cNvSpPr/>
            <p:nvPr/>
          </p:nvSpPr>
          <p:spPr>
            <a:xfrm>
              <a:off x="594360" y="5641848"/>
              <a:ext cx="2551176" cy="1115568"/>
            </a:xfrm>
            <a:prstGeom prst="roundRect">
              <a:avLst>
                <a:gd name="adj" fmla="val 13114"/>
              </a:avLst>
            </a:prstGeom>
            <a:solidFill>
              <a:srgbClr val="ECE6EF"/>
            </a:solidFill>
            <a:ln w="22859" cap="rnd">
              <a:solidFill>
                <a:srgbClr val="BFAACE"/>
              </a:solidFill>
              <a:round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2" name="Topic:"/>
            <p:cNvSpPr txBox="1"/>
            <p:nvPr/>
          </p:nvSpPr>
          <p:spPr>
            <a:xfrm>
              <a:off x="649224" y="5733288"/>
              <a:ext cx="822960" cy="260787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Ctr="0" anchor="t">
              <a:noAutofit/>
            </a:bodyPr>
            <a:lstStyle/>
            <a:p>
              <a:pPr algn="l">
                <a:lnSpc>
                  <a:spcPts val="169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12" b="0" i="0">
                  <a:solidFill>
                    <a:srgbClr val="000000"/>
                  </a:solidFill>
                  <a:latin typeface="Latin Modern Mono"/>
                </a:rPr>
                <a:t>Topic:</a:t>
              </a:r>
            </a:p>
          </p:txBody>
        </p:sp>
        <p:sp>
          <p:nvSpPr>
            <p:cNvPr id="63" name="Web search"/>
            <p:cNvSpPr txBox="1"/>
            <p:nvPr/>
          </p:nvSpPr>
          <p:spPr>
            <a:xfrm>
              <a:off x="1399032" y="5733288"/>
              <a:ext cx="1682496" cy="291511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Ctr="0" anchor="t">
              <a:noAutofit/>
            </a:bodyPr>
            <a:lstStyle/>
            <a:p>
              <a:pPr algn="l">
                <a:lnSpc>
                  <a:spcPts val="193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728" b="0" i="0">
                  <a:solidFill>
                    <a:srgbClr val="000000"/>
                  </a:solidFill>
                  <a:latin typeface="Liberation Serif"/>
                </a:rPr>
                <a:t>Web search</a:t>
              </a:r>
            </a:p>
          </p:txBody>
        </p:sp>
        <p:sp>
          <p:nvSpPr>
            <p:cNvPr id="64" name="Difficulty:"/>
            <p:cNvSpPr txBox="1"/>
            <p:nvPr/>
          </p:nvSpPr>
          <p:spPr>
            <a:xfrm>
              <a:off x="649224" y="5989320"/>
              <a:ext cx="1234440" cy="260787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Ctr="0" anchor="t">
              <a:noAutofit/>
            </a:bodyPr>
            <a:lstStyle/>
            <a:p>
              <a:pPr algn="l">
                <a:lnSpc>
                  <a:spcPts val="169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12" b="0" i="0">
                  <a:solidFill>
                    <a:srgbClr val="000000"/>
                  </a:solidFill>
                  <a:latin typeface="Latin Modern Mono"/>
                </a:rPr>
                <a:t>Difficulty:</a:t>
              </a:r>
            </a:p>
          </p:txBody>
        </p:sp>
        <p:sp>
          <p:nvSpPr>
            <p:cNvPr id="65" name="0060 Rectangle 64"/>
            <p:cNvSpPr/>
            <p:nvPr/>
          </p:nvSpPr>
          <p:spPr>
            <a:xfrm>
              <a:off x="1819336" y="6012180"/>
              <a:ext cx="165233" cy="157146"/>
            </a:xfrm>
            <a:custGeom>
              <a:avLst/>
              <a:gdLst/>
              <a:ahLst/>
              <a:cxnLst/>
              <a:rect l="0" t="0" r="r" b="b"/>
              <a:pathLst>
                <a:path w="18070" h="17186">
                  <a:moveTo>
                    <a:pt x="9035" y="0"/>
                  </a:moveTo>
                  <a:lnTo>
                    <a:pt x="11436" y="6195"/>
                  </a:lnTo>
                  <a:lnTo>
                    <a:pt x="18070" y="6564"/>
                  </a:lnTo>
                  <a:lnTo>
                    <a:pt x="12920" y="10762"/>
                  </a:lnTo>
                  <a:lnTo>
                    <a:pt x="14619" y="17186"/>
                  </a:lnTo>
                  <a:lnTo>
                    <a:pt x="9035" y="13585"/>
                  </a:lnTo>
                  <a:lnTo>
                    <a:pt x="3451" y="17186"/>
                  </a:lnTo>
                  <a:lnTo>
                    <a:pt x="5150" y="10762"/>
                  </a:lnTo>
                  <a:lnTo>
                    <a:pt x="0" y="6564"/>
                  </a:lnTo>
                  <a:lnTo>
                    <a:pt x="6634" y="6195"/>
                  </a:lnTo>
                  <a:close/>
                </a:path>
              </a:pathLst>
            </a:custGeom>
            <a:solidFill>
              <a:srgbClr val="FFC92E"/>
            </a:solidFill>
            <a:ln w="13716" cap="rnd">
              <a:solidFill>
                <a:srgbClr val="252B2D"/>
              </a:solidFill>
              <a:round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6" name="0061 Rectangle 65"/>
            <p:cNvSpPr/>
            <p:nvPr/>
          </p:nvSpPr>
          <p:spPr>
            <a:xfrm>
              <a:off x="2011360" y="6012180"/>
              <a:ext cx="165233" cy="157146"/>
            </a:xfrm>
            <a:custGeom>
              <a:avLst/>
              <a:gdLst/>
              <a:ahLst/>
              <a:cxnLst/>
              <a:rect l="0" t="0" r="r" b="b"/>
              <a:pathLst>
                <a:path w="18070" h="17186">
                  <a:moveTo>
                    <a:pt x="9035" y="0"/>
                  </a:moveTo>
                  <a:lnTo>
                    <a:pt x="11436" y="6195"/>
                  </a:lnTo>
                  <a:lnTo>
                    <a:pt x="18070" y="6564"/>
                  </a:lnTo>
                  <a:lnTo>
                    <a:pt x="12920" y="10762"/>
                  </a:lnTo>
                  <a:lnTo>
                    <a:pt x="14619" y="17186"/>
                  </a:lnTo>
                  <a:lnTo>
                    <a:pt x="9035" y="13585"/>
                  </a:lnTo>
                  <a:lnTo>
                    <a:pt x="3451" y="17186"/>
                  </a:lnTo>
                  <a:lnTo>
                    <a:pt x="5150" y="10762"/>
                  </a:lnTo>
                  <a:lnTo>
                    <a:pt x="0" y="6564"/>
                  </a:lnTo>
                  <a:lnTo>
                    <a:pt x="6634" y="6195"/>
                  </a:lnTo>
                  <a:close/>
                </a:path>
              </a:pathLst>
            </a:custGeom>
            <a:solidFill>
              <a:srgbClr val="FFC92E"/>
            </a:solidFill>
            <a:ln w="13716" cap="rnd">
              <a:solidFill>
                <a:srgbClr val="252B2D"/>
              </a:solidFill>
              <a:round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7" name="0062 Rectangle 66"/>
            <p:cNvSpPr/>
            <p:nvPr/>
          </p:nvSpPr>
          <p:spPr>
            <a:xfrm>
              <a:off x="2203384" y="6012180"/>
              <a:ext cx="165233" cy="157146"/>
            </a:xfrm>
            <a:custGeom>
              <a:avLst/>
              <a:gdLst/>
              <a:ahLst/>
              <a:cxnLst/>
              <a:rect l="0" t="0" r="r" b="b"/>
              <a:pathLst>
                <a:path w="18070" h="17186">
                  <a:moveTo>
                    <a:pt x="9035" y="0"/>
                  </a:moveTo>
                  <a:lnTo>
                    <a:pt x="11436" y="6195"/>
                  </a:lnTo>
                  <a:lnTo>
                    <a:pt x="18070" y="6564"/>
                  </a:lnTo>
                  <a:lnTo>
                    <a:pt x="12920" y="10762"/>
                  </a:lnTo>
                  <a:lnTo>
                    <a:pt x="14619" y="17186"/>
                  </a:lnTo>
                  <a:lnTo>
                    <a:pt x="9035" y="13585"/>
                  </a:lnTo>
                  <a:lnTo>
                    <a:pt x="3451" y="17186"/>
                  </a:lnTo>
                  <a:lnTo>
                    <a:pt x="5150" y="10762"/>
                  </a:lnTo>
                  <a:lnTo>
                    <a:pt x="0" y="6564"/>
                  </a:lnTo>
                  <a:lnTo>
                    <a:pt x="6634" y="6195"/>
                  </a:lnTo>
                  <a:close/>
                </a:path>
              </a:pathLst>
            </a:custGeom>
            <a:solidFill>
              <a:srgbClr val="FFC92E"/>
            </a:solidFill>
            <a:ln w="13716" cap="rnd">
              <a:solidFill>
                <a:srgbClr val="252B2D"/>
              </a:solidFill>
              <a:round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8" name="0063 Rectangle 67"/>
            <p:cNvSpPr/>
            <p:nvPr/>
          </p:nvSpPr>
          <p:spPr>
            <a:xfrm>
              <a:off x="2395408" y="6012180"/>
              <a:ext cx="165233" cy="157146"/>
            </a:xfrm>
            <a:custGeom>
              <a:avLst/>
              <a:gdLst/>
              <a:ahLst/>
              <a:cxnLst/>
              <a:rect l="0" t="0" r="r" b="b"/>
              <a:pathLst>
                <a:path w="18070" h="17186">
                  <a:moveTo>
                    <a:pt x="9035" y="0"/>
                  </a:moveTo>
                  <a:lnTo>
                    <a:pt x="11436" y="6195"/>
                  </a:lnTo>
                  <a:lnTo>
                    <a:pt x="18070" y="6564"/>
                  </a:lnTo>
                  <a:lnTo>
                    <a:pt x="12920" y="10762"/>
                  </a:lnTo>
                  <a:lnTo>
                    <a:pt x="14619" y="17186"/>
                  </a:lnTo>
                  <a:lnTo>
                    <a:pt x="9035" y="13585"/>
                  </a:lnTo>
                  <a:lnTo>
                    <a:pt x="3451" y="17186"/>
                  </a:lnTo>
                  <a:lnTo>
                    <a:pt x="5150" y="10762"/>
                  </a:lnTo>
                  <a:lnTo>
                    <a:pt x="0" y="6564"/>
                  </a:lnTo>
                  <a:lnTo>
                    <a:pt x="6634" y="6195"/>
                  </a:lnTo>
                  <a:close/>
                </a:path>
              </a:pathLst>
            </a:custGeom>
            <a:solidFill>
              <a:srgbClr val="EDF0EB"/>
            </a:solidFill>
            <a:ln w="13716" cap="rnd">
              <a:solidFill>
                <a:srgbClr val="252B2D"/>
              </a:solidFill>
              <a:round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9" name="0064 Rectangle 68"/>
            <p:cNvSpPr/>
            <p:nvPr/>
          </p:nvSpPr>
          <p:spPr>
            <a:xfrm>
              <a:off x="2587432" y="6012180"/>
              <a:ext cx="165233" cy="157146"/>
            </a:xfrm>
            <a:custGeom>
              <a:avLst/>
              <a:gdLst/>
              <a:ahLst/>
              <a:cxnLst/>
              <a:rect l="0" t="0" r="r" b="b"/>
              <a:pathLst>
                <a:path w="18070" h="17186">
                  <a:moveTo>
                    <a:pt x="9035" y="0"/>
                  </a:moveTo>
                  <a:lnTo>
                    <a:pt x="11436" y="6195"/>
                  </a:lnTo>
                  <a:lnTo>
                    <a:pt x="18070" y="6564"/>
                  </a:lnTo>
                  <a:lnTo>
                    <a:pt x="12920" y="10762"/>
                  </a:lnTo>
                  <a:lnTo>
                    <a:pt x="14619" y="17186"/>
                  </a:lnTo>
                  <a:lnTo>
                    <a:pt x="9035" y="13585"/>
                  </a:lnTo>
                  <a:lnTo>
                    <a:pt x="3451" y="17186"/>
                  </a:lnTo>
                  <a:lnTo>
                    <a:pt x="5150" y="10762"/>
                  </a:lnTo>
                  <a:lnTo>
                    <a:pt x="0" y="6564"/>
                  </a:lnTo>
                  <a:lnTo>
                    <a:pt x="6634" y="6195"/>
                  </a:lnTo>
                  <a:close/>
                </a:path>
              </a:pathLst>
            </a:custGeom>
            <a:solidFill>
              <a:srgbClr val="EDF0EB"/>
            </a:solidFill>
            <a:ln w="13716" cap="rnd">
              <a:solidFill>
                <a:srgbClr val="252B2D"/>
              </a:solidFill>
              <a:round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0" name="Are both Lygodium or / Maxillaria a genus of orchids?"/>
            <p:cNvSpPr txBox="1"/>
            <p:nvPr/>
          </p:nvSpPr>
          <p:spPr>
            <a:xfrm>
              <a:off x="694944" y="6263640"/>
              <a:ext cx="2395728" cy="47055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Ctr="0" anchor="t">
              <a:noAutofit/>
            </a:bodyPr>
            <a:lstStyle/>
            <a:p>
              <a:pPr algn="l">
                <a:lnSpc>
                  <a:spcPts val="167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54" b="0" i="0">
                  <a:solidFill>
                    <a:srgbClr val="000000"/>
                  </a:solidFill>
                  <a:latin typeface="Comic Neue"/>
                </a:rPr>
                <a:t>Are both Lygodium or</a:t>
              </a:r>
            </a:p>
            <a:p>
              <a:pPr algn="l">
                <a:lnSpc>
                  <a:spcPts val="167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54" b="0" i="0">
                  <a:solidFill>
                    <a:srgbClr val="000000"/>
                  </a:solidFill>
                  <a:latin typeface="Comic Neue"/>
                </a:rPr>
                <a:t>Maxillaria a genus of orchids?</a:t>
              </a:r>
            </a:p>
          </p:txBody>
        </p:sp>
        <p:sp>
          <p:nvSpPr>
            <p:cNvPr id="71" name="0066 Rounded Rectangle 70"/>
            <p:cNvSpPr/>
            <p:nvPr/>
          </p:nvSpPr>
          <p:spPr>
            <a:xfrm>
              <a:off x="1124712" y="6885432"/>
              <a:ext cx="2267712" cy="1481328"/>
            </a:xfrm>
            <a:prstGeom prst="roundRect">
              <a:avLst>
                <a:gd name="adj" fmla="val 13580"/>
              </a:avLst>
            </a:prstGeom>
            <a:solidFill>
              <a:srgbClr val="F6E9E4"/>
            </a:solidFill>
            <a:ln w="22859" cap="rnd">
              <a:solidFill>
                <a:srgbClr val="D6958D"/>
              </a:solidFill>
              <a:round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2" name="Topic:"/>
            <p:cNvSpPr txBox="1"/>
            <p:nvPr/>
          </p:nvSpPr>
          <p:spPr>
            <a:xfrm>
              <a:off x="1234440" y="6967728"/>
              <a:ext cx="777240" cy="260787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Ctr="0" anchor="t">
              <a:noAutofit/>
            </a:bodyPr>
            <a:lstStyle/>
            <a:p>
              <a:pPr algn="l">
                <a:lnSpc>
                  <a:spcPts val="169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12" b="0" i="0">
                  <a:solidFill>
                    <a:srgbClr val="000000"/>
                  </a:solidFill>
                  <a:latin typeface="Latin Modern Mono"/>
                </a:rPr>
                <a:t>Topic:</a:t>
              </a:r>
            </a:p>
          </p:txBody>
        </p:sp>
        <p:sp>
          <p:nvSpPr>
            <p:cNvPr id="73" name="Embodied"/>
            <p:cNvSpPr txBox="1"/>
            <p:nvPr/>
          </p:nvSpPr>
          <p:spPr>
            <a:xfrm>
              <a:off x="1993392" y="6967728"/>
              <a:ext cx="1325880" cy="291511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Ctr="0" anchor="t">
              <a:noAutofit/>
            </a:bodyPr>
            <a:lstStyle/>
            <a:p>
              <a:pPr algn="l">
                <a:lnSpc>
                  <a:spcPts val="193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728" b="0" i="0">
                  <a:solidFill>
                    <a:srgbClr val="000000"/>
                  </a:solidFill>
                  <a:latin typeface="Liberation Serif"/>
                </a:rPr>
                <a:t>Embodied</a:t>
              </a:r>
            </a:p>
          </p:txBody>
        </p:sp>
        <p:sp>
          <p:nvSpPr>
            <p:cNvPr id="74" name="Difficulty:"/>
            <p:cNvSpPr txBox="1"/>
            <p:nvPr/>
          </p:nvSpPr>
          <p:spPr>
            <a:xfrm>
              <a:off x="1234440" y="7223760"/>
              <a:ext cx="1252728" cy="260787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Ctr="0" anchor="t">
              <a:noAutofit/>
            </a:bodyPr>
            <a:lstStyle/>
            <a:p>
              <a:pPr algn="l">
                <a:lnSpc>
                  <a:spcPts val="169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12" b="0" i="0">
                  <a:solidFill>
                    <a:srgbClr val="000000"/>
                  </a:solidFill>
                  <a:latin typeface="Latin Modern Mono"/>
                </a:rPr>
                <a:t>Difficulty:</a:t>
              </a:r>
            </a:p>
          </p:txBody>
        </p:sp>
        <p:sp>
          <p:nvSpPr>
            <p:cNvPr id="75" name="0070 Rectangle 74"/>
            <p:cNvSpPr/>
            <p:nvPr/>
          </p:nvSpPr>
          <p:spPr>
            <a:xfrm>
              <a:off x="2404552" y="7246620"/>
              <a:ext cx="165233" cy="157146"/>
            </a:xfrm>
            <a:custGeom>
              <a:avLst/>
              <a:gdLst/>
              <a:ahLst/>
              <a:cxnLst/>
              <a:rect l="0" t="0" r="r" b="b"/>
              <a:pathLst>
                <a:path w="18070" h="17186">
                  <a:moveTo>
                    <a:pt x="9035" y="0"/>
                  </a:moveTo>
                  <a:lnTo>
                    <a:pt x="11436" y="6195"/>
                  </a:lnTo>
                  <a:lnTo>
                    <a:pt x="18070" y="6564"/>
                  </a:lnTo>
                  <a:lnTo>
                    <a:pt x="12920" y="10762"/>
                  </a:lnTo>
                  <a:lnTo>
                    <a:pt x="14619" y="17186"/>
                  </a:lnTo>
                  <a:lnTo>
                    <a:pt x="9035" y="13585"/>
                  </a:lnTo>
                  <a:lnTo>
                    <a:pt x="3451" y="17186"/>
                  </a:lnTo>
                  <a:lnTo>
                    <a:pt x="5150" y="10762"/>
                  </a:lnTo>
                  <a:lnTo>
                    <a:pt x="0" y="6564"/>
                  </a:lnTo>
                  <a:lnTo>
                    <a:pt x="6634" y="6195"/>
                  </a:lnTo>
                  <a:close/>
                </a:path>
              </a:pathLst>
            </a:custGeom>
            <a:solidFill>
              <a:srgbClr val="FFC92E"/>
            </a:solidFill>
            <a:ln w="13716" cap="rnd">
              <a:solidFill>
                <a:srgbClr val="252B2D"/>
              </a:solidFill>
              <a:round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6" name="0071 Rectangle 75"/>
            <p:cNvSpPr/>
            <p:nvPr/>
          </p:nvSpPr>
          <p:spPr>
            <a:xfrm>
              <a:off x="2596576" y="7246620"/>
              <a:ext cx="165233" cy="157146"/>
            </a:xfrm>
            <a:custGeom>
              <a:avLst/>
              <a:gdLst/>
              <a:ahLst/>
              <a:cxnLst/>
              <a:rect l="0" t="0" r="r" b="b"/>
              <a:pathLst>
                <a:path w="18070" h="17186">
                  <a:moveTo>
                    <a:pt x="9035" y="0"/>
                  </a:moveTo>
                  <a:lnTo>
                    <a:pt x="11436" y="6195"/>
                  </a:lnTo>
                  <a:lnTo>
                    <a:pt x="18070" y="6564"/>
                  </a:lnTo>
                  <a:lnTo>
                    <a:pt x="12920" y="10762"/>
                  </a:lnTo>
                  <a:lnTo>
                    <a:pt x="14619" y="17186"/>
                  </a:lnTo>
                  <a:lnTo>
                    <a:pt x="9035" y="13585"/>
                  </a:lnTo>
                  <a:lnTo>
                    <a:pt x="3451" y="17186"/>
                  </a:lnTo>
                  <a:lnTo>
                    <a:pt x="5150" y="10762"/>
                  </a:lnTo>
                  <a:lnTo>
                    <a:pt x="0" y="6564"/>
                  </a:lnTo>
                  <a:lnTo>
                    <a:pt x="6634" y="6195"/>
                  </a:lnTo>
                  <a:close/>
                </a:path>
              </a:pathLst>
            </a:custGeom>
            <a:solidFill>
              <a:srgbClr val="FFC92E"/>
            </a:solidFill>
            <a:ln w="13716" cap="rnd">
              <a:solidFill>
                <a:srgbClr val="252B2D"/>
              </a:solidFill>
              <a:round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7" name="0072 Rectangle 76"/>
            <p:cNvSpPr/>
            <p:nvPr/>
          </p:nvSpPr>
          <p:spPr>
            <a:xfrm>
              <a:off x="2788600" y="7246620"/>
              <a:ext cx="165233" cy="157146"/>
            </a:xfrm>
            <a:custGeom>
              <a:avLst/>
              <a:gdLst/>
              <a:ahLst/>
              <a:cxnLst/>
              <a:rect l="0" t="0" r="r" b="b"/>
              <a:pathLst>
                <a:path w="18070" h="17186">
                  <a:moveTo>
                    <a:pt x="9035" y="0"/>
                  </a:moveTo>
                  <a:lnTo>
                    <a:pt x="11436" y="6195"/>
                  </a:lnTo>
                  <a:lnTo>
                    <a:pt x="18070" y="6564"/>
                  </a:lnTo>
                  <a:lnTo>
                    <a:pt x="12920" y="10762"/>
                  </a:lnTo>
                  <a:lnTo>
                    <a:pt x="14619" y="17186"/>
                  </a:lnTo>
                  <a:lnTo>
                    <a:pt x="9035" y="13585"/>
                  </a:lnTo>
                  <a:lnTo>
                    <a:pt x="3451" y="17186"/>
                  </a:lnTo>
                  <a:lnTo>
                    <a:pt x="5150" y="10762"/>
                  </a:lnTo>
                  <a:lnTo>
                    <a:pt x="0" y="6564"/>
                  </a:lnTo>
                  <a:lnTo>
                    <a:pt x="6634" y="6195"/>
                  </a:lnTo>
                  <a:close/>
                </a:path>
              </a:pathLst>
            </a:custGeom>
            <a:solidFill>
              <a:srgbClr val="FFC92E"/>
            </a:solidFill>
            <a:ln w="13716" cap="rnd">
              <a:solidFill>
                <a:srgbClr val="252B2D"/>
              </a:solidFill>
              <a:round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8" name="0073 Rectangle 77"/>
            <p:cNvSpPr/>
            <p:nvPr/>
          </p:nvSpPr>
          <p:spPr>
            <a:xfrm>
              <a:off x="2980624" y="7246620"/>
              <a:ext cx="165233" cy="157146"/>
            </a:xfrm>
            <a:custGeom>
              <a:avLst/>
              <a:gdLst/>
              <a:ahLst/>
              <a:cxnLst/>
              <a:rect l="0" t="0" r="r" b="b"/>
              <a:pathLst>
                <a:path w="18070" h="17186">
                  <a:moveTo>
                    <a:pt x="9035" y="0"/>
                  </a:moveTo>
                  <a:lnTo>
                    <a:pt x="11436" y="6195"/>
                  </a:lnTo>
                  <a:lnTo>
                    <a:pt x="18070" y="6564"/>
                  </a:lnTo>
                  <a:lnTo>
                    <a:pt x="12920" y="10762"/>
                  </a:lnTo>
                  <a:lnTo>
                    <a:pt x="14619" y="17186"/>
                  </a:lnTo>
                  <a:lnTo>
                    <a:pt x="9035" y="13585"/>
                  </a:lnTo>
                  <a:lnTo>
                    <a:pt x="3451" y="17186"/>
                  </a:lnTo>
                  <a:lnTo>
                    <a:pt x="5150" y="10762"/>
                  </a:lnTo>
                  <a:lnTo>
                    <a:pt x="0" y="6564"/>
                  </a:lnTo>
                  <a:lnTo>
                    <a:pt x="6634" y="6195"/>
                  </a:lnTo>
                  <a:close/>
                </a:path>
              </a:pathLst>
            </a:custGeom>
            <a:solidFill>
              <a:srgbClr val="FFC92E"/>
            </a:solidFill>
            <a:ln w="13716" cap="rnd">
              <a:solidFill>
                <a:srgbClr val="252B2D"/>
              </a:solidFill>
              <a:round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9" name="0074 Rectangle 78"/>
            <p:cNvSpPr/>
            <p:nvPr/>
          </p:nvSpPr>
          <p:spPr>
            <a:xfrm>
              <a:off x="3172648" y="7246620"/>
              <a:ext cx="165233" cy="157146"/>
            </a:xfrm>
            <a:custGeom>
              <a:avLst/>
              <a:gdLst/>
              <a:ahLst/>
              <a:cxnLst/>
              <a:rect l="0" t="0" r="r" b="b"/>
              <a:pathLst>
                <a:path w="18070" h="17186">
                  <a:moveTo>
                    <a:pt x="9035" y="0"/>
                  </a:moveTo>
                  <a:lnTo>
                    <a:pt x="11436" y="6195"/>
                  </a:lnTo>
                  <a:lnTo>
                    <a:pt x="18070" y="6564"/>
                  </a:lnTo>
                  <a:lnTo>
                    <a:pt x="12920" y="10762"/>
                  </a:lnTo>
                  <a:lnTo>
                    <a:pt x="14619" y="17186"/>
                  </a:lnTo>
                  <a:lnTo>
                    <a:pt x="9035" y="13585"/>
                  </a:lnTo>
                  <a:lnTo>
                    <a:pt x="3451" y="17186"/>
                  </a:lnTo>
                  <a:lnTo>
                    <a:pt x="5150" y="10762"/>
                  </a:lnTo>
                  <a:lnTo>
                    <a:pt x="0" y="6564"/>
                  </a:lnTo>
                  <a:lnTo>
                    <a:pt x="6634" y="6195"/>
                  </a:lnTo>
                  <a:close/>
                </a:path>
              </a:pathLst>
            </a:custGeom>
            <a:solidFill>
              <a:srgbClr val="EDF0EB"/>
            </a:solidFill>
            <a:ln w="13716" cap="rnd">
              <a:solidFill>
                <a:srgbClr val="252B2D"/>
              </a:solidFill>
              <a:round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0" name="Your task is to find a / butterfly egg in the / outside. Move it to the / green box in the"/>
            <p:cNvSpPr txBox="1"/>
            <p:nvPr/>
          </p:nvSpPr>
          <p:spPr>
            <a:xfrm>
              <a:off x="1234440" y="7461504"/>
              <a:ext cx="2103120" cy="885798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Ctr="0" anchor="t">
              <a:noAutofit/>
            </a:bodyPr>
            <a:lstStyle/>
            <a:p>
              <a:pPr algn="l">
                <a:lnSpc>
                  <a:spcPts val="165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5" b="0" i="0">
                  <a:solidFill>
                    <a:srgbClr val="000000"/>
                  </a:solidFill>
                  <a:latin typeface="Comic Neue"/>
                </a:rPr>
                <a:t>Your task is to find a</a:t>
              </a:r>
            </a:p>
            <a:p>
              <a:pPr algn="l">
                <a:lnSpc>
                  <a:spcPts val="165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5" b="0" i="0">
                  <a:solidFill>
                    <a:srgbClr val="000000"/>
                  </a:solidFill>
                  <a:latin typeface="Comic Neue"/>
                </a:rPr>
                <a:t>butterfly egg in the</a:t>
              </a:r>
            </a:p>
            <a:p>
              <a:pPr algn="l">
                <a:lnSpc>
                  <a:spcPts val="165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5" b="0" i="0">
                  <a:solidFill>
                    <a:srgbClr val="000000"/>
                  </a:solidFill>
                  <a:latin typeface="Comic Neue"/>
                </a:rPr>
                <a:t>outside. Move it to the</a:t>
              </a:r>
            </a:p>
            <a:p>
              <a:pPr algn="l">
                <a:lnSpc>
                  <a:spcPts val="165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5" b="0" i="0">
                  <a:solidFill>
                    <a:srgbClr val="000000"/>
                  </a:solidFill>
                  <a:latin typeface="Comic Neue"/>
                </a:rPr>
                <a:t>green box in the bathroom.</a:t>
              </a:r>
            </a:p>
          </p:txBody>
        </p:sp>
        <p:sp>
          <p:nvSpPr>
            <p:cNvPr id="81" name="0076 Rounded Rectangle 80"/>
            <p:cNvSpPr/>
            <p:nvPr/>
          </p:nvSpPr>
          <p:spPr>
            <a:xfrm>
              <a:off x="512064" y="8467344"/>
              <a:ext cx="2276856" cy="1042416"/>
            </a:xfrm>
            <a:prstGeom prst="roundRect">
              <a:avLst>
                <a:gd name="adj" fmla="val 14035"/>
              </a:avLst>
            </a:prstGeom>
            <a:solidFill>
              <a:srgbClr val="FFF0DB"/>
            </a:solidFill>
            <a:ln w="20116" cap="rnd">
              <a:solidFill>
                <a:srgbClr val="E9C56E"/>
              </a:solidFill>
              <a:round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2" name="Topic:"/>
            <p:cNvSpPr txBox="1"/>
            <p:nvPr/>
          </p:nvSpPr>
          <p:spPr>
            <a:xfrm>
              <a:off x="585216" y="8503920"/>
              <a:ext cx="822960" cy="260787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Ctr="0" anchor="t">
              <a:noAutofit/>
            </a:bodyPr>
            <a:lstStyle/>
            <a:p>
              <a:pPr algn="l">
                <a:lnSpc>
                  <a:spcPts val="169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12" b="0" i="0">
                  <a:solidFill>
                    <a:srgbClr val="000000"/>
                  </a:solidFill>
                  <a:latin typeface="Latin Modern Mono"/>
                </a:rPr>
                <a:t>Topic:</a:t>
              </a:r>
            </a:p>
          </p:txBody>
        </p:sp>
        <p:sp>
          <p:nvSpPr>
            <p:cNvPr id="83" name="Game"/>
            <p:cNvSpPr txBox="1"/>
            <p:nvPr/>
          </p:nvSpPr>
          <p:spPr>
            <a:xfrm>
              <a:off x="1344168" y="8503920"/>
              <a:ext cx="1325880" cy="291511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Ctr="0" anchor="t">
              <a:noAutofit/>
            </a:bodyPr>
            <a:lstStyle/>
            <a:p>
              <a:pPr algn="l">
                <a:lnSpc>
                  <a:spcPts val="193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728" b="0" i="0">
                  <a:solidFill>
                    <a:srgbClr val="000000"/>
                  </a:solidFill>
                  <a:latin typeface="Liberation Serif"/>
                </a:rPr>
                <a:t>Game</a:t>
              </a:r>
            </a:p>
          </p:txBody>
        </p:sp>
        <p:sp>
          <p:nvSpPr>
            <p:cNvPr id="84" name="Difficulty:"/>
            <p:cNvSpPr txBox="1"/>
            <p:nvPr/>
          </p:nvSpPr>
          <p:spPr>
            <a:xfrm>
              <a:off x="585216" y="8759952"/>
              <a:ext cx="1280160" cy="260787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Ctr="0" anchor="t">
              <a:noAutofit/>
            </a:bodyPr>
            <a:lstStyle/>
            <a:p>
              <a:pPr algn="l">
                <a:lnSpc>
                  <a:spcPts val="169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12" b="0" i="0">
                  <a:solidFill>
                    <a:srgbClr val="000000"/>
                  </a:solidFill>
                  <a:latin typeface="Latin Modern Mono"/>
                </a:rPr>
                <a:t>Difficulty:</a:t>
              </a:r>
            </a:p>
          </p:txBody>
        </p:sp>
        <p:sp>
          <p:nvSpPr>
            <p:cNvPr id="85" name="0080 Rectangle 84"/>
            <p:cNvSpPr/>
            <p:nvPr/>
          </p:nvSpPr>
          <p:spPr>
            <a:xfrm>
              <a:off x="1764472" y="8782812"/>
              <a:ext cx="165233" cy="157146"/>
            </a:xfrm>
            <a:custGeom>
              <a:avLst/>
              <a:gdLst/>
              <a:ahLst/>
              <a:cxnLst/>
              <a:rect l="0" t="0" r="r" b="b"/>
              <a:pathLst>
                <a:path w="18070" h="17186">
                  <a:moveTo>
                    <a:pt x="9035" y="0"/>
                  </a:moveTo>
                  <a:lnTo>
                    <a:pt x="11436" y="6195"/>
                  </a:lnTo>
                  <a:lnTo>
                    <a:pt x="18070" y="6564"/>
                  </a:lnTo>
                  <a:lnTo>
                    <a:pt x="12920" y="10762"/>
                  </a:lnTo>
                  <a:lnTo>
                    <a:pt x="14619" y="17186"/>
                  </a:lnTo>
                  <a:lnTo>
                    <a:pt x="9035" y="13585"/>
                  </a:lnTo>
                  <a:lnTo>
                    <a:pt x="3451" y="17186"/>
                  </a:lnTo>
                  <a:lnTo>
                    <a:pt x="5150" y="10762"/>
                  </a:lnTo>
                  <a:lnTo>
                    <a:pt x="0" y="6564"/>
                  </a:lnTo>
                  <a:lnTo>
                    <a:pt x="6634" y="6195"/>
                  </a:lnTo>
                  <a:close/>
                </a:path>
              </a:pathLst>
            </a:custGeom>
            <a:solidFill>
              <a:srgbClr val="FFC92E"/>
            </a:solidFill>
            <a:ln w="13716" cap="rnd">
              <a:solidFill>
                <a:srgbClr val="252B2D"/>
              </a:solidFill>
              <a:round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6" name="0081 Rectangle 85"/>
            <p:cNvSpPr/>
            <p:nvPr/>
          </p:nvSpPr>
          <p:spPr>
            <a:xfrm>
              <a:off x="1956496" y="8782812"/>
              <a:ext cx="165233" cy="157146"/>
            </a:xfrm>
            <a:custGeom>
              <a:avLst/>
              <a:gdLst/>
              <a:ahLst/>
              <a:cxnLst/>
              <a:rect l="0" t="0" r="r" b="b"/>
              <a:pathLst>
                <a:path w="18070" h="17186">
                  <a:moveTo>
                    <a:pt x="9035" y="0"/>
                  </a:moveTo>
                  <a:lnTo>
                    <a:pt x="11436" y="6195"/>
                  </a:lnTo>
                  <a:lnTo>
                    <a:pt x="18070" y="6564"/>
                  </a:lnTo>
                  <a:lnTo>
                    <a:pt x="12920" y="10762"/>
                  </a:lnTo>
                  <a:lnTo>
                    <a:pt x="14619" y="17186"/>
                  </a:lnTo>
                  <a:lnTo>
                    <a:pt x="9035" y="13585"/>
                  </a:lnTo>
                  <a:lnTo>
                    <a:pt x="3451" y="17186"/>
                  </a:lnTo>
                  <a:lnTo>
                    <a:pt x="5150" y="10762"/>
                  </a:lnTo>
                  <a:lnTo>
                    <a:pt x="0" y="6564"/>
                  </a:lnTo>
                  <a:lnTo>
                    <a:pt x="6634" y="6195"/>
                  </a:lnTo>
                  <a:close/>
                </a:path>
              </a:pathLst>
            </a:custGeom>
            <a:solidFill>
              <a:srgbClr val="FFC92E"/>
            </a:solidFill>
            <a:ln w="13716" cap="rnd">
              <a:solidFill>
                <a:srgbClr val="252B2D"/>
              </a:solidFill>
              <a:round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7" name="0082 Rectangle 86"/>
            <p:cNvSpPr/>
            <p:nvPr/>
          </p:nvSpPr>
          <p:spPr>
            <a:xfrm>
              <a:off x="2148520" y="8782812"/>
              <a:ext cx="165233" cy="157146"/>
            </a:xfrm>
            <a:custGeom>
              <a:avLst/>
              <a:gdLst/>
              <a:ahLst/>
              <a:cxnLst/>
              <a:rect l="0" t="0" r="r" b="b"/>
              <a:pathLst>
                <a:path w="18070" h="17186">
                  <a:moveTo>
                    <a:pt x="9035" y="0"/>
                  </a:moveTo>
                  <a:lnTo>
                    <a:pt x="11436" y="6195"/>
                  </a:lnTo>
                  <a:lnTo>
                    <a:pt x="18070" y="6564"/>
                  </a:lnTo>
                  <a:lnTo>
                    <a:pt x="12920" y="10762"/>
                  </a:lnTo>
                  <a:lnTo>
                    <a:pt x="14619" y="17186"/>
                  </a:lnTo>
                  <a:lnTo>
                    <a:pt x="9035" y="13585"/>
                  </a:lnTo>
                  <a:lnTo>
                    <a:pt x="3451" y="17186"/>
                  </a:lnTo>
                  <a:lnTo>
                    <a:pt x="5150" y="10762"/>
                  </a:lnTo>
                  <a:lnTo>
                    <a:pt x="0" y="6564"/>
                  </a:lnTo>
                  <a:lnTo>
                    <a:pt x="6634" y="6195"/>
                  </a:lnTo>
                  <a:close/>
                </a:path>
              </a:pathLst>
            </a:custGeom>
            <a:solidFill>
              <a:srgbClr val="FFC92E"/>
            </a:solidFill>
            <a:ln w="13716" cap="rnd">
              <a:solidFill>
                <a:srgbClr val="252B2D"/>
              </a:solidFill>
              <a:round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8" name="0083 Rectangle 87"/>
            <p:cNvSpPr/>
            <p:nvPr/>
          </p:nvSpPr>
          <p:spPr>
            <a:xfrm>
              <a:off x="2340544" y="8782812"/>
              <a:ext cx="165233" cy="157146"/>
            </a:xfrm>
            <a:custGeom>
              <a:avLst/>
              <a:gdLst/>
              <a:ahLst/>
              <a:cxnLst/>
              <a:rect l="0" t="0" r="r" b="b"/>
              <a:pathLst>
                <a:path w="18070" h="17186">
                  <a:moveTo>
                    <a:pt x="9035" y="0"/>
                  </a:moveTo>
                  <a:lnTo>
                    <a:pt x="11436" y="6195"/>
                  </a:lnTo>
                  <a:lnTo>
                    <a:pt x="18070" y="6564"/>
                  </a:lnTo>
                  <a:lnTo>
                    <a:pt x="12920" y="10762"/>
                  </a:lnTo>
                  <a:lnTo>
                    <a:pt x="14619" y="17186"/>
                  </a:lnTo>
                  <a:lnTo>
                    <a:pt x="9035" y="13585"/>
                  </a:lnTo>
                  <a:lnTo>
                    <a:pt x="3451" y="17186"/>
                  </a:lnTo>
                  <a:lnTo>
                    <a:pt x="5150" y="10762"/>
                  </a:lnTo>
                  <a:lnTo>
                    <a:pt x="0" y="6564"/>
                  </a:lnTo>
                  <a:lnTo>
                    <a:pt x="6634" y="6195"/>
                  </a:lnTo>
                  <a:close/>
                </a:path>
              </a:pathLst>
            </a:custGeom>
            <a:solidFill>
              <a:srgbClr val="FFC92E"/>
            </a:solidFill>
            <a:ln w="13716" cap="rnd">
              <a:solidFill>
                <a:srgbClr val="252B2D"/>
              </a:solidFill>
              <a:round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9" name="0084 Rectangle 88"/>
            <p:cNvSpPr/>
            <p:nvPr/>
          </p:nvSpPr>
          <p:spPr>
            <a:xfrm>
              <a:off x="2532568" y="8782812"/>
              <a:ext cx="165233" cy="157146"/>
            </a:xfrm>
            <a:custGeom>
              <a:avLst/>
              <a:gdLst/>
              <a:ahLst/>
              <a:cxnLst/>
              <a:rect l="0" t="0" r="r" b="b"/>
              <a:pathLst>
                <a:path w="18070" h="17186">
                  <a:moveTo>
                    <a:pt x="9035" y="0"/>
                  </a:moveTo>
                  <a:lnTo>
                    <a:pt x="11436" y="6195"/>
                  </a:lnTo>
                  <a:lnTo>
                    <a:pt x="18070" y="6564"/>
                  </a:lnTo>
                  <a:lnTo>
                    <a:pt x="12920" y="10762"/>
                  </a:lnTo>
                  <a:lnTo>
                    <a:pt x="14619" y="17186"/>
                  </a:lnTo>
                  <a:lnTo>
                    <a:pt x="9035" y="13585"/>
                  </a:lnTo>
                  <a:lnTo>
                    <a:pt x="3451" y="17186"/>
                  </a:lnTo>
                  <a:lnTo>
                    <a:pt x="5150" y="10762"/>
                  </a:lnTo>
                  <a:lnTo>
                    <a:pt x="0" y="6564"/>
                  </a:lnTo>
                  <a:lnTo>
                    <a:pt x="6634" y="6195"/>
                  </a:lnTo>
                  <a:close/>
                </a:path>
              </a:pathLst>
            </a:custGeom>
            <a:solidFill>
              <a:srgbClr val="EDF0EB"/>
            </a:solidFill>
            <a:ln w="13716" cap="rnd">
              <a:solidFill>
                <a:srgbClr val="252B2D"/>
              </a:solidFill>
              <a:round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0" name="b1 is on b2., b2 is on b6., / b3 is on b7., b5 is on b3."/>
            <p:cNvSpPr txBox="1"/>
            <p:nvPr/>
          </p:nvSpPr>
          <p:spPr>
            <a:xfrm>
              <a:off x="630936" y="9043416"/>
              <a:ext cx="2148840" cy="465612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Ctr="0" anchor="t">
              <a:noAutofit/>
            </a:bodyPr>
            <a:lstStyle/>
            <a:p>
              <a:pPr algn="l">
                <a:lnSpc>
                  <a:spcPts val="165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76" b="0" i="0">
                  <a:solidFill>
                    <a:srgbClr val="000000"/>
                  </a:solidFill>
                  <a:latin typeface="Comic Neue"/>
                </a:rPr>
                <a:t>b1 is on b2., b2 is on b6.,</a:t>
              </a:r>
            </a:p>
            <a:p>
              <a:pPr algn="l">
                <a:lnSpc>
                  <a:spcPts val="165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76" b="0" i="0">
                  <a:solidFill>
                    <a:srgbClr val="000000"/>
                  </a:solidFill>
                  <a:latin typeface="Comic Neue"/>
                </a:rPr>
                <a:t>b3 is on b7., b5 is on b3.</a:t>
              </a:r>
            </a:p>
          </p:txBody>
        </p:sp>
      </p:grpSp>
      <p:grpSp>
        <p:nvGrpSpPr>
          <p:cNvPr id="91" name="graph-backgrounds-and-traversal-cones"/>
          <p:cNvGrpSpPr/>
          <p:nvPr/>
        </p:nvGrpSpPr>
        <p:grpSpPr>
          <a:xfrm>
            <a:off x="5636187" y="352721"/>
            <a:ext cx="11815528" cy="9431359"/>
            <a:chOff x="5636187" y="352721"/>
            <a:chExt cx="11815528" cy="9431359"/>
          </a:xfrm>
        </p:grpSpPr>
        <p:sp>
          <p:nvSpPr>
            <p:cNvPr id="92" name="0086 Rectangle 91"/>
            <p:cNvSpPr/>
            <p:nvPr/>
          </p:nvSpPr>
          <p:spPr>
            <a:xfrm>
              <a:off x="5637547" y="352721"/>
              <a:ext cx="2851854" cy="2957069"/>
            </a:xfrm>
            <a:custGeom>
              <a:avLst/>
              <a:gdLst/>
              <a:ahLst/>
              <a:cxnLst/>
              <a:rect l="0" t="0" r="r" b="b"/>
              <a:pathLst>
                <a:path w="311883" h="323389">
                  <a:moveTo>
                    <a:pt x="311735" y="161426"/>
                  </a:moveTo>
                  <a:cubicBezTo>
                    <a:pt x="311587" y="184380"/>
                    <a:pt x="305409" y="209694"/>
                    <a:pt x="295307" y="230071"/>
                  </a:cubicBezTo>
                  <a:cubicBezTo>
                    <a:pt x="285205" y="250449"/>
                    <a:pt x="268612" y="269152"/>
                    <a:pt x="251123" y="283692"/>
                  </a:cubicBezTo>
                  <a:cubicBezTo>
                    <a:pt x="233634" y="298232"/>
                    <a:pt x="212154" y="311625"/>
                    <a:pt x="190375" y="317314"/>
                  </a:cubicBezTo>
                  <a:cubicBezTo>
                    <a:pt x="168597" y="323002"/>
                    <a:pt x="142240" y="323389"/>
                    <a:pt x="120452" y="317821"/>
                  </a:cubicBezTo>
                  <a:cubicBezTo>
                    <a:pt x="98664" y="312253"/>
                    <a:pt x="76874" y="298653"/>
                    <a:pt x="59649" y="283907"/>
                  </a:cubicBezTo>
                  <a:cubicBezTo>
                    <a:pt x="42425" y="269162"/>
                    <a:pt x="27029" y="249762"/>
                    <a:pt x="17105" y="229349"/>
                  </a:cubicBezTo>
                  <a:cubicBezTo>
                    <a:pt x="7182" y="208935"/>
                    <a:pt x="0" y="184015"/>
                    <a:pt x="106" y="161426"/>
                  </a:cubicBezTo>
                  <a:cubicBezTo>
                    <a:pt x="213" y="138837"/>
                    <a:pt x="7722" y="114105"/>
                    <a:pt x="17743" y="93816"/>
                  </a:cubicBezTo>
                  <a:cubicBezTo>
                    <a:pt x="27764" y="73527"/>
                    <a:pt x="43119" y="54504"/>
                    <a:pt x="60233" y="39691"/>
                  </a:cubicBezTo>
                  <a:cubicBezTo>
                    <a:pt x="77348" y="24879"/>
                    <a:pt x="98910" y="9881"/>
                    <a:pt x="120432" y="4941"/>
                  </a:cubicBezTo>
                  <a:cubicBezTo>
                    <a:pt x="141954" y="0"/>
                    <a:pt x="167491" y="4463"/>
                    <a:pt x="189365" y="10048"/>
                  </a:cubicBezTo>
                  <a:cubicBezTo>
                    <a:pt x="211240" y="15633"/>
                    <a:pt x="233874" y="24733"/>
                    <a:pt x="251679" y="38449"/>
                  </a:cubicBezTo>
                  <a:cubicBezTo>
                    <a:pt x="269484" y="52166"/>
                    <a:pt x="286185" y="71849"/>
                    <a:pt x="296194" y="92345"/>
                  </a:cubicBezTo>
                  <a:cubicBezTo>
                    <a:pt x="306203" y="112841"/>
                    <a:pt x="311883" y="138472"/>
                    <a:pt x="311735" y="161426"/>
                  </a:cubicBezTo>
                  <a:close/>
                </a:path>
              </a:pathLst>
            </a:custGeom>
            <a:solidFill>
              <a:srgbClr val="EAF3E9"/>
            </a:solidFill>
            <a:ln w="45719" cap="rnd">
              <a:solidFill>
                <a:srgbClr val="096807"/>
              </a:solidFill>
              <a:round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3" name="0087 Rectangle 92"/>
            <p:cNvSpPr/>
            <p:nvPr/>
          </p:nvSpPr>
          <p:spPr>
            <a:xfrm>
              <a:off x="5645820" y="3657849"/>
              <a:ext cx="2854737" cy="2886774"/>
            </a:xfrm>
            <a:custGeom>
              <a:avLst/>
              <a:gdLst/>
              <a:ahLst/>
              <a:cxnLst/>
              <a:rect l="0" t="0" r="r" b="b"/>
              <a:pathLst>
                <a:path w="312198" h="315701">
                  <a:moveTo>
                    <a:pt x="311998" y="157973"/>
                  </a:moveTo>
                  <a:cubicBezTo>
                    <a:pt x="311799" y="180619"/>
                    <a:pt x="305974" y="205383"/>
                    <a:pt x="296042" y="225622"/>
                  </a:cubicBezTo>
                  <a:cubicBezTo>
                    <a:pt x="286110" y="245862"/>
                    <a:pt x="270013" y="265244"/>
                    <a:pt x="252407" y="279408"/>
                  </a:cubicBezTo>
                  <a:cubicBezTo>
                    <a:pt x="234800" y="293572"/>
                    <a:pt x="212326" y="305510"/>
                    <a:pt x="190403" y="310606"/>
                  </a:cubicBezTo>
                  <a:cubicBezTo>
                    <a:pt x="168480" y="315701"/>
                    <a:pt x="142803" y="315199"/>
                    <a:pt x="120870" y="309982"/>
                  </a:cubicBezTo>
                  <a:cubicBezTo>
                    <a:pt x="98938" y="304765"/>
                    <a:pt x="76741" y="293218"/>
                    <a:pt x="58807" y="279305"/>
                  </a:cubicBezTo>
                  <a:cubicBezTo>
                    <a:pt x="40872" y="265392"/>
                    <a:pt x="23063" y="246724"/>
                    <a:pt x="13262" y="226502"/>
                  </a:cubicBezTo>
                  <a:cubicBezTo>
                    <a:pt x="3462" y="206280"/>
                    <a:pt x="0" y="180814"/>
                    <a:pt x="4" y="157973"/>
                  </a:cubicBezTo>
                  <a:cubicBezTo>
                    <a:pt x="7" y="135131"/>
                    <a:pt x="3654" y="109890"/>
                    <a:pt x="13284" y="89454"/>
                  </a:cubicBezTo>
                  <a:cubicBezTo>
                    <a:pt x="22914" y="69018"/>
                    <a:pt x="39873" y="49365"/>
                    <a:pt x="57783" y="35358"/>
                  </a:cubicBezTo>
                  <a:cubicBezTo>
                    <a:pt x="75693" y="21350"/>
                    <a:pt x="98631" y="10452"/>
                    <a:pt x="120744" y="5408"/>
                  </a:cubicBezTo>
                  <a:cubicBezTo>
                    <a:pt x="142856" y="364"/>
                    <a:pt x="168439" y="0"/>
                    <a:pt x="190460" y="5092"/>
                  </a:cubicBezTo>
                  <a:cubicBezTo>
                    <a:pt x="212481" y="10183"/>
                    <a:pt x="235073" y="21848"/>
                    <a:pt x="252870" y="35957"/>
                  </a:cubicBezTo>
                  <a:cubicBezTo>
                    <a:pt x="270666" y="50067"/>
                    <a:pt x="287383" y="69411"/>
                    <a:pt x="297238" y="89747"/>
                  </a:cubicBezTo>
                  <a:cubicBezTo>
                    <a:pt x="307092" y="110083"/>
                    <a:pt x="312198" y="135327"/>
                    <a:pt x="311998" y="157973"/>
                  </a:cubicBezTo>
                  <a:close/>
                </a:path>
              </a:pathLst>
            </a:custGeom>
            <a:solidFill>
              <a:srgbClr val="EDF2FC"/>
            </a:solidFill>
            <a:ln w="45719" cap="rnd">
              <a:solidFill>
                <a:srgbClr val="063769"/>
              </a:solidFill>
              <a:round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4" name="0088 Rectangle 93"/>
            <p:cNvSpPr/>
            <p:nvPr/>
          </p:nvSpPr>
          <p:spPr>
            <a:xfrm>
              <a:off x="5641848" y="5779008"/>
              <a:ext cx="2551176" cy="2112264"/>
            </a:xfrm>
            <a:custGeom>
              <a:avLst/>
              <a:gdLst/>
              <a:ahLst/>
              <a:cxnLst/>
              <a:rect l="0" t="0" r="r" b="b"/>
              <a:pathLst>
                <a:path w="279000" h="231000">
                  <a:moveTo>
                    <a:pt x="77000" y="0"/>
                  </a:moveTo>
                  <a:lnTo>
                    <a:pt x="0" y="231000"/>
                  </a:lnTo>
                  <a:lnTo>
                    <a:pt x="279000" y="186000"/>
                  </a:lnTo>
                  <a:close/>
                </a:path>
              </a:pathLst>
            </a:custGeom>
            <a:solidFill>
              <a:srgbClr val="E4E2EE">
                <a:alpha val="7500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5" name="0089 Rectangle 94"/>
            <p:cNvSpPr/>
            <p:nvPr/>
          </p:nvSpPr>
          <p:spPr>
            <a:xfrm>
              <a:off x="7178040" y="6912864"/>
              <a:ext cx="3063240" cy="2871216"/>
            </a:xfrm>
            <a:custGeom>
              <a:avLst/>
              <a:gdLst/>
              <a:ahLst/>
              <a:cxnLst/>
              <a:rect l="0" t="0" r="r" b="b"/>
              <a:pathLst>
                <a:path w="335000" h="314000">
                  <a:moveTo>
                    <a:pt x="65000" y="0"/>
                  </a:moveTo>
                  <a:lnTo>
                    <a:pt x="327000" y="61000"/>
                  </a:lnTo>
                  <a:lnTo>
                    <a:pt x="335000" y="241000"/>
                  </a:lnTo>
                  <a:lnTo>
                    <a:pt x="0" y="314000"/>
                  </a:lnTo>
                  <a:close/>
                </a:path>
              </a:pathLst>
            </a:custGeom>
            <a:solidFill>
              <a:srgbClr val="D6D3D9">
                <a:alpha val="4300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6" name="0090 Rectangle 95"/>
            <p:cNvSpPr/>
            <p:nvPr/>
          </p:nvSpPr>
          <p:spPr>
            <a:xfrm>
              <a:off x="7772400" y="6912864"/>
              <a:ext cx="2395728" cy="557784"/>
            </a:xfrm>
            <a:custGeom>
              <a:avLst/>
              <a:gdLst/>
              <a:ahLst/>
              <a:cxnLst/>
              <a:rect l="0" t="0" r="r" b="b"/>
              <a:pathLst>
                <a:path w="262000" h="61000">
                  <a:moveTo>
                    <a:pt x="0" y="0"/>
                  </a:moveTo>
                  <a:lnTo>
                    <a:pt x="262000" y="61000"/>
                  </a:lnTo>
                </a:path>
              </a:pathLst>
            </a:custGeom>
            <a:noFill/>
            <a:ln w="36576" cap="rnd">
              <a:solidFill>
                <a:srgbClr val="888888"/>
              </a:solidFill>
              <a:custDash>
                <a:ds d="50000" sp="225000"/>
              </a:custDash>
              <a:round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7" name="0091 Rectangle 96"/>
            <p:cNvSpPr/>
            <p:nvPr/>
          </p:nvSpPr>
          <p:spPr>
            <a:xfrm>
              <a:off x="7178040" y="9116568"/>
              <a:ext cx="3063240" cy="667512"/>
            </a:xfrm>
            <a:custGeom>
              <a:avLst/>
              <a:gdLst/>
              <a:ahLst/>
              <a:cxnLst/>
              <a:rect l="0" t="0" r="r" b="b"/>
              <a:pathLst>
                <a:path w="335000" h="73000">
                  <a:moveTo>
                    <a:pt x="0" y="73000"/>
                  </a:moveTo>
                  <a:lnTo>
                    <a:pt x="335000" y="0"/>
                  </a:lnTo>
                </a:path>
              </a:pathLst>
            </a:custGeom>
            <a:noFill/>
            <a:ln w="36576" cap="rnd">
              <a:solidFill>
                <a:srgbClr val="888888"/>
              </a:solidFill>
              <a:custDash>
                <a:ds d="50000" sp="225000"/>
              </a:custDash>
              <a:round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8" name="0092 Rectangle 97"/>
            <p:cNvSpPr/>
            <p:nvPr/>
          </p:nvSpPr>
          <p:spPr>
            <a:xfrm>
              <a:off x="5636187" y="6861389"/>
              <a:ext cx="2823497" cy="2899923"/>
            </a:xfrm>
            <a:custGeom>
              <a:avLst/>
              <a:gdLst/>
              <a:ahLst/>
              <a:cxnLst/>
              <a:rect l="0" t="0" r="r" b="b"/>
              <a:pathLst>
                <a:path w="308781" h="317139">
                  <a:moveTo>
                    <a:pt x="308476" y="158629"/>
                  </a:moveTo>
                  <a:cubicBezTo>
                    <a:pt x="308170" y="181329"/>
                    <a:pt x="302921" y="205917"/>
                    <a:pt x="293312" y="226282"/>
                  </a:cubicBezTo>
                  <a:cubicBezTo>
                    <a:pt x="283703" y="246648"/>
                    <a:pt x="268221" y="266725"/>
                    <a:pt x="250823" y="280821"/>
                  </a:cubicBezTo>
                  <a:cubicBezTo>
                    <a:pt x="233424" y="294917"/>
                    <a:pt x="210725" y="305621"/>
                    <a:pt x="188922" y="310858"/>
                  </a:cubicBezTo>
                  <a:cubicBezTo>
                    <a:pt x="167119" y="316096"/>
                    <a:pt x="141844" y="317139"/>
                    <a:pt x="120003" y="312248"/>
                  </a:cubicBezTo>
                  <a:cubicBezTo>
                    <a:pt x="98162" y="307356"/>
                    <a:pt x="75144" y="295873"/>
                    <a:pt x="57876" y="281507"/>
                  </a:cubicBezTo>
                  <a:cubicBezTo>
                    <a:pt x="40607" y="267142"/>
                    <a:pt x="25939" y="246535"/>
                    <a:pt x="16391" y="226055"/>
                  </a:cubicBezTo>
                  <a:cubicBezTo>
                    <a:pt x="6843" y="205576"/>
                    <a:pt x="1173" y="181391"/>
                    <a:pt x="586" y="158629"/>
                  </a:cubicBezTo>
                  <a:cubicBezTo>
                    <a:pt x="0" y="135868"/>
                    <a:pt x="3570" y="110278"/>
                    <a:pt x="12873" y="89487"/>
                  </a:cubicBezTo>
                  <a:cubicBezTo>
                    <a:pt x="22176" y="68696"/>
                    <a:pt x="38576" y="48082"/>
                    <a:pt x="56404" y="33882"/>
                  </a:cubicBezTo>
                  <a:cubicBezTo>
                    <a:pt x="74232" y="19682"/>
                    <a:pt x="97820" y="8576"/>
                    <a:pt x="119840" y="4288"/>
                  </a:cubicBezTo>
                  <a:cubicBezTo>
                    <a:pt x="141861" y="0"/>
                    <a:pt x="166782" y="2688"/>
                    <a:pt x="188526" y="8155"/>
                  </a:cubicBezTo>
                  <a:cubicBezTo>
                    <a:pt x="210271" y="13623"/>
                    <a:pt x="232537" y="23438"/>
                    <a:pt x="250307" y="37093"/>
                  </a:cubicBezTo>
                  <a:cubicBezTo>
                    <a:pt x="268077" y="50747"/>
                    <a:pt x="285452" y="69825"/>
                    <a:pt x="295147" y="90081"/>
                  </a:cubicBezTo>
                  <a:cubicBezTo>
                    <a:pt x="304842" y="110338"/>
                    <a:pt x="308781" y="135929"/>
                    <a:pt x="308476" y="158629"/>
                  </a:cubicBezTo>
                  <a:close/>
                </a:path>
              </a:pathLst>
            </a:custGeom>
            <a:solidFill>
              <a:srgbClr val="F3E1EF"/>
            </a:solidFill>
            <a:ln w="45719" cap="rnd">
              <a:solidFill>
                <a:srgbClr val="400076"/>
              </a:solidFill>
              <a:round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9" name="0093 Rectangle 98"/>
            <p:cNvSpPr/>
            <p:nvPr/>
          </p:nvSpPr>
          <p:spPr>
            <a:xfrm>
              <a:off x="6327648" y="1901952"/>
              <a:ext cx="1920240" cy="3145536"/>
            </a:xfrm>
            <a:custGeom>
              <a:avLst/>
              <a:gdLst/>
              <a:ahLst/>
              <a:cxnLst/>
              <a:rect l="0" t="0" r="r" b="b"/>
              <a:pathLst>
                <a:path w="210000" h="344000">
                  <a:moveTo>
                    <a:pt x="92000" y="344000"/>
                  </a:moveTo>
                  <a:lnTo>
                    <a:pt x="0" y="36000"/>
                  </a:lnTo>
                  <a:lnTo>
                    <a:pt x="186000" y="0"/>
                  </a:lnTo>
                  <a:lnTo>
                    <a:pt x="210000" y="41000"/>
                  </a:lnTo>
                  <a:close/>
                </a:path>
              </a:pathLst>
            </a:custGeom>
            <a:solidFill>
              <a:srgbClr val="B9CBCA">
                <a:alpha val="6500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0" name="0094 Rectangle 99"/>
            <p:cNvSpPr/>
            <p:nvPr/>
          </p:nvSpPr>
          <p:spPr>
            <a:xfrm>
              <a:off x="6327648" y="1901952"/>
              <a:ext cx="1920240" cy="3145536"/>
            </a:xfrm>
            <a:custGeom>
              <a:avLst/>
              <a:gdLst/>
              <a:ahLst/>
              <a:cxnLst/>
              <a:rect l="0" t="0" r="r" b="b"/>
              <a:pathLst>
                <a:path w="210000" h="344000">
                  <a:moveTo>
                    <a:pt x="92000" y="344000"/>
                  </a:moveTo>
                  <a:lnTo>
                    <a:pt x="0" y="36000"/>
                  </a:lnTo>
                  <a:lnTo>
                    <a:pt x="186000" y="0"/>
                  </a:lnTo>
                  <a:lnTo>
                    <a:pt x="210000" y="41000"/>
                  </a:lnTo>
                  <a:lnTo>
                    <a:pt x="92000" y="344000"/>
                  </a:lnTo>
                </a:path>
              </a:pathLst>
            </a:custGeom>
            <a:noFill/>
            <a:ln w="36576" cap="rnd">
              <a:solidFill>
                <a:srgbClr val="7D8580"/>
              </a:solidFill>
              <a:custDash>
                <a:ds d="50000" sp="225000"/>
              </a:custDash>
              <a:round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1" name="0095 Rectangle 100"/>
            <p:cNvSpPr/>
            <p:nvPr/>
          </p:nvSpPr>
          <p:spPr>
            <a:xfrm>
              <a:off x="5641848" y="5779008"/>
              <a:ext cx="704088" cy="2112264"/>
            </a:xfrm>
            <a:custGeom>
              <a:avLst/>
              <a:gdLst/>
              <a:ahLst/>
              <a:cxnLst/>
              <a:rect l="0" t="0" r="r" b="b"/>
              <a:pathLst>
                <a:path w="77000" h="231000">
                  <a:moveTo>
                    <a:pt x="77000" y="0"/>
                  </a:moveTo>
                  <a:lnTo>
                    <a:pt x="0" y="231000"/>
                  </a:lnTo>
                </a:path>
              </a:pathLst>
            </a:custGeom>
            <a:noFill/>
            <a:ln w="32004" cap="rnd">
              <a:solidFill>
                <a:srgbClr val="222222"/>
              </a:solidFill>
              <a:custDash>
                <a:ds d="57143" sp="228571"/>
              </a:custDash>
              <a:round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2" name="0096 Rectangle 101"/>
            <p:cNvSpPr/>
            <p:nvPr/>
          </p:nvSpPr>
          <p:spPr>
            <a:xfrm>
              <a:off x="6720840" y="5833872"/>
              <a:ext cx="1472184" cy="1645920"/>
            </a:xfrm>
            <a:custGeom>
              <a:avLst/>
              <a:gdLst/>
              <a:ahLst/>
              <a:cxnLst/>
              <a:rect l="0" t="0" r="r" b="b"/>
              <a:pathLst>
                <a:path w="161000" h="180000">
                  <a:moveTo>
                    <a:pt x="0" y="0"/>
                  </a:moveTo>
                  <a:lnTo>
                    <a:pt x="161000" y="180000"/>
                  </a:lnTo>
                </a:path>
              </a:pathLst>
            </a:custGeom>
            <a:noFill/>
            <a:ln w="32004" cap="rnd">
              <a:solidFill>
                <a:srgbClr val="222222"/>
              </a:solidFill>
              <a:custDash>
                <a:ds d="57143" sp="228571"/>
              </a:custDash>
              <a:round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3" name="0097 Rectangle 102"/>
            <p:cNvSpPr/>
            <p:nvPr/>
          </p:nvSpPr>
          <p:spPr>
            <a:xfrm>
              <a:off x="14525950" y="372345"/>
              <a:ext cx="2891474" cy="2923039"/>
            </a:xfrm>
            <a:custGeom>
              <a:avLst/>
              <a:gdLst/>
              <a:ahLst/>
              <a:cxnLst/>
              <a:rect l="0" t="0" r="r" b="b"/>
              <a:pathLst>
                <a:path w="316215" h="319667">
                  <a:moveTo>
                    <a:pt x="315611" y="159280"/>
                  </a:moveTo>
                  <a:cubicBezTo>
                    <a:pt x="315006" y="181959"/>
                    <a:pt x="306129" y="205961"/>
                    <a:pt x="295991" y="226439"/>
                  </a:cubicBezTo>
                  <a:cubicBezTo>
                    <a:pt x="285853" y="246916"/>
                    <a:pt x="272007" y="267463"/>
                    <a:pt x="254781" y="282146"/>
                  </a:cubicBezTo>
                  <a:cubicBezTo>
                    <a:pt x="237554" y="296828"/>
                    <a:pt x="214668" y="309397"/>
                    <a:pt x="192632" y="314532"/>
                  </a:cubicBezTo>
                  <a:cubicBezTo>
                    <a:pt x="170597" y="319667"/>
                    <a:pt x="144921" y="318031"/>
                    <a:pt x="122571" y="312956"/>
                  </a:cubicBezTo>
                  <a:cubicBezTo>
                    <a:pt x="100220" y="307881"/>
                    <a:pt x="76107" y="298361"/>
                    <a:pt x="58530" y="284083"/>
                  </a:cubicBezTo>
                  <a:cubicBezTo>
                    <a:pt x="40952" y="269805"/>
                    <a:pt x="26827" y="248087"/>
                    <a:pt x="17106" y="227286"/>
                  </a:cubicBezTo>
                  <a:cubicBezTo>
                    <a:pt x="7385" y="206486"/>
                    <a:pt x="0" y="181850"/>
                    <a:pt x="204" y="159280"/>
                  </a:cubicBezTo>
                  <a:cubicBezTo>
                    <a:pt x="409" y="136710"/>
                    <a:pt x="8271" y="112238"/>
                    <a:pt x="18332" y="91868"/>
                  </a:cubicBezTo>
                  <a:cubicBezTo>
                    <a:pt x="28394" y="71498"/>
                    <a:pt x="43208" y="51458"/>
                    <a:pt x="60576" y="37059"/>
                  </a:cubicBezTo>
                  <a:cubicBezTo>
                    <a:pt x="77944" y="22660"/>
                    <a:pt x="100577" y="10786"/>
                    <a:pt x="122542" y="5476"/>
                  </a:cubicBezTo>
                  <a:cubicBezTo>
                    <a:pt x="144507" y="166"/>
                    <a:pt x="170361" y="0"/>
                    <a:pt x="192367" y="5199"/>
                  </a:cubicBezTo>
                  <a:cubicBezTo>
                    <a:pt x="214373" y="10398"/>
                    <a:pt x="236702" y="22476"/>
                    <a:pt x="254578" y="36670"/>
                  </a:cubicBezTo>
                  <a:cubicBezTo>
                    <a:pt x="272454" y="50864"/>
                    <a:pt x="289448" y="69927"/>
                    <a:pt x="299621" y="90362"/>
                  </a:cubicBezTo>
                  <a:cubicBezTo>
                    <a:pt x="309793" y="110797"/>
                    <a:pt x="316215" y="136600"/>
                    <a:pt x="315611" y="159280"/>
                  </a:cubicBezTo>
                  <a:close/>
                </a:path>
              </a:pathLst>
            </a:custGeom>
            <a:solidFill>
              <a:srgbClr val="EAF3E9"/>
            </a:solidFill>
            <a:ln w="45719" cap="rnd">
              <a:solidFill>
                <a:srgbClr val="096807"/>
              </a:solidFill>
              <a:round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4" name="0098 Rectangle 103"/>
            <p:cNvSpPr/>
            <p:nvPr/>
          </p:nvSpPr>
          <p:spPr>
            <a:xfrm>
              <a:off x="14550701" y="3685431"/>
              <a:ext cx="2901014" cy="2864996"/>
            </a:xfrm>
            <a:custGeom>
              <a:avLst/>
              <a:gdLst/>
              <a:ahLst/>
              <a:cxnLst/>
              <a:rect l="0" t="0" r="r" b="b"/>
              <a:pathLst>
                <a:path w="317259" h="313320">
                  <a:moveTo>
                    <a:pt x="316772" y="155956"/>
                  </a:moveTo>
                  <a:cubicBezTo>
                    <a:pt x="317259" y="178456"/>
                    <a:pt x="311979" y="203711"/>
                    <a:pt x="302145" y="224148"/>
                  </a:cubicBezTo>
                  <a:cubicBezTo>
                    <a:pt x="292310" y="244585"/>
                    <a:pt x="275780" y="264470"/>
                    <a:pt x="257765" y="278577"/>
                  </a:cubicBezTo>
                  <a:cubicBezTo>
                    <a:pt x="239749" y="292684"/>
                    <a:pt x="216329" y="304264"/>
                    <a:pt x="194050" y="308792"/>
                  </a:cubicBezTo>
                  <a:cubicBezTo>
                    <a:pt x="171770" y="313320"/>
                    <a:pt x="146102" y="311253"/>
                    <a:pt x="124087" y="305745"/>
                  </a:cubicBezTo>
                  <a:cubicBezTo>
                    <a:pt x="102071" y="300237"/>
                    <a:pt x="79794" y="289484"/>
                    <a:pt x="61956" y="275744"/>
                  </a:cubicBezTo>
                  <a:cubicBezTo>
                    <a:pt x="44117" y="262005"/>
                    <a:pt x="27343" y="243273"/>
                    <a:pt x="17055" y="223308"/>
                  </a:cubicBezTo>
                  <a:cubicBezTo>
                    <a:pt x="6767" y="203343"/>
                    <a:pt x="0" y="178298"/>
                    <a:pt x="228" y="155956"/>
                  </a:cubicBezTo>
                  <a:cubicBezTo>
                    <a:pt x="457" y="133614"/>
                    <a:pt x="8382" y="109525"/>
                    <a:pt x="18425" y="89256"/>
                  </a:cubicBezTo>
                  <a:cubicBezTo>
                    <a:pt x="28467" y="68988"/>
                    <a:pt x="42930" y="48440"/>
                    <a:pt x="60483" y="34346"/>
                  </a:cubicBezTo>
                  <a:cubicBezTo>
                    <a:pt x="78036" y="20251"/>
                    <a:pt x="101603" y="9375"/>
                    <a:pt x="123744" y="4687"/>
                  </a:cubicBezTo>
                  <a:cubicBezTo>
                    <a:pt x="145886" y="0"/>
                    <a:pt x="170926" y="1533"/>
                    <a:pt x="193333" y="6221"/>
                  </a:cubicBezTo>
                  <a:cubicBezTo>
                    <a:pt x="215740" y="10908"/>
                    <a:pt x="240538" y="18991"/>
                    <a:pt x="258187" y="32813"/>
                  </a:cubicBezTo>
                  <a:cubicBezTo>
                    <a:pt x="275836" y="46635"/>
                    <a:pt x="289462" y="68628"/>
                    <a:pt x="299226" y="89152"/>
                  </a:cubicBezTo>
                  <a:cubicBezTo>
                    <a:pt x="308991" y="109676"/>
                    <a:pt x="316286" y="133457"/>
                    <a:pt x="316772" y="155956"/>
                  </a:cubicBezTo>
                  <a:close/>
                </a:path>
              </a:pathLst>
            </a:custGeom>
            <a:solidFill>
              <a:srgbClr val="EDF2FC"/>
            </a:solidFill>
            <a:ln w="45719" cap="rnd">
              <a:solidFill>
                <a:srgbClr val="063769"/>
              </a:solidFill>
              <a:round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5" name="0099 Rectangle 104"/>
            <p:cNvSpPr/>
            <p:nvPr/>
          </p:nvSpPr>
          <p:spPr>
            <a:xfrm>
              <a:off x="14520822" y="6881317"/>
              <a:ext cx="2853326" cy="2876709"/>
            </a:xfrm>
            <a:custGeom>
              <a:avLst/>
              <a:gdLst/>
              <a:ahLst/>
              <a:cxnLst/>
              <a:rect l="0" t="0" r="r" b="b"/>
              <a:pathLst>
                <a:path w="312043" h="314601">
                  <a:moveTo>
                    <a:pt x="311874" y="157450"/>
                  </a:moveTo>
                  <a:cubicBezTo>
                    <a:pt x="311705" y="180072"/>
                    <a:pt x="307081" y="204840"/>
                    <a:pt x="297398" y="225070"/>
                  </a:cubicBezTo>
                  <a:cubicBezTo>
                    <a:pt x="287716" y="245300"/>
                    <a:pt x="271436" y="264921"/>
                    <a:pt x="253780" y="278829"/>
                  </a:cubicBezTo>
                  <a:cubicBezTo>
                    <a:pt x="236124" y="292737"/>
                    <a:pt x="213406" y="303294"/>
                    <a:pt x="191464" y="308518"/>
                  </a:cubicBezTo>
                  <a:cubicBezTo>
                    <a:pt x="169522" y="313742"/>
                    <a:pt x="144419" y="314601"/>
                    <a:pt x="122126" y="310171"/>
                  </a:cubicBezTo>
                  <a:cubicBezTo>
                    <a:pt x="99834" y="305740"/>
                    <a:pt x="75665" y="295945"/>
                    <a:pt x="57708" y="281937"/>
                  </a:cubicBezTo>
                  <a:cubicBezTo>
                    <a:pt x="39752" y="267929"/>
                    <a:pt x="23988" y="246869"/>
                    <a:pt x="14386" y="226122"/>
                  </a:cubicBezTo>
                  <a:cubicBezTo>
                    <a:pt x="4783" y="205374"/>
                    <a:pt x="186" y="180385"/>
                    <a:pt x="93" y="157450"/>
                  </a:cubicBezTo>
                  <a:cubicBezTo>
                    <a:pt x="0" y="134515"/>
                    <a:pt x="4105" y="109107"/>
                    <a:pt x="13829" y="88510"/>
                  </a:cubicBezTo>
                  <a:cubicBezTo>
                    <a:pt x="23552" y="67914"/>
                    <a:pt x="40330" y="47600"/>
                    <a:pt x="58434" y="33872"/>
                  </a:cubicBezTo>
                  <a:cubicBezTo>
                    <a:pt x="76537" y="20144"/>
                    <a:pt x="100214" y="11001"/>
                    <a:pt x="122449" y="6143"/>
                  </a:cubicBezTo>
                  <a:cubicBezTo>
                    <a:pt x="144684" y="1284"/>
                    <a:pt x="169741" y="0"/>
                    <a:pt x="191843" y="4720"/>
                  </a:cubicBezTo>
                  <a:cubicBezTo>
                    <a:pt x="213946" y="9439"/>
                    <a:pt x="237303" y="20357"/>
                    <a:pt x="255065" y="34460"/>
                  </a:cubicBezTo>
                  <a:cubicBezTo>
                    <a:pt x="272827" y="48564"/>
                    <a:pt x="288947" y="68842"/>
                    <a:pt x="298415" y="89340"/>
                  </a:cubicBezTo>
                  <a:cubicBezTo>
                    <a:pt x="307883" y="109838"/>
                    <a:pt x="312043" y="134828"/>
                    <a:pt x="311874" y="157450"/>
                  </a:cubicBezTo>
                  <a:close/>
                </a:path>
              </a:pathLst>
            </a:custGeom>
            <a:solidFill>
              <a:srgbClr val="F3E1EF"/>
            </a:solidFill>
            <a:ln w="45719" cap="rnd">
              <a:solidFill>
                <a:srgbClr val="400076"/>
              </a:solidFill>
              <a:round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6" name="0100 Rectangle 105"/>
            <p:cNvSpPr/>
            <p:nvPr/>
          </p:nvSpPr>
          <p:spPr>
            <a:xfrm>
              <a:off x="14859000" y="5093208"/>
              <a:ext cx="1874520" cy="2121408"/>
            </a:xfrm>
            <a:custGeom>
              <a:avLst/>
              <a:gdLst/>
              <a:ahLst/>
              <a:cxnLst/>
              <a:rect l="0" t="0" r="r" b="b"/>
              <a:pathLst>
                <a:path w="205000" h="232000">
                  <a:moveTo>
                    <a:pt x="111000" y="0"/>
                  </a:moveTo>
                  <a:lnTo>
                    <a:pt x="0" y="232000"/>
                  </a:lnTo>
                  <a:lnTo>
                    <a:pt x="205000" y="211000"/>
                  </a:lnTo>
                  <a:close/>
                </a:path>
              </a:pathLst>
            </a:custGeom>
            <a:solidFill>
              <a:srgbClr val="E8B7BF">
                <a:alpha val="6500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7" name="0101 Rectangle 106"/>
            <p:cNvSpPr/>
            <p:nvPr/>
          </p:nvSpPr>
          <p:spPr>
            <a:xfrm>
              <a:off x="14859000" y="5093208"/>
              <a:ext cx="1014984" cy="2121408"/>
            </a:xfrm>
            <a:custGeom>
              <a:avLst/>
              <a:gdLst/>
              <a:ahLst/>
              <a:cxnLst/>
              <a:rect l="0" t="0" r="r" b="b"/>
              <a:pathLst>
                <a:path w="111000" h="232000">
                  <a:moveTo>
                    <a:pt x="111000" y="0"/>
                  </a:moveTo>
                  <a:lnTo>
                    <a:pt x="0" y="232000"/>
                  </a:lnTo>
                </a:path>
              </a:pathLst>
            </a:custGeom>
            <a:noFill/>
            <a:ln w="32004" cap="rnd">
              <a:solidFill>
                <a:srgbClr val="202020"/>
              </a:solidFill>
              <a:custDash>
                <a:ds d="57143" sp="228571"/>
              </a:custDash>
              <a:round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8" name="0102 Rectangle 107"/>
            <p:cNvSpPr/>
            <p:nvPr/>
          </p:nvSpPr>
          <p:spPr>
            <a:xfrm>
              <a:off x="15873984" y="5093208"/>
              <a:ext cx="859536" cy="1929384"/>
            </a:xfrm>
            <a:custGeom>
              <a:avLst/>
              <a:gdLst/>
              <a:ahLst/>
              <a:cxnLst/>
              <a:rect l="0" t="0" r="r" b="b"/>
              <a:pathLst>
                <a:path w="94000" h="211000">
                  <a:moveTo>
                    <a:pt x="0" y="0"/>
                  </a:moveTo>
                  <a:lnTo>
                    <a:pt x="94000" y="211000"/>
                  </a:lnTo>
                </a:path>
              </a:pathLst>
            </a:custGeom>
            <a:noFill/>
            <a:ln w="32004" cap="rnd">
              <a:solidFill>
                <a:srgbClr val="202020"/>
              </a:solidFill>
              <a:custDash>
                <a:ds d="57143" sp="228571"/>
              </a:custDash>
              <a:round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9" name="0103 Rounded Rectangle 108"/>
            <p:cNvSpPr/>
            <p:nvPr/>
          </p:nvSpPr>
          <p:spPr>
            <a:xfrm>
              <a:off x="15535656" y="2423160"/>
              <a:ext cx="722376" cy="2916936"/>
            </a:xfrm>
            <a:prstGeom prst="roundRect">
              <a:avLst>
                <a:gd name="adj" fmla="val 44303"/>
              </a:avLst>
            </a:prstGeom>
            <a:solidFill>
              <a:srgbClr val="ECC2C0">
                <a:alpha val="50000"/>
              </a:srgbClr>
            </a:solidFill>
            <a:ln w="27432" cap="rnd">
              <a:solidFill>
                <a:srgbClr val="D88B86"/>
              </a:solidFill>
              <a:round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10" name="insight-graph-before-update"/>
          <p:cNvGrpSpPr/>
          <p:nvPr/>
        </p:nvGrpSpPr>
        <p:grpSpPr>
          <a:xfrm>
            <a:off x="4041648" y="621792"/>
            <a:ext cx="4489704" cy="2820010"/>
            <a:chOff x="4041648" y="621792"/>
            <a:chExt cx="4489704" cy="2820010"/>
          </a:xfrm>
        </p:grpSpPr>
        <p:sp>
          <p:nvSpPr>
            <p:cNvPr id="111" name="0104 Rectangle 110"/>
            <p:cNvSpPr/>
            <p:nvPr/>
          </p:nvSpPr>
          <p:spPr>
            <a:xfrm>
              <a:off x="6320830" y="1394675"/>
              <a:ext cx="183898" cy="248424"/>
            </a:xfrm>
            <a:custGeom>
              <a:avLst/>
              <a:gdLst/>
              <a:ahLst/>
              <a:cxnLst/>
              <a:rect l="0" t="0" r="r" b="b"/>
              <a:pathLst>
                <a:path w="20111" h="27168">
                  <a:moveTo>
                    <a:pt x="0" y="27168"/>
                  </a:moveTo>
                  <a:lnTo>
                    <a:pt x="20111" y="0"/>
                  </a:lnTo>
                </a:path>
              </a:pathLst>
            </a:custGeom>
            <a:noFill/>
            <a:ln w="41148" cap="rnd">
              <a:solidFill>
                <a:srgbClr val="6D706D"/>
              </a:solidFill>
              <a:round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2" name="0105 Rectangle 111"/>
            <p:cNvSpPr/>
            <p:nvPr/>
          </p:nvSpPr>
          <p:spPr>
            <a:xfrm>
              <a:off x="6407991" y="1379976"/>
              <a:ext cx="107618" cy="119530"/>
            </a:xfrm>
            <a:custGeom>
              <a:avLst/>
              <a:gdLst/>
              <a:ahLst/>
              <a:cxnLst/>
              <a:rect l="0" t="0" r="r" b="b"/>
              <a:pathLst>
                <a:path w="11769" h="13072">
                  <a:moveTo>
                    <a:pt x="11769" y="0"/>
                  </a:moveTo>
                  <a:lnTo>
                    <a:pt x="9259" y="13072"/>
                  </a:lnTo>
                  <a:lnTo>
                    <a:pt x="6414" y="7234"/>
                  </a:lnTo>
                  <a:lnTo>
                    <a:pt x="0" y="6218"/>
                  </a:lnTo>
                  <a:close/>
                </a:path>
              </a:pathLst>
            </a:custGeom>
            <a:solidFill>
              <a:srgbClr val="6D706D"/>
            </a:solidFill>
            <a:ln w="26746" cap="rnd">
              <a:solidFill>
                <a:srgbClr val="6D706D"/>
              </a:solidFill>
              <a:round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3" name="0106 Rectangle 112"/>
            <p:cNvSpPr/>
            <p:nvPr/>
          </p:nvSpPr>
          <p:spPr>
            <a:xfrm>
              <a:off x="6949440" y="1152144"/>
              <a:ext cx="365760" cy="91"/>
            </a:xfrm>
            <a:custGeom>
              <a:avLst/>
              <a:gdLst/>
              <a:ahLst/>
              <a:cxnLst/>
              <a:rect l="0" t="0" r="r" b="b"/>
              <a:pathLst>
                <a:path w="40000" h="10">
                  <a:moveTo>
                    <a:pt x="0" y="0"/>
                  </a:moveTo>
                  <a:lnTo>
                    <a:pt x="40000" y="0"/>
                  </a:lnTo>
                </a:path>
              </a:pathLst>
            </a:custGeom>
            <a:noFill/>
            <a:ln w="41148" cap="rnd">
              <a:solidFill>
                <a:srgbClr val="6D706D"/>
              </a:solidFill>
              <a:round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4" name="0107 Rectangle 113"/>
            <p:cNvSpPr/>
            <p:nvPr/>
          </p:nvSpPr>
          <p:spPr>
            <a:xfrm>
              <a:off x="7223760" y="1099475"/>
              <a:ext cx="109728" cy="105339"/>
            </a:xfrm>
            <a:custGeom>
              <a:avLst/>
              <a:gdLst/>
              <a:ahLst/>
              <a:cxnLst/>
              <a:rect l="0" t="0" r="r" b="b"/>
              <a:pathLst>
                <a:path w="12000" h="11520">
                  <a:moveTo>
                    <a:pt x="12000" y="5760"/>
                  </a:moveTo>
                  <a:lnTo>
                    <a:pt x="0" y="11520"/>
                  </a:lnTo>
                  <a:lnTo>
                    <a:pt x="3000" y="576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6D706D"/>
            </a:solidFill>
            <a:ln w="26746" cap="rnd">
              <a:solidFill>
                <a:srgbClr val="6D706D"/>
              </a:solidFill>
              <a:round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5" name="0108 Rectangle 114"/>
            <p:cNvSpPr/>
            <p:nvPr/>
          </p:nvSpPr>
          <p:spPr>
            <a:xfrm>
              <a:off x="6876182" y="1335135"/>
              <a:ext cx="769269" cy="733489"/>
            </a:xfrm>
            <a:custGeom>
              <a:avLst/>
              <a:gdLst/>
              <a:ahLst/>
              <a:cxnLst/>
              <a:rect l="0" t="0" r="r" b="b"/>
              <a:pathLst>
                <a:path w="84128" h="80215">
                  <a:moveTo>
                    <a:pt x="0" y="0"/>
                  </a:moveTo>
                  <a:lnTo>
                    <a:pt x="84128" y="80215"/>
                  </a:lnTo>
                </a:path>
              </a:pathLst>
            </a:custGeom>
            <a:noFill/>
            <a:ln w="41148" cap="rnd">
              <a:solidFill>
                <a:srgbClr val="6D706D"/>
              </a:solidFill>
              <a:round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6" name="0109 Rectangle 115"/>
            <p:cNvSpPr/>
            <p:nvPr/>
          </p:nvSpPr>
          <p:spPr>
            <a:xfrm>
              <a:off x="7542926" y="1967405"/>
              <a:ext cx="115760" cy="113839"/>
            </a:xfrm>
            <a:custGeom>
              <a:avLst/>
              <a:gdLst/>
              <a:ahLst/>
              <a:cxnLst/>
              <a:rect l="0" t="0" r="r" b="b"/>
              <a:pathLst>
                <a:path w="12660" h="12450">
                  <a:moveTo>
                    <a:pt x="12660" y="12450"/>
                  </a:moveTo>
                  <a:lnTo>
                    <a:pt x="0" y="8337"/>
                  </a:lnTo>
                  <a:lnTo>
                    <a:pt x="6146" y="6239"/>
                  </a:lnTo>
                  <a:lnTo>
                    <a:pt x="7950" y="0"/>
                  </a:lnTo>
                  <a:close/>
                </a:path>
              </a:pathLst>
            </a:custGeom>
            <a:solidFill>
              <a:srgbClr val="6D706D"/>
            </a:solidFill>
            <a:ln w="26746" cap="rnd">
              <a:solidFill>
                <a:srgbClr val="6D706D"/>
              </a:solidFill>
              <a:round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7" name="0110 Rectangle 116"/>
            <p:cNvSpPr/>
            <p:nvPr/>
          </p:nvSpPr>
          <p:spPr>
            <a:xfrm>
              <a:off x="6329979" y="2062278"/>
              <a:ext cx="228346" cy="281864"/>
            </a:xfrm>
            <a:custGeom>
              <a:avLst/>
              <a:gdLst/>
              <a:ahLst/>
              <a:cxnLst/>
              <a:rect l="0" t="0" r="r" b="b"/>
              <a:pathLst>
                <a:path w="24972" h="30825">
                  <a:moveTo>
                    <a:pt x="0" y="0"/>
                  </a:moveTo>
                  <a:lnTo>
                    <a:pt x="24972" y="30825"/>
                  </a:lnTo>
                </a:path>
              </a:pathLst>
            </a:custGeom>
            <a:noFill/>
            <a:ln w="41148" cap="rnd">
              <a:solidFill>
                <a:srgbClr val="6D706D"/>
              </a:solidFill>
              <a:round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8" name="0111 Rectangle 117"/>
            <p:cNvSpPr/>
            <p:nvPr/>
          </p:nvSpPr>
          <p:spPr>
            <a:xfrm>
              <a:off x="6459840" y="2239937"/>
              <a:ext cx="109997" cy="118415"/>
            </a:xfrm>
            <a:custGeom>
              <a:avLst/>
              <a:gdLst/>
              <a:ahLst/>
              <a:cxnLst/>
              <a:rect l="0" t="0" r="r" b="b"/>
              <a:pathLst>
                <a:path w="12029" h="12950">
                  <a:moveTo>
                    <a:pt x="12029" y="12950"/>
                  </a:moveTo>
                  <a:lnTo>
                    <a:pt x="0" y="7252"/>
                  </a:lnTo>
                  <a:lnTo>
                    <a:pt x="6364" y="5957"/>
                  </a:lnTo>
                  <a:lnTo>
                    <a:pt x="8951" y="0"/>
                  </a:lnTo>
                  <a:close/>
                </a:path>
              </a:pathLst>
            </a:custGeom>
            <a:solidFill>
              <a:srgbClr val="6D706D"/>
            </a:solidFill>
            <a:ln w="26746" cap="rnd">
              <a:solidFill>
                <a:srgbClr val="6D706D"/>
              </a:solidFill>
              <a:round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9" name="0112 Rectangle 118"/>
            <p:cNvSpPr/>
            <p:nvPr/>
          </p:nvSpPr>
          <p:spPr>
            <a:xfrm>
              <a:off x="6886196" y="1409868"/>
              <a:ext cx="573809" cy="942255"/>
            </a:xfrm>
            <a:custGeom>
              <a:avLst/>
              <a:gdLst/>
              <a:ahLst/>
              <a:cxnLst/>
              <a:rect l="0" t="0" r="r" b="b"/>
              <a:pathLst>
                <a:path w="62753" h="103046">
                  <a:moveTo>
                    <a:pt x="0" y="103046"/>
                  </a:moveTo>
                  <a:lnTo>
                    <a:pt x="62753" y="0"/>
                  </a:lnTo>
                </a:path>
              </a:pathLst>
            </a:custGeom>
            <a:noFill/>
            <a:ln w="41148" cap="rnd">
              <a:solidFill>
                <a:srgbClr val="6D706D"/>
              </a:solidFill>
              <a:round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0" name="0113 Rectangle 119"/>
            <p:cNvSpPr/>
            <p:nvPr/>
          </p:nvSpPr>
          <p:spPr>
            <a:xfrm>
              <a:off x="7367460" y="1394249"/>
              <a:ext cx="102056" cy="121112"/>
            </a:xfrm>
            <a:custGeom>
              <a:avLst/>
              <a:gdLst/>
              <a:ahLst/>
              <a:cxnLst/>
              <a:rect l="0" t="0" r="r" b="b"/>
              <a:pathLst>
                <a:path w="11161" h="13245">
                  <a:moveTo>
                    <a:pt x="11161" y="0"/>
                  </a:moveTo>
                  <a:lnTo>
                    <a:pt x="9839" y="13245"/>
                  </a:lnTo>
                  <a:lnTo>
                    <a:pt x="6480" y="7687"/>
                  </a:lnTo>
                  <a:lnTo>
                    <a:pt x="0" y="7253"/>
                  </a:lnTo>
                  <a:close/>
                </a:path>
              </a:pathLst>
            </a:custGeom>
            <a:solidFill>
              <a:srgbClr val="6D706D"/>
            </a:solidFill>
            <a:ln w="26746" cap="rnd">
              <a:solidFill>
                <a:srgbClr val="6D706D"/>
              </a:solidFill>
              <a:round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1" name="0114 Rectangle 120"/>
            <p:cNvSpPr/>
            <p:nvPr/>
          </p:nvSpPr>
          <p:spPr>
            <a:xfrm>
              <a:off x="7004249" y="2355646"/>
              <a:ext cx="568307" cy="153722"/>
            </a:xfrm>
            <a:custGeom>
              <a:avLst/>
              <a:gdLst/>
              <a:ahLst/>
              <a:cxnLst/>
              <a:rect l="0" t="0" r="r" b="b"/>
              <a:pathLst>
                <a:path w="62151" h="16811">
                  <a:moveTo>
                    <a:pt x="0" y="16811"/>
                  </a:moveTo>
                  <a:lnTo>
                    <a:pt x="62151" y="0"/>
                  </a:lnTo>
                </a:path>
              </a:pathLst>
            </a:custGeom>
            <a:noFill/>
            <a:ln w="41148" cap="rnd">
              <a:solidFill>
                <a:srgbClr val="6D706D"/>
              </a:solidFill>
              <a:round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2" name="0115 Rectangle 121"/>
            <p:cNvSpPr/>
            <p:nvPr/>
          </p:nvSpPr>
          <p:spPr>
            <a:xfrm>
              <a:off x="7470536" y="2328679"/>
              <a:ext cx="119674" cy="101685"/>
            </a:xfrm>
            <a:custGeom>
              <a:avLst/>
              <a:gdLst/>
              <a:ahLst/>
              <a:cxnLst/>
              <a:rect l="0" t="0" r="r" b="b"/>
              <a:pathLst>
                <a:path w="13088" h="11120">
                  <a:moveTo>
                    <a:pt x="13088" y="2427"/>
                  </a:moveTo>
                  <a:lnTo>
                    <a:pt x="3008" y="11120"/>
                  </a:lnTo>
                  <a:lnTo>
                    <a:pt x="4400" y="477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6D706D"/>
            </a:solidFill>
            <a:ln w="26746" cap="rnd">
              <a:solidFill>
                <a:srgbClr val="6D706D"/>
              </a:solidFill>
              <a:round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3" name="0116 Rectangle 122"/>
            <p:cNvSpPr/>
            <p:nvPr/>
          </p:nvSpPr>
          <p:spPr>
            <a:xfrm>
              <a:off x="6420476" y="885087"/>
              <a:ext cx="534038" cy="536934"/>
            </a:xfrm>
            <a:custGeom>
              <a:avLst/>
              <a:gdLst/>
              <a:ahLst/>
              <a:cxnLst/>
              <a:rect l="0" t="0" r="r" b="b"/>
              <a:pathLst>
                <a:path w="58403" h="58720">
                  <a:moveTo>
                    <a:pt x="58332" y="29206"/>
                  </a:moveTo>
                  <a:cubicBezTo>
                    <a:pt x="58403" y="33390"/>
                    <a:pt x="57033" y="38090"/>
                    <a:pt x="55126" y="41860"/>
                  </a:cubicBezTo>
                  <a:cubicBezTo>
                    <a:pt x="53219" y="45631"/>
                    <a:pt x="50179" y="49166"/>
                    <a:pt x="46888" y="51827"/>
                  </a:cubicBezTo>
                  <a:cubicBezTo>
                    <a:pt x="43597" y="54488"/>
                    <a:pt x="39452" y="56932"/>
                    <a:pt x="35381" y="57826"/>
                  </a:cubicBezTo>
                  <a:cubicBezTo>
                    <a:pt x="31309" y="58720"/>
                    <a:pt x="26559" y="58187"/>
                    <a:pt x="22461" y="57191"/>
                  </a:cubicBezTo>
                  <a:cubicBezTo>
                    <a:pt x="18363" y="56194"/>
                    <a:pt x="14158" y="54377"/>
                    <a:pt x="10794" y="51845"/>
                  </a:cubicBezTo>
                  <a:cubicBezTo>
                    <a:pt x="7430" y="49314"/>
                    <a:pt x="4055" y="45776"/>
                    <a:pt x="2275" y="42003"/>
                  </a:cubicBezTo>
                  <a:cubicBezTo>
                    <a:pt x="496" y="38229"/>
                    <a:pt x="0" y="33415"/>
                    <a:pt x="118" y="29206"/>
                  </a:cubicBezTo>
                  <a:cubicBezTo>
                    <a:pt x="235" y="24997"/>
                    <a:pt x="1214" y="20538"/>
                    <a:pt x="2981" y="16749"/>
                  </a:cubicBezTo>
                  <a:cubicBezTo>
                    <a:pt x="4748" y="12960"/>
                    <a:pt x="7484" y="9114"/>
                    <a:pt x="10718" y="6471"/>
                  </a:cubicBezTo>
                  <a:cubicBezTo>
                    <a:pt x="13952" y="3828"/>
                    <a:pt x="18296" y="1786"/>
                    <a:pt x="22386" y="893"/>
                  </a:cubicBezTo>
                  <a:cubicBezTo>
                    <a:pt x="26477" y="0"/>
                    <a:pt x="31119" y="235"/>
                    <a:pt x="35261" y="1112"/>
                  </a:cubicBezTo>
                  <a:cubicBezTo>
                    <a:pt x="39402" y="1988"/>
                    <a:pt x="43992" y="3545"/>
                    <a:pt x="47232" y="6153"/>
                  </a:cubicBezTo>
                  <a:cubicBezTo>
                    <a:pt x="50472" y="8760"/>
                    <a:pt x="52850" y="12914"/>
                    <a:pt x="54700" y="16756"/>
                  </a:cubicBezTo>
                  <a:cubicBezTo>
                    <a:pt x="56550" y="20598"/>
                    <a:pt x="58261" y="25022"/>
                    <a:pt x="58332" y="29206"/>
                  </a:cubicBezTo>
                  <a:close/>
                </a:path>
              </a:pathLst>
            </a:custGeom>
            <a:solidFill>
              <a:srgbClr val="55B1A1"/>
            </a:solidFill>
            <a:ln w="45719" cap="rnd">
              <a:solidFill>
                <a:srgbClr val="096807"/>
              </a:solidFill>
              <a:round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4" name="ℓ"/>
            <p:cNvSpPr txBox="1"/>
            <p:nvPr/>
          </p:nvSpPr>
          <p:spPr>
            <a:xfrm>
              <a:off x="6551676" y="969264"/>
              <a:ext cx="329184" cy="424647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Ctr="0" anchor="t">
              <a:noAutofit/>
            </a:bodyPr>
            <a:lstStyle/>
            <a:p>
              <a:pPr algn="l">
                <a:lnSpc>
                  <a:spcPts val="298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2664" b="0" i="1">
                  <a:solidFill>
                    <a:srgbClr val="000000"/>
                  </a:solidFill>
                  <a:latin typeface="Liberation Serif"/>
                </a:rPr>
                <a:t>ℓ</a:t>
              </a:r>
            </a:p>
          </p:txBody>
        </p:sp>
        <p:sp>
          <p:nvSpPr>
            <p:cNvPr id="125" name="1"/>
            <p:cNvSpPr txBox="1"/>
            <p:nvPr/>
          </p:nvSpPr>
          <p:spPr>
            <a:xfrm>
              <a:off x="6739128" y="1133856"/>
              <a:ext cx="182880" cy="301752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Ctr="0" anchor="t">
              <a:noAutofit/>
            </a:bodyPr>
            <a:lstStyle/>
            <a:p>
              <a:pPr algn="l">
                <a:lnSpc>
                  <a:spcPts val="201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 b="0" i="1">
                  <a:solidFill>
                    <a:srgbClr val="000000"/>
                  </a:solidFill>
                  <a:latin typeface="Liberation Serif"/>
                </a:rPr>
                <a:t>1</a:t>
              </a:r>
            </a:p>
          </p:txBody>
        </p:sp>
        <p:sp>
          <p:nvSpPr>
            <p:cNvPr id="126" name="0119 Rectangle 125"/>
            <p:cNvSpPr/>
            <p:nvPr/>
          </p:nvSpPr>
          <p:spPr>
            <a:xfrm>
              <a:off x="7347386" y="884918"/>
              <a:ext cx="534609" cy="533820"/>
            </a:xfrm>
            <a:custGeom>
              <a:avLst/>
              <a:gdLst/>
              <a:ahLst/>
              <a:cxnLst/>
              <a:rect l="0" t="0" r="r" b="b"/>
              <a:pathLst>
                <a:path w="58466" h="58379">
                  <a:moveTo>
                    <a:pt x="58454" y="29224"/>
                  </a:moveTo>
                  <a:cubicBezTo>
                    <a:pt x="58442" y="33365"/>
                    <a:pt x="57068" y="37864"/>
                    <a:pt x="55242" y="41631"/>
                  </a:cubicBezTo>
                  <a:cubicBezTo>
                    <a:pt x="53417" y="45397"/>
                    <a:pt x="50732" y="49226"/>
                    <a:pt x="47503" y="51824"/>
                  </a:cubicBezTo>
                  <a:cubicBezTo>
                    <a:pt x="44274" y="54422"/>
                    <a:pt x="39951" y="56266"/>
                    <a:pt x="35870" y="57220"/>
                  </a:cubicBezTo>
                  <a:cubicBezTo>
                    <a:pt x="31789" y="58173"/>
                    <a:pt x="27136" y="58379"/>
                    <a:pt x="23016" y="57544"/>
                  </a:cubicBezTo>
                  <a:cubicBezTo>
                    <a:pt x="18897" y="56708"/>
                    <a:pt x="14476" y="54806"/>
                    <a:pt x="11153" y="52206"/>
                  </a:cubicBezTo>
                  <a:cubicBezTo>
                    <a:pt x="7830" y="49605"/>
                    <a:pt x="4932" y="45769"/>
                    <a:pt x="3078" y="41939"/>
                  </a:cubicBezTo>
                  <a:cubicBezTo>
                    <a:pt x="1223" y="38109"/>
                    <a:pt x="51" y="33475"/>
                    <a:pt x="26" y="29224"/>
                  </a:cubicBezTo>
                  <a:cubicBezTo>
                    <a:pt x="0" y="24974"/>
                    <a:pt x="1047" y="20238"/>
                    <a:pt x="2924" y="16435"/>
                  </a:cubicBezTo>
                  <a:cubicBezTo>
                    <a:pt x="4800" y="12633"/>
                    <a:pt x="7915" y="8906"/>
                    <a:pt x="11284" y="6407"/>
                  </a:cubicBezTo>
                  <a:cubicBezTo>
                    <a:pt x="14654" y="3909"/>
                    <a:pt x="19030" y="2361"/>
                    <a:pt x="23140" y="1446"/>
                  </a:cubicBezTo>
                  <a:cubicBezTo>
                    <a:pt x="27249" y="531"/>
                    <a:pt x="31923" y="0"/>
                    <a:pt x="35941" y="917"/>
                  </a:cubicBezTo>
                  <a:cubicBezTo>
                    <a:pt x="39959" y="1834"/>
                    <a:pt x="44017" y="4302"/>
                    <a:pt x="47246" y="6947"/>
                  </a:cubicBezTo>
                  <a:cubicBezTo>
                    <a:pt x="50474" y="9591"/>
                    <a:pt x="53444" y="13071"/>
                    <a:pt x="55313" y="16784"/>
                  </a:cubicBezTo>
                  <a:cubicBezTo>
                    <a:pt x="57181" y="20497"/>
                    <a:pt x="58466" y="25083"/>
                    <a:pt x="58454" y="29224"/>
                  </a:cubicBezTo>
                  <a:close/>
                </a:path>
              </a:pathLst>
            </a:custGeom>
            <a:solidFill>
              <a:srgbClr val="B4FF62"/>
            </a:solidFill>
            <a:ln w="45719" cap="rnd">
              <a:solidFill>
                <a:srgbClr val="096807"/>
              </a:solidFill>
              <a:round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7" name="ℓ"/>
            <p:cNvSpPr txBox="1"/>
            <p:nvPr/>
          </p:nvSpPr>
          <p:spPr>
            <a:xfrm>
              <a:off x="7484364" y="969264"/>
              <a:ext cx="329184" cy="424647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Ctr="0" anchor="t">
              <a:noAutofit/>
            </a:bodyPr>
            <a:lstStyle/>
            <a:p>
              <a:pPr algn="l">
                <a:lnSpc>
                  <a:spcPts val="298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2664" b="0" i="1">
                  <a:solidFill>
                    <a:srgbClr val="000000"/>
                  </a:solidFill>
                  <a:latin typeface="Liberation Serif"/>
                </a:rPr>
                <a:t>ℓ</a:t>
              </a:r>
            </a:p>
          </p:txBody>
        </p:sp>
        <p:sp>
          <p:nvSpPr>
            <p:cNvPr id="128" name="2"/>
            <p:cNvSpPr txBox="1"/>
            <p:nvPr/>
          </p:nvSpPr>
          <p:spPr>
            <a:xfrm>
              <a:off x="7671816" y="1133856"/>
              <a:ext cx="182880" cy="301752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Ctr="0" anchor="t">
              <a:noAutofit/>
            </a:bodyPr>
            <a:lstStyle/>
            <a:p>
              <a:pPr algn="l">
                <a:lnSpc>
                  <a:spcPts val="201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 b="0" i="1">
                  <a:solidFill>
                    <a:srgbClr val="000000"/>
                  </a:solidFill>
                  <a:latin typeface="Liberation Serif"/>
                </a:rPr>
                <a:t>2</a:t>
              </a:r>
            </a:p>
          </p:txBody>
        </p:sp>
        <p:sp>
          <p:nvSpPr>
            <p:cNvPr id="129" name="0122 Rectangle 128"/>
            <p:cNvSpPr/>
            <p:nvPr/>
          </p:nvSpPr>
          <p:spPr>
            <a:xfrm>
              <a:off x="5892271" y="1585975"/>
              <a:ext cx="534227" cy="540289"/>
            </a:xfrm>
            <a:custGeom>
              <a:avLst/>
              <a:gdLst/>
              <a:ahLst/>
              <a:cxnLst/>
              <a:rect l="0" t="0" r="r" b="b"/>
              <a:pathLst>
                <a:path w="58424" h="59087">
                  <a:moveTo>
                    <a:pt x="58322" y="29556"/>
                  </a:moveTo>
                  <a:cubicBezTo>
                    <a:pt x="58424" y="33754"/>
                    <a:pt x="57804" y="38471"/>
                    <a:pt x="56070" y="42296"/>
                  </a:cubicBezTo>
                  <a:cubicBezTo>
                    <a:pt x="54336" y="46122"/>
                    <a:pt x="51239" y="49860"/>
                    <a:pt x="47919" y="52511"/>
                  </a:cubicBezTo>
                  <a:cubicBezTo>
                    <a:pt x="44600" y="55162"/>
                    <a:pt x="40278" y="57321"/>
                    <a:pt x="36152" y="58204"/>
                  </a:cubicBezTo>
                  <a:cubicBezTo>
                    <a:pt x="32026" y="59087"/>
                    <a:pt x="27299" y="58766"/>
                    <a:pt x="23165" y="57809"/>
                  </a:cubicBezTo>
                  <a:cubicBezTo>
                    <a:pt x="19031" y="56852"/>
                    <a:pt x="14643" y="55065"/>
                    <a:pt x="11347" y="52461"/>
                  </a:cubicBezTo>
                  <a:cubicBezTo>
                    <a:pt x="8051" y="49857"/>
                    <a:pt x="5264" y="46003"/>
                    <a:pt x="3388" y="42185"/>
                  </a:cubicBezTo>
                  <a:cubicBezTo>
                    <a:pt x="1512" y="38368"/>
                    <a:pt x="0" y="33721"/>
                    <a:pt x="93" y="29556"/>
                  </a:cubicBezTo>
                  <a:cubicBezTo>
                    <a:pt x="186" y="25391"/>
                    <a:pt x="2024" y="20955"/>
                    <a:pt x="3945" y="17195"/>
                  </a:cubicBezTo>
                  <a:cubicBezTo>
                    <a:pt x="5866" y="13434"/>
                    <a:pt x="8433" y="9713"/>
                    <a:pt x="11620" y="6993"/>
                  </a:cubicBezTo>
                  <a:cubicBezTo>
                    <a:pt x="14807" y="4273"/>
                    <a:pt x="19010" y="1745"/>
                    <a:pt x="23067" y="872"/>
                  </a:cubicBezTo>
                  <a:cubicBezTo>
                    <a:pt x="27123" y="0"/>
                    <a:pt x="31805" y="817"/>
                    <a:pt x="35958" y="1758"/>
                  </a:cubicBezTo>
                  <a:cubicBezTo>
                    <a:pt x="40111" y="2699"/>
                    <a:pt x="44735" y="3960"/>
                    <a:pt x="47985" y="6518"/>
                  </a:cubicBezTo>
                  <a:cubicBezTo>
                    <a:pt x="51236" y="9076"/>
                    <a:pt x="53738" y="13269"/>
                    <a:pt x="55461" y="17108"/>
                  </a:cubicBezTo>
                  <a:cubicBezTo>
                    <a:pt x="57184" y="20948"/>
                    <a:pt x="58221" y="25358"/>
                    <a:pt x="58322" y="29556"/>
                  </a:cubicBezTo>
                  <a:close/>
                </a:path>
              </a:pathLst>
            </a:custGeom>
            <a:solidFill>
              <a:srgbClr val="94D661"/>
            </a:solidFill>
            <a:ln w="45719" cap="rnd">
              <a:solidFill>
                <a:srgbClr val="096807"/>
              </a:solidFill>
              <a:round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0" name="ℓ"/>
            <p:cNvSpPr txBox="1"/>
            <p:nvPr/>
          </p:nvSpPr>
          <p:spPr>
            <a:xfrm>
              <a:off x="6030468" y="1673352"/>
              <a:ext cx="329184" cy="424647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Ctr="0" anchor="t">
              <a:noAutofit/>
            </a:bodyPr>
            <a:lstStyle/>
            <a:p>
              <a:pPr algn="l">
                <a:lnSpc>
                  <a:spcPts val="298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2664" b="0" i="1">
                  <a:solidFill>
                    <a:srgbClr val="000000"/>
                  </a:solidFill>
                  <a:latin typeface="Liberation Serif"/>
                </a:rPr>
                <a:t>ℓ</a:t>
              </a:r>
            </a:p>
          </p:txBody>
        </p:sp>
        <p:sp>
          <p:nvSpPr>
            <p:cNvPr id="131" name="3"/>
            <p:cNvSpPr txBox="1"/>
            <p:nvPr/>
          </p:nvSpPr>
          <p:spPr>
            <a:xfrm>
              <a:off x="6217920" y="1837944"/>
              <a:ext cx="182880" cy="301752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Ctr="0" anchor="t">
              <a:noAutofit/>
            </a:bodyPr>
            <a:lstStyle/>
            <a:p>
              <a:pPr algn="l">
                <a:lnSpc>
                  <a:spcPts val="201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 b="0" i="1">
                  <a:solidFill>
                    <a:srgbClr val="000000"/>
                  </a:solidFill>
                  <a:latin typeface="Liberation Serif"/>
                </a:rPr>
                <a:t>3</a:t>
              </a:r>
            </a:p>
          </p:txBody>
        </p:sp>
        <p:sp>
          <p:nvSpPr>
            <p:cNvPr id="132" name="0125 Rectangle 131"/>
            <p:cNvSpPr/>
            <p:nvPr/>
          </p:nvSpPr>
          <p:spPr>
            <a:xfrm>
              <a:off x="6482768" y="2311599"/>
              <a:ext cx="527388" cy="536057"/>
            </a:xfrm>
            <a:custGeom>
              <a:avLst/>
              <a:gdLst/>
              <a:ahLst/>
              <a:cxnLst/>
              <a:rect l="0" t="0" r="r" b="b"/>
              <a:pathLst>
                <a:path w="57676" h="58624">
                  <a:moveTo>
                    <a:pt x="57632" y="29200"/>
                  </a:moveTo>
                  <a:cubicBezTo>
                    <a:pt x="57587" y="33410"/>
                    <a:pt x="56891" y="38000"/>
                    <a:pt x="55128" y="41766"/>
                  </a:cubicBezTo>
                  <a:cubicBezTo>
                    <a:pt x="53366" y="45532"/>
                    <a:pt x="50341" y="49233"/>
                    <a:pt x="47056" y="51796"/>
                  </a:cubicBezTo>
                  <a:cubicBezTo>
                    <a:pt x="43770" y="54360"/>
                    <a:pt x="39504" y="56154"/>
                    <a:pt x="35415" y="57147"/>
                  </a:cubicBezTo>
                  <a:cubicBezTo>
                    <a:pt x="31325" y="58141"/>
                    <a:pt x="26605" y="58624"/>
                    <a:pt x="22518" y="57759"/>
                  </a:cubicBezTo>
                  <a:cubicBezTo>
                    <a:pt x="18430" y="56894"/>
                    <a:pt x="14136" y="54629"/>
                    <a:pt x="10889" y="51956"/>
                  </a:cubicBezTo>
                  <a:cubicBezTo>
                    <a:pt x="7642" y="49283"/>
                    <a:pt x="4848" y="45514"/>
                    <a:pt x="3035" y="41722"/>
                  </a:cubicBezTo>
                  <a:cubicBezTo>
                    <a:pt x="1223" y="37929"/>
                    <a:pt x="0" y="33368"/>
                    <a:pt x="14" y="29200"/>
                  </a:cubicBezTo>
                  <a:cubicBezTo>
                    <a:pt x="28" y="25033"/>
                    <a:pt x="1274" y="20472"/>
                    <a:pt x="3119" y="16719"/>
                  </a:cubicBezTo>
                  <a:cubicBezTo>
                    <a:pt x="4963" y="12967"/>
                    <a:pt x="7833" y="9301"/>
                    <a:pt x="11080" y="6685"/>
                  </a:cubicBezTo>
                  <a:cubicBezTo>
                    <a:pt x="14328" y="4068"/>
                    <a:pt x="18538" y="1971"/>
                    <a:pt x="22604" y="1020"/>
                  </a:cubicBezTo>
                  <a:cubicBezTo>
                    <a:pt x="26670" y="69"/>
                    <a:pt x="31441" y="0"/>
                    <a:pt x="35477" y="980"/>
                  </a:cubicBezTo>
                  <a:cubicBezTo>
                    <a:pt x="39513" y="1960"/>
                    <a:pt x="43502" y="4311"/>
                    <a:pt x="46821" y="6899"/>
                  </a:cubicBezTo>
                  <a:cubicBezTo>
                    <a:pt x="50141" y="9486"/>
                    <a:pt x="53592" y="12790"/>
                    <a:pt x="55394" y="16507"/>
                  </a:cubicBezTo>
                  <a:cubicBezTo>
                    <a:pt x="57196" y="20224"/>
                    <a:pt x="57676" y="24991"/>
                    <a:pt x="57632" y="29200"/>
                  </a:cubicBezTo>
                  <a:close/>
                </a:path>
              </a:pathLst>
            </a:custGeom>
            <a:solidFill>
              <a:srgbClr val="00F83F"/>
            </a:solidFill>
            <a:ln w="45719" cap="rnd">
              <a:solidFill>
                <a:srgbClr val="096807"/>
              </a:solidFill>
              <a:round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3" name="ℓ"/>
            <p:cNvSpPr txBox="1"/>
            <p:nvPr/>
          </p:nvSpPr>
          <p:spPr>
            <a:xfrm>
              <a:off x="6615684" y="2395728"/>
              <a:ext cx="329184" cy="424647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Ctr="0" anchor="t">
              <a:noAutofit/>
            </a:bodyPr>
            <a:lstStyle/>
            <a:p>
              <a:pPr algn="l">
                <a:lnSpc>
                  <a:spcPts val="298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2664" b="0" i="1">
                  <a:solidFill>
                    <a:srgbClr val="000000"/>
                  </a:solidFill>
                  <a:latin typeface="Liberation Serif"/>
                </a:rPr>
                <a:t>ℓ</a:t>
              </a:r>
            </a:p>
          </p:txBody>
        </p:sp>
        <p:sp>
          <p:nvSpPr>
            <p:cNvPr id="134" name="4"/>
            <p:cNvSpPr txBox="1"/>
            <p:nvPr/>
          </p:nvSpPr>
          <p:spPr>
            <a:xfrm>
              <a:off x="6803136" y="2560320"/>
              <a:ext cx="182880" cy="301752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Ctr="0" anchor="t">
              <a:noAutofit/>
            </a:bodyPr>
            <a:lstStyle/>
            <a:p>
              <a:pPr algn="l">
                <a:lnSpc>
                  <a:spcPts val="201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 b="0" i="1">
                  <a:solidFill>
                    <a:srgbClr val="000000"/>
                  </a:solidFill>
                  <a:latin typeface="Liberation Serif"/>
                </a:rPr>
                <a:t>4</a:t>
              </a:r>
            </a:p>
          </p:txBody>
        </p:sp>
        <p:sp>
          <p:nvSpPr>
            <p:cNvPr id="135" name="0128 Rectangle 134"/>
            <p:cNvSpPr/>
            <p:nvPr/>
          </p:nvSpPr>
          <p:spPr>
            <a:xfrm>
              <a:off x="7596466" y="2008138"/>
              <a:ext cx="532272" cy="539328"/>
            </a:xfrm>
            <a:custGeom>
              <a:avLst/>
              <a:gdLst/>
              <a:ahLst/>
              <a:cxnLst/>
              <a:rect l="0" t="0" r="r" b="b"/>
              <a:pathLst>
                <a:path w="58210" h="58982">
                  <a:moveTo>
                    <a:pt x="58123" y="29387"/>
                  </a:moveTo>
                  <a:cubicBezTo>
                    <a:pt x="58210" y="33610"/>
                    <a:pt x="57593" y="38385"/>
                    <a:pt x="55806" y="42181"/>
                  </a:cubicBezTo>
                  <a:cubicBezTo>
                    <a:pt x="54020" y="45977"/>
                    <a:pt x="50753" y="49568"/>
                    <a:pt x="47404" y="52164"/>
                  </a:cubicBezTo>
                  <a:cubicBezTo>
                    <a:pt x="44056" y="54761"/>
                    <a:pt x="39835" y="56776"/>
                    <a:pt x="35716" y="57761"/>
                  </a:cubicBezTo>
                  <a:cubicBezTo>
                    <a:pt x="31598" y="58746"/>
                    <a:pt x="26820" y="58982"/>
                    <a:pt x="22692" y="58076"/>
                  </a:cubicBezTo>
                  <a:cubicBezTo>
                    <a:pt x="18564" y="57169"/>
                    <a:pt x="14222" y="55004"/>
                    <a:pt x="10949" y="52324"/>
                  </a:cubicBezTo>
                  <a:cubicBezTo>
                    <a:pt x="7676" y="49645"/>
                    <a:pt x="4865" y="45821"/>
                    <a:pt x="3053" y="41999"/>
                  </a:cubicBezTo>
                  <a:cubicBezTo>
                    <a:pt x="1241" y="38176"/>
                    <a:pt x="0" y="33555"/>
                    <a:pt x="75" y="29387"/>
                  </a:cubicBezTo>
                  <a:cubicBezTo>
                    <a:pt x="151" y="25220"/>
                    <a:pt x="1711" y="20839"/>
                    <a:pt x="3505" y="16994"/>
                  </a:cubicBezTo>
                  <a:cubicBezTo>
                    <a:pt x="5299" y="13149"/>
                    <a:pt x="7639" y="9015"/>
                    <a:pt x="10841" y="6315"/>
                  </a:cubicBezTo>
                  <a:cubicBezTo>
                    <a:pt x="14042" y="3615"/>
                    <a:pt x="18589" y="1588"/>
                    <a:pt x="22714" y="794"/>
                  </a:cubicBezTo>
                  <a:cubicBezTo>
                    <a:pt x="26840" y="0"/>
                    <a:pt x="31448" y="621"/>
                    <a:pt x="35594" y="1551"/>
                  </a:cubicBezTo>
                  <a:cubicBezTo>
                    <a:pt x="39740" y="2482"/>
                    <a:pt x="44307" y="3830"/>
                    <a:pt x="47589" y="6379"/>
                  </a:cubicBezTo>
                  <a:cubicBezTo>
                    <a:pt x="50871" y="8927"/>
                    <a:pt x="53530" y="13010"/>
                    <a:pt x="55286" y="16845"/>
                  </a:cubicBezTo>
                  <a:cubicBezTo>
                    <a:pt x="57042" y="20679"/>
                    <a:pt x="58036" y="25165"/>
                    <a:pt x="58123" y="29387"/>
                  </a:cubicBezTo>
                  <a:close/>
                </a:path>
              </a:pathLst>
            </a:custGeom>
            <a:solidFill>
              <a:srgbClr val="A7FFD0"/>
            </a:solidFill>
            <a:ln w="45719" cap="rnd">
              <a:solidFill>
                <a:srgbClr val="096807"/>
              </a:solidFill>
              <a:round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6" name="ℓ"/>
            <p:cNvSpPr txBox="1"/>
            <p:nvPr/>
          </p:nvSpPr>
          <p:spPr>
            <a:xfrm>
              <a:off x="7731252" y="2093976"/>
              <a:ext cx="329184" cy="424647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Ctr="0" anchor="t">
              <a:noAutofit/>
            </a:bodyPr>
            <a:lstStyle/>
            <a:p>
              <a:pPr algn="l">
                <a:lnSpc>
                  <a:spcPts val="298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2664" b="0" i="1">
                  <a:solidFill>
                    <a:srgbClr val="000000"/>
                  </a:solidFill>
                  <a:latin typeface="Liberation Serif"/>
                </a:rPr>
                <a:t>ℓ</a:t>
              </a:r>
            </a:p>
          </p:txBody>
        </p:sp>
        <p:sp>
          <p:nvSpPr>
            <p:cNvPr id="137" name="5"/>
            <p:cNvSpPr txBox="1"/>
            <p:nvPr/>
          </p:nvSpPr>
          <p:spPr>
            <a:xfrm>
              <a:off x="7918704" y="2258568"/>
              <a:ext cx="182880" cy="301752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Ctr="0" anchor="t">
              <a:noAutofit/>
            </a:bodyPr>
            <a:lstStyle/>
            <a:p>
              <a:pPr algn="l">
                <a:lnSpc>
                  <a:spcPts val="201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 b="0" i="1">
                  <a:solidFill>
                    <a:srgbClr val="000000"/>
                  </a:solidFill>
                  <a:latin typeface="Liberation Serif"/>
                </a:rPr>
                <a:t>5</a:t>
              </a:r>
            </a:p>
          </p:txBody>
        </p:sp>
        <p:sp>
          <p:nvSpPr>
            <p:cNvPr id="138" name="Insight Graph"/>
            <p:cNvSpPr txBox="1"/>
            <p:nvPr/>
          </p:nvSpPr>
          <p:spPr>
            <a:xfrm>
              <a:off x="4041648" y="621792"/>
              <a:ext cx="2103120" cy="352958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Ctr="0" anchor="t">
              <a:noAutofit/>
            </a:bodyPr>
            <a:lstStyle/>
            <a:p>
              <a:pPr algn="l">
                <a:lnSpc>
                  <a:spcPts val="241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2160" b="1" i="0">
                  <a:solidFill>
                    <a:srgbClr val="096807"/>
                  </a:solidFill>
                  <a:latin typeface="Liberation Serif"/>
                </a:rPr>
                <a:t>Insight Graph</a:t>
              </a:r>
            </a:p>
          </p:txBody>
        </p:sp>
        <p:sp>
          <p:nvSpPr>
            <p:cNvPr id="139" name="𝒢"/>
            <p:cNvSpPr txBox="1"/>
            <p:nvPr/>
          </p:nvSpPr>
          <p:spPr>
            <a:xfrm>
              <a:off x="4315968" y="996696"/>
              <a:ext cx="283464" cy="352958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Ctr="0" anchor="t">
              <a:noAutofit/>
            </a:bodyPr>
            <a:lstStyle/>
            <a:p>
              <a:pPr algn="l">
                <a:lnSpc>
                  <a:spcPts val="241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2160" b="0" i="0">
                  <a:solidFill>
                    <a:srgbClr val="096807"/>
                  </a:solidFill>
                  <a:latin typeface="Latin Modern Math"/>
                </a:rPr>
                <a:t>𝒢</a:t>
              </a:r>
            </a:p>
          </p:txBody>
        </p:sp>
        <p:sp>
          <p:nvSpPr>
            <p:cNvPr id="140" name="(t)"/>
            <p:cNvSpPr txBox="1"/>
            <p:nvPr/>
          </p:nvSpPr>
          <p:spPr>
            <a:xfrm>
              <a:off x="4507992" y="941832"/>
              <a:ext cx="457200" cy="230063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Ctr="0" anchor="t">
              <a:noAutofit/>
            </a:bodyPr>
            <a:lstStyle/>
            <a:p>
              <a:pPr algn="l">
                <a:lnSpc>
                  <a:spcPts val="1451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96" b="0" i="1">
                  <a:solidFill>
                    <a:srgbClr val="096807"/>
                  </a:solidFill>
                  <a:latin typeface="Liberation Serif"/>
                </a:rPr>
                <a:t>(t)</a:t>
              </a:r>
            </a:p>
          </p:txBody>
        </p:sp>
        <p:sp>
          <p:nvSpPr>
            <p:cNvPr id="141" name="insight"/>
            <p:cNvSpPr txBox="1"/>
            <p:nvPr/>
          </p:nvSpPr>
          <p:spPr>
            <a:xfrm>
              <a:off x="4480560" y="1188720"/>
              <a:ext cx="868680" cy="230063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Ctr="0" anchor="t">
              <a:noAutofit/>
            </a:bodyPr>
            <a:lstStyle/>
            <a:p>
              <a:pPr algn="l">
                <a:lnSpc>
                  <a:spcPts val="1451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96" b="0" i="0">
                  <a:solidFill>
                    <a:srgbClr val="096807"/>
                  </a:solidFill>
                  <a:latin typeface="Liberation Serif"/>
                </a:rPr>
                <a:t>insight</a:t>
              </a:r>
            </a:p>
          </p:txBody>
        </p:sp>
        <p:sp>
          <p:nvSpPr>
            <p:cNvPr id="142" name="= ("/>
            <p:cNvSpPr txBox="1"/>
            <p:nvPr/>
          </p:nvSpPr>
          <p:spPr>
            <a:xfrm>
              <a:off x="4901184" y="1014984"/>
              <a:ext cx="402336" cy="291511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Ctr="0" anchor="t">
              <a:noAutofit/>
            </a:bodyPr>
            <a:lstStyle/>
            <a:p>
              <a:pPr algn="l">
                <a:lnSpc>
                  <a:spcPts val="193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728" b="0" i="0">
                  <a:solidFill>
                    <a:srgbClr val="096807"/>
                  </a:solidFill>
                  <a:latin typeface="Latin Modern Math"/>
                </a:rPr>
                <a:t>= (</a:t>
              </a:r>
            </a:p>
          </p:txBody>
        </p:sp>
        <p:sp>
          <p:nvSpPr>
            <p:cNvPr id="143" name="ℐ"/>
            <p:cNvSpPr txBox="1"/>
            <p:nvPr/>
          </p:nvSpPr>
          <p:spPr>
            <a:xfrm>
              <a:off x="5230368" y="1014984"/>
              <a:ext cx="256032" cy="291511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Ctr="0" anchor="t">
              <a:noAutofit/>
            </a:bodyPr>
            <a:lstStyle/>
            <a:p>
              <a:pPr algn="l">
                <a:lnSpc>
                  <a:spcPts val="193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728" b="0" i="0">
                  <a:solidFill>
                    <a:srgbClr val="096807"/>
                  </a:solidFill>
                  <a:latin typeface="Latin Modern Math"/>
                </a:rPr>
                <a:t>ℐ</a:t>
              </a:r>
            </a:p>
          </p:txBody>
        </p:sp>
        <p:sp>
          <p:nvSpPr>
            <p:cNvPr id="144" name=", ℰ"/>
            <p:cNvSpPr txBox="1"/>
            <p:nvPr/>
          </p:nvSpPr>
          <p:spPr>
            <a:xfrm>
              <a:off x="5404104" y="1014984"/>
              <a:ext cx="329184" cy="291511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Ctr="0" anchor="t">
              <a:noAutofit/>
            </a:bodyPr>
            <a:lstStyle/>
            <a:p>
              <a:pPr algn="l">
                <a:lnSpc>
                  <a:spcPts val="193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728" b="0" i="0">
                  <a:solidFill>
                    <a:srgbClr val="096807"/>
                  </a:solidFill>
                  <a:latin typeface="Latin Modern Math"/>
                </a:rPr>
                <a:t>, ℰ</a:t>
              </a:r>
            </a:p>
          </p:txBody>
        </p:sp>
        <p:sp>
          <p:nvSpPr>
            <p:cNvPr id="145" name="i"/>
            <p:cNvSpPr txBox="1"/>
            <p:nvPr/>
          </p:nvSpPr>
          <p:spPr>
            <a:xfrm>
              <a:off x="5641848" y="1152144"/>
              <a:ext cx="118872" cy="199339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Ctr="0" anchor="t">
              <a:noAutofit/>
            </a:bodyPr>
            <a:lstStyle/>
            <a:p>
              <a:pPr algn="l">
                <a:lnSpc>
                  <a:spcPts val="120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80" b="0" i="1">
                  <a:solidFill>
                    <a:srgbClr val="096807"/>
                  </a:solidFill>
                  <a:latin typeface="Liberation Serif"/>
                </a:rPr>
                <a:t>i</a:t>
              </a:r>
            </a:p>
          </p:txBody>
        </p:sp>
        <p:sp>
          <p:nvSpPr>
            <p:cNvPr id="146" name=")"/>
            <p:cNvSpPr txBox="1"/>
            <p:nvPr/>
          </p:nvSpPr>
          <p:spPr>
            <a:xfrm>
              <a:off x="5733288" y="1014984"/>
              <a:ext cx="128016" cy="291511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Ctr="0" anchor="t">
              <a:noAutofit/>
            </a:bodyPr>
            <a:lstStyle/>
            <a:p>
              <a:pPr algn="l">
                <a:lnSpc>
                  <a:spcPts val="193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728" b="0" i="0">
                  <a:solidFill>
                    <a:srgbClr val="096807"/>
                  </a:solidFill>
                  <a:latin typeface="Latin Modern Math"/>
                </a:rPr>
                <a:t>)</a:t>
              </a:r>
            </a:p>
          </p:txBody>
        </p:sp>
        <p:sp>
          <p:nvSpPr>
            <p:cNvPr id="147" name="upward / traversal"/>
            <p:cNvSpPr txBox="1"/>
            <p:nvPr/>
          </p:nvSpPr>
          <p:spPr>
            <a:xfrm>
              <a:off x="7086600" y="2825496"/>
              <a:ext cx="1444752" cy="616306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Ctr="0" anchor="t">
              <a:noAutofit/>
            </a:bodyPr>
            <a:lstStyle/>
            <a:p>
              <a:pPr algn="ctr">
                <a:lnSpc>
                  <a:spcPts val="224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2160" b="1" i="0">
                  <a:solidFill>
                    <a:srgbClr val="F00000"/>
                  </a:solidFill>
                  <a:latin typeface="Liberation Serif"/>
                </a:rPr>
                <a:t>upward</a:t>
              </a:r>
            </a:p>
            <a:p>
              <a:pPr algn="ctr">
                <a:lnSpc>
                  <a:spcPts val="224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2160" b="1" i="0">
                  <a:solidFill>
                    <a:srgbClr val="F00000"/>
                  </a:solidFill>
                  <a:latin typeface="Liberation Serif"/>
                </a:rPr>
                <a:t>traversal</a:t>
              </a:r>
            </a:p>
          </p:txBody>
        </p:sp>
      </p:grpSp>
      <p:grpSp>
        <p:nvGrpSpPr>
          <p:cNvPr id="148" name="query-graph-before-update"/>
          <p:cNvGrpSpPr/>
          <p:nvPr/>
        </p:nvGrpSpPr>
        <p:grpSpPr>
          <a:xfrm>
            <a:off x="4069080" y="2852928"/>
            <a:ext cx="4114800" cy="3899002"/>
            <a:chOff x="4069080" y="2852928"/>
            <a:chExt cx="4114800" cy="3899002"/>
          </a:xfrm>
        </p:grpSpPr>
        <p:sp>
          <p:nvSpPr>
            <p:cNvPr id="149" name="0141 Rectangle 148"/>
            <p:cNvSpPr/>
            <p:nvPr/>
          </p:nvSpPr>
          <p:spPr>
            <a:xfrm>
              <a:off x="6199632" y="4498848"/>
              <a:ext cx="1389888" cy="1389888"/>
            </a:xfrm>
            <a:custGeom>
              <a:avLst/>
              <a:gdLst/>
              <a:ahLst/>
              <a:cxnLst/>
              <a:rect l="0" t="0" r="r" b="b"/>
              <a:pathLst>
                <a:path w="152000" h="152000">
                  <a:moveTo>
                    <a:pt x="7000" y="0"/>
                  </a:moveTo>
                  <a:lnTo>
                    <a:pt x="59000" y="11000"/>
                  </a:lnTo>
                  <a:lnTo>
                    <a:pt x="79000" y="31000"/>
                  </a:lnTo>
                  <a:lnTo>
                    <a:pt x="152000" y="65000"/>
                  </a:lnTo>
                  <a:lnTo>
                    <a:pt x="71000" y="122000"/>
                  </a:lnTo>
                  <a:lnTo>
                    <a:pt x="19000" y="152000"/>
                  </a:lnTo>
                  <a:lnTo>
                    <a:pt x="0" y="118000"/>
                  </a:lnTo>
                  <a:close/>
                </a:path>
              </a:pathLst>
            </a:custGeom>
            <a:solidFill>
              <a:srgbClr val="DEEBFC"/>
            </a:solidFill>
            <a:ln w="12801" cap="rnd">
              <a:solidFill>
                <a:srgbClr val="88B1DC"/>
              </a:solidFill>
              <a:round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0" name="0142 Rectangle 149"/>
            <p:cNvSpPr/>
            <p:nvPr/>
          </p:nvSpPr>
          <p:spPr>
            <a:xfrm>
              <a:off x="6263640" y="4498848"/>
              <a:ext cx="91" cy="91"/>
            </a:xfrm>
            <a:custGeom>
              <a:avLst/>
              <a:gdLst/>
              <a:ahLst/>
              <a:cxnLst/>
              <a:rect l="0" t="0" r="r" b="b"/>
              <a:pathLst>
                <a:path w="10" h="10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noFill/>
            <a:ln w="45719" cap="rnd">
              <a:solidFill>
                <a:srgbClr val="88B1DC"/>
              </a:solidFill>
              <a:round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1" name="0143 Rectangle 150"/>
            <p:cNvSpPr/>
            <p:nvPr/>
          </p:nvSpPr>
          <p:spPr>
            <a:xfrm>
              <a:off x="6253837" y="4525990"/>
              <a:ext cx="138109" cy="138109"/>
            </a:xfrm>
            <a:custGeom>
              <a:avLst/>
              <a:gdLst/>
              <a:ahLst/>
              <a:cxnLst/>
              <a:rect l="0" t="0" r="r" b="b"/>
              <a:pathLst>
                <a:path w="15104" h="15104">
                  <a:moveTo>
                    <a:pt x="0" y="15104"/>
                  </a:moveTo>
                  <a:lnTo>
                    <a:pt x="15104" y="0"/>
                  </a:lnTo>
                </a:path>
              </a:pathLst>
            </a:custGeom>
            <a:noFill/>
            <a:ln w="45719" cap="rnd">
              <a:solidFill>
                <a:srgbClr val="88B1DC"/>
              </a:solidFill>
              <a:round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2" name="0144 Rectangle 151"/>
            <p:cNvSpPr/>
            <p:nvPr/>
          </p:nvSpPr>
          <p:spPr>
            <a:xfrm>
              <a:off x="6244034" y="4553131"/>
              <a:ext cx="276219" cy="276219"/>
            </a:xfrm>
            <a:custGeom>
              <a:avLst/>
              <a:gdLst/>
              <a:ahLst/>
              <a:cxnLst/>
              <a:rect l="0" t="0" r="r" b="b"/>
              <a:pathLst>
                <a:path w="30208" h="30208">
                  <a:moveTo>
                    <a:pt x="0" y="30208"/>
                  </a:moveTo>
                  <a:lnTo>
                    <a:pt x="30208" y="0"/>
                  </a:lnTo>
                </a:path>
              </a:pathLst>
            </a:custGeom>
            <a:noFill/>
            <a:ln w="45719" cap="rnd">
              <a:solidFill>
                <a:srgbClr val="88B1DC"/>
              </a:solidFill>
              <a:round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3" name="0145 Rectangle 152"/>
            <p:cNvSpPr/>
            <p:nvPr/>
          </p:nvSpPr>
          <p:spPr>
            <a:xfrm>
              <a:off x="6234231" y="4580273"/>
              <a:ext cx="414328" cy="414328"/>
            </a:xfrm>
            <a:custGeom>
              <a:avLst/>
              <a:gdLst/>
              <a:ahLst/>
              <a:cxnLst/>
              <a:rect l="0" t="0" r="r" b="b"/>
              <a:pathLst>
                <a:path w="45311" h="45311">
                  <a:moveTo>
                    <a:pt x="0" y="45311"/>
                  </a:moveTo>
                  <a:lnTo>
                    <a:pt x="45311" y="0"/>
                  </a:lnTo>
                </a:path>
              </a:pathLst>
            </a:custGeom>
            <a:noFill/>
            <a:ln w="45719" cap="rnd">
              <a:solidFill>
                <a:srgbClr val="88B1DC"/>
              </a:solidFill>
              <a:round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4" name="0146 Rectangle 153"/>
            <p:cNvSpPr/>
            <p:nvPr/>
          </p:nvSpPr>
          <p:spPr>
            <a:xfrm>
              <a:off x="6224428" y="4622292"/>
              <a:ext cx="537560" cy="537560"/>
            </a:xfrm>
            <a:custGeom>
              <a:avLst/>
              <a:gdLst/>
              <a:ahLst/>
              <a:cxnLst/>
              <a:rect l="0" t="0" r="r" b="b"/>
              <a:pathLst>
                <a:path w="58788" h="58788">
                  <a:moveTo>
                    <a:pt x="0" y="58788"/>
                  </a:moveTo>
                  <a:lnTo>
                    <a:pt x="58788" y="0"/>
                  </a:lnTo>
                </a:path>
              </a:pathLst>
            </a:custGeom>
            <a:noFill/>
            <a:ln w="45719" cap="rnd">
              <a:solidFill>
                <a:srgbClr val="88B1DC"/>
              </a:solidFill>
              <a:round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5" name="0147 Rectangle 154"/>
            <p:cNvSpPr/>
            <p:nvPr/>
          </p:nvSpPr>
          <p:spPr>
            <a:xfrm>
              <a:off x="6214625" y="4700016"/>
              <a:ext cx="625087" cy="625087"/>
            </a:xfrm>
            <a:custGeom>
              <a:avLst/>
              <a:gdLst/>
              <a:ahLst/>
              <a:cxnLst/>
              <a:rect l="0" t="0" r="r" b="b"/>
              <a:pathLst>
                <a:path w="68360" h="68360">
                  <a:moveTo>
                    <a:pt x="0" y="68360"/>
                  </a:moveTo>
                  <a:lnTo>
                    <a:pt x="68360" y="0"/>
                  </a:lnTo>
                </a:path>
              </a:pathLst>
            </a:custGeom>
            <a:noFill/>
            <a:ln w="45719" cap="rnd">
              <a:solidFill>
                <a:srgbClr val="88B1DC"/>
              </a:solidFill>
              <a:round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6" name="0148 Rectangle 155"/>
            <p:cNvSpPr/>
            <p:nvPr/>
          </p:nvSpPr>
          <p:spPr>
            <a:xfrm>
              <a:off x="6204822" y="4777740"/>
              <a:ext cx="712614" cy="712614"/>
            </a:xfrm>
            <a:custGeom>
              <a:avLst/>
              <a:gdLst/>
              <a:ahLst/>
              <a:cxnLst/>
              <a:rect l="0" t="0" r="r" b="b"/>
              <a:pathLst>
                <a:path w="77932" h="77932">
                  <a:moveTo>
                    <a:pt x="0" y="77932"/>
                  </a:moveTo>
                  <a:lnTo>
                    <a:pt x="77932" y="0"/>
                  </a:lnTo>
                </a:path>
              </a:pathLst>
            </a:custGeom>
            <a:noFill/>
            <a:ln w="45719" cap="rnd">
              <a:solidFill>
                <a:srgbClr val="88B1DC"/>
              </a:solidFill>
              <a:round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7" name="0149 Rectangle 156"/>
            <p:cNvSpPr/>
            <p:nvPr/>
          </p:nvSpPr>
          <p:spPr>
            <a:xfrm>
              <a:off x="6225856" y="4828801"/>
              <a:ext cx="795967" cy="795967"/>
            </a:xfrm>
            <a:custGeom>
              <a:avLst/>
              <a:gdLst/>
              <a:ahLst/>
              <a:cxnLst/>
              <a:rect l="0" t="0" r="r" b="b"/>
              <a:pathLst>
                <a:path w="87048" h="87048">
                  <a:moveTo>
                    <a:pt x="0" y="87048"/>
                  </a:moveTo>
                  <a:lnTo>
                    <a:pt x="87048" y="0"/>
                  </a:lnTo>
                </a:path>
              </a:pathLst>
            </a:custGeom>
            <a:noFill/>
            <a:ln w="45719" cap="rnd">
              <a:solidFill>
                <a:srgbClr val="88B1DC"/>
              </a:solidFill>
              <a:round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8" name="0150 Rectangle 157"/>
            <p:cNvSpPr/>
            <p:nvPr/>
          </p:nvSpPr>
          <p:spPr>
            <a:xfrm>
              <a:off x="6281583" y="4878196"/>
              <a:ext cx="846293" cy="846293"/>
            </a:xfrm>
            <a:custGeom>
              <a:avLst/>
              <a:gdLst/>
              <a:ahLst/>
              <a:cxnLst/>
              <a:rect l="0" t="0" r="r" b="b"/>
              <a:pathLst>
                <a:path w="92552" h="92552">
                  <a:moveTo>
                    <a:pt x="0" y="92552"/>
                  </a:moveTo>
                  <a:lnTo>
                    <a:pt x="92552" y="0"/>
                  </a:lnTo>
                </a:path>
              </a:pathLst>
            </a:custGeom>
            <a:noFill/>
            <a:ln w="45719" cap="rnd">
              <a:solidFill>
                <a:srgbClr val="88B1DC"/>
              </a:solidFill>
              <a:round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9" name="0151 Rectangle 158"/>
            <p:cNvSpPr/>
            <p:nvPr/>
          </p:nvSpPr>
          <p:spPr>
            <a:xfrm>
              <a:off x="6337310" y="4927591"/>
              <a:ext cx="896620" cy="896620"/>
            </a:xfrm>
            <a:custGeom>
              <a:avLst/>
              <a:gdLst/>
              <a:ahLst/>
              <a:cxnLst/>
              <a:rect l="0" t="0" r="r" b="b"/>
              <a:pathLst>
                <a:path w="98056" h="98056">
                  <a:moveTo>
                    <a:pt x="0" y="98056"/>
                  </a:moveTo>
                  <a:lnTo>
                    <a:pt x="98056" y="0"/>
                  </a:lnTo>
                </a:path>
              </a:pathLst>
            </a:custGeom>
            <a:noFill/>
            <a:ln w="45719" cap="rnd">
              <a:solidFill>
                <a:srgbClr val="88B1DC"/>
              </a:solidFill>
              <a:round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0" name="0152 Rectangle 159"/>
            <p:cNvSpPr/>
            <p:nvPr/>
          </p:nvSpPr>
          <p:spPr>
            <a:xfrm>
              <a:off x="6503047" y="4976985"/>
              <a:ext cx="836936" cy="836936"/>
            </a:xfrm>
            <a:custGeom>
              <a:avLst/>
              <a:gdLst/>
              <a:ahLst/>
              <a:cxnLst/>
              <a:rect l="0" t="0" r="r" b="b"/>
              <a:pathLst>
                <a:path w="91528" h="91528">
                  <a:moveTo>
                    <a:pt x="0" y="91528"/>
                  </a:moveTo>
                  <a:lnTo>
                    <a:pt x="91528" y="0"/>
                  </a:lnTo>
                </a:path>
              </a:pathLst>
            </a:custGeom>
            <a:noFill/>
            <a:ln w="45719" cap="rnd">
              <a:solidFill>
                <a:srgbClr val="88B1DC"/>
              </a:solidFill>
              <a:round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1" name="0153 Rectangle 160"/>
            <p:cNvSpPr/>
            <p:nvPr/>
          </p:nvSpPr>
          <p:spPr>
            <a:xfrm>
              <a:off x="6879717" y="5026380"/>
              <a:ext cx="566319" cy="566319"/>
            </a:xfrm>
            <a:custGeom>
              <a:avLst/>
              <a:gdLst/>
              <a:ahLst/>
              <a:cxnLst/>
              <a:rect l="0" t="0" r="r" b="b"/>
              <a:pathLst>
                <a:path w="61933" h="61933">
                  <a:moveTo>
                    <a:pt x="0" y="61933"/>
                  </a:moveTo>
                  <a:lnTo>
                    <a:pt x="61933" y="0"/>
                  </a:lnTo>
                </a:path>
              </a:pathLst>
            </a:custGeom>
            <a:noFill/>
            <a:ln w="45719" cap="rnd">
              <a:solidFill>
                <a:srgbClr val="88B1DC"/>
              </a:solidFill>
              <a:round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2" name="0154 Rectangle 161"/>
            <p:cNvSpPr/>
            <p:nvPr/>
          </p:nvSpPr>
          <p:spPr>
            <a:xfrm>
              <a:off x="7404354" y="5075775"/>
              <a:ext cx="147735" cy="147735"/>
            </a:xfrm>
            <a:custGeom>
              <a:avLst/>
              <a:gdLst/>
              <a:ahLst/>
              <a:cxnLst/>
              <a:rect l="0" t="0" r="r" b="b"/>
              <a:pathLst>
                <a:path w="16157" h="16157">
                  <a:moveTo>
                    <a:pt x="0" y="16157"/>
                  </a:moveTo>
                  <a:lnTo>
                    <a:pt x="16157" y="0"/>
                  </a:lnTo>
                </a:path>
              </a:pathLst>
            </a:custGeom>
            <a:noFill/>
            <a:ln w="45719" cap="rnd">
              <a:solidFill>
                <a:srgbClr val="88B1DC"/>
              </a:solidFill>
              <a:round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3" name="0155 Rectangle 162"/>
            <p:cNvSpPr/>
            <p:nvPr/>
          </p:nvSpPr>
          <p:spPr>
            <a:xfrm>
              <a:off x="6450564" y="4919433"/>
              <a:ext cx="9673" cy="503003"/>
            </a:xfrm>
            <a:custGeom>
              <a:avLst/>
              <a:gdLst/>
              <a:ahLst/>
              <a:cxnLst/>
              <a:rect l="0" t="0" r="r" b="b"/>
              <a:pathLst>
                <a:path w="1058" h="55009">
                  <a:moveTo>
                    <a:pt x="0" y="0"/>
                  </a:moveTo>
                  <a:lnTo>
                    <a:pt x="1058" y="55009"/>
                  </a:lnTo>
                </a:path>
              </a:pathLst>
            </a:custGeom>
            <a:noFill/>
            <a:ln w="41148" cap="rnd">
              <a:solidFill>
                <a:srgbClr val="6D706D"/>
              </a:solidFill>
              <a:round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4" name="0156 Rectangle 163"/>
            <p:cNvSpPr/>
            <p:nvPr/>
          </p:nvSpPr>
          <p:spPr>
            <a:xfrm>
              <a:off x="6405819" y="5330000"/>
              <a:ext cx="105319" cy="110720"/>
            </a:xfrm>
            <a:custGeom>
              <a:avLst/>
              <a:gdLst/>
              <a:ahLst/>
              <a:cxnLst/>
              <a:rect l="0" t="0" r="r" b="b"/>
              <a:pathLst>
                <a:path w="11518" h="12109">
                  <a:moveTo>
                    <a:pt x="5990" y="12109"/>
                  </a:moveTo>
                  <a:lnTo>
                    <a:pt x="0" y="221"/>
                  </a:lnTo>
                  <a:lnTo>
                    <a:pt x="5817" y="3110"/>
                  </a:lnTo>
                  <a:lnTo>
                    <a:pt x="11518" y="0"/>
                  </a:lnTo>
                  <a:close/>
                </a:path>
              </a:pathLst>
            </a:custGeom>
            <a:solidFill>
              <a:srgbClr val="6D706D"/>
            </a:solidFill>
            <a:ln w="26746" cap="rnd">
              <a:solidFill>
                <a:srgbClr val="6D706D"/>
              </a:solidFill>
              <a:round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5" name="0157 Rectangle 164"/>
            <p:cNvSpPr/>
            <p:nvPr/>
          </p:nvSpPr>
          <p:spPr>
            <a:xfrm>
              <a:off x="6627968" y="5252364"/>
              <a:ext cx="338199" cy="275069"/>
            </a:xfrm>
            <a:custGeom>
              <a:avLst/>
              <a:gdLst/>
              <a:ahLst/>
              <a:cxnLst/>
              <a:rect l="0" t="0" r="r" b="b"/>
              <a:pathLst>
                <a:path w="36986" h="30082">
                  <a:moveTo>
                    <a:pt x="0" y="30082"/>
                  </a:moveTo>
                  <a:lnTo>
                    <a:pt x="36986" y="0"/>
                  </a:lnTo>
                </a:path>
              </a:pathLst>
            </a:custGeom>
            <a:noFill/>
            <a:ln w="41148" cap="rnd">
              <a:solidFill>
                <a:srgbClr val="6D706D"/>
              </a:solidFill>
              <a:round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6" name="0158 Rectangle 165"/>
            <p:cNvSpPr/>
            <p:nvPr/>
          </p:nvSpPr>
          <p:spPr>
            <a:xfrm>
              <a:off x="6861994" y="5240825"/>
              <a:ext cx="118360" cy="110097"/>
            </a:xfrm>
            <a:custGeom>
              <a:avLst/>
              <a:gdLst/>
              <a:ahLst/>
              <a:cxnLst/>
              <a:rect l="0" t="0" r="r" b="b"/>
              <a:pathLst>
                <a:path w="12944" h="12040">
                  <a:moveTo>
                    <a:pt x="12944" y="0"/>
                  </a:moveTo>
                  <a:lnTo>
                    <a:pt x="7269" y="12040"/>
                  </a:lnTo>
                  <a:lnTo>
                    <a:pt x="5962" y="5679"/>
                  </a:lnTo>
                  <a:lnTo>
                    <a:pt x="0" y="3103"/>
                  </a:lnTo>
                  <a:close/>
                </a:path>
              </a:pathLst>
            </a:custGeom>
            <a:solidFill>
              <a:srgbClr val="6D706D"/>
            </a:solidFill>
            <a:ln w="26746" cap="rnd">
              <a:solidFill>
                <a:srgbClr val="6D706D"/>
              </a:solidFill>
              <a:round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7" name="0159 Rectangle 166"/>
            <p:cNvSpPr/>
            <p:nvPr/>
          </p:nvSpPr>
          <p:spPr>
            <a:xfrm>
              <a:off x="7321940" y="5267178"/>
              <a:ext cx="399481" cy="384311"/>
            </a:xfrm>
            <a:custGeom>
              <a:avLst/>
              <a:gdLst/>
              <a:ahLst/>
              <a:cxnLst/>
              <a:rect l="0" t="0" r="r" b="b"/>
              <a:pathLst>
                <a:path w="43688" h="42029">
                  <a:moveTo>
                    <a:pt x="43688" y="42029"/>
                  </a:moveTo>
                  <a:lnTo>
                    <a:pt x="0" y="0"/>
                  </a:lnTo>
                </a:path>
              </a:pathLst>
            </a:custGeom>
            <a:noFill/>
            <a:ln w="41148" cap="rnd">
              <a:solidFill>
                <a:srgbClr val="6D706D"/>
              </a:solidFill>
              <a:round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8" name="0160 Rectangle 167"/>
            <p:cNvSpPr/>
            <p:nvPr/>
          </p:nvSpPr>
          <p:spPr>
            <a:xfrm>
              <a:off x="7308761" y="5254499"/>
              <a:ext cx="115592" cy="114030"/>
            </a:xfrm>
            <a:custGeom>
              <a:avLst/>
              <a:gdLst/>
              <a:ahLst/>
              <a:cxnLst/>
              <a:rect l="0" t="0" r="r" b="b"/>
              <a:pathLst>
                <a:path w="12641" h="12470">
                  <a:moveTo>
                    <a:pt x="0" y="0"/>
                  </a:moveTo>
                  <a:lnTo>
                    <a:pt x="12641" y="4169"/>
                  </a:lnTo>
                  <a:lnTo>
                    <a:pt x="6486" y="6240"/>
                  </a:lnTo>
                  <a:lnTo>
                    <a:pt x="4655" y="12470"/>
                  </a:lnTo>
                  <a:close/>
                </a:path>
              </a:pathLst>
            </a:custGeom>
            <a:solidFill>
              <a:srgbClr val="6D706D"/>
            </a:solidFill>
            <a:ln w="26746" cap="rnd">
              <a:solidFill>
                <a:srgbClr val="6D706D"/>
              </a:solidFill>
              <a:round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9" name="0161 Rectangle 168"/>
            <p:cNvSpPr/>
            <p:nvPr/>
          </p:nvSpPr>
          <p:spPr>
            <a:xfrm>
              <a:off x="7885804" y="4836734"/>
              <a:ext cx="45841" cy="750641"/>
            </a:xfrm>
            <a:custGeom>
              <a:avLst/>
              <a:gdLst/>
              <a:ahLst/>
              <a:cxnLst/>
              <a:rect l="0" t="0" r="r" b="b"/>
              <a:pathLst>
                <a:path w="5013" h="82091">
                  <a:moveTo>
                    <a:pt x="0" y="82091"/>
                  </a:moveTo>
                  <a:lnTo>
                    <a:pt x="5013" y="0"/>
                  </a:lnTo>
                </a:path>
              </a:pathLst>
            </a:custGeom>
            <a:noFill/>
            <a:ln w="41148" cap="rnd">
              <a:solidFill>
                <a:srgbClr val="6D706D"/>
              </a:solidFill>
              <a:round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0" name="0162 Rectangle 169"/>
            <p:cNvSpPr/>
            <p:nvPr/>
          </p:nvSpPr>
          <p:spPr>
            <a:xfrm>
              <a:off x="7873499" y="4818480"/>
              <a:ext cx="105143" cy="112734"/>
            </a:xfrm>
            <a:custGeom>
              <a:avLst/>
              <a:gdLst/>
              <a:ahLst/>
              <a:cxnLst/>
              <a:rect l="0" t="0" r="r" b="b"/>
              <a:pathLst>
                <a:path w="11499" h="12329">
                  <a:moveTo>
                    <a:pt x="6481" y="0"/>
                  </a:moveTo>
                  <a:lnTo>
                    <a:pt x="11499" y="12329"/>
                  </a:lnTo>
                  <a:lnTo>
                    <a:pt x="5932" y="8983"/>
                  </a:lnTo>
                  <a:lnTo>
                    <a:pt x="0" y="11627"/>
                  </a:lnTo>
                  <a:close/>
                </a:path>
              </a:pathLst>
            </a:custGeom>
            <a:solidFill>
              <a:srgbClr val="6D706D"/>
            </a:solidFill>
            <a:ln w="26746" cap="rnd">
              <a:solidFill>
                <a:srgbClr val="6D706D"/>
              </a:solidFill>
              <a:round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1" name="0163 Rectangle 170"/>
            <p:cNvSpPr/>
            <p:nvPr/>
          </p:nvSpPr>
          <p:spPr>
            <a:xfrm>
              <a:off x="7328376" y="4726473"/>
              <a:ext cx="416805" cy="263497"/>
            </a:xfrm>
            <a:custGeom>
              <a:avLst/>
              <a:gdLst/>
              <a:ahLst/>
              <a:cxnLst/>
              <a:rect l="0" t="0" r="r" b="b"/>
              <a:pathLst>
                <a:path w="45582" h="28816">
                  <a:moveTo>
                    <a:pt x="0" y="28816"/>
                  </a:moveTo>
                  <a:lnTo>
                    <a:pt x="45582" y="0"/>
                  </a:lnTo>
                </a:path>
              </a:pathLst>
            </a:custGeom>
            <a:noFill/>
            <a:ln w="41148" cap="rnd">
              <a:solidFill>
                <a:srgbClr val="6D706D"/>
              </a:solidFill>
              <a:round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2" name="0164 Rectangle 171"/>
            <p:cNvSpPr/>
            <p:nvPr/>
          </p:nvSpPr>
          <p:spPr>
            <a:xfrm>
              <a:off x="7639746" y="4716700"/>
              <a:ext cx="120893" cy="103153"/>
            </a:xfrm>
            <a:custGeom>
              <a:avLst/>
              <a:gdLst/>
              <a:ahLst/>
              <a:cxnLst/>
              <a:rect l="0" t="0" r="r" b="b"/>
              <a:pathLst>
                <a:path w="13221" h="11281">
                  <a:moveTo>
                    <a:pt x="13221" y="0"/>
                  </a:moveTo>
                  <a:lnTo>
                    <a:pt x="6156" y="11281"/>
                  </a:lnTo>
                  <a:lnTo>
                    <a:pt x="5614" y="4809"/>
                  </a:lnTo>
                  <a:lnTo>
                    <a:pt x="0" y="1544"/>
                  </a:lnTo>
                  <a:close/>
                </a:path>
              </a:pathLst>
            </a:custGeom>
            <a:solidFill>
              <a:srgbClr val="6D706D"/>
            </a:solidFill>
            <a:ln w="26746" cap="rnd">
              <a:solidFill>
                <a:srgbClr val="6D706D"/>
              </a:solidFill>
              <a:round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3" name="0165 Rectangle 172"/>
            <p:cNvSpPr/>
            <p:nvPr/>
          </p:nvSpPr>
          <p:spPr>
            <a:xfrm>
              <a:off x="6239695" y="4501053"/>
              <a:ext cx="411186" cy="417315"/>
            </a:xfrm>
            <a:custGeom>
              <a:avLst/>
              <a:gdLst/>
              <a:ahLst/>
              <a:cxnLst/>
              <a:rect l="0" t="0" r="r" b="b"/>
              <a:pathLst>
                <a:path w="44968" h="45638">
                  <a:moveTo>
                    <a:pt x="44931" y="22759"/>
                  </a:moveTo>
                  <a:cubicBezTo>
                    <a:pt x="44968" y="26011"/>
                    <a:pt x="44405" y="29679"/>
                    <a:pt x="42991" y="32569"/>
                  </a:cubicBezTo>
                  <a:cubicBezTo>
                    <a:pt x="41577" y="35459"/>
                    <a:pt x="39016" y="38114"/>
                    <a:pt x="36447" y="40099"/>
                  </a:cubicBezTo>
                  <a:cubicBezTo>
                    <a:pt x="33878" y="42085"/>
                    <a:pt x="30727" y="43668"/>
                    <a:pt x="27577" y="44482"/>
                  </a:cubicBezTo>
                  <a:cubicBezTo>
                    <a:pt x="24427" y="45296"/>
                    <a:pt x="20738" y="45638"/>
                    <a:pt x="17546" y="44984"/>
                  </a:cubicBezTo>
                  <a:cubicBezTo>
                    <a:pt x="14354" y="44329"/>
                    <a:pt x="10944" y="42640"/>
                    <a:pt x="8427" y="40555"/>
                  </a:cubicBezTo>
                  <a:cubicBezTo>
                    <a:pt x="5910" y="38470"/>
                    <a:pt x="3840" y="35440"/>
                    <a:pt x="2445" y="32474"/>
                  </a:cubicBezTo>
                  <a:cubicBezTo>
                    <a:pt x="1049" y="29508"/>
                    <a:pt x="105" y="26023"/>
                    <a:pt x="53" y="22759"/>
                  </a:cubicBezTo>
                  <a:cubicBezTo>
                    <a:pt x="0" y="19495"/>
                    <a:pt x="712" y="15831"/>
                    <a:pt x="2129" y="12891"/>
                  </a:cubicBezTo>
                  <a:cubicBezTo>
                    <a:pt x="3545" y="9952"/>
                    <a:pt x="5970" y="7123"/>
                    <a:pt x="8552" y="5120"/>
                  </a:cubicBezTo>
                  <a:cubicBezTo>
                    <a:pt x="11134" y="3117"/>
                    <a:pt x="14441" y="1602"/>
                    <a:pt x="17623" y="873"/>
                  </a:cubicBezTo>
                  <a:cubicBezTo>
                    <a:pt x="20805" y="144"/>
                    <a:pt x="24496" y="0"/>
                    <a:pt x="27643" y="745"/>
                  </a:cubicBezTo>
                  <a:cubicBezTo>
                    <a:pt x="30790" y="1490"/>
                    <a:pt x="33986" y="3292"/>
                    <a:pt x="36507" y="5343"/>
                  </a:cubicBezTo>
                  <a:cubicBezTo>
                    <a:pt x="39028" y="7395"/>
                    <a:pt x="41367" y="10152"/>
                    <a:pt x="42771" y="13054"/>
                  </a:cubicBezTo>
                  <a:cubicBezTo>
                    <a:pt x="44175" y="15957"/>
                    <a:pt x="44894" y="19506"/>
                    <a:pt x="44931" y="22759"/>
                  </a:cubicBezTo>
                  <a:close/>
                </a:path>
              </a:pathLst>
            </a:custGeom>
            <a:solidFill>
              <a:srgbClr val="8DBDF6"/>
            </a:solidFill>
            <a:ln w="45719" cap="rnd">
              <a:solidFill>
                <a:srgbClr val="0755A3"/>
              </a:solidFill>
              <a:round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4" name="q"/>
            <p:cNvSpPr txBox="1"/>
            <p:nvPr/>
          </p:nvSpPr>
          <p:spPr>
            <a:xfrm>
              <a:off x="6343650" y="4526280"/>
              <a:ext cx="329184" cy="424647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Ctr="0" anchor="t">
              <a:noAutofit/>
            </a:bodyPr>
            <a:lstStyle/>
            <a:p>
              <a:pPr algn="l">
                <a:lnSpc>
                  <a:spcPts val="298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2664" b="0" i="1">
                  <a:solidFill>
                    <a:srgbClr val="000000"/>
                  </a:solidFill>
                  <a:latin typeface="Liberation Serif"/>
                </a:rPr>
                <a:t>q</a:t>
              </a:r>
            </a:p>
          </p:txBody>
        </p:sp>
        <p:sp>
          <p:nvSpPr>
            <p:cNvPr id="175" name="1"/>
            <p:cNvSpPr txBox="1"/>
            <p:nvPr/>
          </p:nvSpPr>
          <p:spPr>
            <a:xfrm>
              <a:off x="6501384" y="4690872"/>
              <a:ext cx="182880" cy="301752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Ctr="0" anchor="t">
              <a:noAutofit/>
            </a:bodyPr>
            <a:lstStyle/>
            <a:p>
              <a:pPr algn="l">
                <a:lnSpc>
                  <a:spcPts val="201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 b="0" i="1">
                  <a:solidFill>
                    <a:srgbClr val="000000"/>
                  </a:solidFill>
                  <a:latin typeface="Liberation Serif"/>
                </a:rPr>
                <a:t>1</a:t>
              </a:r>
            </a:p>
          </p:txBody>
        </p:sp>
        <p:sp>
          <p:nvSpPr>
            <p:cNvPr id="176" name="0168 Rectangle 175"/>
            <p:cNvSpPr/>
            <p:nvPr/>
          </p:nvSpPr>
          <p:spPr>
            <a:xfrm>
              <a:off x="6255883" y="5451948"/>
              <a:ext cx="415583" cy="416647"/>
            </a:xfrm>
            <a:custGeom>
              <a:avLst/>
              <a:gdLst/>
              <a:ahLst/>
              <a:cxnLst/>
              <a:rect l="0" t="0" r="r" b="b"/>
              <a:pathLst>
                <a:path w="45449" h="45565">
                  <a:moveTo>
                    <a:pt x="45341" y="22768"/>
                  </a:moveTo>
                  <a:cubicBezTo>
                    <a:pt x="45449" y="26025"/>
                    <a:pt x="44865" y="29750"/>
                    <a:pt x="43465" y="32696"/>
                  </a:cubicBezTo>
                  <a:cubicBezTo>
                    <a:pt x="42066" y="35643"/>
                    <a:pt x="39555" y="38478"/>
                    <a:pt x="36945" y="40445"/>
                  </a:cubicBezTo>
                  <a:cubicBezTo>
                    <a:pt x="34336" y="42411"/>
                    <a:pt x="30997" y="43764"/>
                    <a:pt x="27808" y="44498"/>
                  </a:cubicBezTo>
                  <a:cubicBezTo>
                    <a:pt x="24619" y="45231"/>
                    <a:pt x="20950" y="45565"/>
                    <a:pt x="17809" y="44845"/>
                  </a:cubicBezTo>
                  <a:cubicBezTo>
                    <a:pt x="14669" y="44124"/>
                    <a:pt x="11525" y="42218"/>
                    <a:pt x="8967" y="40175"/>
                  </a:cubicBezTo>
                  <a:cubicBezTo>
                    <a:pt x="6409" y="38131"/>
                    <a:pt x="3945" y="35487"/>
                    <a:pt x="2461" y="32586"/>
                  </a:cubicBezTo>
                  <a:cubicBezTo>
                    <a:pt x="978" y="29685"/>
                    <a:pt x="0" y="26009"/>
                    <a:pt x="66" y="22768"/>
                  </a:cubicBezTo>
                  <a:cubicBezTo>
                    <a:pt x="132" y="19527"/>
                    <a:pt x="1381" y="16050"/>
                    <a:pt x="2858" y="13141"/>
                  </a:cubicBezTo>
                  <a:cubicBezTo>
                    <a:pt x="4335" y="10232"/>
                    <a:pt x="6435" y="7374"/>
                    <a:pt x="8930" y="5315"/>
                  </a:cubicBezTo>
                  <a:cubicBezTo>
                    <a:pt x="11426" y="3256"/>
                    <a:pt x="14671" y="1558"/>
                    <a:pt x="17831" y="786"/>
                  </a:cubicBezTo>
                  <a:cubicBezTo>
                    <a:pt x="20991" y="14"/>
                    <a:pt x="24677" y="0"/>
                    <a:pt x="27889" y="684"/>
                  </a:cubicBezTo>
                  <a:cubicBezTo>
                    <a:pt x="31101" y="1369"/>
                    <a:pt x="34616" y="2814"/>
                    <a:pt x="37104" y="4892"/>
                  </a:cubicBezTo>
                  <a:cubicBezTo>
                    <a:pt x="39593" y="6969"/>
                    <a:pt x="41447" y="10171"/>
                    <a:pt x="42820" y="13150"/>
                  </a:cubicBezTo>
                  <a:cubicBezTo>
                    <a:pt x="44192" y="16129"/>
                    <a:pt x="45233" y="19510"/>
                    <a:pt x="45341" y="22768"/>
                  </a:cubicBezTo>
                  <a:close/>
                </a:path>
              </a:pathLst>
            </a:custGeom>
            <a:solidFill>
              <a:srgbClr val="8DBDF6"/>
            </a:solidFill>
            <a:ln w="45719" cap="rnd">
              <a:solidFill>
                <a:srgbClr val="0755A3"/>
              </a:solidFill>
              <a:round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7" name="q"/>
            <p:cNvSpPr txBox="1"/>
            <p:nvPr/>
          </p:nvSpPr>
          <p:spPr>
            <a:xfrm>
              <a:off x="6361938" y="5477256"/>
              <a:ext cx="329184" cy="424647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Ctr="0" anchor="t">
              <a:noAutofit/>
            </a:bodyPr>
            <a:lstStyle/>
            <a:p>
              <a:pPr algn="l">
                <a:lnSpc>
                  <a:spcPts val="298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2664" b="0" i="1">
                  <a:solidFill>
                    <a:srgbClr val="000000"/>
                  </a:solidFill>
                  <a:latin typeface="Liberation Serif"/>
                </a:rPr>
                <a:t>q</a:t>
              </a:r>
            </a:p>
          </p:txBody>
        </p:sp>
        <p:sp>
          <p:nvSpPr>
            <p:cNvPr id="178" name="2"/>
            <p:cNvSpPr txBox="1"/>
            <p:nvPr/>
          </p:nvSpPr>
          <p:spPr>
            <a:xfrm>
              <a:off x="6519672" y="5641848"/>
              <a:ext cx="182880" cy="301752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Ctr="0" anchor="t">
              <a:noAutofit/>
            </a:bodyPr>
            <a:lstStyle/>
            <a:p>
              <a:pPr algn="l">
                <a:lnSpc>
                  <a:spcPts val="201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 b="0" i="1">
                  <a:solidFill>
                    <a:srgbClr val="000000"/>
                  </a:solidFill>
                  <a:latin typeface="Liberation Serif"/>
                </a:rPr>
                <a:t>2</a:t>
              </a:r>
            </a:p>
          </p:txBody>
        </p:sp>
        <p:sp>
          <p:nvSpPr>
            <p:cNvPr id="179" name="0171 Rectangle 178"/>
            <p:cNvSpPr/>
            <p:nvPr/>
          </p:nvSpPr>
          <p:spPr>
            <a:xfrm>
              <a:off x="7665406" y="5590584"/>
              <a:ext cx="412787" cy="411055"/>
            </a:xfrm>
            <a:custGeom>
              <a:avLst/>
              <a:gdLst/>
              <a:ahLst/>
              <a:cxnLst/>
              <a:rect l="0" t="0" r="r" b="b"/>
              <a:pathLst>
                <a:path w="45143" h="44953">
                  <a:moveTo>
                    <a:pt x="45141" y="22606"/>
                  </a:moveTo>
                  <a:cubicBezTo>
                    <a:pt x="45143" y="25881"/>
                    <a:pt x="44477" y="29462"/>
                    <a:pt x="43107" y="32433"/>
                  </a:cubicBezTo>
                  <a:cubicBezTo>
                    <a:pt x="41736" y="35404"/>
                    <a:pt x="39491" y="38449"/>
                    <a:pt x="36916" y="40432"/>
                  </a:cubicBezTo>
                  <a:cubicBezTo>
                    <a:pt x="34342" y="42414"/>
                    <a:pt x="30849" y="43702"/>
                    <a:pt x="27659" y="44328"/>
                  </a:cubicBezTo>
                  <a:cubicBezTo>
                    <a:pt x="24469" y="44953"/>
                    <a:pt x="20913" y="44909"/>
                    <a:pt x="17775" y="44187"/>
                  </a:cubicBezTo>
                  <a:cubicBezTo>
                    <a:pt x="14637" y="43466"/>
                    <a:pt x="11348" y="41989"/>
                    <a:pt x="8830" y="40000"/>
                  </a:cubicBezTo>
                  <a:cubicBezTo>
                    <a:pt x="6312" y="38011"/>
                    <a:pt x="4126" y="35152"/>
                    <a:pt x="2669" y="32253"/>
                  </a:cubicBezTo>
                  <a:cubicBezTo>
                    <a:pt x="1212" y="29354"/>
                    <a:pt x="172" y="25863"/>
                    <a:pt x="86" y="22606"/>
                  </a:cubicBezTo>
                  <a:cubicBezTo>
                    <a:pt x="0" y="19349"/>
                    <a:pt x="721" y="15642"/>
                    <a:pt x="2152" y="12711"/>
                  </a:cubicBezTo>
                  <a:cubicBezTo>
                    <a:pt x="3584" y="9779"/>
                    <a:pt x="6084" y="7021"/>
                    <a:pt x="8675" y="5019"/>
                  </a:cubicBezTo>
                  <a:cubicBezTo>
                    <a:pt x="11267" y="3017"/>
                    <a:pt x="14535" y="1395"/>
                    <a:pt x="17700" y="698"/>
                  </a:cubicBezTo>
                  <a:cubicBezTo>
                    <a:pt x="20866" y="0"/>
                    <a:pt x="24506" y="105"/>
                    <a:pt x="27671" y="833"/>
                  </a:cubicBezTo>
                  <a:cubicBezTo>
                    <a:pt x="30835" y="1562"/>
                    <a:pt x="34116" y="3076"/>
                    <a:pt x="36687" y="5068"/>
                  </a:cubicBezTo>
                  <a:cubicBezTo>
                    <a:pt x="39258" y="7060"/>
                    <a:pt x="41687" y="9862"/>
                    <a:pt x="43096" y="12785"/>
                  </a:cubicBezTo>
                  <a:cubicBezTo>
                    <a:pt x="44505" y="15708"/>
                    <a:pt x="45139" y="19332"/>
                    <a:pt x="45141" y="22606"/>
                  </a:cubicBezTo>
                  <a:close/>
                </a:path>
              </a:pathLst>
            </a:custGeom>
            <a:solidFill>
              <a:srgbClr val="8DBDF6"/>
            </a:solidFill>
            <a:ln w="45719" cap="rnd">
              <a:solidFill>
                <a:srgbClr val="0755A3"/>
              </a:solidFill>
              <a:round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80" name="q"/>
            <p:cNvSpPr txBox="1"/>
            <p:nvPr/>
          </p:nvSpPr>
          <p:spPr>
            <a:xfrm>
              <a:off x="7770114" y="5614416"/>
              <a:ext cx="329184" cy="424647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Ctr="0" anchor="t">
              <a:noAutofit/>
            </a:bodyPr>
            <a:lstStyle/>
            <a:p>
              <a:pPr algn="l">
                <a:lnSpc>
                  <a:spcPts val="298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2664" b="0" i="1">
                  <a:solidFill>
                    <a:srgbClr val="000000"/>
                  </a:solidFill>
                  <a:latin typeface="Liberation Serif"/>
                </a:rPr>
                <a:t>q</a:t>
              </a:r>
            </a:p>
          </p:txBody>
        </p:sp>
        <p:sp>
          <p:nvSpPr>
            <p:cNvPr id="181" name="3"/>
            <p:cNvSpPr txBox="1"/>
            <p:nvPr/>
          </p:nvSpPr>
          <p:spPr>
            <a:xfrm>
              <a:off x="7927848" y="5779008"/>
              <a:ext cx="182880" cy="301752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Ctr="0" anchor="t">
              <a:noAutofit/>
            </a:bodyPr>
            <a:lstStyle/>
            <a:p>
              <a:pPr algn="l">
                <a:lnSpc>
                  <a:spcPts val="201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 b="0" i="1">
                  <a:solidFill>
                    <a:srgbClr val="000000"/>
                  </a:solidFill>
                  <a:latin typeface="Liberation Serif"/>
                </a:rPr>
                <a:t>3</a:t>
              </a:r>
            </a:p>
          </p:txBody>
        </p:sp>
        <p:sp>
          <p:nvSpPr>
            <p:cNvPr id="182" name="0174 Rectangle 181"/>
            <p:cNvSpPr/>
            <p:nvPr/>
          </p:nvSpPr>
          <p:spPr>
            <a:xfrm>
              <a:off x="6942348" y="4892469"/>
              <a:ext cx="413829" cy="413617"/>
            </a:xfrm>
            <a:custGeom>
              <a:avLst/>
              <a:gdLst/>
              <a:ahLst/>
              <a:cxnLst/>
              <a:rect l="0" t="0" r="r" b="b"/>
              <a:pathLst>
                <a:path w="45257" h="45234">
                  <a:moveTo>
                    <a:pt x="45156" y="22953"/>
                  </a:moveTo>
                  <a:cubicBezTo>
                    <a:pt x="45257" y="26200"/>
                    <a:pt x="44726" y="29943"/>
                    <a:pt x="43306" y="32840"/>
                  </a:cubicBezTo>
                  <a:cubicBezTo>
                    <a:pt x="41887" y="35737"/>
                    <a:pt x="39240" y="38392"/>
                    <a:pt x="36638" y="40335"/>
                  </a:cubicBezTo>
                  <a:cubicBezTo>
                    <a:pt x="34035" y="42278"/>
                    <a:pt x="30826" y="43791"/>
                    <a:pt x="27693" y="44498"/>
                  </a:cubicBezTo>
                  <a:cubicBezTo>
                    <a:pt x="24560" y="45205"/>
                    <a:pt x="21001" y="45234"/>
                    <a:pt x="17839" y="44580"/>
                  </a:cubicBezTo>
                  <a:cubicBezTo>
                    <a:pt x="14677" y="43927"/>
                    <a:pt x="11319" y="42534"/>
                    <a:pt x="8722" y="40576"/>
                  </a:cubicBezTo>
                  <a:cubicBezTo>
                    <a:pt x="6124" y="38619"/>
                    <a:pt x="3699" y="35772"/>
                    <a:pt x="2256" y="32835"/>
                  </a:cubicBezTo>
                  <a:cubicBezTo>
                    <a:pt x="812" y="29898"/>
                    <a:pt x="0" y="26218"/>
                    <a:pt x="60" y="22953"/>
                  </a:cubicBezTo>
                  <a:cubicBezTo>
                    <a:pt x="120" y="19688"/>
                    <a:pt x="1148" y="16152"/>
                    <a:pt x="2616" y="13245"/>
                  </a:cubicBezTo>
                  <a:cubicBezTo>
                    <a:pt x="4083" y="10337"/>
                    <a:pt x="6350" y="7594"/>
                    <a:pt x="8865" y="5510"/>
                  </a:cubicBezTo>
                  <a:cubicBezTo>
                    <a:pt x="11380" y="3426"/>
                    <a:pt x="14555" y="1478"/>
                    <a:pt x="17705" y="739"/>
                  </a:cubicBezTo>
                  <a:cubicBezTo>
                    <a:pt x="20856" y="0"/>
                    <a:pt x="24627" y="253"/>
                    <a:pt x="27769" y="1075"/>
                  </a:cubicBezTo>
                  <a:cubicBezTo>
                    <a:pt x="30911" y="1897"/>
                    <a:pt x="34070" y="3623"/>
                    <a:pt x="36558" y="5670"/>
                  </a:cubicBezTo>
                  <a:cubicBezTo>
                    <a:pt x="39047" y="7717"/>
                    <a:pt x="41268" y="10477"/>
                    <a:pt x="42701" y="13358"/>
                  </a:cubicBezTo>
                  <a:cubicBezTo>
                    <a:pt x="44134" y="16238"/>
                    <a:pt x="45055" y="19706"/>
                    <a:pt x="45156" y="22953"/>
                  </a:cubicBezTo>
                  <a:close/>
                </a:path>
              </a:pathLst>
            </a:custGeom>
            <a:solidFill>
              <a:srgbClr val="50A3F2"/>
            </a:solidFill>
            <a:ln w="45719" cap="rnd">
              <a:solidFill>
                <a:srgbClr val="0755A3"/>
              </a:solidFill>
              <a:round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83" name="q"/>
            <p:cNvSpPr txBox="1"/>
            <p:nvPr/>
          </p:nvSpPr>
          <p:spPr>
            <a:xfrm>
              <a:off x="7047738" y="4919472"/>
              <a:ext cx="329184" cy="424647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Ctr="0" anchor="t">
              <a:noAutofit/>
            </a:bodyPr>
            <a:lstStyle/>
            <a:p>
              <a:pPr algn="l">
                <a:lnSpc>
                  <a:spcPts val="298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2664" b="0" i="1">
                  <a:solidFill>
                    <a:srgbClr val="000000"/>
                  </a:solidFill>
                  <a:latin typeface="Liberation Serif"/>
                </a:rPr>
                <a:t>q</a:t>
              </a:r>
            </a:p>
          </p:txBody>
        </p:sp>
        <p:sp>
          <p:nvSpPr>
            <p:cNvPr id="184" name="4"/>
            <p:cNvSpPr txBox="1"/>
            <p:nvPr/>
          </p:nvSpPr>
          <p:spPr>
            <a:xfrm>
              <a:off x="7205472" y="5084064"/>
              <a:ext cx="182880" cy="301752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Ctr="0" anchor="t">
              <a:noAutofit/>
            </a:bodyPr>
            <a:lstStyle/>
            <a:p>
              <a:pPr algn="l">
                <a:lnSpc>
                  <a:spcPts val="201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 b="0" i="1">
                  <a:solidFill>
                    <a:srgbClr val="000000"/>
                  </a:solidFill>
                  <a:latin typeface="Liberation Serif"/>
                </a:rPr>
                <a:t>4</a:t>
              </a:r>
            </a:p>
          </p:txBody>
        </p:sp>
        <p:sp>
          <p:nvSpPr>
            <p:cNvPr id="185" name="0177 Rectangle 184"/>
            <p:cNvSpPr/>
            <p:nvPr/>
          </p:nvSpPr>
          <p:spPr>
            <a:xfrm>
              <a:off x="7736770" y="4390274"/>
              <a:ext cx="417390" cy="417361"/>
            </a:xfrm>
            <a:custGeom>
              <a:avLst/>
              <a:gdLst/>
              <a:ahLst/>
              <a:cxnLst/>
              <a:rect l="0" t="0" r="r" b="b"/>
              <a:pathLst>
                <a:path w="45646" h="45643">
                  <a:moveTo>
                    <a:pt x="45562" y="22874"/>
                  </a:moveTo>
                  <a:cubicBezTo>
                    <a:pt x="45477" y="26122"/>
                    <a:pt x="44284" y="29522"/>
                    <a:pt x="42878" y="32496"/>
                  </a:cubicBezTo>
                  <a:cubicBezTo>
                    <a:pt x="41473" y="35471"/>
                    <a:pt x="39619" y="38645"/>
                    <a:pt x="37129" y="40721"/>
                  </a:cubicBezTo>
                  <a:cubicBezTo>
                    <a:pt x="34638" y="42796"/>
                    <a:pt x="31144" y="44255"/>
                    <a:pt x="27935" y="44949"/>
                  </a:cubicBezTo>
                  <a:cubicBezTo>
                    <a:pt x="24726" y="45643"/>
                    <a:pt x="21076" y="45601"/>
                    <a:pt x="17873" y="44885"/>
                  </a:cubicBezTo>
                  <a:cubicBezTo>
                    <a:pt x="14670" y="44169"/>
                    <a:pt x="11260" y="42694"/>
                    <a:pt x="8718" y="40653"/>
                  </a:cubicBezTo>
                  <a:cubicBezTo>
                    <a:pt x="6176" y="38612"/>
                    <a:pt x="4068" y="35602"/>
                    <a:pt x="2620" y="32638"/>
                  </a:cubicBezTo>
                  <a:cubicBezTo>
                    <a:pt x="1172" y="29675"/>
                    <a:pt x="64" y="26144"/>
                    <a:pt x="32" y="22874"/>
                  </a:cubicBezTo>
                  <a:cubicBezTo>
                    <a:pt x="0" y="19604"/>
                    <a:pt x="936" y="15923"/>
                    <a:pt x="2429" y="13017"/>
                  </a:cubicBezTo>
                  <a:cubicBezTo>
                    <a:pt x="3922" y="10111"/>
                    <a:pt x="6420" y="7476"/>
                    <a:pt x="8991" y="5437"/>
                  </a:cubicBezTo>
                  <a:cubicBezTo>
                    <a:pt x="11562" y="3398"/>
                    <a:pt x="14695" y="1570"/>
                    <a:pt x="17855" y="785"/>
                  </a:cubicBezTo>
                  <a:cubicBezTo>
                    <a:pt x="21015" y="0"/>
                    <a:pt x="24748" y="9"/>
                    <a:pt x="27952" y="727"/>
                  </a:cubicBezTo>
                  <a:cubicBezTo>
                    <a:pt x="31155" y="1444"/>
                    <a:pt x="34506" y="3043"/>
                    <a:pt x="37079" y="5090"/>
                  </a:cubicBezTo>
                  <a:cubicBezTo>
                    <a:pt x="39651" y="7137"/>
                    <a:pt x="41973" y="10042"/>
                    <a:pt x="43387" y="13006"/>
                  </a:cubicBezTo>
                  <a:cubicBezTo>
                    <a:pt x="44800" y="15970"/>
                    <a:pt x="45646" y="19625"/>
                    <a:pt x="45562" y="22874"/>
                  </a:cubicBezTo>
                  <a:close/>
                </a:path>
              </a:pathLst>
            </a:custGeom>
            <a:solidFill>
              <a:srgbClr val="8DBDF6"/>
            </a:solidFill>
            <a:ln w="45719" cap="rnd">
              <a:solidFill>
                <a:srgbClr val="0755A3"/>
              </a:solidFill>
              <a:round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86" name="q"/>
            <p:cNvSpPr txBox="1"/>
            <p:nvPr/>
          </p:nvSpPr>
          <p:spPr>
            <a:xfrm>
              <a:off x="7843266" y="4416552"/>
              <a:ext cx="329184" cy="424647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Ctr="0" anchor="t">
              <a:noAutofit/>
            </a:bodyPr>
            <a:lstStyle/>
            <a:p>
              <a:pPr algn="l">
                <a:lnSpc>
                  <a:spcPts val="298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2664" b="0" i="1">
                  <a:solidFill>
                    <a:srgbClr val="000000"/>
                  </a:solidFill>
                  <a:latin typeface="Liberation Serif"/>
                </a:rPr>
                <a:t>q</a:t>
              </a:r>
            </a:p>
          </p:txBody>
        </p:sp>
        <p:sp>
          <p:nvSpPr>
            <p:cNvPr id="187" name="5"/>
            <p:cNvSpPr txBox="1"/>
            <p:nvPr/>
          </p:nvSpPr>
          <p:spPr>
            <a:xfrm>
              <a:off x="8001000" y="4581144"/>
              <a:ext cx="182880" cy="301752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Ctr="0" anchor="t">
              <a:noAutofit/>
            </a:bodyPr>
            <a:lstStyle/>
            <a:p>
              <a:pPr algn="l">
                <a:lnSpc>
                  <a:spcPts val="201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 b="0" i="1">
                  <a:solidFill>
                    <a:srgbClr val="000000"/>
                  </a:solidFill>
                  <a:latin typeface="Liberation Serif"/>
                </a:rPr>
                <a:t>5</a:t>
              </a:r>
            </a:p>
          </p:txBody>
        </p:sp>
        <p:sp>
          <p:nvSpPr>
            <p:cNvPr id="188" name="0180 Rectangle 187"/>
            <p:cNvSpPr/>
            <p:nvPr/>
          </p:nvSpPr>
          <p:spPr>
            <a:xfrm>
              <a:off x="6769738" y="2870938"/>
              <a:ext cx="353438" cy="2002814"/>
            </a:xfrm>
            <a:custGeom>
              <a:avLst/>
              <a:gdLst/>
              <a:ahLst/>
              <a:cxnLst/>
              <a:rect l="0" t="0" r="r" b="b"/>
              <a:pathLst>
                <a:path w="38652" h="219030">
                  <a:moveTo>
                    <a:pt x="38652" y="219030"/>
                  </a:moveTo>
                  <a:lnTo>
                    <a:pt x="0" y="0"/>
                  </a:lnTo>
                </a:path>
              </a:pathLst>
            </a:custGeom>
            <a:noFill/>
            <a:ln w="42062" cap="rnd">
              <a:solidFill>
                <a:srgbClr val="000000"/>
              </a:solidFill>
              <a:custDash>
                <a:ds d="282609" sp="260870"/>
              </a:custDash>
              <a:round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89" name="0181 Rectangle 188"/>
            <p:cNvSpPr/>
            <p:nvPr/>
          </p:nvSpPr>
          <p:spPr>
            <a:xfrm>
              <a:off x="6733761" y="2852928"/>
              <a:ext cx="103736" cy="117212"/>
            </a:xfrm>
            <a:custGeom>
              <a:avLst/>
              <a:gdLst/>
              <a:ahLst/>
              <a:cxnLst/>
              <a:rect l="0" t="0" r="r" b="b"/>
              <a:pathLst>
                <a:path w="11345" h="12818">
                  <a:moveTo>
                    <a:pt x="3587" y="0"/>
                  </a:moveTo>
                  <a:lnTo>
                    <a:pt x="11345" y="10816"/>
                  </a:lnTo>
                  <a:lnTo>
                    <a:pt x="5151" y="8863"/>
                  </a:lnTo>
                  <a:lnTo>
                    <a:pt x="0" y="12818"/>
                  </a:lnTo>
                  <a:close/>
                </a:path>
              </a:pathLst>
            </a:custGeom>
            <a:solidFill>
              <a:srgbClr val="000000"/>
            </a:solidFill>
            <a:ln w="27340" cap="rnd">
              <a:solidFill>
                <a:srgbClr val="000000"/>
              </a:solidFill>
              <a:round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90" name="Query Graph"/>
            <p:cNvSpPr txBox="1"/>
            <p:nvPr/>
          </p:nvSpPr>
          <p:spPr>
            <a:xfrm>
              <a:off x="4069080" y="5870448"/>
              <a:ext cx="1892808" cy="352958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Ctr="0" anchor="t">
              <a:noAutofit/>
            </a:bodyPr>
            <a:lstStyle/>
            <a:p>
              <a:pPr algn="l">
                <a:lnSpc>
                  <a:spcPts val="241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2160" b="1" i="0">
                  <a:solidFill>
                    <a:srgbClr val="0067C9"/>
                  </a:solidFill>
                  <a:latin typeface="Liberation Serif"/>
                </a:rPr>
                <a:t>Query Graph</a:t>
              </a:r>
            </a:p>
          </p:txBody>
        </p:sp>
        <p:sp>
          <p:nvSpPr>
            <p:cNvPr id="191" name="𝒢"/>
            <p:cNvSpPr txBox="1"/>
            <p:nvPr/>
          </p:nvSpPr>
          <p:spPr>
            <a:xfrm>
              <a:off x="4416552" y="6263640"/>
              <a:ext cx="283464" cy="352958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Ctr="0" anchor="t">
              <a:noAutofit/>
            </a:bodyPr>
            <a:lstStyle/>
            <a:p>
              <a:pPr algn="l">
                <a:lnSpc>
                  <a:spcPts val="241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2160" b="0" i="0">
                  <a:solidFill>
                    <a:srgbClr val="0073DC"/>
                  </a:solidFill>
                  <a:latin typeface="Latin Modern Math"/>
                </a:rPr>
                <a:t>𝒢</a:t>
              </a:r>
            </a:p>
          </p:txBody>
        </p:sp>
        <p:sp>
          <p:nvSpPr>
            <p:cNvPr id="192" name="(t)"/>
            <p:cNvSpPr txBox="1"/>
            <p:nvPr/>
          </p:nvSpPr>
          <p:spPr>
            <a:xfrm>
              <a:off x="4608576" y="6208776"/>
              <a:ext cx="457200" cy="230063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Ctr="0" anchor="t">
              <a:noAutofit/>
            </a:bodyPr>
            <a:lstStyle/>
            <a:p>
              <a:pPr algn="l">
                <a:lnSpc>
                  <a:spcPts val="1451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96" b="0" i="1">
                  <a:solidFill>
                    <a:srgbClr val="0073DC"/>
                  </a:solidFill>
                  <a:latin typeface="Liberation Serif"/>
                </a:rPr>
                <a:t>(t)</a:t>
              </a:r>
            </a:p>
          </p:txBody>
        </p:sp>
        <p:sp>
          <p:nvSpPr>
            <p:cNvPr id="193" name="query"/>
            <p:cNvSpPr txBox="1"/>
            <p:nvPr/>
          </p:nvSpPr>
          <p:spPr>
            <a:xfrm>
              <a:off x="4581144" y="6455664"/>
              <a:ext cx="868680" cy="230063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Ctr="0" anchor="t">
              <a:noAutofit/>
            </a:bodyPr>
            <a:lstStyle/>
            <a:p>
              <a:pPr algn="l">
                <a:lnSpc>
                  <a:spcPts val="1451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96" b="0" i="0">
                  <a:solidFill>
                    <a:srgbClr val="0073DC"/>
                  </a:solidFill>
                  <a:latin typeface="Liberation Serif"/>
                </a:rPr>
                <a:t>query</a:t>
              </a:r>
            </a:p>
          </p:txBody>
        </p:sp>
        <p:sp>
          <p:nvSpPr>
            <p:cNvPr id="194" name="= ("/>
            <p:cNvSpPr txBox="1"/>
            <p:nvPr/>
          </p:nvSpPr>
          <p:spPr>
            <a:xfrm>
              <a:off x="4965192" y="6281928"/>
              <a:ext cx="402336" cy="291511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Ctr="0" anchor="t">
              <a:noAutofit/>
            </a:bodyPr>
            <a:lstStyle/>
            <a:p>
              <a:pPr algn="l">
                <a:lnSpc>
                  <a:spcPts val="193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728" b="0" i="0">
                  <a:solidFill>
                    <a:srgbClr val="0073DC"/>
                  </a:solidFill>
                  <a:latin typeface="Latin Modern Math"/>
                </a:rPr>
                <a:t>= (</a:t>
              </a:r>
            </a:p>
          </p:txBody>
        </p:sp>
        <p:sp>
          <p:nvSpPr>
            <p:cNvPr id="195" name="Q"/>
            <p:cNvSpPr txBox="1"/>
            <p:nvPr/>
          </p:nvSpPr>
          <p:spPr>
            <a:xfrm>
              <a:off x="5294376" y="6281928"/>
              <a:ext cx="256032" cy="291511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Ctr="0" anchor="t">
              <a:noAutofit/>
            </a:bodyPr>
            <a:lstStyle/>
            <a:p>
              <a:pPr algn="l">
                <a:lnSpc>
                  <a:spcPts val="193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728" b="0" i="0">
                  <a:solidFill>
                    <a:srgbClr val="0073DC"/>
                  </a:solidFill>
                  <a:latin typeface="Latin Modern Math"/>
                </a:rPr>
                <a:t>Q</a:t>
              </a:r>
            </a:p>
          </p:txBody>
        </p:sp>
        <p:sp>
          <p:nvSpPr>
            <p:cNvPr id="196" name=", ℰ"/>
            <p:cNvSpPr txBox="1"/>
            <p:nvPr/>
          </p:nvSpPr>
          <p:spPr>
            <a:xfrm>
              <a:off x="5468112" y="6281928"/>
              <a:ext cx="329184" cy="291511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Ctr="0" anchor="t">
              <a:noAutofit/>
            </a:bodyPr>
            <a:lstStyle/>
            <a:p>
              <a:pPr algn="l">
                <a:lnSpc>
                  <a:spcPts val="193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728" b="0" i="0">
                  <a:solidFill>
                    <a:srgbClr val="0073DC"/>
                  </a:solidFill>
                  <a:latin typeface="Latin Modern Math"/>
                </a:rPr>
                <a:t>, ℰ</a:t>
              </a:r>
            </a:p>
          </p:txBody>
        </p:sp>
        <p:sp>
          <p:nvSpPr>
            <p:cNvPr id="197" name="q"/>
            <p:cNvSpPr txBox="1"/>
            <p:nvPr/>
          </p:nvSpPr>
          <p:spPr>
            <a:xfrm>
              <a:off x="5705856" y="6419088"/>
              <a:ext cx="118872" cy="199339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Ctr="0" anchor="t">
              <a:noAutofit/>
            </a:bodyPr>
            <a:lstStyle/>
            <a:p>
              <a:pPr algn="l">
                <a:lnSpc>
                  <a:spcPts val="120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80" b="0" i="1">
                  <a:solidFill>
                    <a:srgbClr val="0073DC"/>
                  </a:solidFill>
                  <a:latin typeface="Liberation Serif"/>
                </a:rPr>
                <a:t>q</a:t>
              </a:r>
            </a:p>
          </p:txBody>
        </p:sp>
        <p:sp>
          <p:nvSpPr>
            <p:cNvPr id="198" name=")"/>
            <p:cNvSpPr txBox="1"/>
            <p:nvPr/>
          </p:nvSpPr>
          <p:spPr>
            <a:xfrm>
              <a:off x="5797296" y="6281928"/>
              <a:ext cx="128016" cy="291511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Ctr="0" anchor="t">
              <a:noAutofit/>
            </a:bodyPr>
            <a:lstStyle/>
            <a:p>
              <a:pPr algn="l">
                <a:lnSpc>
                  <a:spcPts val="193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728" b="0" i="0">
                  <a:solidFill>
                    <a:srgbClr val="0073DC"/>
                  </a:solidFill>
                  <a:latin typeface="Latin Modern Math"/>
                </a:rPr>
                <a:t>)</a:t>
              </a:r>
            </a:p>
          </p:txBody>
        </p:sp>
        <p:sp>
          <p:nvSpPr>
            <p:cNvPr id="199" name="downward / traversal"/>
            <p:cNvSpPr txBox="1"/>
            <p:nvPr/>
          </p:nvSpPr>
          <p:spPr>
            <a:xfrm>
              <a:off x="6217920" y="6135624"/>
              <a:ext cx="1581912" cy="616306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Ctr="0" anchor="t">
              <a:noAutofit/>
            </a:bodyPr>
            <a:lstStyle/>
            <a:p>
              <a:pPr algn="ctr">
                <a:lnSpc>
                  <a:spcPts val="224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2160" b="1" i="0">
                  <a:solidFill>
                    <a:srgbClr val="F00000"/>
                  </a:solidFill>
                  <a:latin typeface="Liberation Serif"/>
                </a:rPr>
                <a:t>downward</a:t>
              </a:r>
            </a:p>
            <a:p>
              <a:pPr algn="ctr">
                <a:lnSpc>
                  <a:spcPts val="224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2160" b="1" i="0">
                  <a:solidFill>
                    <a:srgbClr val="F00000"/>
                  </a:solidFill>
                  <a:latin typeface="Liberation Serif"/>
                </a:rPr>
                <a:t>traversal</a:t>
              </a:r>
            </a:p>
          </p:txBody>
        </p:sp>
      </p:grpSp>
      <p:grpSp>
        <p:nvGrpSpPr>
          <p:cNvPr id="200" name="interaction-graph-before-update"/>
          <p:cNvGrpSpPr/>
          <p:nvPr/>
        </p:nvGrpSpPr>
        <p:grpSpPr>
          <a:xfrm>
            <a:off x="3941064" y="7035639"/>
            <a:ext cx="4204642" cy="2749904"/>
            <a:chOff x="3941064" y="7035639"/>
            <a:chExt cx="4204642" cy="2749904"/>
          </a:xfrm>
        </p:grpSpPr>
        <p:sp>
          <p:nvSpPr>
            <p:cNvPr id="201" name="0192 Rectangle 200"/>
            <p:cNvSpPr/>
            <p:nvPr/>
          </p:nvSpPr>
          <p:spPr>
            <a:xfrm>
              <a:off x="6420220" y="7393857"/>
              <a:ext cx="463765" cy="284688"/>
            </a:xfrm>
            <a:custGeom>
              <a:avLst/>
              <a:gdLst/>
              <a:ahLst/>
              <a:cxnLst/>
              <a:rect l="0" t="0" r="r" b="b"/>
              <a:pathLst>
                <a:path w="50718" h="31134">
                  <a:moveTo>
                    <a:pt x="50718" y="0"/>
                  </a:moveTo>
                  <a:lnTo>
                    <a:pt x="0" y="31134"/>
                  </a:lnTo>
                </a:path>
              </a:pathLst>
            </a:custGeom>
            <a:noFill/>
            <a:ln w="54864" cap="rnd">
              <a:solidFill>
                <a:srgbClr val="6D706D"/>
              </a:solidFill>
              <a:round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02" name="0193 Rectangle 201"/>
            <p:cNvSpPr/>
            <p:nvPr/>
          </p:nvSpPr>
          <p:spPr>
            <a:xfrm>
              <a:off x="6404635" y="7560248"/>
              <a:ext cx="151336" cy="127865"/>
            </a:xfrm>
            <a:custGeom>
              <a:avLst/>
              <a:gdLst/>
              <a:ahLst/>
              <a:cxnLst/>
              <a:rect l="0" t="0" r="r" b="b"/>
              <a:pathLst>
                <a:path w="16550" h="13983">
                  <a:moveTo>
                    <a:pt x="0" y="13983"/>
                  </a:moveTo>
                  <a:lnTo>
                    <a:pt x="9017" y="0"/>
                  </a:lnTo>
                  <a:lnTo>
                    <a:pt x="9588" y="8098"/>
                  </a:lnTo>
                  <a:lnTo>
                    <a:pt x="16550" y="12272"/>
                  </a:lnTo>
                  <a:close/>
                </a:path>
              </a:pathLst>
            </a:custGeom>
            <a:solidFill>
              <a:srgbClr val="6D706D"/>
            </a:solidFill>
            <a:ln w="35661" cap="rnd">
              <a:solidFill>
                <a:srgbClr val="6D706D"/>
              </a:solidFill>
              <a:round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03" name="0194 Rectangle 202"/>
            <p:cNvSpPr/>
            <p:nvPr/>
          </p:nvSpPr>
          <p:spPr>
            <a:xfrm>
              <a:off x="7277883" y="7410665"/>
              <a:ext cx="334032" cy="246547"/>
            </a:xfrm>
            <a:custGeom>
              <a:avLst/>
              <a:gdLst/>
              <a:ahLst/>
              <a:cxnLst/>
              <a:rect l="0" t="0" r="r" b="b"/>
              <a:pathLst>
                <a:path w="36530" h="26963">
                  <a:moveTo>
                    <a:pt x="0" y="0"/>
                  </a:moveTo>
                  <a:lnTo>
                    <a:pt x="36530" y="26963"/>
                  </a:lnTo>
                </a:path>
              </a:pathLst>
            </a:custGeom>
            <a:noFill/>
            <a:ln w="54864" cap="rnd">
              <a:solidFill>
                <a:srgbClr val="6D706D"/>
              </a:solidFill>
              <a:round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04" name="0195 Rectangle 203"/>
            <p:cNvSpPr/>
            <p:nvPr/>
          </p:nvSpPr>
          <p:spPr>
            <a:xfrm>
              <a:off x="7477175" y="7533649"/>
              <a:ext cx="149453" cy="134423"/>
            </a:xfrm>
            <a:custGeom>
              <a:avLst/>
              <a:gdLst/>
              <a:ahLst/>
              <a:cxnLst/>
              <a:rect l="0" t="0" r="r" b="b"/>
              <a:pathLst>
                <a:path w="16344" h="14701">
                  <a:moveTo>
                    <a:pt x="16344" y="14701"/>
                  </a:moveTo>
                  <a:lnTo>
                    <a:pt x="0" y="11586"/>
                  </a:lnTo>
                  <a:lnTo>
                    <a:pt x="7293" y="8020"/>
                  </a:lnTo>
                  <a:lnTo>
                    <a:pt x="8551" y="0"/>
                  </a:lnTo>
                  <a:close/>
                </a:path>
              </a:pathLst>
            </a:custGeom>
            <a:solidFill>
              <a:srgbClr val="6D706D"/>
            </a:solidFill>
            <a:ln w="35661" cap="rnd">
              <a:solidFill>
                <a:srgbClr val="6D706D"/>
              </a:solidFill>
              <a:round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05" name="0196 Rectangle 204"/>
            <p:cNvSpPr/>
            <p:nvPr/>
          </p:nvSpPr>
          <p:spPr>
            <a:xfrm>
              <a:off x="6363631" y="7964047"/>
              <a:ext cx="450104" cy="286430"/>
            </a:xfrm>
            <a:custGeom>
              <a:avLst/>
              <a:gdLst/>
              <a:ahLst/>
              <a:cxnLst/>
              <a:rect l="0" t="0" r="r" b="b"/>
              <a:pathLst>
                <a:path w="49224" h="31324">
                  <a:moveTo>
                    <a:pt x="0" y="0"/>
                  </a:moveTo>
                  <a:lnTo>
                    <a:pt x="49224" y="31324"/>
                  </a:lnTo>
                </a:path>
              </a:pathLst>
            </a:custGeom>
            <a:noFill/>
            <a:ln w="54864" cap="rnd">
              <a:solidFill>
                <a:srgbClr val="6D706D"/>
              </a:solidFill>
              <a:round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06" name="0197 Rectangle 205"/>
            <p:cNvSpPr/>
            <p:nvPr/>
          </p:nvSpPr>
          <p:spPr>
            <a:xfrm>
              <a:off x="6678102" y="8131113"/>
              <a:ext cx="151063" cy="129182"/>
            </a:xfrm>
            <a:custGeom>
              <a:avLst/>
              <a:gdLst/>
              <a:ahLst/>
              <a:cxnLst/>
              <a:rect l="0" t="0" r="r" b="b"/>
              <a:pathLst>
                <a:path w="16520" h="14127">
                  <a:moveTo>
                    <a:pt x="16520" y="14127"/>
                  </a:moveTo>
                  <a:lnTo>
                    <a:pt x="0" y="12149"/>
                  </a:lnTo>
                  <a:lnTo>
                    <a:pt x="7029" y="8088"/>
                  </a:lnTo>
                  <a:lnTo>
                    <a:pt x="7731" y="0"/>
                  </a:lnTo>
                  <a:close/>
                </a:path>
              </a:pathLst>
            </a:custGeom>
            <a:solidFill>
              <a:srgbClr val="6D706D"/>
            </a:solidFill>
            <a:ln w="35661" cap="rnd">
              <a:solidFill>
                <a:srgbClr val="6D706D"/>
              </a:solidFill>
              <a:round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07" name="0198 Rectangle 206"/>
            <p:cNvSpPr/>
            <p:nvPr/>
          </p:nvSpPr>
          <p:spPr>
            <a:xfrm>
              <a:off x="7311736" y="7976904"/>
              <a:ext cx="351171" cy="257253"/>
            </a:xfrm>
            <a:custGeom>
              <a:avLst/>
              <a:gdLst/>
              <a:ahLst/>
              <a:cxnLst/>
              <a:rect l="0" t="0" r="r" b="b"/>
              <a:pathLst>
                <a:path w="38405" h="28134">
                  <a:moveTo>
                    <a:pt x="38405" y="0"/>
                  </a:moveTo>
                  <a:lnTo>
                    <a:pt x="0" y="28134"/>
                  </a:lnTo>
                </a:path>
              </a:pathLst>
            </a:custGeom>
            <a:noFill/>
            <a:ln w="54864" cap="rnd">
              <a:solidFill>
                <a:srgbClr val="6D706D"/>
              </a:solidFill>
              <a:round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08" name="0199 Rectangle 207"/>
            <p:cNvSpPr/>
            <p:nvPr/>
          </p:nvSpPr>
          <p:spPr>
            <a:xfrm>
              <a:off x="7296983" y="8110799"/>
              <a:ext cx="149554" cy="134166"/>
            </a:xfrm>
            <a:custGeom>
              <a:avLst/>
              <a:gdLst/>
              <a:ahLst/>
              <a:cxnLst/>
              <a:rect l="0" t="0" r="r" b="b"/>
              <a:pathLst>
                <a:path w="16355" h="14673">
                  <a:moveTo>
                    <a:pt x="0" y="14673"/>
                  </a:moveTo>
                  <a:lnTo>
                    <a:pt x="7846" y="0"/>
                  </a:lnTo>
                  <a:lnTo>
                    <a:pt x="9075" y="8024"/>
                  </a:lnTo>
                  <a:lnTo>
                    <a:pt x="16355" y="11617"/>
                  </a:lnTo>
                  <a:close/>
                </a:path>
              </a:pathLst>
            </a:custGeom>
            <a:solidFill>
              <a:srgbClr val="6D706D"/>
            </a:solidFill>
            <a:ln w="35661" cap="rnd">
              <a:solidFill>
                <a:srgbClr val="6D706D"/>
              </a:solidFill>
              <a:round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09" name="0200 Rectangle 208"/>
            <p:cNvSpPr/>
            <p:nvPr/>
          </p:nvSpPr>
          <p:spPr>
            <a:xfrm>
              <a:off x="6430199" y="8523033"/>
              <a:ext cx="427637" cy="224617"/>
            </a:xfrm>
            <a:custGeom>
              <a:avLst/>
              <a:gdLst/>
              <a:ahLst/>
              <a:cxnLst/>
              <a:rect l="0" t="0" r="r" b="b"/>
              <a:pathLst>
                <a:path w="46767" h="24564">
                  <a:moveTo>
                    <a:pt x="46767" y="0"/>
                  </a:moveTo>
                  <a:lnTo>
                    <a:pt x="0" y="24564"/>
                  </a:lnTo>
                </a:path>
              </a:pathLst>
            </a:custGeom>
            <a:noFill/>
            <a:ln w="54864" cap="rnd">
              <a:solidFill>
                <a:srgbClr val="6D706D"/>
              </a:solidFill>
              <a:round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10" name="0201 Rectangle 209"/>
            <p:cNvSpPr/>
            <p:nvPr/>
          </p:nvSpPr>
          <p:spPr>
            <a:xfrm>
              <a:off x="6414008" y="8634088"/>
              <a:ext cx="152043" cy="122066"/>
            </a:xfrm>
            <a:custGeom>
              <a:avLst/>
              <a:gdLst/>
              <a:ahLst/>
              <a:cxnLst/>
              <a:rect l="0" t="0" r="r" b="b"/>
              <a:pathLst>
                <a:path w="16628" h="13349">
                  <a:moveTo>
                    <a:pt x="0" y="13349"/>
                  </a:moveTo>
                  <a:lnTo>
                    <a:pt x="9932" y="0"/>
                  </a:lnTo>
                  <a:lnTo>
                    <a:pt x="9960" y="8118"/>
                  </a:lnTo>
                  <a:lnTo>
                    <a:pt x="16628" y="12748"/>
                  </a:lnTo>
                  <a:close/>
                </a:path>
              </a:pathLst>
            </a:custGeom>
            <a:solidFill>
              <a:srgbClr val="6D706D"/>
            </a:solidFill>
            <a:ln w="35661" cap="rnd">
              <a:solidFill>
                <a:srgbClr val="6D706D"/>
              </a:solidFill>
              <a:round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11" name="0202 Rectangle 210"/>
            <p:cNvSpPr/>
            <p:nvPr/>
          </p:nvSpPr>
          <p:spPr>
            <a:xfrm>
              <a:off x="7285854" y="8508385"/>
              <a:ext cx="356740" cy="157272"/>
            </a:xfrm>
            <a:custGeom>
              <a:avLst/>
              <a:gdLst/>
              <a:ahLst/>
              <a:cxnLst/>
              <a:rect l="0" t="0" r="r" b="b"/>
              <a:pathLst>
                <a:path w="39014" h="17200">
                  <a:moveTo>
                    <a:pt x="0" y="0"/>
                  </a:moveTo>
                  <a:lnTo>
                    <a:pt x="39014" y="17200"/>
                  </a:lnTo>
                </a:path>
              </a:pathLst>
            </a:custGeom>
            <a:noFill/>
            <a:ln w="54864" cap="rnd">
              <a:solidFill>
                <a:srgbClr val="6D706D"/>
              </a:solidFill>
              <a:round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12" name="0203 Rectangle 211"/>
            <p:cNvSpPr/>
            <p:nvPr/>
          </p:nvSpPr>
          <p:spPr>
            <a:xfrm>
              <a:off x="7507264" y="8557463"/>
              <a:ext cx="152063" cy="120485"/>
            </a:xfrm>
            <a:custGeom>
              <a:avLst/>
              <a:gdLst/>
              <a:ahLst/>
              <a:cxnLst/>
              <a:rect l="0" t="0" r="r" b="b"/>
              <a:pathLst>
                <a:path w="16630" h="13176">
                  <a:moveTo>
                    <a:pt x="16630" y="12639"/>
                  </a:moveTo>
                  <a:lnTo>
                    <a:pt x="0" y="13176"/>
                  </a:lnTo>
                  <a:lnTo>
                    <a:pt x="6336" y="8101"/>
                  </a:lnTo>
                  <a:lnTo>
                    <a:pt x="5809" y="0"/>
                  </a:lnTo>
                  <a:close/>
                </a:path>
              </a:pathLst>
            </a:custGeom>
            <a:solidFill>
              <a:srgbClr val="6D706D"/>
            </a:solidFill>
            <a:ln w="35661" cap="rnd">
              <a:solidFill>
                <a:srgbClr val="6D706D"/>
              </a:solidFill>
              <a:round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13" name="0204 Rectangle 212"/>
            <p:cNvSpPr/>
            <p:nvPr/>
          </p:nvSpPr>
          <p:spPr>
            <a:xfrm>
              <a:off x="6381015" y="8982921"/>
              <a:ext cx="428944" cy="186867"/>
            </a:xfrm>
            <a:custGeom>
              <a:avLst/>
              <a:gdLst/>
              <a:ahLst/>
              <a:cxnLst/>
              <a:rect l="0" t="0" r="r" b="b"/>
              <a:pathLst>
                <a:path w="46910" h="20436">
                  <a:moveTo>
                    <a:pt x="0" y="0"/>
                  </a:moveTo>
                  <a:lnTo>
                    <a:pt x="46910" y="20436"/>
                  </a:lnTo>
                </a:path>
              </a:pathLst>
            </a:custGeom>
            <a:noFill/>
            <a:ln w="54864" cap="rnd">
              <a:solidFill>
                <a:srgbClr val="6D706D"/>
              </a:solidFill>
              <a:round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14" name="0205 Rectangle 213"/>
            <p:cNvSpPr/>
            <p:nvPr/>
          </p:nvSpPr>
          <p:spPr>
            <a:xfrm>
              <a:off x="6674685" y="9061953"/>
              <a:ext cx="152040" cy="120716"/>
            </a:xfrm>
            <a:custGeom>
              <a:avLst/>
              <a:gdLst/>
              <a:ahLst/>
              <a:cxnLst/>
              <a:rect l="0" t="0" r="r" b="b"/>
              <a:pathLst>
                <a:path w="16627" h="13202">
                  <a:moveTo>
                    <a:pt x="16627" y="12592"/>
                  </a:moveTo>
                  <a:lnTo>
                    <a:pt x="0" y="13202"/>
                  </a:lnTo>
                  <a:lnTo>
                    <a:pt x="6314" y="8099"/>
                  </a:lnTo>
                  <a:lnTo>
                    <a:pt x="5751" y="0"/>
                  </a:lnTo>
                  <a:close/>
                </a:path>
              </a:pathLst>
            </a:custGeom>
            <a:solidFill>
              <a:srgbClr val="6D706D"/>
            </a:solidFill>
            <a:ln w="35661" cap="rnd">
              <a:solidFill>
                <a:srgbClr val="6D706D"/>
              </a:solidFill>
              <a:round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15" name="0206 Rectangle 214"/>
            <p:cNvSpPr/>
            <p:nvPr/>
          </p:nvSpPr>
          <p:spPr>
            <a:xfrm>
              <a:off x="7290068" y="8943468"/>
              <a:ext cx="370388" cy="223861"/>
            </a:xfrm>
            <a:custGeom>
              <a:avLst/>
              <a:gdLst/>
              <a:ahLst/>
              <a:cxnLst/>
              <a:rect l="0" t="0" r="r" b="b"/>
              <a:pathLst>
                <a:path w="40506" h="24482">
                  <a:moveTo>
                    <a:pt x="0" y="24482"/>
                  </a:moveTo>
                  <a:lnTo>
                    <a:pt x="40506" y="0"/>
                  </a:lnTo>
                </a:path>
              </a:pathLst>
            </a:custGeom>
            <a:noFill/>
            <a:ln w="54864" cap="rnd">
              <a:solidFill>
                <a:srgbClr val="6D706D"/>
              </a:solidFill>
              <a:round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16" name="0207 Rectangle 215"/>
            <p:cNvSpPr/>
            <p:nvPr/>
          </p:nvSpPr>
          <p:spPr>
            <a:xfrm>
              <a:off x="7524667" y="8934008"/>
              <a:ext cx="151440" cy="127292"/>
            </a:xfrm>
            <a:custGeom>
              <a:avLst/>
              <a:gdLst/>
              <a:ahLst/>
              <a:cxnLst/>
              <a:rect l="0" t="0" r="r" b="b"/>
              <a:pathLst>
                <a:path w="16562" h="13921">
                  <a:moveTo>
                    <a:pt x="16562" y="0"/>
                  </a:moveTo>
                  <a:lnTo>
                    <a:pt x="7449" y="13921"/>
                  </a:lnTo>
                  <a:lnTo>
                    <a:pt x="6934" y="5819"/>
                  </a:lnTo>
                  <a:lnTo>
                    <a:pt x="0" y="1597"/>
                  </a:lnTo>
                  <a:close/>
                </a:path>
              </a:pathLst>
            </a:custGeom>
            <a:solidFill>
              <a:srgbClr val="6D706D"/>
            </a:solidFill>
            <a:ln w="35661" cap="rnd">
              <a:solidFill>
                <a:srgbClr val="6D706D"/>
              </a:solidFill>
              <a:round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grpSp>
          <p:nvGrpSpPr>
            <p:cNvPr id="217" name="agent-king-775-795"/>
            <p:cNvGrpSpPr/>
            <p:nvPr/>
          </p:nvGrpSpPr>
          <p:grpSpPr>
            <a:xfrm>
              <a:off x="6856374" y="7035639"/>
              <a:ext cx="455561" cy="468507"/>
              <a:chOff x="6856374" y="7035639"/>
              <a:chExt cx="455561" cy="468507"/>
            </a:xfrm>
          </p:grpSpPr>
          <p:sp>
            <p:nvSpPr>
              <p:cNvPr id="218" name="0208 Rectangle 217"/>
              <p:cNvSpPr/>
              <p:nvPr/>
            </p:nvSpPr>
            <p:spPr>
              <a:xfrm>
                <a:off x="6856374" y="7035639"/>
                <a:ext cx="455561" cy="468507"/>
              </a:xfrm>
              <a:custGeom>
                <a:avLst/>
                <a:gdLst/>
                <a:ahLst/>
                <a:cxnLst/>
                <a:rect l="0" t="0" r="r" b="b"/>
                <a:pathLst>
                  <a:path w="49821" h="51237">
                    <a:moveTo>
                      <a:pt x="49798" y="25573"/>
                    </a:moveTo>
                    <a:cubicBezTo>
                      <a:pt x="49821" y="29185"/>
                      <a:pt x="49277" y="33214"/>
                      <a:pt x="47747" y="36442"/>
                    </a:cubicBezTo>
                    <a:cubicBezTo>
                      <a:pt x="46218" y="39670"/>
                      <a:pt x="43441" y="42619"/>
                      <a:pt x="40623" y="44941"/>
                    </a:cubicBezTo>
                    <a:cubicBezTo>
                      <a:pt x="37805" y="47262"/>
                      <a:pt x="34346" y="49508"/>
                      <a:pt x="30838" y="50372"/>
                    </a:cubicBezTo>
                    <a:cubicBezTo>
                      <a:pt x="27330" y="51237"/>
                      <a:pt x="23068" y="51062"/>
                      <a:pt x="19573" y="50128"/>
                    </a:cubicBezTo>
                    <a:cubicBezTo>
                      <a:pt x="16079" y="49194"/>
                      <a:pt x="12691" y="47052"/>
                      <a:pt x="9871" y="44767"/>
                    </a:cubicBezTo>
                    <a:cubicBezTo>
                      <a:pt x="7051" y="42483"/>
                      <a:pt x="4290" y="39620"/>
                      <a:pt x="2653" y="36421"/>
                    </a:cubicBezTo>
                    <a:cubicBezTo>
                      <a:pt x="1015" y="33222"/>
                      <a:pt x="0" y="29167"/>
                      <a:pt x="46" y="25573"/>
                    </a:cubicBezTo>
                    <a:cubicBezTo>
                      <a:pt x="92" y="21980"/>
                      <a:pt x="1320" y="18093"/>
                      <a:pt x="2930" y="14859"/>
                    </a:cubicBezTo>
                    <a:cubicBezTo>
                      <a:pt x="4539" y="11625"/>
                      <a:pt x="6934" y="8498"/>
                      <a:pt x="9703" y="6168"/>
                    </a:cubicBezTo>
                    <a:cubicBezTo>
                      <a:pt x="12471" y="3838"/>
                      <a:pt x="16024" y="1755"/>
                      <a:pt x="19541" y="877"/>
                    </a:cubicBezTo>
                    <a:cubicBezTo>
                      <a:pt x="23059" y="0"/>
                      <a:pt x="27280" y="35"/>
                      <a:pt x="30808" y="904"/>
                    </a:cubicBezTo>
                    <a:cubicBezTo>
                      <a:pt x="34337" y="1773"/>
                      <a:pt x="37913" y="3781"/>
                      <a:pt x="40713" y="6092"/>
                    </a:cubicBezTo>
                    <a:cubicBezTo>
                      <a:pt x="43514" y="8403"/>
                      <a:pt x="46097" y="11523"/>
                      <a:pt x="47611" y="14770"/>
                    </a:cubicBezTo>
                    <a:cubicBezTo>
                      <a:pt x="49125" y="18017"/>
                      <a:pt x="49775" y="21961"/>
                      <a:pt x="49798" y="25573"/>
                    </a:cubicBezTo>
                    <a:close/>
                  </a:path>
                </a:pathLst>
              </a:custGeom>
              <a:solidFill>
                <a:srgbClr val="D6BFDC"/>
              </a:solidFill>
              <a:ln w="54864" cap="rnd">
                <a:solidFill>
                  <a:srgbClr val="400076"/>
                </a:solidFill>
                <a:round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19" name="0209 Rectangle 218"/>
              <p:cNvSpPr/>
              <p:nvPr/>
            </p:nvSpPr>
            <p:spPr>
              <a:xfrm>
                <a:off x="6955067" y="7138914"/>
                <a:ext cx="263066" cy="261132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20" name="0210 Rectangle 219"/>
              <p:cNvSpPr/>
              <p:nvPr/>
            </p:nvSpPr>
            <p:spPr>
              <a:xfrm>
                <a:off x="6999556" y="7143750"/>
                <a:ext cx="19892" cy="19892"/>
              </a:xfrm>
              <a:prstGeom prst="rect">
                <a:avLst/>
              </a:prstGeom>
              <a:solidFill>
                <a:srgbClr val="151518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21" name="0211 Rectangle 220"/>
              <p:cNvSpPr/>
              <p:nvPr/>
            </p:nvSpPr>
            <p:spPr>
              <a:xfrm>
                <a:off x="7154301" y="7143750"/>
                <a:ext cx="19892" cy="19892"/>
              </a:xfrm>
              <a:prstGeom prst="rect">
                <a:avLst/>
              </a:prstGeom>
              <a:solidFill>
                <a:srgbClr val="151518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22" name="0212 Rectangle 221"/>
              <p:cNvSpPr/>
              <p:nvPr/>
            </p:nvSpPr>
            <p:spPr>
              <a:xfrm>
                <a:off x="6999556" y="7163093"/>
                <a:ext cx="19892" cy="19892"/>
              </a:xfrm>
              <a:prstGeom prst="rect">
                <a:avLst/>
              </a:prstGeom>
              <a:solidFill>
                <a:srgbClr val="151518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23" name="0213 Rectangle 222"/>
              <p:cNvSpPr/>
              <p:nvPr/>
            </p:nvSpPr>
            <p:spPr>
              <a:xfrm>
                <a:off x="7018899" y="7163093"/>
                <a:ext cx="19892" cy="19892"/>
              </a:xfrm>
              <a:prstGeom prst="rect">
                <a:avLst/>
              </a:prstGeom>
              <a:solidFill>
                <a:srgbClr val="FFF126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24" name="0214 Rectangle 223"/>
              <p:cNvSpPr/>
              <p:nvPr/>
            </p:nvSpPr>
            <p:spPr>
              <a:xfrm>
                <a:off x="7076928" y="7163093"/>
                <a:ext cx="19892" cy="19892"/>
              </a:xfrm>
              <a:prstGeom prst="rect">
                <a:avLst/>
              </a:prstGeom>
              <a:solidFill>
                <a:srgbClr val="151518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25" name="0215 Rectangle 224"/>
              <p:cNvSpPr/>
              <p:nvPr/>
            </p:nvSpPr>
            <p:spPr>
              <a:xfrm>
                <a:off x="7134958" y="7163093"/>
                <a:ext cx="19892" cy="19892"/>
              </a:xfrm>
              <a:prstGeom prst="rect">
                <a:avLst/>
              </a:prstGeom>
              <a:solidFill>
                <a:srgbClr val="FFF126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26" name="0216 Rectangle 225"/>
              <p:cNvSpPr/>
              <p:nvPr/>
            </p:nvSpPr>
            <p:spPr>
              <a:xfrm>
                <a:off x="7154301" y="7163093"/>
                <a:ext cx="19892" cy="19892"/>
              </a:xfrm>
              <a:prstGeom prst="rect">
                <a:avLst/>
              </a:prstGeom>
              <a:solidFill>
                <a:srgbClr val="151518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27" name="0217 Rectangle 226"/>
              <p:cNvSpPr/>
              <p:nvPr/>
            </p:nvSpPr>
            <p:spPr>
              <a:xfrm>
                <a:off x="6999556" y="7182436"/>
                <a:ext cx="19892" cy="19892"/>
              </a:xfrm>
              <a:prstGeom prst="rect">
                <a:avLst/>
              </a:prstGeom>
              <a:solidFill>
                <a:srgbClr val="151518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28" name="0218 Rectangle 227"/>
              <p:cNvSpPr/>
              <p:nvPr/>
            </p:nvSpPr>
            <p:spPr>
              <a:xfrm>
                <a:off x="7018899" y="7182436"/>
                <a:ext cx="39235" cy="19892"/>
              </a:xfrm>
              <a:prstGeom prst="rect">
                <a:avLst/>
              </a:prstGeom>
              <a:solidFill>
                <a:srgbClr val="FFF126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29" name="0219 Rectangle 228"/>
              <p:cNvSpPr/>
              <p:nvPr/>
            </p:nvSpPr>
            <p:spPr>
              <a:xfrm>
                <a:off x="7057585" y="7182436"/>
                <a:ext cx="19892" cy="19892"/>
              </a:xfrm>
              <a:prstGeom prst="rect">
                <a:avLst/>
              </a:prstGeom>
              <a:solidFill>
                <a:srgbClr val="151518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30" name="0220 Rectangle 229"/>
              <p:cNvSpPr/>
              <p:nvPr/>
            </p:nvSpPr>
            <p:spPr>
              <a:xfrm>
                <a:off x="7076928" y="7182436"/>
                <a:ext cx="19892" cy="19892"/>
              </a:xfrm>
              <a:prstGeom prst="rect">
                <a:avLst/>
              </a:prstGeom>
              <a:solidFill>
                <a:srgbClr val="FFF126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31" name="0221 Rectangle 230"/>
              <p:cNvSpPr/>
              <p:nvPr/>
            </p:nvSpPr>
            <p:spPr>
              <a:xfrm>
                <a:off x="7096272" y="7182436"/>
                <a:ext cx="19892" cy="19892"/>
              </a:xfrm>
              <a:prstGeom prst="rect">
                <a:avLst/>
              </a:prstGeom>
              <a:solidFill>
                <a:srgbClr val="151518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32" name="0222 Rectangle 231"/>
              <p:cNvSpPr/>
              <p:nvPr/>
            </p:nvSpPr>
            <p:spPr>
              <a:xfrm>
                <a:off x="7115615" y="7182436"/>
                <a:ext cx="39235" cy="19892"/>
              </a:xfrm>
              <a:prstGeom prst="rect">
                <a:avLst/>
              </a:prstGeom>
              <a:solidFill>
                <a:srgbClr val="FFF126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33" name="0223 Rectangle 232"/>
              <p:cNvSpPr/>
              <p:nvPr/>
            </p:nvSpPr>
            <p:spPr>
              <a:xfrm>
                <a:off x="7154301" y="7182436"/>
                <a:ext cx="19892" cy="19892"/>
              </a:xfrm>
              <a:prstGeom prst="rect">
                <a:avLst/>
              </a:prstGeom>
              <a:solidFill>
                <a:srgbClr val="151518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34" name="0224 Rectangle 233"/>
              <p:cNvSpPr/>
              <p:nvPr/>
            </p:nvSpPr>
            <p:spPr>
              <a:xfrm>
                <a:off x="6999556" y="7201779"/>
                <a:ext cx="19892" cy="19892"/>
              </a:xfrm>
              <a:prstGeom prst="rect">
                <a:avLst/>
              </a:prstGeom>
              <a:solidFill>
                <a:srgbClr val="151518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35" name="0225 Rectangle 234"/>
              <p:cNvSpPr/>
              <p:nvPr/>
            </p:nvSpPr>
            <p:spPr>
              <a:xfrm>
                <a:off x="7018899" y="7201779"/>
                <a:ext cx="135950" cy="19892"/>
              </a:xfrm>
              <a:prstGeom prst="rect">
                <a:avLst/>
              </a:prstGeom>
              <a:solidFill>
                <a:srgbClr val="FFF126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36" name="0226 Rectangle 235"/>
              <p:cNvSpPr/>
              <p:nvPr/>
            </p:nvSpPr>
            <p:spPr>
              <a:xfrm>
                <a:off x="7154301" y="7201779"/>
                <a:ext cx="19892" cy="19892"/>
              </a:xfrm>
              <a:prstGeom prst="rect">
                <a:avLst/>
              </a:prstGeom>
              <a:solidFill>
                <a:srgbClr val="151518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37" name="0227 Rectangle 236"/>
              <p:cNvSpPr/>
              <p:nvPr/>
            </p:nvSpPr>
            <p:spPr>
              <a:xfrm>
                <a:off x="6999556" y="7221122"/>
                <a:ext cx="19892" cy="19892"/>
              </a:xfrm>
              <a:prstGeom prst="rect">
                <a:avLst/>
              </a:prstGeom>
              <a:solidFill>
                <a:srgbClr val="151518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38" name="0228 Rectangle 237"/>
              <p:cNvSpPr/>
              <p:nvPr/>
            </p:nvSpPr>
            <p:spPr>
              <a:xfrm>
                <a:off x="7018899" y="7221122"/>
                <a:ext cx="19892" cy="19892"/>
              </a:xfrm>
              <a:prstGeom prst="rect">
                <a:avLst/>
              </a:prstGeom>
              <a:solidFill>
                <a:srgbClr val="FFF126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39" name="0229 Rectangle 238"/>
              <p:cNvSpPr/>
              <p:nvPr/>
            </p:nvSpPr>
            <p:spPr>
              <a:xfrm>
                <a:off x="7038242" y="7221122"/>
                <a:ext cx="19892" cy="19892"/>
              </a:xfrm>
              <a:prstGeom prst="rect">
                <a:avLst/>
              </a:prstGeom>
              <a:solidFill>
                <a:srgbClr val="FF263E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40" name="0230 Rectangle 239"/>
              <p:cNvSpPr/>
              <p:nvPr/>
            </p:nvSpPr>
            <p:spPr>
              <a:xfrm>
                <a:off x="7057585" y="7221122"/>
                <a:ext cx="19892" cy="19892"/>
              </a:xfrm>
              <a:prstGeom prst="rect">
                <a:avLst/>
              </a:prstGeom>
              <a:solidFill>
                <a:srgbClr val="FFF126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41" name="0231 Rectangle 240"/>
              <p:cNvSpPr/>
              <p:nvPr/>
            </p:nvSpPr>
            <p:spPr>
              <a:xfrm>
                <a:off x="7076928" y="7221122"/>
                <a:ext cx="19892" cy="19892"/>
              </a:xfrm>
              <a:prstGeom prst="rect">
                <a:avLst/>
              </a:prstGeom>
              <a:solidFill>
                <a:srgbClr val="FF263E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42" name="0232 Rectangle 241"/>
              <p:cNvSpPr/>
              <p:nvPr/>
            </p:nvSpPr>
            <p:spPr>
              <a:xfrm>
                <a:off x="7096272" y="7221122"/>
                <a:ext cx="19892" cy="19892"/>
              </a:xfrm>
              <a:prstGeom prst="rect">
                <a:avLst/>
              </a:prstGeom>
              <a:solidFill>
                <a:srgbClr val="FFF126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43" name="0233 Rectangle 242"/>
              <p:cNvSpPr/>
              <p:nvPr/>
            </p:nvSpPr>
            <p:spPr>
              <a:xfrm>
                <a:off x="7115615" y="7221122"/>
                <a:ext cx="19892" cy="19892"/>
              </a:xfrm>
              <a:prstGeom prst="rect">
                <a:avLst/>
              </a:prstGeom>
              <a:solidFill>
                <a:srgbClr val="FF263E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44" name="0234 Rectangle 243"/>
              <p:cNvSpPr/>
              <p:nvPr/>
            </p:nvSpPr>
            <p:spPr>
              <a:xfrm>
                <a:off x="7134958" y="7221122"/>
                <a:ext cx="19892" cy="19892"/>
              </a:xfrm>
              <a:prstGeom prst="rect">
                <a:avLst/>
              </a:prstGeom>
              <a:solidFill>
                <a:srgbClr val="FFF126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45" name="0235 Rectangle 244"/>
              <p:cNvSpPr/>
              <p:nvPr/>
            </p:nvSpPr>
            <p:spPr>
              <a:xfrm>
                <a:off x="7154301" y="7221122"/>
                <a:ext cx="19892" cy="19892"/>
              </a:xfrm>
              <a:prstGeom prst="rect">
                <a:avLst/>
              </a:prstGeom>
              <a:solidFill>
                <a:srgbClr val="151518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46" name="0236 Rectangle 245"/>
              <p:cNvSpPr/>
              <p:nvPr/>
            </p:nvSpPr>
            <p:spPr>
              <a:xfrm>
                <a:off x="6999556" y="7240465"/>
                <a:ext cx="19892" cy="19892"/>
              </a:xfrm>
              <a:prstGeom prst="rect">
                <a:avLst/>
              </a:prstGeom>
              <a:solidFill>
                <a:srgbClr val="151518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47" name="0237 Rectangle 246"/>
              <p:cNvSpPr/>
              <p:nvPr/>
            </p:nvSpPr>
            <p:spPr>
              <a:xfrm>
                <a:off x="7018899" y="7240465"/>
                <a:ext cx="135950" cy="19892"/>
              </a:xfrm>
              <a:prstGeom prst="rect">
                <a:avLst/>
              </a:prstGeom>
              <a:solidFill>
                <a:srgbClr val="FFF126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48" name="0238 Rectangle 247"/>
              <p:cNvSpPr/>
              <p:nvPr/>
            </p:nvSpPr>
            <p:spPr>
              <a:xfrm>
                <a:off x="7154301" y="7240465"/>
                <a:ext cx="19892" cy="19892"/>
              </a:xfrm>
              <a:prstGeom prst="rect">
                <a:avLst/>
              </a:prstGeom>
              <a:solidFill>
                <a:srgbClr val="151518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49" name="0239 Rectangle 248"/>
              <p:cNvSpPr/>
              <p:nvPr/>
            </p:nvSpPr>
            <p:spPr>
              <a:xfrm>
                <a:off x="6999556" y="7259808"/>
                <a:ext cx="19892" cy="19892"/>
              </a:xfrm>
              <a:prstGeom prst="rect">
                <a:avLst/>
              </a:prstGeom>
              <a:solidFill>
                <a:srgbClr val="151518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50" name="0240 Rectangle 249"/>
              <p:cNvSpPr/>
              <p:nvPr/>
            </p:nvSpPr>
            <p:spPr>
              <a:xfrm>
                <a:off x="7018899" y="7259808"/>
                <a:ext cx="135950" cy="19892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51" name="0241 Rectangle 250"/>
              <p:cNvSpPr/>
              <p:nvPr/>
            </p:nvSpPr>
            <p:spPr>
              <a:xfrm>
                <a:off x="7154301" y="7259808"/>
                <a:ext cx="19892" cy="19892"/>
              </a:xfrm>
              <a:prstGeom prst="rect">
                <a:avLst/>
              </a:prstGeom>
              <a:solidFill>
                <a:srgbClr val="151518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52" name="0242 Rectangle 251"/>
              <p:cNvSpPr/>
              <p:nvPr/>
            </p:nvSpPr>
            <p:spPr>
              <a:xfrm>
                <a:off x="6999556" y="7279152"/>
                <a:ext cx="19892" cy="19892"/>
              </a:xfrm>
              <a:prstGeom prst="rect">
                <a:avLst/>
              </a:prstGeom>
              <a:solidFill>
                <a:srgbClr val="151518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53" name="0243 Rectangle 252"/>
              <p:cNvSpPr/>
              <p:nvPr/>
            </p:nvSpPr>
            <p:spPr>
              <a:xfrm>
                <a:off x="7018899" y="7279152"/>
                <a:ext cx="19892" cy="19892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54" name="0244 Rectangle 253"/>
              <p:cNvSpPr/>
              <p:nvPr/>
            </p:nvSpPr>
            <p:spPr>
              <a:xfrm>
                <a:off x="7038242" y="7279152"/>
                <a:ext cx="19892" cy="19892"/>
              </a:xfrm>
              <a:prstGeom prst="rect">
                <a:avLst/>
              </a:prstGeom>
              <a:solidFill>
                <a:srgbClr val="151518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55" name="0245 Rectangle 254"/>
              <p:cNvSpPr/>
              <p:nvPr/>
            </p:nvSpPr>
            <p:spPr>
              <a:xfrm>
                <a:off x="7057585" y="7279152"/>
                <a:ext cx="39235" cy="19892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56" name="0246 Rectangle 255"/>
              <p:cNvSpPr/>
              <p:nvPr/>
            </p:nvSpPr>
            <p:spPr>
              <a:xfrm>
                <a:off x="7096272" y="7279152"/>
                <a:ext cx="19892" cy="19892"/>
              </a:xfrm>
              <a:prstGeom prst="rect">
                <a:avLst/>
              </a:prstGeom>
              <a:solidFill>
                <a:srgbClr val="151518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57" name="0247 Rectangle 256"/>
              <p:cNvSpPr/>
              <p:nvPr/>
            </p:nvSpPr>
            <p:spPr>
              <a:xfrm>
                <a:off x="7115615" y="7279152"/>
                <a:ext cx="39235" cy="19892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58" name="0248 Rectangle 257"/>
              <p:cNvSpPr/>
              <p:nvPr/>
            </p:nvSpPr>
            <p:spPr>
              <a:xfrm>
                <a:off x="7154301" y="7279152"/>
                <a:ext cx="19892" cy="19892"/>
              </a:xfrm>
              <a:prstGeom prst="rect">
                <a:avLst/>
              </a:prstGeom>
              <a:solidFill>
                <a:srgbClr val="151518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59" name="0249 Rectangle 258"/>
              <p:cNvSpPr/>
              <p:nvPr/>
            </p:nvSpPr>
            <p:spPr>
              <a:xfrm>
                <a:off x="6999556" y="7298495"/>
                <a:ext cx="19892" cy="19892"/>
              </a:xfrm>
              <a:prstGeom prst="rect">
                <a:avLst/>
              </a:prstGeom>
              <a:solidFill>
                <a:srgbClr val="151518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60" name="0250 Rectangle 259"/>
              <p:cNvSpPr/>
              <p:nvPr/>
            </p:nvSpPr>
            <p:spPr>
              <a:xfrm>
                <a:off x="7018899" y="7298495"/>
                <a:ext cx="116607" cy="19892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61" name="0251 Rectangle 260"/>
              <p:cNvSpPr/>
              <p:nvPr/>
            </p:nvSpPr>
            <p:spPr>
              <a:xfrm>
                <a:off x="7134958" y="7298495"/>
                <a:ext cx="19892" cy="19892"/>
              </a:xfrm>
              <a:prstGeom prst="rect">
                <a:avLst/>
              </a:prstGeom>
              <a:solidFill>
                <a:srgbClr val="061CDE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62" name="0252 Rectangle 261"/>
              <p:cNvSpPr/>
              <p:nvPr/>
            </p:nvSpPr>
            <p:spPr>
              <a:xfrm>
                <a:off x="7154301" y="7298495"/>
                <a:ext cx="19892" cy="19892"/>
              </a:xfrm>
              <a:prstGeom prst="rect">
                <a:avLst/>
              </a:prstGeom>
              <a:solidFill>
                <a:srgbClr val="151518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63" name="0253 Rectangle 262"/>
              <p:cNvSpPr/>
              <p:nvPr/>
            </p:nvSpPr>
            <p:spPr>
              <a:xfrm>
                <a:off x="6999556" y="7317838"/>
                <a:ext cx="19892" cy="19892"/>
              </a:xfrm>
              <a:prstGeom prst="rect">
                <a:avLst/>
              </a:prstGeom>
              <a:solidFill>
                <a:srgbClr val="151518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64" name="0254 Rectangle 263"/>
              <p:cNvSpPr/>
              <p:nvPr/>
            </p:nvSpPr>
            <p:spPr>
              <a:xfrm>
                <a:off x="7018899" y="7317838"/>
                <a:ext cx="58578" cy="19892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65" name="0255 Rectangle 264"/>
              <p:cNvSpPr/>
              <p:nvPr/>
            </p:nvSpPr>
            <p:spPr>
              <a:xfrm>
                <a:off x="7076928" y="7317838"/>
                <a:ext cx="19892" cy="19892"/>
              </a:xfrm>
              <a:prstGeom prst="rect">
                <a:avLst/>
              </a:prstGeom>
              <a:solidFill>
                <a:srgbClr val="151518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66" name="0256 Rectangle 265"/>
              <p:cNvSpPr/>
              <p:nvPr/>
            </p:nvSpPr>
            <p:spPr>
              <a:xfrm>
                <a:off x="7096272" y="7317838"/>
                <a:ext cx="19892" cy="19892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67" name="0257 Rectangle 266"/>
              <p:cNvSpPr/>
              <p:nvPr/>
            </p:nvSpPr>
            <p:spPr>
              <a:xfrm>
                <a:off x="7115615" y="7317838"/>
                <a:ext cx="39235" cy="19892"/>
              </a:xfrm>
              <a:prstGeom prst="rect">
                <a:avLst/>
              </a:prstGeom>
              <a:solidFill>
                <a:srgbClr val="061CDE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68" name="0258 Rectangle 267"/>
              <p:cNvSpPr/>
              <p:nvPr/>
            </p:nvSpPr>
            <p:spPr>
              <a:xfrm>
                <a:off x="7154301" y="7317838"/>
                <a:ext cx="19892" cy="19892"/>
              </a:xfrm>
              <a:prstGeom prst="rect">
                <a:avLst/>
              </a:prstGeom>
              <a:solidFill>
                <a:srgbClr val="151518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69" name="0259 Rectangle 268"/>
              <p:cNvSpPr/>
              <p:nvPr/>
            </p:nvSpPr>
            <p:spPr>
              <a:xfrm>
                <a:off x="6999556" y="7337181"/>
                <a:ext cx="19892" cy="19892"/>
              </a:xfrm>
              <a:prstGeom prst="rect">
                <a:avLst/>
              </a:prstGeom>
              <a:solidFill>
                <a:srgbClr val="151518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70" name="0260 Rectangle 269"/>
              <p:cNvSpPr/>
              <p:nvPr/>
            </p:nvSpPr>
            <p:spPr>
              <a:xfrm>
                <a:off x="7018899" y="7337181"/>
                <a:ext cx="19892" cy="19892"/>
              </a:xfrm>
              <a:prstGeom prst="rect">
                <a:avLst/>
              </a:prstGeom>
              <a:solidFill>
                <a:srgbClr val="061CDE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71" name="0261 Rectangle 270"/>
              <p:cNvSpPr/>
              <p:nvPr/>
            </p:nvSpPr>
            <p:spPr>
              <a:xfrm>
                <a:off x="7038242" y="7337181"/>
                <a:ext cx="58578" cy="19892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72" name="0262 Rectangle 271"/>
              <p:cNvSpPr/>
              <p:nvPr/>
            </p:nvSpPr>
            <p:spPr>
              <a:xfrm>
                <a:off x="7096272" y="7337181"/>
                <a:ext cx="58578" cy="19892"/>
              </a:xfrm>
              <a:prstGeom prst="rect">
                <a:avLst/>
              </a:prstGeom>
              <a:solidFill>
                <a:srgbClr val="061CDE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73" name="0263 Rectangle 272"/>
              <p:cNvSpPr/>
              <p:nvPr/>
            </p:nvSpPr>
            <p:spPr>
              <a:xfrm>
                <a:off x="7154301" y="7337181"/>
                <a:ext cx="19892" cy="19892"/>
              </a:xfrm>
              <a:prstGeom prst="rect">
                <a:avLst/>
              </a:prstGeom>
              <a:solidFill>
                <a:srgbClr val="151518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74" name="0264 Rectangle 273"/>
              <p:cNvSpPr/>
              <p:nvPr/>
            </p:nvSpPr>
            <p:spPr>
              <a:xfrm>
                <a:off x="6999556" y="7356524"/>
                <a:ext cx="19892" cy="19892"/>
              </a:xfrm>
              <a:prstGeom prst="rect">
                <a:avLst/>
              </a:prstGeom>
              <a:solidFill>
                <a:srgbClr val="151518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75" name="0265 Rectangle 274"/>
              <p:cNvSpPr/>
              <p:nvPr/>
            </p:nvSpPr>
            <p:spPr>
              <a:xfrm>
                <a:off x="7018899" y="7356524"/>
                <a:ext cx="135950" cy="19892"/>
              </a:xfrm>
              <a:prstGeom prst="rect">
                <a:avLst/>
              </a:prstGeom>
              <a:solidFill>
                <a:srgbClr val="061CDE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76" name="0266 Rectangle 275"/>
              <p:cNvSpPr/>
              <p:nvPr/>
            </p:nvSpPr>
            <p:spPr>
              <a:xfrm>
                <a:off x="7154301" y="7356524"/>
                <a:ext cx="19892" cy="19892"/>
              </a:xfrm>
              <a:prstGeom prst="rect">
                <a:avLst/>
              </a:prstGeom>
              <a:solidFill>
                <a:srgbClr val="151518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77" name="0267 Rectangle 276"/>
              <p:cNvSpPr/>
              <p:nvPr/>
            </p:nvSpPr>
            <p:spPr>
              <a:xfrm>
                <a:off x="6999556" y="7375867"/>
                <a:ext cx="174636" cy="19892"/>
              </a:xfrm>
              <a:prstGeom prst="rect">
                <a:avLst/>
              </a:prstGeom>
              <a:solidFill>
                <a:srgbClr val="151518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</p:grpSp>
        <p:grpSp>
          <p:nvGrpSpPr>
            <p:cNvPr id="278" name="agent-clown-674-857"/>
            <p:cNvGrpSpPr/>
            <p:nvPr/>
          </p:nvGrpSpPr>
          <p:grpSpPr>
            <a:xfrm>
              <a:off x="5932228" y="7606621"/>
              <a:ext cx="461457" cy="462242"/>
              <a:chOff x="5932228" y="7606621"/>
              <a:chExt cx="461457" cy="462242"/>
            </a:xfrm>
          </p:grpSpPr>
          <p:sp>
            <p:nvSpPr>
              <p:cNvPr id="279" name="0268 Rectangle 278"/>
              <p:cNvSpPr/>
              <p:nvPr/>
            </p:nvSpPr>
            <p:spPr>
              <a:xfrm>
                <a:off x="5932228" y="7606621"/>
                <a:ext cx="461457" cy="462242"/>
              </a:xfrm>
              <a:custGeom>
                <a:avLst/>
                <a:gdLst/>
                <a:ahLst/>
                <a:cxnLst/>
                <a:rect l="0" t="0" r="r" b="b"/>
                <a:pathLst>
                  <a:path w="50466" h="50551">
                    <a:moveTo>
                      <a:pt x="50440" y="25130"/>
                    </a:moveTo>
                    <a:cubicBezTo>
                      <a:pt x="50466" y="28695"/>
                      <a:pt x="49096" y="32559"/>
                      <a:pt x="47530" y="35862"/>
                    </a:cubicBezTo>
                    <a:cubicBezTo>
                      <a:pt x="45965" y="39166"/>
                      <a:pt x="43831" y="42652"/>
                      <a:pt x="41049" y="44949"/>
                    </a:cubicBezTo>
                    <a:cubicBezTo>
                      <a:pt x="38267" y="47245"/>
                      <a:pt x="34408" y="48843"/>
                      <a:pt x="30838" y="49640"/>
                    </a:cubicBezTo>
                    <a:cubicBezTo>
                      <a:pt x="27268" y="50437"/>
                      <a:pt x="23165" y="50551"/>
                      <a:pt x="19628" y="49732"/>
                    </a:cubicBezTo>
                    <a:cubicBezTo>
                      <a:pt x="16091" y="48913"/>
                      <a:pt x="12494" y="46989"/>
                      <a:pt x="9617" y="44725"/>
                    </a:cubicBezTo>
                    <a:cubicBezTo>
                      <a:pt x="6740" y="42461"/>
                      <a:pt x="3960" y="39413"/>
                      <a:pt x="2366" y="36147"/>
                    </a:cubicBezTo>
                    <a:cubicBezTo>
                      <a:pt x="773" y="32881"/>
                      <a:pt x="0" y="28776"/>
                      <a:pt x="55" y="25130"/>
                    </a:cubicBezTo>
                    <a:cubicBezTo>
                      <a:pt x="109" y="21484"/>
                      <a:pt x="1114" y="17553"/>
                      <a:pt x="2694" y="14270"/>
                    </a:cubicBezTo>
                    <a:cubicBezTo>
                      <a:pt x="4274" y="10987"/>
                      <a:pt x="6688" y="7618"/>
                      <a:pt x="9534" y="5431"/>
                    </a:cubicBezTo>
                    <a:cubicBezTo>
                      <a:pt x="12381" y="3244"/>
                      <a:pt x="16227" y="1924"/>
                      <a:pt x="19771" y="1151"/>
                    </a:cubicBezTo>
                    <a:cubicBezTo>
                      <a:pt x="23315" y="378"/>
                      <a:pt x="27332" y="0"/>
                      <a:pt x="30798" y="794"/>
                    </a:cubicBezTo>
                    <a:cubicBezTo>
                      <a:pt x="34265" y="1587"/>
                      <a:pt x="37805" y="3633"/>
                      <a:pt x="40569" y="5913"/>
                    </a:cubicBezTo>
                    <a:cubicBezTo>
                      <a:pt x="43332" y="8192"/>
                      <a:pt x="45734" y="11267"/>
                      <a:pt x="47380" y="14470"/>
                    </a:cubicBezTo>
                    <a:cubicBezTo>
                      <a:pt x="49025" y="17672"/>
                      <a:pt x="50415" y="21564"/>
                      <a:pt x="50440" y="25130"/>
                    </a:cubicBezTo>
                    <a:close/>
                  </a:path>
                </a:pathLst>
              </a:custGeom>
              <a:solidFill>
                <a:srgbClr val="D298F3"/>
              </a:solidFill>
              <a:ln w="54864" cap="rnd">
                <a:solidFill>
                  <a:srgbClr val="400076"/>
                </a:solidFill>
                <a:round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80" name="0269 Rectangle 279"/>
              <p:cNvSpPr/>
              <p:nvPr/>
            </p:nvSpPr>
            <p:spPr>
              <a:xfrm>
                <a:off x="6031523" y="7705842"/>
                <a:ext cx="263066" cy="261132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81" name="0270 Rectangle 280"/>
              <p:cNvSpPr/>
              <p:nvPr/>
            </p:nvSpPr>
            <p:spPr>
              <a:xfrm>
                <a:off x="6114698" y="7710678"/>
                <a:ext cx="97264" cy="19892"/>
              </a:xfrm>
              <a:prstGeom prst="rect">
                <a:avLst/>
              </a:prstGeom>
              <a:solidFill>
                <a:srgbClr val="151518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82" name="0271 Rectangle 281"/>
              <p:cNvSpPr/>
              <p:nvPr/>
            </p:nvSpPr>
            <p:spPr>
              <a:xfrm>
                <a:off x="6076012" y="7730021"/>
                <a:ext cx="39235" cy="19892"/>
              </a:xfrm>
              <a:prstGeom prst="rect">
                <a:avLst/>
              </a:prstGeom>
              <a:solidFill>
                <a:srgbClr val="151518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83" name="0272 Rectangle 282"/>
              <p:cNvSpPr/>
              <p:nvPr/>
            </p:nvSpPr>
            <p:spPr>
              <a:xfrm>
                <a:off x="6114698" y="7730021"/>
                <a:ext cx="97264" cy="19892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84" name="0273 Rectangle 283"/>
              <p:cNvSpPr/>
              <p:nvPr/>
            </p:nvSpPr>
            <p:spPr>
              <a:xfrm>
                <a:off x="6211414" y="7730021"/>
                <a:ext cx="39235" cy="19892"/>
              </a:xfrm>
              <a:prstGeom prst="rect">
                <a:avLst/>
              </a:prstGeom>
              <a:solidFill>
                <a:srgbClr val="151518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85" name="0274 Rectangle 284"/>
              <p:cNvSpPr/>
              <p:nvPr/>
            </p:nvSpPr>
            <p:spPr>
              <a:xfrm>
                <a:off x="6056669" y="7749364"/>
                <a:ext cx="19892" cy="19892"/>
              </a:xfrm>
              <a:prstGeom prst="rect">
                <a:avLst/>
              </a:prstGeom>
              <a:solidFill>
                <a:srgbClr val="151518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86" name="0275 Rectangle 285"/>
              <p:cNvSpPr/>
              <p:nvPr/>
            </p:nvSpPr>
            <p:spPr>
              <a:xfrm>
                <a:off x="6076012" y="7749364"/>
                <a:ext cx="19892" cy="19892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87" name="0276 Rectangle 286"/>
              <p:cNvSpPr/>
              <p:nvPr/>
            </p:nvSpPr>
            <p:spPr>
              <a:xfrm>
                <a:off x="6095355" y="7749364"/>
                <a:ext cx="39235" cy="19892"/>
              </a:xfrm>
              <a:prstGeom prst="rect">
                <a:avLst/>
              </a:prstGeom>
              <a:solidFill>
                <a:srgbClr val="FF263E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88" name="0277 Rectangle 287"/>
              <p:cNvSpPr/>
              <p:nvPr/>
            </p:nvSpPr>
            <p:spPr>
              <a:xfrm>
                <a:off x="6134041" y="7749364"/>
                <a:ext cx="19892" cy="19892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89" name="0278 Rectangle 288"/>
              <p:cNvSpPr/>
              <p:nvPr/>
            </p:nvSpPr>
            <p:spPr>
              <a:xfrm>
                <a:off x="6153384" y="7749364"/>
                <a:ext cx="39235" cy="19892"/>
              </a:xfrm>
              <a:prstGeom prst="rect">
                <a:avLst/>
              </a:prstGeom>
              <a:solidFill>
                <a:srgbClr val="FF263E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90" name="0279 Rectangle 289"/>
              <p:cNvSpPr/>
              <p:nvPr/>
            </p:nvSpPr>
            <p:spPr>
              <a:xfrm>
                <a:off x="6192071" y="7749364"/>
                <a:ext cx="58578" cy="19892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91" name="0280 Rectangle 290"/>
              <p:cNvSpPr/>
              <p:nvPr/>
            </p:nvSpPr>
            <p:spPr>
              <a:xfrm>
                <a:off x="6250100" y="7749364"/>
                <a:ext cx="19892" cy="19892"/>
              </a:xfrm>
              <a:prstGeom prst="rect">
                <a:avLst/>
              </a:prstGeom>
              <a:solidFill>
                <a:srgbClr val="151518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92" name="0281 Rectangle 291"/>
              <p:cNvSpPr/>
              <p:nvPr/>
            </p:nvSpPr>
            <p:spPr>
              <a:xfrm>
                <a:off x="6056669" y="7768707"/>
                <a:ext cx="19892" cy="19892"/>
              </a:xfrm>
              <a:prstGeom prst="rect">
                <a:avLst/>
              </a:prstGeom>
              <a:solidFill>
                <a:srgbClr val="151518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93" name="0282 Rectangle 292"/>
              <p:cNvSpPr/>
              <p:nvPr/>
            </p:nvSpPr>
            <p:spPr>
              <a:xfrm>
                <a:off x="6076012" y="7768707"/>
                <a:ext cx="19892" cy="19892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94" name="0283 Rectangle 293"/>
              <p:cNvSpPr/>
              <p:nvPr/>
            </p:nvSpPr>
            <p:spPr>
              <a:xfrm>
                <a:off x="6095355" y="7768707"/>
                <a:ext cx="19892" cy="19892"/>
              </a:xfrm>
              <a:prstGeom prst="rect">
                <a:avLst/>
              </a:prstGeom>
              <a:solidFill>
                <a:srgbClr val="FF263E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95" name="0284 Rectangle 294"/>
              <p:cNvSpPr/>
              <p:nvPr/>
            </p:nvSpPr>
            <p:spPr>
              <a:xfrm>
                <a:off x="6114698" y="7768707"/>
                <a:ext cx="97264" cy="19892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96" name="0285 Rectangle 295"/>
              <p:cNvSpPr/>
              <p:nvPr/>
            </p:nvSpPr>
            <p:spPr>
              <a:xfrm>
                <a:off x="6211414" y="7768707"/>
                <a:ext cx="39235" cy="19892"/>
              </a:xfrm>
              <a:prstGeom prst="rect">
                <a:avLst/>
              </a:prstGeom>
              <a:solidFill>
                <a:srgbClr val="FF263E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97" name="0286 Rectangle 296"/>
              <p:cNvSpPr/>
              <p:nvPr/>
            </p:nvSpPr>
            <p:spPr>
              <a:xfrm>
                <a:off x="6250100" y="7768707"/>
                <a:ext cx="19892" cy="19892"/>
              </a:xfrm>
              <a:prstGeom prst="rect">
                <a:avLst/>
              </a:prstGeom>
              <a:solidFill>
                <a:srgbClr val="151518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98" name="0287 Rectangle 297"/>
              <p:cNvSpPr/>
              <p:nvPr/>
            </p:nvSpPr>
            <p:spPr>
              <a:xfrm>
                <a:off x="6037326" y="7788050"/>
                <a:ext cx="19892" cy="19892"/>
              </a:xfrm>
              <a:prstGeom prst="rect">
                <a:avLst/>
              </a:prstGeom>
              <a:solidFill>
                <a:srgbClr val="151518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99" name="0288 Rectangle 298"/>
              <p:cNvSpPr/>
              <p:nvPr/>
            </p:nvSpPr>
            <p:spPr>
              <a:xfrm>
                <a:off x="6056669" y="7788050"/>
                <a:ext cx="174636" cy="19892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00" name="0289 Rectangle 299"/>
              <p:cNvSpPr/>
              <p:nvPr/>
            </p:nvSpPr>
            <p:spPr>
              <a:xfrm>
                <a:off x="6230757" y="7788050"/>
                <a:ext cx="19892" cy="19892"/>
              </a:xfrm>
              <a:prstGeom prst="rect">
                <a:avLst/>
              </a:prstGeom>
              <a:solidFill>
                <a:srgbClr val="FF263E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01" name="0290 Rectangle 300"/>
              <p:cNvSpPr/>
              <p:nvPr/>
            </p:nvSpPr>
            <p:spPr>
              <a:xfrm>
                <a:off x="6250100" y="7788050"/>
                <a:ext cx="19892" cy="19892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02" name="0291 Rectangle 301"/>
              <p:cNvSpPr/>
              <p:nvPr/>
            </p:nvSpPr>
            <p:spPr>
              <a:xfrm>
                <a:off x="6269443" y="7788050"/>
                <a:ext cx="19892" cy="19892"/>
              </a:xfrm>
              <a:prstGeom prst="rect">
                <a:avLst/>
              </a:prstGeom>
              <a:solidFill>
                <a:srgbClr val="151518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03" name="0292 Rectangle 302"/>
              <p:cNvSpPr/>
              <p:nvPr/>
            </p:nvSpPr>
            <p:spPr>
              <a:xfrm>
                <a:off x="6037326" y="7807393"/>
                <a:ext cx="19892" cy="19892"/>
              </a:xfrm>
              <a:prstGeom prst="rect">
                <a:avLst/>
              </a:prstGeom>
              <a:solidFill>
                <a:srgbClr val="151518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04" name="0293 Rectangle 303"/>
              <p:cNvSpPr/>
              <p:nvPr/>
            </p:nvSpPr>
            <p:spPr>
              <a:xfrm>
                <a:off x="6056669" y="7807393"/>
                <a:ext cx="39235" cy="19892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05" name="0294 Rectangle 304"/>
              <p:cNvSpPr/>
              <p:nvPr/>
            </p:nvSpPr>
            <p:spPr>
              <a:xfrm>
                <a:off x="6095355" y="7807393"/>
                <a:ext cx="19892" cy="19892"/>
              </a:xfrm>
              <a:prstGeom prst="rect">
                <a:avLst/>
              </a:prstGeom>
              <a:solidFill>
                <a:srgbClr val="151518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06" name="0295 Rectangle 305"/>
              <p:cNvSpPr/>
              <p:nvPr/>
            </p:nvSpPr>
            <p:spPr>
              <a:xfrm>
                <a:off x="6114698" y="7807393"/>
                <a:ext cx="39235" cy="19892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07" name="0296 Rectangle 306"/>
              <p:cNvSpPr/>
              <p:nvPr/>
            </p:nvSpPr>
            <p:spPr>
              <a:xfrm>
                <a:off x="6153384" y="7807393"/>
                <a:ext cx="19892" cy="19892"/>
              </a:xfrm>
              <a:prstGeom prst="rect">
                <a:avLst/>
              </a:prstGeom>
              <a:solidFill>
                <a:srgbClr val="151518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08" name="0297 Rectangle 307"/>
              <p:cNvSpPr/>
              <p:nvPr/>
            </p:nvSpPr>
            <p:spPr>
              <a:xfrm>
                <a:off x="6172728" y="7807393"/>
                <a:ext cx="97264" cy="19892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09" name="0298 Rectangle 308"/>
              <p:cNvSpPr/>
              <p:nvPr/>
            </p:nvSpPr>
            <p:spPr>
              <a:xfrm>
                <a:off x="6269443" y="7807393"/>
                <a:ext cx="19892" cy="19892"/>
              </a:xfrm>
              <a:prstGeom prst="rect">
                <a:avLst/>
              </a:prstGeom>
              <a:solidFill>
                <a:srgbClr val="151518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10" name="0299 Rectangle 309"/>
              <p:cNvSpPr/>
              <p:nvPr/>
            </p:nvSpPr>
            <p:spPr>
              <a:xfrm>
                <a:off x="6037326" y="7826736"/>
                <a:ext cx="19892" cy="19892"/>
              </a:xfrm>
              <a:prstGeom prst="rect">
                <a:avLst/>
              </a:prstGeom>
              <a:solidFill>
                <a:srgbClr val="151518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11" name="0300 Rectangle 310"/>
              <p:cNvSpPr/>
              <p:nvPr/>
            </p:nvSpPr>
            <p:spPr>
              <a:xfrm>
                <a:off x="6056669" y="7826736"/>
                <a:ext cx="135950" cy="19892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12" name="0301 Rectangle 311"/>
              <p:cNvSpPr/>
              <p:nvPr/>
            </p:nvSpPr>
            <p:spPr>
              <a:xfrm>
                <a:off x="6192071" y="7826736"/>
                <a:ext cx="39235" cy="19892"/>
              </a:xfrm>
              <a:prstGeom prst="rect">
                <a:avLst/>
              </a:prstGeom>
              <a:solidFill>
                <a:srgbClr val="FF263E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13" name="0302 Rectangle 312"/>
              <p:cNvSpPr/>
              <p:nvPr/>
            </p:nvSpPr>
            <p:spPr>
              <a:xfrm>
                <a:off x="6230757" y="7826736"/>
                <a:ext cx="39235" cy="19892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14" name="0303 Rectangle 313"/>
              <p:cNvSpPr/>
              <p:nvPr/>
            </p:nvSpPr>
            <p:spPr>
              <a:xfrm>
                <a:off x="6269443" y="7826736"/>
                <a:ext cx="19892" cy="19892"/>
              </a:xfrm>
              <a:prstGeom prst="rect">
                <a:avLst/>
              </a:prstGeom>
              <a:solidFill>
                <a:srgbClr val="151518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15" name="0304 Rectangle 314"/>
              <p:cNvSpPr/>
              <p:nvPr/>
            </p:nvSpPr>
            <p:spPr>
              <a:xfrm>
                <a:off x="6037326" y="7846080"/>
                <a:ext cx="19892" cy="19892"/>
              </a:xfrm>
              <a:prstGeom prst="rect">
                <a:avLst/>
              </a:prstGeom>
              <a:solidFill>
                <a:srgbClr val="151518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16" name="0305 Rectangle 315"/>
              <p:cNvSpPr/>
              <p:nvPr/>
            </p:nvSpPr>
            <p:spPr>
              <a:xfrm>
                <a:off x="6056669" y="7846080"/>
                <a:ext cx="19892" cy="19892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17" name="0306 Rectangle 316"/>
              <p:cNvSpPr/>
              <p:nvPr/>
            </p:nvSpPr>
            <p:spPr>
              <a:xfrm>
                <a:off x="6076012" y="7846080"/>
                <a:ext cx="19892" cy="19892"/>
              </a:xfrm>
              <a:prstGeom prst="rect">
                <a:avLst/>
              </a:prstGeom>
              <a:solidFill>
                <a:srgbClr val="F682D5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18" name="0307 Rectangle 317"/>
              <p:cNvSpPr/>
              <p:nvPr/>
            </p:nvSpPr>
            <p:spPr>
              <a:xfrm>
                <a:off x="6095355" y="7846080"/>
                <a:ext cx="97264" cy="19892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19" name="0308 Rectangle 318"/>
              <p:cNvSpPr/>
              <p:nvPr/>
            </p:nvSpPr>
            <p:spPr>
              <a:xfrm>
                <a:off x="6192071" y="7846080"/>
                <a:ext cx="19892" cy="19892"/>
              </a:xfrm>
              <a:prstGeom prst="rect">
                <a:avLst/>
              </a:prstGeom>
              <a:solidFill>
                <a:srgbClr val="F682D5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20" name="0309 Rectangle 319"/>
              <p:cNvSpPr/>
              <p:nvPr/>
            </p:nvSpPr>
            <p:spPr>
              <a:xfrm>
                <a:off x="6211414" y="7846080"/>
                <a:ext cx="58578" cy="19892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21" name="0310 Rectangle 320"/>
              <p:cNvSpPr/>
              <p:nvPr/>
            </p:nvSpPr>
            <p:spPr>
              <a:xfrm>
                <a:off x="6269443" y="7846080"/>
                <a:ext cx="19892" cy="19892"/>
              </a:xfrm>
              <a:prstGeom prst="rect">
                <a:avLst/>
              </a:prstGeom>
              <a:solidFill>
                <a:srgbClr val="151518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22" name="0311 Rectangle 321"/>
              <p:cNvSpPr/>
              <p:nvPr/>
            </p:nvSpPr>
            <p:spPr>
              <a:xfrm>
                <a:off x="6037326" y="7865423"/>
                <a:ext cx="19892" cy="19892"/>
              </a:xfrm>
              <a:prstGeom prst="rect">
                <a:avLst/>
              </a:prstGeom>
              <a:solidFill>
                <a:srgbClr val="151518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23" name="0312 Rectangle 322"/>
              <p:cNvSpPr/>
              <p:nvPr/>
            </p:nvSpPr>
            <p:spPr>
              <a:xfrm>
                <a:off x="6056669" y="7865423"/>
                <a:ext cx="77921" cy="19892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24" name="0313 Rectangle 323"/>
              <p:cNvSpPr/>
              <p:nvPr/>
            </p:nvSpPr>
            <p:spPr>
              <a:xfrm>
                <a:off x="6134041" y="7865423"/>
                <a:ext cx="19892" cy="19892"/>
              </a:xfrm>
              <a:prstGeom prst="rect">
                <a:avLst/>
              </a:prstGeom>
              <a:solidFill>
                <a:srgbClr val="151518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25" name="0314 Rectangle 324"/>
              <p:cNvSpPr/>
              <p:nvPr/>
            </p:nvSpPr>
            <p:spPr>
              <a:xfrm>
                <a:off x="6153384" y="7865423"/>
                <a:ext cx="116607" cy="19892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26" name="0315 Rectangle 325"/>
              <p:cNvSpPr/>
              <p:nvPr/>
            </p:nvSpPr>
            <p:spPr>
              <a:xfrm>
                <a:off x="6269443" y="7865423"/>
                <a:ext cx="19892" cy="19892"/>
              </a:xfrm>
              <a:prstGeom prst="rect">
                <a:avLst/>
              </a:prstGeom>
              <a:solidFill>
                <a:srgbClr val="151518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27" name="0316 Rectangle 326"/>
              <p:cNvSpPr/>
              <p:nvPr/>
            </p:nvSpPr>
            <p:spPr>
              <a:xfrm>
                <a:off x="6037326" y="7884766"/>
                <a:ext cx="19892" cy="19892"/>
              </a:xfrm>
              <a:prstGeom prst="rect">
                <a:avLst/>
              </a:prstGeom>
              <a:solidFill>
                <a:srgbClr val="151518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28" name="0317 Rectangle 327"/>
              <p:cNvSpPr/>
              <p:nvPr/>
            </p:nvSpPr>
            <p:spPr>
              <a:xfrm>
                <a:off x="6056669" y="7884766"/>
                <a:ext cx="58578" cy="19892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29" name="0318 Rectangle 328"/>
              <p:cNvSpPr/>
              <p:nvPr/>
            </p:nvSpPr>
            <p:spPr>
              <a:xfrm>
                <a:off x="6114698" y="7884766"/>
                <a:ext cx="19892" cy="19892"/>
              </a:xfrm>
              <a:prstGeom prst="rect">
                <a:avLst/>
              </a:prstGeom>
              <a:solidFill>
                <a:srgbClr val="FF263E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30" name="0319 Rectangle 329"/>
              <p:cNvSpPr/>
              <p:nvPr/>
            </p:nvSpPr>
            <p:spPr>
              <a:xfrm>
                <a:off x="6134041" y="7884766"/>
                <a:ext cx="135950" cy="19892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31" name="0320 Rectangle 330"/>
              <p:cNvSpPr/>
              <p:nvPr/>
            </p:nvSpPr>
            <p:spPr>
              <a:xfrm>
                <a:off x="6269443" y="7884766"/>
                <a:ext cx="19892" cy="19892"/>
              </a:xfrm>
              <a:prstGeom prst="rect">
                <a:avLst/>
              </a:prstGeom>
              <a:solidFill>
                <a:srgbClr val="151518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32" name="0321 Rectangle 331"/>
              <p:cNvSpPr/>
              <p:nvPr/>
            </p:nvSpPr>
            <p:spPr>
              <a:xfrm>
                <a:off x="6037326" y="7904109"/>
                <a:ext cx="19892" cy="19892"/>
              </a:xfrm>
              <a:prstGeom prst="rect">
                <a:avLst/>
              </a:prstGeom>
              <a:solidFill>
                <a:srgbClr val="151518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33" name="0322 Rectangle 332"/>
              <p:cNvSpPr/>
              <p:nvPr/>
            </p:nvSpPr>
            <p:spPr>
              <a:xfrm>
                <a:off x="6056669" y="7904109"/>
                <a:ext cx="58578" cy="19892"/>
              </a:xfrm>
              <a:prstGeom prst="rect">
                <a:avLst/>
              </a:prstGeom>
              <a:solidFill>
                <a:srgbClr val="061CDE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34" name="0323 Rectangle 333"/>
              <p:cNvSpPr/>
              <p:nvPr/>
            </p:nvSpPr>
            <p:spPr>
              <a:xfrm>
                <a:off x="6114698" y="7904109"/>
                <a:ext cx="19892" cy="19892"/>
              </a:xfrm>
              <a:prstGeom prst="rect">
                <a:avLst/>
              </a:prstGeom>
              <a:solidFill>
                <a:srgbClr val="FF263E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35" name="0324 Rectangle 334"/>
              <p:cNvSpPr/>
              <p:nvPr/>
            </p:nvSpPr>
            <p:spPr>
              <a:xfrm>
                <a:off x="6134041" y="7904109"/>
                <a:ext cx="19892" cy="19892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36" name="0325 Rectangle 335"/>
              <p:cNvSpPr/>
              <p:nvPr/>
            </p:nvSpPr>
            <p:spPr>
              <a:xfrm>
                <a:off x="6153384" y="7904109"/>
                <a:ext cx="116607" cy="19892"/>
              </a:xfrm>
              <a:prstGeom prst="rect">
                <a:avLst/>
              </a:prstGeom>
              <a:solidFill>
                <a:srgbClr val="061CDE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37" name="0326 Rectangle 336"/>
              <p:cNvSpPr/>
              <p:nvPr/>
            </p:nvSpPr>
            <p:spPr>
              <a:xfrm>
                <a:off x="6269443" y="7904109"/>
                <a:ext cx="19892" cy="19892"/>
              </a:xfrm>
              <a:prstGeom prst="rect">
                <a:avLst/>
              </a:prstGeom>
              <a:solidFill>
                <a:srgbClr val="151518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38" name="0327 Rectangle 337"/>
              <p:cNvSpPr/>
              <p:nvPr/>
            </p:nvSpPr>
            <p:spPr>
              <a:xfrm>
                <a:off x="6037326" y="7923452"/>
                <a:ext cx="19892" cy="19892"/>
              </a:xfrm>
              <a:prstGeom prst="rect">
                <a:avLst/>
              </a:prstGeom>
              <a:solidFill>
                <a:srgbClr val="151518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39" name="0328 Rectangle 338"/>
              <p:cNvSpPr/>
              <p:nvPr/>
            </p:nvSpPr>
            <p:spPr>
              <a:xfrm>
                <a:off x="6056669" y="7923452"/>
                <a:ext cx="213322" cy="19892"/>
              </a:xfrm>
              <a:prstGeom prst="rect">
                <a:avLst/>
              </a:prstGeom>
              <a:solidFill>
                <a:srgbClr val="061CDE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40" name="0329 Rectangle 339"/>
              <p:cNvSpPr/>
              <p:nvPr/>
            </p:nvSpPr>
            <p:spPr>
              <a:xfrm>
                <a:off x="6269443" y="7923452"/>
                <a:ext cx="19892" cy="19892"/>
              </a:xfrm>
              <a:prstGeom prst="rect">
                <a:avLst/>
              </a:prstGeom>
              <a:solidFill>
                <a:srgbClr val="151518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41" name="0330 Rectangle 340"/>
              <p:cNvSpPr/>
              <p:nvPr/>
            </p:nvSpPr>
            <p:spPr>
              <a:xfrm>
                <a:off x="6037326" y="7942795"/>
                <a:ext cx="252009" cy="19892"/>
              </a:xfrm>
              <a:prstGeom prst="rect">
                <a:avLst/>
              </a:prstGeom>
              <a:solidFill>
                <a:srgbClr val="151518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</p:grpSp>
        <p:grpSp>
          <p:nvGrpSpPr>
            <p:cNvPr id="342" name="agent-penguin-859-857"/>
            <p:cNvGrpSpPr/>
            <p:nvPr/>
          </p:nvGrpSpPr>
          <p:grpSpPr>
            <a:xfrm>
              <a:off x="7626117" y="7603895"/>
              <a:ext cx="453779" cy="460860"/>
              <a:chOff x="7626117" y="7603895"/>
              <a:chExt cx="453779" cy="460860"/>
            </a:xfrm>
          </p:grpSpPr>
          <p:sp>
            <p:nvSpPr>
              <p:cNvPr id="343" name="0331 Rectangle 342"/>
              <p:cNvSpPr/>
              <p:nvPr/>
            </p:nvSpPr>
            <p:spPr>
              <a:xfrm>
                <a:off x="7626117" y="7603895"/>
                <a:ext cx="453779" cy="460860"/>
              </a:xfrm>
              <a:custGeom>
                <a:avLst/>
                <a:gdLst/>
                <a:ahLst/>
                <a:cxnLst/>
                <a:rect l="0" t="0" r="r" b="b"/>
                <a:pathLst>
                  <a:path w="49626" h="50400">
                    <a:moveTo>
                      <a:pt x="49556" y="25428"/>
                    </a:moveTo>
                    <a:cubicBezTo>
                      <a:pt x="49486" y="29025"/>
                      <a:pt x="48655" y="32815"/>
                      <a:pt x="47195" y="36118"/>
                    </a:cubicBezTo>
                    <a:cubicBezTo>
                      <a:pt x="45735" y="39420"/>
                      <a:pt x="43575" y="42979"/>
                      <a:pt x="40799" y="45242"/>
                    </a:cubicBezTo>
                    <a:cubicBezTo>
                      <a:pt x="38022" y="47505"/>
                      <a:pt x="34085" y="48991"/>
                      <a:pt x="30537" y="49696"/>
                    </a:cubicBezTo>
                    <a:cubicBezTo>
                      <a:pt x="26989" y="50400"/>
                      <a:pt x="23071" y="50207"/>
                      <a:pt x="19510" y="49469"/>
                    </a:cubicBezTo>
                    <a:cubicBezTo>
                      <a:pt x="15950" y="48732"/>
                      <a:pt x="12055" y="47449"/>
                      <a:pt x="9174" y="45270"/>
                    </a:cubicBezTo>
                    <a:cubicBezTo>
                      <a:pt x="6293" y="43091"/>
                      <a:pt x="3749" y="39702"/>
                      <a:pt x="2224" y="36395"/>
                    </a:cubicBezTo>
                    <a:cubicBezTo>
                      <a:pt x="699" y="33088"/>
                      <a:pt x="0" y="29072"/>
                      <a:pt x="25" y="25428"/>
                    </a:cubicBezTo>
                    <a:cubicBezTo>
                      <a:pt x="50" y="21784"/>
                      <a:pt x="770" y="17741"/>
                      <a:pt x="2374" y="14533"/>
                    </a:cubicBezTo>
                    <a:cubicBezTo>
                      <a:pt x="3978" y="11325"/>
                      <a:pt x="6812" y="8462"/>
                      <a:pt x="9648" y="6179"/>
                    </a:cubicBezTo>
                    <a:cubicBezTo>
                      <a:pt x="12483" y="3897"/>
                      <a:pt x="15903" y="1673"/>
                      <a:pt x="19385" y="837"/>
                    </a:cubicBezTo>
                    <a:cubicBezTo>
                      <a:pt x="22866" y="0"/>
                      <a:pt x="27002" y="321"/>
                      <a:pt x="30537" y="1160"/>
                    </a:cubicBezTo>
                    <a:cubicBezTo>
                      <a:pt x="34072" y="1999"/>
                      <a:pt x="37749" y="3640"/>
                      <a:pt x="40595" y="5870"/>
                    </a:cubicBezTo>
                    <a:cubicBezTo>
                      <a:pt x="43441" y="8099"/>
                      <a:pt x="46120" y="11277"/>
                      <a:pt x="47613" y="14537"/>
                    </a:cubicBezTo>
                    <a:cubicBezTo>
                      <a:pt x="49107" y="17797"/>
                      <a:pt x="49626" y="21831"/>
                      <a:pt x="49556" y="25428"/>
                    </a:cubicBezTo>
                    <a:close/>
                  </a:path>
                </a:pathLst>
              </a:custGeom>
              <a:solidFill>
                <a:srgbClr val="D6BFDC"/>
              </a:solidFill>
              <a:ln w="54864" cap="rnd">
                <a:solidFill>
                  <a:srgbClr val="400076"/>
                </a:solidFill>
                <a:round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44" name="0332 Rectangle 343"/>
              <p:cNvSpPr/>
              <p:nvPr/>
            </p:nvSpPr>
            <p:spPr>
              <a:xfrm>
                <a:off x="7723163" y="7705842"/>
                <a:ext cx="263066" cy="261132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45" name="0333 Rectangle 344"/>
              <p:cNvSpPr/>
              <p:nvPr/>
            </p:nvSpPr>
            <p:spPr>
              <a:xfrm>
                <a:off x="7806338" y="7710678"/>
                <a:ext cx="97264" cy="19892"/>
              </a:xfrm>
              <a:prstGeom prst="rect">
                <a:avLst/>
              </a:prstGeom>
              <a:solidFill>
                <a:srgbClr val="151518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46" name="0334 Rectangle 345"/>
              <p:cNvSpPr/>
              <p:nvPr/>
            </p:nvSpPr>
            <p:spPr>
              <a:xfrm>
                <a:off x="7767652" y="7730021"/>
                <a:ext cx="39235" cy="19892"/>
              </a:xfrm>
              <a:prstGeom prst="rect">
                <a:avLst/>
              </a:prstGeom>
              <a:solidFill>
                <a:srgbClr val="151518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47" name="0335 Rectangle 346"/>
              <p:cNvSpPr/>
              <p:nvPr/>
            </p:nvSpPr>
            <p:spPr>
              <a:xfrm>
                <a:off x="7806338" y="7730021"/>
                <a:ext cx="97264" cy="19892"/>
              </a:xfrm>
              <a:prstGeom prst="rect">
                <a:avLst/>
              </a:prstGeom>
              <a:solidFill>
                <a:srgbClr val="343735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48" name="0336 Rectangle 347"/>
              <p:cNvSpPr/>
              <p:nvPr/>
            </p:nvSpPr>
            <p:spPr>
              <a:xfrm>
                <a:off x="7903054" y="7730021"/>
                <a:ext cx="39235" cy="19892"/>
              </a:xfrm>
              <a:prstGeom prst="rect">
                <a:avLst/>
              </a:prstGeom>
              <a:solidFill>
                <a:srgbClr val="151518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49" name="0337 Rectangle 348"/>
              <p:cNvSpPr/>
              <p:nvPr/>
            </p:nvSpPr>
            <p:spPr>
              <a:xfrm>
                <a:off x="7748309" y="7749364"/>
                <a:ext cx="19892" cy="19892"/>
              </a:xfrm>
              <a:prstGeom prst="rect">
                <a:avLst/>
              </a:prstGeom>
              <a:solidFill>
                <a:srgbClr val="151518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50" name="0338 Rectangle 349"/>
              <p:cNvSpPr/>
              <p:nvPr/>
            </p:nvSpPr>
            <p:spPr>
              <a:xfrm>
                <a:off x="7767652" y="7749364"/>
                <a:ext cx="39235" cy="19892"/>
              </a:xfrm>
              <a:prstGeom prst="rect">
                <a:avLst/>
              </a:prstGeom>
              <a:solidFill>
                <a:srgbClr val="343735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51" name="0339 Rectangle 350"/>
              <p:cNvSpPr/>
              <p:nvPr/>
            </p:nvSpPr>
            <p:spPr>
              <a:xfrm>
                <a:off x="7806338" y="7749364"/>
                <a:ext cx="77921" cy="19892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52" name="0340 Rectangle 351"/>
              <p:cNvSpPr/>
              <p:nvPr/>
            </p:nvSpPr>
            <p:spPr>
              <a:xfrm>
                <a:off x="7883711" y="7749364"/>
                <a:ext cx="58578" cy="19892"/>
              </a:xfrm>
              <a:prstGeom prst="rect">
                <a:avLst/>
              </a:prstGeom>
              <a:solidFill>
                <a:srgbClr val="343735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53" name="0341 Rectangle 352"/>
              <p:cNvSpPr/>
              <p:nvPr/>
            </p:nvSpPr>
            <p:spPr>
              <a:xfrm>
                <a:off x="7941740" y="7749364"/>
                <a:ext cx="19892" cy="19892"/>
              </a:xfrm>
              <a:prstGeom prst="rect">
                <a:avLst/>
              </a:prstGeom>
              <a:solidFill>
                <a:srgbClr val="151518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54" name="0342 Rectangle 353"/>
              <p:cNvSpPr/>
              <p:nvPr/>
            </p:nvSpPr>
            <p:spPr>
              <a:xfrm>
                <a:off x="7748309" y="7768707"/>
                <a:ext cx="19892" cy="19892"/>
              </a:xfrm>
              <a:prstGeom prst="rect">
                <a:avLst/>
              </a:prstGeom>
              <a:solidFill>
                <a:srgbClr val="151518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55" name="0343 Rectangle 354"/>
              <p:cNvSpPr/>
              <p:nvPr/>
            </p:nvSpPr>
            <p:spPr>
              <a:xfrm>
                <a:off x="7767652" y="7768707"/>
                <a:ext cx="19892" cy="19892"/>
              </a:xfrm>
              <a:prstGeom prst="rect">
                <a:avLst/>
              </a:prstGeom>
              <a:solidFill>
                <a:srgbClr val="343735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56" name="0344 Rectangle 355"/>
              <p:cNvSpPr/>
              <p:nvPr/>
            </p:nvSpPr>
            <p:spPr>
              <a:xfrm>
                <a:off x="7786995" y="7768707"/>
                <a:ext cx="116607" cy="19892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57" name="0345 Rectangle 356"/>
              <p:cNvSpPr/>
              <p:nvPr/>
            </p:nvSpPr>
            <p:spPr>
              <a:xfrm>
                <a:off x="7903054" y="7768707"/>
                <a:ext cx="39235" cy="19892"/>
              </a:xfrm>
              <a:prstGeom prst="rect">
                <a:avLst/>
              </a:prstGeom>
              <a:solidFill>
                <a:srgbClr val="343735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58" name="0346 Rectangle 357"/>
              <p:cNvSpPr/>
              <p:nvPr/>
            </p:nvSpPr>
            <p:spPr>
              <a:xfrm>
                <a:off x="7941740" y="7768707"/>
                <a:ext cx="19892" cy="19892"/>
              </a:xfrm>
              <a:prstGeom prst="rect">
                <a:avLst/>
              </a:prstGeom>
              <a:solidFill>
                <a:srgbClr val="151518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59" name="0347 Rectangle 358"/>
              <p:cNvSpPr/>
              <p:nvPr/>
            </p:nvSpPr>
            <p:spPr>
              <a:xfrm>
                <a:off x="7728966" y="7788050"/>
                <a:ext cx="19892" cy="19892"/>
              </a:xfrm>
              <a:prstGeom prst="rect">
                <a:avLst/>
              </a:prstGeom>
              <a:solidFill>
                <a:srgbClr val="151518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60" name="0348 Rectangle 359"/>
              <p:cNvSpPr/>
              <p:nvPr/>
            </p:nvSpPr>
            <p:spPr>
              <a:xfrm>
                <a:off x="7748309" y="7788050"/>
                <a:ext cx="19892" cy="19892"/>
              </a:xfrm>
              <a:prstGeom prst="rect">
                <a:avLst/>
              </a:prstGeom>
              <a:solidFill>
                <a:srgbClr val="343735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61" name="0349 Rectangle 360"/>
              <p:cNvSpPr/>
              <p:nvPr/>
            </p:nvSpPr>
            <p:spPr>
              <a:xfrm>
                <a:off x="7767652" y="7788050"/>
                <a:ext cx="58578" cy="19892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62" name="0350 Rectangle 361"/>
              <p:cNvSpPr/>
              <p:nvPr/>
            </p:nvSpPr>
            <p:spPr>
              <a:xfrm>
                <a:off x="7825681" y="7788050"/>
                <a:ext cx="19892" cy="19892"/>
              </a:xfrm>
              <a:prstGeom prst="rect">
                <a:avLst/>
              </a:prstGeom>
              <a:solidFill>
                <a:srgbClr val="151518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63" name="0351 Rectangle 362"/>
              <p:cNvSpPr/>
              <p:nvPr/>
            </p:nvSpPr>
            <p:spPr>
              <a:xfrm>
                <a:off x="7845024" y="7788050"/>
                <a:ext cx="19892" cy="19892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64" name="0352 Rectangle 363"/>
              <p:cNvSpPr/>
              <p:nvPr/>
            </p:nvSpPr>
            <p:spPr>
              <a:xfrm>
                <a:off x="7864368" y="7788050"/>
                <a:ext cx="19892" cy="19892"/>
              </a:xfrm>
              <a:prstGeom prst="rect">
                <a:avLst/>
              </a:prstGeom>
              <a:solidFill>
                <a:srgbClr val="151518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65" name="0353 Rectangle 364"/>
              <p:cNvSpPr/>
              <p:nvPr/>
            </p:nvSpPr>
            <p:spPr>
              <a:xfrm>
                <a:off x="7883711" y="7788050"/>
                <a:ext cx="19892" cy="19892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66" name="0354 Rectangle 365"/>
              <p:cNvSpPr/>
              <p:nvPr/>
            </p:nvSpPr>
            <p:spPr>
              <a:xfrm>
                <a:off x="7903054" y="7788050"/>
                <a:ext cx="58578" cy="19892"/>
              </a:xfrm>
              <a:prstGeom prst="rect">
                <a:avLst/>
              </a:prstGeom>
              <a:solidFill>
                <a:srgbClr val="343735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67" name="0355 Rectangle 366"/>
              <p:cNvSpPr/>
              <p:nvPr/>
            </p:nvSpPr>
            <p:spPr>
              <a:xfrm>
                <a:off x="7961083" y="7788050"/>
                <a:ext cx="19892" cy="19892"/>
              </a:xfrm>
              <a:prstGeom prst="rect">
                <a:avLst/>
              </a:prstGeom>
              <a:solidFill>
                <a:srgbClr val="151518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68" name="0356 Rectangle 367"/>
              <p:cNvSpPr/>
              <p:nvPr/>
            </p:nvSpPr>
            <p:spPr>
              <a:xfrm>
                <a:off x="7728966" y="7807393"/>
                <a:ext cx="19892" cy="19892"/>
              </a:xfrm>
              <a:prstGeom prst="rect">
                <a:avLst/>
              </a:prstGeom>
              <a:solidFill>
                <a:srgbClr val="151518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69" name="0357 Rectangle 368"/>
              <p:cNvSpPr/>
              <p:nvPr/>
            </p:nvSpPr>
            <p:spPr>
              <a:xfrm>
                <a:off x="7748309" y="7807393"/>
                <a:ext cx="19892" cy="19892"/>
              </a:xfrm>
              <a:prstGeom prst="rect">
                <a:avLst/>
              </a:prstGeom>
              <a:solidFill>
                <a:srgbClr val="343735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70" name="0358 Rectangle 369"/>
              <p:cNvSpPr/>
              <p:nvPr/>
            </p:nvSpPr>
            <p:spPr>
              <a:xfrm>
                <a:off x="7767652" y="7807393"/>
                <a:ext cx="135950" cy="19892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71" name="0359 Rectangle 370"/>
              <p:cNvSpPr/>
              <p:nvPr/>
            </p:nvSpPr>
            <p:spPr>
              <a:xfrm>
                <a:off x="7903054" y="7807393"/>
                <a:ext cx="58578" cy="19892"/>
              </a:xfrm>
              <a:prstGeom prst="rect">
                <a:avLst/>
              </a:prstGeom>
              <a:solidFill>
                <a:srgbClr val="343735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72" name="0360 Rectangle 371"/>
              <p:cNvSpPr/>
              <p:nvPr/>
            </p:nvSpPr>
            <p:spPr>
              <a:xfrm>
                <a:off x="7961083" y="7807393"/>
                <a:ext cx="19892" cy="19892"/>
              </a:xfrm>
              <a:prstGeom prst="rect">
                <a:avLst/>
              </a:prstGeom>
              <a:solidFill>
                <a:srgbClr val="151518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73" name="0361 Rectangle 372"/>
              <p:cNvSpPr/>
              <p:nvPr/>
            </p:nvSpPr>
            <p:spPr>
              <a:xfrm>
                <a:off x="7728966" y="7826736"/>
                <a:ext cx="19892" cy="19892"/>
              </a:xfrm>
              <a:prstGeom prst="rect">
                <a:avLst/>
              </a:prstGeom>
              <a:solidFill>
                <a:srgbClr val="151518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74" name="0362 Rectangle 373"/>
              <p:cNvSpPr/>
              <p:nvPr/>
            </p:nvSpPr>
            <p:spPr>
              <a:xfrm>
                <a:off x="7748309" y="7826736"/>
                <a:ext cx="19892" cy="19892"/>
              </a:xfrm>
              <a:prstGeom prst="rect">
                <a:avLst/>
              </a:prstGeom>
              <a:solidFill>
                <a:srgbClr val="343735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75" name="0363 Rectangle 374"/>
              <p:cNvSpPr/>
              <p:nvPr/>
            </p:nvSpPr>
            <p:spPr>
              <a:xfrm>
                <a:off x="7767652" y="7826736"/>
                <a:ext cx="39235" cy="19892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76" name="0364 Rectangle 375"/>
              <p:cNvSpPr/>
              <p:nvPr/>
            </p:nvSpPr>
            <p:spPr>
              <a:xfrm>
                <a:off x="7806338" y="7826736"/>
                <a:ext cx="77921" cy="19892"/>
              </a:xfrm>
              <a:prstGeom prst="rect">
                <a:avLst/>
              </a:prstGeom>
              <a:solidFill>
                <a:srgbClr val="FFF126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77" name="0365 Rectangle 376"/>
              <p:cNvSpPr/>
              <p:nvPr/>
            </p:nvSpPr>
            <p:spPr>
              <a:xfrm>
                <a:off x="7883711" y="7826736"/>
                <a:ext cx="19892" cy="19892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78" name="0366 Rectangle 377"/>
              <p:cNvSpPr/>
              <p:nvPr/>
            </p:nvSpPr>
            <p:spPr>
              <a:xfrm>
                <a:off x="7903054" y="7826736"/>
                <a:ext cx="58578" cy="19892"/>
              </a:xfrm>
              <a:prstGeom prst="rect">
                <a:avLst/>
              </a:prstGeom>
              <a:solidFill>
                <a:srgbClr val="343735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79" name="0367 Rectangle 378"/>
              <p:cNvSpPr/>
              <p:nvPr/>
            </p:nvSpPr>
            <p:spPr>
              <a:xfrm>
                <a:off x="7961083" y="7826736"/>
                <a:ext cx="19892" cy="19892"/>
              </a:xfrm>
              <a:prstGeom prst="rect">
                <a:avLst/>
              </a:prstGeom>
              <a:solidFill>
                <a:srgbClr val="151518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80" name="0368 Rectangle 379"/>
              <p:cNvSpPr/>
              <p:nvPr/>
            </p:nvSpPr>
            <p:spPr>
              <a:xfrm>
                <a:off x="7728966" y="7846080"/>
                <a:ext cx="19892" cy="19892"/>
              </a:xfrm>
              <a:prstGeom prst="rect">
                <a:avLst/>
              </a:prstGeom>
              <a:solidFill>
                <a:srgbClr val="151518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81" name="0369 Rectangle 380"/>
              <p:cNvSpPr/>
              <p:nvPr/>
            </p:nvSpPr>
            <p:spPr>
              <a:xfrm>
                <a:off x="7748309" y="7846080"/>
                <a:ext cx="19892" cy="19892"/>
              </a:xfrm>
              <a:prstGeom prst="rect">
                <a:avLst/>
              </a:prstGeom>
              <a:solidFill>
                <a:srgbClr val="343735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82" name="0370 Rectangle 381"/>
              <p:cNvSpPr/>
              <p:nvPr/>
            </p:nvSpPr>
            <p:spPr>
              <a:xfrm>
                <a:off x="7767652" y="7846080"/>
                <a:ext cx="58578" cy="19892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83" name="0371 Rectangle 382"/>
              <p:cNvSpPr/>
              <p:nvPr/>
            </p:nvSpPr>
            <p:spPr>
              <a:xfrm>
                <a:off x="7825681" y="7846080"/>
                <a:ext cx="39235" cy="19892"/>
              </a:xfrm>
              <a:prstGeom prst="rect">
                <a:avLst/>
              </a:prstGeom>
              <a:solidFill>
                <a:srgbClr val="FFF126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84" name="0372 Rectangle 383"/>
              <p:cNvSpPr/>
              <p:nvPr/>
            </p:nvSpPr>
            <p:spPr>
              <a:xfrm>
                <a:off x="7864368" y="7846080"/>
                <a:ext cx="19892" cy="19892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85" name="0373 Rectangle 384"/>
              <p:cNvSpPr/>
              <p:nvPr/>
            </p:nvSpPr>
            <p:spPr>
              <a:xfrm>
                <a:off x="7883711" y="7846080"/>
                <a:ext cx="19892" cy="19892"/>
              </a:xfrm>
              <a:prstGeom prst="rect">
                <a:avLst/>
              </a:prstGeom>
              <a:solidFill>
                <a:srgbClr val="F682D5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86" name="0374 Rectangle 385"/>
              <p:cNvSpPr/>
              <p:nvPr/>
            </p:nvSpPr>
            <p:spPr>
              <a:xfrm>
                <a:off x="7903054" y="7846080"/>
                <a:ext cx="19892" cy="19892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87" name="0375 Rectangle 386"/>
              <p:cNvSpPr/>
              <p:nvPr/>
            </p:nvSpPr>
            <p:spPr>
              <a:xfrm>
                <a:off x="7922397" y="7846080"/>
                <a:ext cx="39235" cy="19892"/>
              </a:xfrm>
              <a:prstGeom prst="rect">
                <a:avLst/>
              </a:prstGeom>
              <a:solidFill>
                <a:srgbClr val="343735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88" name="0376 Rectangle 387"/>
              <p:cNvSpPr/>
              <p:nvPr/>
            </p:nvSpPr>
            <p:spPr>
              <a:xfrm>
                <a:off x="7961083" y="7846080"/>
                <a:ext cx="19892" cy="19892"/>
              </a:xfrm>
              <a:prstGeom prst="rect">
                <a:avLst/>
              </a:prstGeom>
              <a:solidFill>
                <a:srgbClr val="151518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89" name="0377 Rectangle 388"/>
              <p:cNvSpPr/>
              <p:nvPr/>
            </p:nvSpPr>
            <p:spPr>
              <a:xfrm>
                <a:off x="7728966" y="7865423"/>
                <a:ext cx="19892" cy="19892"/>
              </a:xfrm>
              <a:prstGeom prst="rect">
                <a:avLst/>
              </a:prstGeom>
              <a:solidFill>
                <a:srgbClr val="151518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90" name="0378 Rectangle 389"/>
              <p:cNvSpPr/>
              <p:nvPr/>
            </p:nvSpPr>
            <p:spPr>
              <a:xfrm>
                <a:off x="7748309" y="7865423"/>
                <a:ext cx="19892" cy="19892"/>
              </a:xfrm>
              <a:prstGeom prst="rect">
                <a:avLst/>
              </a:prstGeom>
              <a:solidFill>
                <a:srgbClr val="343735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91" name="0379 Rectangle 390"/>
              <p:cNvSpPr/>
              <p:nvPr/>
            </p:nvSpPr>
            <p:spPr>
              <a:xfrm>
                <a:off x="7767652" y="7865423"/>
                <a:ext cx="155293" cy="19892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92" name="0380 Rectangle 391"/>
              <p:cNvSpPr/>
              <p:nvPr/>
            </p:nvSpPr>
            <p:spPr>
              <a:xfrm>
                <a:off x="7922397" y="7865423"/>
                <a:ext cx="39235" cy="19892"/>
              </a:xfrm>
              <a:prstGeom prst="rect">
                <a:avLst/>
              </a:prstGeom>
              <a:solidFill>
                <a:srgbClr val="343735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93" name="0381 Rectangle 392"/>
              <p:cNvSpPr/>
              <p:nvPr/>
            </p:nvSpPr>
            <p:spPr>
              <a:xfrm>
                <a:off x="7961083" y="7865423"/>
                <a:ext cx="19892" cy="19892"/>
              </a:xfrm>
              <a:prstGeom prst="rect">
                <a:avLst/>
              </a:prstGeom>
              <a:solidFill>
                <a:srgbClr val="151518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94" name="0382 Rectangle 393"/>
              <p:cNvSpPr/>
              <p:nvPr/>
            </p:nvSpPr>
            <p:spPr>
              <a:xfrm>
                <a:off x="7728966" y="7884766"/>
                <a:ext cx="19892" cy="19892"/>
              </a:xfrm>
              <a:prstGeom prst="rect">
                <a:avLst/>
              </a:prstGeom>
              <a:solidFill>
                <a:srgbClr val="151518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95" name="0383 Rectangle 394"/>
              <p:cNvSpPr/>
              <p:nvPr/>
            </p:nvSpPr>
            <p:spPr>
              <a:xfrm>
                <a:off x="7748309" y="7884766"/>
                <a:ext cx="19892" cy="19892"/>
              </a:xfrm>
              <a:prstGeom prst="rect">
                <a:avLst/>
              </a:prstGeom>
              <a:solidFill>
                <a:srgbClr val="343735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96" name="0384 Rectangle 395"/>
              <p:cNvSpPr/>
              <p:nvPr/>
            </p:nvSpPr>
            <p:spPr>
              <a:xfrm>
                <a:off x="7767652" y="7884766"/>
                <a:ext cx="155293" cy="19892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97" name="0385 Rectangle 396"/>
              <p:cNvSpPr/>
              <p:nvPr/>
            </p:nvSpPr>
            <p:spPr>
              <a:xfrm>
                <a:off x="7922397" y="7884766"/>
                <a:ext cx="39235" cy="19892"/>
              </a:xfrm>
              <a:prstGeom prst="rect">
                <a:avLst/>
              </a:prstGeom>
              <a:solidFill>
                <a:srgbClr val="343735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98" name="0386 Rectangle 397"/>
              <p:cNvSpPr/>
              <p:nvPr/>
            </p:nvSpPr>
            <p:spPr>
              <a:xfrm>
                <a:off x="7961083" y="7884766"/>
                <a:ext cx="19892" cy="19892"/>
              </a:xfrm>
              <a:prstGeom prst="rect">
                <a:avLst/>
              </a:prstGeom>
              <a:solidFill>
                <a:srgbClr val="151518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99" name="0387 Rectangle 398"/>
              <p:cNvSpPr/>
              <p:nvPr/>
            </p:nvSpPr>
            <p:spPr>
              <a:xfrm>
                <a:off x="7728966" y="7904109"/>
                <a:ext cx="19892" cy="19892"/>
              </a:xfrm>
              <a:prstGeom prst="rect">
                <a:avLst/>
              </a:prstGeom>
              <a:solidFill>
                <a:srgbClr val="151518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00" name="0388 Rectangle 399"/>
              <p:cNvSpPr/>
              <p:nvPr/>
            </p:nvSpPr>
            <p:spPr>
              <a:xfrm>
                <a:off x="7748309" y="7904109"/>
                <a:ext cx="39235" cy="19892"/>
              </a:xfrm>
              <a:prstGeom prst="rect">
                <a:avLst/>
              </a:prstGeom>
              <a:solidFill>
                <a:srgbClr val="343735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01" name="0389 Rectangle 400"/>
              <p:cNvSpPr/>
              <p:nvPr/>
            </p:nvSpPr>
            <p:spPr>
              <a:xfrm>
                <a:off x="7786995" y="7904109"/>
                <a:ext cx="135950" cy="19892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02" name="0390 Rectangle 401"/>
              <p:cNvSpPr/>
              <p:nvPr/>
            </p:nvSpPr>
            <p:spPr>
              <a:xfrm>
                <a:off x="7922397" y="7904109"/>
                <a:ext cx="39235" cy="19892"/>
              </a:xfrm>
              <a:prstGeom prst="rect">
                <a:avLst/>
              </a:prstGeom>
              <a:solidFill>
                <a:srgbClr val="343735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03" name="0391 Rectangle 402"/>
              <p:cNvSpPr/>
              <p:nvPr/>
            </p:nvSpPr>
            <p:spPr>
              <a:xfrm>
                <a:off x="7961083" y="7904109"/>
                <a:ext cx="19892" cy="19892"/>
              </a:xfrm>
              <a:prstGeom prst="rect">
                <a:avLst/>
              </a:prstGeom>
              <a:solidFill>
                <a:srgbClr val="151518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04" name="0392 Rectangle 403"/>
              <p:cNvSpPr/>
              <p:nvPr/>
            </p:nvSpPr>
            <p:spPr>
              <a:xfrm>
                <a:off x="7728966" y="7923452"/>
                <a:ext cx="19892" cy="19892"/>
              </a:xfrm>
              <a:prstGeom prst="rect">
                <a:avLst/>
              </a:prstGeom>
              <a:solidFill>
                <a:srgbClr val="151518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05" name="0393 Rectangle 404"/>
              <p:cNvSpPr/>
              <p:nvPr/>
            </p:nvSpPr>
            <p:spPr>
              <a:xfrm>
                <a:off x="7748309" y="7923452"/>
                <a:ext cx="213322" cy="19892"/>
              </a:xfrm>
              <a:prstGeom prst="rect">
                <a:avLst/>
              </a:prstGeom>
              <a:solidFill>
                <a:srgbClr val="343735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06" name="0394 Rectangle 405"/>
              <p:cNvSpPr/>
              <p:nvPr/>
            </p:nvSpPr>
            <p:spPr>
              <a:xfrm>
                <a:off x="7961083" y="7923452"/>
                <a:ext cx="19892" cy="19892"/>
              </a:xfrm>
              <a:prstGeom prst="rect">
                <a:avLst/>
              </a:prstGeom>
              <a:solidFill>
                <a:srgbClr val="151518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07" name="0395 Rectangle 406"/>
              <p:cNvSpPr/>
              <p:nvPr/>
            </p:nvSpPr>
            <p:spPr>
              <a:xfrm>
                <a:off x="7728966" y="7942795"/>
                <a:ext cx="252009" cy="19892"/>
              </a:xfrm>
              <a:prstGeom prst="rect">
                <a:avLst/>
              </a:prstGeom>
              <a:solidFill>
                <a:srgbClr val="151518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</p:grpSp>
        <p:grpSp>
          <p:nvGrpSpPr>
            <p:cNvPr id="408" name="agent-king-773-920"/>
            <p:cNvGrpSpPr/>
            <p:nvPr/>
          </p:nvGrpSpPr>
          <p:grpSpPr>
            <a:xfrm>
              <a:off x="6839936" y="8181118"/>
              <a:ext cx="461152" cy="463624"/>
              <a:chOff x="6839936" y="8181118"/>
              <a:chExt cx="461152" cy="463624"/>
            </a:xfrm>
          </p:grpSpPr>
          <p:sp>
            <p:nvSpPr>
              <p:cNvPr id="409" name="0396 Rectangle 408"/>
              <p:cNvSpPr/>
              <p:nvPr/>
            </p:nvSpPr>
            <p:spPr>
              <a:xfrm>
                <a:off x="6839936" y="8181118"/>
                <a:ext cx="461152" cy="463624"/>
              </a:xfrm>
              <a:custGeom>
                <a:avLst/>
                <a:gdLst/>
                <a:ahLst/>
                <a:cxnLst/>
                <a:rect l="0" t="0" r="r" b="b"/>
                <a:pathLst>
                  <a:path w="50432" h="50703">
                    <a:moveTo>
                      <a:pt x="50351" y="25302"/>
                    </a:moveTo>
                    <a:cubicBezTo>
                      <a:pt x="50269" y="28911"/>
                      <a:pt x="48843" y="32752"/>
                      <a:pt x="47213" y="36011"/>
                    </a:cubicBezTo>
                    <a:cubicBezTo>
                      <a:pt x="45583" y="39270"/>
                      <a:pt x="43346" y="42568"/>
                      <a:pt x="40569" y="44856"/>
                    </a:cubicBezTo>
                    <a:cubicBezTo>
                      <a:pt x="37793" y="47144"/>
                      <a:pt x="34088" y="48896"/>
                      <a:pt x="30553" y="49737"/>
                    </a:cubicBezTo>
                    <a:cubicBezTo>
                      <a:pt x="27018" y="50579"/>
                      <a:pt x="22900" y="50703"/>
                      <a:pt x="19361" y="49903"/>
                    </a:cubicBezTo>
                    <a:cubicBezTo>
                      <a:pt x="15821" y="49103"/>
                      <a:pt x="12143" y="47227"/>
                      <a:pt x="9316" y="44939"/>
                    </a:cubicBezTo>
                    <a:cubicBezTo>
                      <a:pt x="6489" y="42650"/>
                      <a:pt x="3953" y="39446"/>
                      <a:pt x="2401" y="36173"/>
                    </a:cubicBezTo>
                    <a:cubicBezTo>
                      <a:pt x="849" y="32900"/>
                      <a:pt x="0" y="28924"/>
                      <a:pt x="4" y="25302"/>
                    </a:cubicBezTo>
                    <a:cubicBezTo>
                      <a:pt x="8" y="21680"/>
                      <a:pt x="837" y="17669"/>
                      <a:pt x="2426" y="14443"/>
                    </a:cubicBezTo>
                    <a:cubicBezTo>
                      <a:pt x="4016" y="11217"/>
                      <a:pt x="6714" y="8216"/>
                      <a:pt x="9541" y="5948"/>
                    </a:cubicBezTo>
                    <a:cubicBezTo>
                      <a:pt x="12369" y="3680"/>
                      <a:pt x="15892" y="1672"/>
                      <a:pt x="19391" y="836"/>
                    </a:cubicBezTo>
                    <a:cubicBezTo>
                      <a:pt x="22891" y="0"/>
                      <a:pt x="27017" y="102"/>
                      <a:pt x="30538" y="932"/>
                    </a:cubicBezTo>
                    <a:cubicBezTo>
                      <a:pt x="34058" y="1762"/>
                      <a:pt x="37654" y="3579"/>
                      <a:pt x="40515" y="5817"/>
                    </a:cubicBezTo>
                    <a:cubicBezTo>
                      <a:pt x="43376" y="8054"/>
                      <a:pt x="46064" y="11110"/>
                      <a:pt x="47703" y="14357"/>
                    </a:cubicBezTo>
                    <a:cubicBezTo>
                      <a:pt x="49342" y="17605"/>
                      <a:pt x="50432" y="21693"/>
                      <a:pt x="50351" y="25302"/>
                    </a:cubicBezTo>
                    <a:close/>
                  </a:path>
                </a:pathLst>
              </a:custGeom>
              <a:solidFill>
                <a:srgbClr val="D6BFDC"/>
              </a:solidFill>
              <a:ln w="54864" cap="rnd">
                <a:solidFill>
                  <a:srgbClr val="400076"/>
                </a:solidFill>
                <a:round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10" name="0397 Rectangle 409"/>
              <p:cNvSpPr/>
              <p:nvPr/>
            </p:nvSpPr>
            <p:spPr>
              <a:xfrm>
                <a:off x="6936779" y="8281914"/>
                <a:ext cx="263066" cy="261132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11" name="0398 Rectangle 410"/>
              <p:cNvSpPr/>
              <p:nvPr/>
            </p:nvSpPr>
            <p:spPr>
              <a:xfrm>
                <a:off x="6981268" y="8286750"/>
                <a:ext cx="19892" cy="19892"/>
              </a:xfrm>
              <a:prstGeom prst="rect">
                <a:avLst/>
              </a:prstGeom>
              <a:solidFill>
                <a:srgbClr val="151518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12" name="0399 Rectangle 411"/>
              <p:cNvSpPr/>
              <p:nvPr/>
            </p:nvSpPr>
            <p:spPr>
              <a:xfrm>
                <a:off x="7136013" y="8286750"/>
                <a:ext cx="19892" cy="19892"/>
              </a:xfrm>
              <a:prstGeom prst="rect">
                <a:avLst/>
              </a:prstGeom>
              <a:solidFill>
                <a:srgbClr val="151518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13" name="0400 Rectangle 412"/>
              <p:cNvSpPr/>
              <p:nvPr/>
            </p:nvSpPr>
            <p:spPr>
              <a:xfrm>
                <a:off x="6981268" y="8306093"/>
                <a:ext cx="19892" cy="19892"/>
              </a:xfrm>
              <a:prstGeom prst="rect">
                <a:avLst/>
              </a:prstGeom>
              <a:solidFill>
                <a:srgbClr val="151518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14" name="0401 Rectangle 413"/>
              <p:cNvSpPr/>
              <p:nvPr/>
            </p:nvSpPr>
            <p:spPr>
              <a:xfrm>
                <a:off x="7000611" y="8306093"/>
                <a:ext cx="19892" cy="19892"/>
              </a:xfrm>
              <a:prstGeom prst="rect">
                <a:avLst/>
              </a:prstGeom>
              <a:solidFill>
                <a:srgbClr val="FFF126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15" name="0402 Rectangle 414"/>
              <p:cNvSpPr/>
              <p:nvPr/>
            </p:nvSpPr>
            <p:spPr>
              <a:xfrm>
                <a:off x="7058640" y="8306093"/>
                <a:ext cx="19892" cy="19892"/>
              </a:xfrm>
              <a:prstGeom prst="rect">
                <a:avLst/>
              </a:prstGeom>
              <a:solidFill>
                <a:srgbClr val="151518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16" name="0403 Rectangle 415"/>
              <p:cNvSpPr/>
              <p:nvPr/>
            </p:nvSpPr>
            <p:spPr>
              <a:xfrm>
                <a:off x="7116670" y="8306093"/>
                <a:ext cx="19892" cy="19892"/>
              </a:xfrm>
              <a:prstGeom prst="rect">
                <a:avLst/>
              </a:prstGeom>
              <a:solidFill>
                <a:srgbClr val="FFF126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17" name="0404 Rectangle 416"/>
              <p:cNvSpPr/>
              <p:nvPr/>
            </p:nvSpPr>
            <p:spPr>
              <a:xfrm>
                <a:off x="7136013" y="8306093"/>
                <a:ext cx="19892" cy="19892"/>
              </a:xfrm>
              <a:prstGeom prst="rect">
                <a:avLst/>
              </a:prstGeom>
              <a:solidFill>
                <a:srgbClr val="151518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18" name="0405 Rectangle 417"/>
              <p:cNvSpPr/>
              <p:nvPr/>
            </p:nvSpPr>
            <p:spPr>
              <a:xfrm>
                <a:off x="6981268" y="8325436"/>
                <a:ext cx="19892" cy="19892"/>
              </a:xfrm>
              <a:prstGeom prst="rect">
                <a:avLst/>
              </a:prstGeom>
              <a:solidFill>
                <a:srgbClr val="151518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19" name="0406 Rectangle 418"/>
              <p:cNvSpPr/>
              <p:nvPr/>
            </p:nvSpPr>
            <p:spPr>
              <a:xfrm>
                <a:off x="7000611" y="8325436"/>
                <a:ext cx="39235" cy="19892"/>
              </a:xfrm>
              <a:prstGeom prst="rect">
                <a:avLst/>
              </a:prstGeom>
              <a:solidFill>
                <a:srgbClr val="FFF126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20" name="0407 Rectangle 419"/>
              <p:cNvSpPr/>
              <p:nvPr/>
            </p:nvSpPr>
            <p:spPr>
              <a:xfrm>
                <a:off x="7039297" y="8325436"/>
                <a:ext cx="19892" cy="19892"/>
              </a:xfrm>
              <a:prstGeom prst="rect">
                <a:avLst/>
              </a:prstGeom>
              <a:solidFill>
                <a:srgbClr val="151518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21" name="0408 Rectangle 420"/>
              <p:cNvSpPr/>
              <p:nvPr/>
            </p:nvSpPr>
            <p:spPr>
              <a:xfrm>
                <a:off x="7058640" y="8325436"/>
                <a:ext cx="19892" cy="19892"/>
              </a:xfrm>
              <a:prstGeom prst="rect">
                <a:avLst/>
              </a:prstGeom>
              <a:solidFill>
                <a:srgbClr val="FFF126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22" name="0409 Rectangle 421"/>
              <p:cNvSpPr/>
              <p:nvPr/>
            </p:nvSpPr>
            <p:spPr>
              <a:xfrm>
                <a:off x="7077984" y="8325436"/>
                <a:ext cx="19892" cy="19892"/>
              </a:xfrm>
              <a:prstGeom prst="rect">
                <a:avLst/>
              </a:prstGeom>
              <a:solidFill>
                <a:srgbClr val="151518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23" name="0410 Rectangle 422"/>
              <p:cNvSpPr/>
              <p:nvPr/>
            </p:nvSpPr>
            <p:spPr>
              <a:xfrm>
                <a:off x="7097327" y="8325436"/>
                <a:ext cx="39235" cy="19892"/>
              </a:xfrm>
              <a:prstGeom prst="rect">
                <a:avLst/>
              </a:prstGeom>
              <a:solidFill>
                <a:srgbClr val="FFF126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24" name="0411 Rectangle 423"/>
              <p:cNvSpPr/>
              <p:nvPr/>
            </p:nvSpPr>
            <p:spPr>
              <a:xfrm>
                <a:off x="7136013" y="8325436"/>
                <a:ext cx="19892" cy="19892"/>
              </a:xfrm>
              <a:prstGeom prst="rect">
                <a:avLst/>
              </a:prstGeom>
              <a:solidFill>
                <a:srgbClr val="151518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25" name="0412 Rectangle 424"/>
              <p:cNvSpPr/>
              <p:nvPr/>
            </p:nvSpPr>
            <p:spPr>
              <a:xfrm>
                <a:off x="6981268" y="8344779"/>
                <a:ext cx="19892" cy="19892"/>
              </a:xfrm>
              <a:prstGeom prst="rect">
                <a:avLst/>
              </a:prstGeom>
              <a:solidFill>
                <a:srgbClr val="151518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26" name="0413 Rectangle 425"/>
              <p:cNvSpPr/>
              <p:nvPr/>
            </p:nvSpPr>
            <p:spPr>
              <a:xfrm>
                <a:off x="7000611" y="8344779"/>
                <a:ext cx="135950" cy="19892"/>
              </a:xfrm>
              <a:prstGeom prst="rect">
                <a:avLst/>
              </a:prstGeom>
              <a:solidFill>
                <a:srgbClr val="FFF126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27" name="0414 Rectangle 426"/>
              <p:cNvSpPr/>
              <p:nvPr/>
            </p:nvSpPr>
            <p:spPr>
              <a:xfrm>
                <a:off x="7136013" y="8344779"/>
                <a:ext cx="19892" cy="19892"/>
              </a:xfrm>
              <a:prstGeom prst="rect">
                <a:avLst/>
              </a:prstGeom>
              <a:solidFill>
                <a:srgbClr val="151518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28" name="0415 Rectangle 427"/>
              <p:cNvSpPr/>
              <p:nvPr/>
            </p:nvSpPr>
            <p:spPr>
              <a:xfrm>
                <a:off x="6981268" y="8364122"/>
                <a:ext cx="19892" cy="19892"/>
              </a:xfrm>
              <a:prstGeom prst="rect">
                <a:avLst/>
              </a:prstGeom>
              <a:solidFill>
                <a:srgbClr val="151518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29" name="0416 Rectangle 428"/>
              <p:cNvSpPr/>
              <p:nvPr/>
            </p:nvSpPr>
            <p:spPr>
              <a:xfrm>
                <a:off x="7000611" y="8364122"/>
                <a:ext cx="19892" cy="19892"/>
              </a:xfrm>
              <a:prstGeom prst="rect">
                <a:avLst/>
              </a:prstGeom>
              <a:solidFill>
                <a:srgbClr val="FFF126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30" name="0417 Rectangle 429"/>
              <p:cNvSpPr/>
              <p:nvPr/>
            </p:nvSpPr>
            <p:spPr>
              <a:xfrm>
                <a:off x="7019954" y="8364122"/>
                <a:ext cx="19892" cy="19892"/>
              </a:xfrm>
              <a:prstGeom prst="rect">
                <a:avLst/>
              </a:prstGeom>
              <a:solidFill>
                <a:srgbClr val="FF263E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31" name="0418 Rectangle 430"/>
              <p:cNvSpPr/>
              <p:nvPr/>
            </p:nvSpPr>
            <p:spPr>
              <a:xfrm>
                <a:off x="7039297" y="8364122"/>
                <a:ext cx="19892" cy="19892"/>
              </a:xfrm>
              <a:prstGeom prst="rect">
                <a:avLst/>
              </a:prstGeom>
              <a:solidFill>
                <a:srgbClr val="FFF126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32" name="0419 Rectangle 431"/>
              <p:cNvSpPr/>
              <p:nvPr/>
            </p:nvSpPr>
            <p:spPr>
              <a:xfrm>
                <a:off x="7058640" y="8364122"/>
                <a:ext cx="19892" cy="19892"/>
              </a:xfrm>
              <a:prstGeom prst="rect">
                <a:avLst/>
              </a:prstGeom>
              <a:solidFill>
                <a:srgbClr val="FF263E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33" name="0420 Rectangle 432"/>
              <p:cNvSpPr/>
              <p:nvPr/>
            </p:nvSpPr>
            <p:spPr>
              <a:xfrm>
                <a:off x="7077984" y="8364122"/>
                <a:ext cx="19892" cy="19892"/>
              </a:xfrm>
              <a:prstGeom prst="rect">
                <a:avLst/>
              </a:prstGeom>
              <a:solidFill>
                <a:srgbClr val="FFF126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34" name="0421 Rectangle 433"/>
              <p:cNvSpPr/>
              <p:nvPr/>
            </p:nvSpPr>
            <p:spPr>
              <a:xfrm>
                <a:off x="7097327" y="8364122"/>
                <a:ext cx="19892" cy="19892"/>
              </a:xfrm>
              <a:prstGeom prst="rect">
                <a:avLst/>
              </a:prstGeom>
              <a:solidFill>
                <a:srgbClr val="FF263E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35" name="0422 Rectangle 434"/>
              <p:cNvSpPr/>
              <p:nvPr/>
            </p:nvSpPr>
            <p:spPr>
              <a:xfrm>
                <a:off x="7116670" y="8364122"/>
                <a:ext cx="19892" cy="19892"/>
              </a:xfrm>
              <a:prstGeom prst="rect">
                <a:avLst/>
              </a:prstGeom>
              <a:solidFill>
                <a:srgbClr val="FFF126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36" name="0423 Rectangle 435"/>
              <p:cNvSpPr/>
              <p:nvPr/>
            </p:nvSpPr>
            <p:spPr>
              <a:xfrm>
                <a:off x="7136013" y="8364122"/>
                <a:ext cx="19892" cy="19892"/>
              </a:xfrm>
              <a:prstGeom prst="rect">
                <a:avLst/>
              </a:prstGeom>
              <a:solidFill>
                <a:srgbClr val="151518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37" name="0424 Rectangle 436"/>
              <p:cNvSpPr/>
              <p:nvPr/>
            </p:nvSpPr>
            <p:spPr>
              <a:xfrm>
                <a:off x="6981268" y="8383465"/>
                <a:ext cx="19892" cy="19892"/>
              </a:xfrm>
              <a:prstGeom prst="rect">
                <a:avLst/>
              </a:prstGeom>
              <a:solidFill>
                <a:srgbClr val="151518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38" name="0425 Rectangle 437"/>
              <p:cNvSpPr/>
              <p:nvPr/>
            </p:nvSpPr>
            <p:spPr>
              <a:xfrm>
                <a:off x="7000611" y="8383465"/>
                <a:ext cx="135950" cy="19892"/>
              </a:xfrm>
              <a:prstGeom prst="rect">
                <a:avLst/>
              </a:prstGeom>
              <a:solidFill>
                <a:srgbClr val="FFF126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39" name="0426 Rectangle 438"/>
              <p:cNvSpPr/>
              <p:nvPr/>
            </p:nvSpPr>
            <p:spPr>
              <a:xfrm>
                <a:off x="7136013" y="8383465"/>
                <a:ext cx="19892" cy="19892"/>
              </a:xfrm>
              <a:prstGeom prst="rect">
                <a:avLst/>
              </a:prstGeom>
              <a:solidFill>
                <a:srgbClr val="151518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40" name="0427 Rectangle 439"/>
              <p:cNvSpPr/>
              <p:nvPr/>
            </p:nvSpPr>
            <p:spPr>
              <a:xfrm>
                <a:off x="6981268" y="8402808"/>
                <a:ext cx="19892" cy="19892"/>
              </a:xfrm>
              <a:prstGeom prst="rect">
                <a:avLst/>
              </a:prstGeom>
              <a:solidFill>
                <a:srgbClr val="151518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41" name="0428 Rectangle 440"/>
              <p:cNvSpPr/>
              <p:nvPr/>
            </p:nvSpPr>
            <p:spPr>
              <a:xfrm>
                <a:off x="7000611" y="8402808"/>
                <a:ext cx="135950" cy="19892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42" name="0429 Rectangle 441"/>
              <p:cNvSpPr/>
              <p:nvPr/>
            </p:nvSpPr>
            <p:spPr>
              <a:xfrm>
                <a:off x="7136013" y="8402808"/>
                <a:ext cx="19892" cy="19892"/>
              </a:xfrm>
              <a:prstGeom prst="rect">
                <a:avLst/>
              </a:prstGeom>
              <a:solidFill>
                <a:srgbClr val="151518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43" name="0430 Rectangle 442"/>
              <p:cNvSpPr/>
              <p:nvPr/>
            </p:nvSpPr>
            <p:spPr>
              <a:xfrm>
                <a:off x="6981268" y="8422152"/>
                <a:ext cx="19892" cy="19892"/>
              </a:xfrm>
              <a:prstGeom prst="rect">
                <a:avLst/>
              </a:prstGeom>
              <a:solidFill>
                <a:srgbClr val="151518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44" name="0431 Rectangle 443"/>
              <p:cNvSpPr/>
              <p:nvPr/>
            </p:nvSpPr>
            <p:spPr>
              <a:xfrm>
                <a:off x="7000611" y="8422152"/>
                <a:ext cx="19892" cy="19892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45" name="0432 Rectangle 444"/>
              <p:cNvSpPr/>
              <p:nvPr/>
            </p:nvSpPr>
            <p:spPr>
              <a:xfrm>
                <a:off x="7019954" y="8422152"/>
                <a:ext cx="19892" cy="19892"/>
              </a:xfrm>
              <a:prstGeom prst="rect">
                <a:avLst/>
              </a:prstGeom>
              <a:solidFill>
                <a:srgbClr val="151518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46" name="0433 Rectangle 445"/>
              <p:cNvSpPr/>
              <p:nvPr/>
            </p:nvSpPr>
            <p:spPr>
              <a:xfrm>
                <a:off x="7039297" y="8422152"/>
                <a:ext cx="39235" cy="19892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47" name="0434 Rectangle 446"/>
              <p:cNvSpPr/>
              <p:nvPr/>
            </p:nvSpPr>
            <p:spPr>
              <a:xfrm>
                <a:off x="7077984" y="8422152"/>
                <a:ext cx="19892" cy="19892"/>
              </a:xfrm>
              <a:prstGeom prst="rect">
                <a:avLst/>
              </a:prstGeom>
              <a:solidFill>
                <a:srgbClr val="151518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48" name="0435 Rectangle 447"/>
              <p:cNvSpPr/>
              <p:nvPr/>
            </p:nvSpPr>
            <p:spPr>
              <a:xfrm>
                <a:off x="7097327" y="8422152"/>
                <a:ext cx="39235" cy="19892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49" name="0436 Rectangle 448"/>
              <p:cNvSpPr/>
              <p:nvPr/>
            </p:nvSpPr>
            <p:spPr>
              <a:xfrm>
                <a:off x="7136013" y="8422152"/>
                <a:ext cx="19892" cy="19892"/>
              </a:xfrm>
              <a:prstGeom prst="rect">
                <a:avLst/>
              </a:prstGeom>
              <a:solidFill>
                <a:srgbClr val="151518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50" name="0437 Rectangle 449"/>
              <p:cNvSpPr/>
              <p:nvPr/>
            </p:nvSpPr>
            <p:spPr>
              <a:xfrm>
                <a:off x="6981268" y="8441495"/>
                <a:ext cx="19892" cy="19892"/>
              </a:xfrm>
              <a:prstGeom prst="rect">
                <a:avLst/>
              </a:prstGeom>
              <a:solidFill>
                <a:srgbClr val="151518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51" name="0438 Rectangle 450"/>
              <p:cNvSpPr/>
              <p:nvPr/>
            </p:nvSpPr>
            <p:spPr>
              <a:xfrm>
                <a:off x="7000611" y="8441495"/>
                <a:ext cx="116607" cy="19892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52" name="0439 Rectangle 451"/>
              <p:cNvSpPr/>
              <p:nvPr/>
            </p:nvSpPr>
            <p:spPr>
              <a:xfrm>
                <a:off x="7116670" y="8441495"/>
                <a:ext cx="19892" cy="19892"/>
              </a:xfrm>
              <a:prstGeom prst="rect">
                <a:avLst/>
              </a:prstGeom>
              <a:solidFill>
                <a:srgbClr val="061CDE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53" name="0440 Rectangle 452"/>
              <p:cNvSpPr/>
              <p:nvPr/>
            </p:nvSpPr>
            <p:spPr>
              <a:xfrm>
                <a:off x="7136013" y="8441495"/>
                <a:ext cx="19892" cy="19892"/>
              </a:xfrm>
              <a:prstGeom prst="rect">
                <a:avLst/>
              </a:prstGeom>
              <a:solidFill>
                <a:srgbClr val="151518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54" name="0441 Rectangle 453"/>
              <p:cNvSpPr/>
              <p:nvPr/>
            </p:nvSpPr>
            <p:spPr>
              <a:xfrm>
                <a:off x="6981268" y="8460838"/>
                <a:ext cx="19892" cy="19892"/>
              </a:xfrm>
              <a:prstGeom prst="rect">
                <a:avLst/>
              </a:prstGeom>
              <a:solidFill>
                <a:srgbClr val="151518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55" name="0442 Rectangle 454"/>
              <p:cNvSpPr/>
              <p:nvPr/>
            </p:nvSpPr>
            <p:spPr>
              <a:xfrm>
                <a:off x="7000611" y="8460838"/>
                <a:ext cx="58578" cy="19892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56" name="0443 Rectangle 455"/>
              <p:cNvSpPr/>
              <p:nvPr/>
            </p:nvSpPr>
            <p:spPr>
              <a:xfrm>
                <a:off x="7058640" y="8460838"/>
                <a:ext cx="19892" cy="19892"/>
              </a:xfrm>
              <a:prstGeom prst="rect">
                <a:avLst/>
              </a:prstGeom>
              <a:solidFill>
                <a:srgbClr val="151518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57" name="0444 Rectangle 456"/>
              <p:cNvSpPr/>
              <p:nvPr/>
            </p:nvSpPr>
            <p:spPr>
              <a:xfrm>
                <a:off x="7077984" y="8460838"/>
                <a:ext cx="19892" cy="19892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58" name="0445 Rectangle 457"/>
              <p:cNvSpPr/>
              <p:nvPr/>
            </p:nvSpPr>
            <p:spPr>
              <a:xfrm>
                <a:off x="7097327" y="8460838"/>
                <a:ext cx="39235" cy="19892"/>
              </a:xfrm>
              <a:prstGeom prst="rect">
                <a:avLst/>
              </a:prstGeom>
              <a:solidFill>
                <a:srgbClr val="061CDE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59" name="0446 Rectangle 458"/>
              <p:cNvSpPr/>
              <p:nvPr/>
            </p:nvSpPr>
            <p:spPr>
              <a:xfrm>
                <a:off x="7136013" y="8460838"/>
                <a:ext cx="19892" cy="19892"/>
              </a:xfrm>
              <a:prstGeom prst="rect">
                <a:avLst/>
              </a:prstGeom>
              <a:solidFill>
                <a:srgbClr val="151518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60" name="0447 Rectangle 459"/>
              <p:cNvSpPr/>
              <p:nvPr/>
            </p:nvSpPr>
            <p:spPr>
              <a:xfrm>
                <a:off x="6981268" y="8480181"/>
                <a:ext cx="19892" cy="19892"/>
              </a:xfrm>
              <a:prstGeom prst="rect">
                <a:avLst/>
              </a:prstGeom>
              <a:solidFill>
                <a:srgbClr val="151518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61" name="0448 Rectangle 460"/>
              <p:cNvSpPr/>
              <p:nvPr/>
            </p:nvSpPr>
            <p:spPr>
              <a:xfrm>
                <a:off x="7000611" y="8480181"/>
                <a:ext cx="19892" cy="19892"/>
              </a:xfrm>
              <a:prstGeom prst="rect">
                <a:avLst/>
              </a:prstGeom>
              <a:solidFill>
                <a:srgbClr val="061CDE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62" name="0449 Rectangle 461"/>
              <p:cNvSpPr/>
              <p:nvPr/>
            </p:nvSpPr>
            <p:spPr>
              <a:xfrm>
                <a:off x="7019954" y="8480181"/>
                <a:ext cx="58578" cy="19892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63" name="0450 Rectangle 462"/>
              <p:cNvSpPr/>
              <p:nvPr/>
            </p:nvSpPr>
            <p:spPr>
              <a:xfrm>
                <a:off x="7077984" y="8480181"/>
                <a:ext cx="58578" cy="19892"/>
              </a:xfrm>
              <a:prstGeom prst="rect">
                <a:avLst/>
              </a:prstGeom>
              <a:solidFill>
                <a:srgbClr val="061CDE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64" name="0451 Rectangle 463"/>
              <p:cNvSpPr/>
              <p:nvPr/>
            </p:nvSpPr>
            <p:spPr>
              <a:xfrm>
                <a:off x="7136013" y="8480181"/>
                <a:ext cx="19892" cy="19892"/>
              </a:xfrm>
              <a:prstGeom prst="rect">
                <a:avLst/>
              </a:prstGeom>
              <a:solidFill>
                <a:srgbClr val="151518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65" name="0452 Rectangle 464"/>
              <p:cNvSpPr/>
              <p:nvPr/>
            </p:nvSpPr>
            <p:spPr>
              <a:xfrm>
                <a:off x="6981268" y="8499524"/>
                <a:ext cx="19892" cy="19892"/>
              </a:xfrm>
              <a:prstGeom prst="rect">
                <a:avLst/>
              </a:prstGeom>
              <a:solidFill>
                <a:srgbClr val="151518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66" name="0453 Rectangle 465"/>
              <p:cNvSpPr/>
              <p:nvPr/>
            </p:nvSpPr>
            <p:spPr>
              <a:xfrm>
                <a:off x="7000611" y="8499524"/>
                <a:ext cx="135950" cy="19892"/>
              </a:xfrm>
              <a:prstGeom prst="rect">
                <a:avLst/>
              </a:prstGeom>
              <a:solidFill>
                <a:srgbClr val="061CDE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67" name="0454 Rectangle 466"/>
              <p:cNvSpPr/>
              <p:nvPr/>
            </p:nvSpPr>
            <p:spPr>
              <a:xfrm>
                <a:off x="7136013" y="8499524"/>
                <a:ext cx="19892" cy="19892"/>
              </a:xfrm>
              <a:prstGeom prst="rect">
                <a:avLst/>
              </a:prstGeom>
              <a:solidFill>
                <a:srgbClr val="151518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68" name="0455 Rectangle 467"/>
              <p:cNvSpPr/>
              <p:nvPr/>
            </p:nvSpPr>
            <p:spPr>
              <a:xfrm>
                <a:off x="6981268" y="8518867"/>
                <a:ext cx="174636" cy="19892"/>
              </a:xfrm>
              <a:prstGeom prst="rect">
                <a:avLst/>
              </a:prstGeom>
              <a:solidFill>
                <a:srgbClr val="151518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</p:grpSp>
        <p:grpSp>
          <p:nvGrpSpPr>
            <p:cNvPr id="469" name="agent-slime-674-972"/>
            <p:cNvGrpSpPr/>
            <p:nvPr/>
          </p:nvGrpSpPr>
          <p:grpSpPr>
            <a:xfrm>
              <a:off x="5933013" y="8657140"/>
              <a:ext cx="458400" cy="461994"/>
              <a:chOff x="5933013" y="8657140"/>
              <a:chExt cx="458400" cy="461994"/>
            </a:xfrm>
          </p:grpSpPr>
          <p:sp>
            <p:nvSpPr>
              <p:cNvPr id="470" name="0456 Rectangle 469"/>
              <p:cNvSpPr/>
              <p:nvPr/>
            </p:nvSpPr>
            <p:spPr>
              <a:xfrm>
                <a:off x="5933013" y="8657140"/>
                <a:ext cx="458400" cy="461994"/>
              </a:xfrm>
              <a:custGeom>
                <a:avLst/>
                <a:gdLst/>
                <a:ahLst/>
                <a:cxnLst/>
                <a:rect l="0" t="0" r="r" b="b"/>
                <a:pathLst>
                  <a:path w="50131" h="50524">
                    <a:moveTo>
                      <a:pt x="50079" y="25244"/>
                    </a:moveTo>
                    <a:cubicBezTo>
                      <a:pt x="50027" y="28859"/>
                      <a:pt x="49081" y="32759"/>
                      <a:pt x="47523" y="36014"/>
                    </a:cubicBezTo>
                    <a:cubicBezTo>
                      <a:pt x="45965" y="39269"/>
                      <a:pt x="43526" y="42480"/>
                      <a:pt x="40731" y="44772"/>
                    </a:cubicBezTo>
                    <a:cubicBezTo>
                      <a:pt x="37937" y="47064"/>
                      <a:pt x="34266" y="49011"/>
                      <a:pt x="30755" y="49768"/>
                    </a:cubicBezTo>
                    <a:cubicBezTo>
                      <a:pt x="27244" y="50524"/>
                      <a:pt x="23192" y="50146"/>
                      <a:pt x="19664" y="49313"/>
                    </a:cubicBezTo>
                    <a:cubicBezTo>
                      <a:pt x="16136" y="48479"/>
                      <a:pt x="12414" y="46977"/>
                      <a:pt x="9588" y="44768"/>
                    </a:cubicBezTo>
                    <a:cubicBezTo>
                      <a:pt x="6762" y="42558"/>
                      <a:pt x="4299" y="39309"/>
                      <a:pt x="2708" y="36055"/>
                    </a:cubicBezTo>
                    <a:cubicBezTo>
                      <a:pt x="1118" y="32801"/>
                      <a:pt x="0" y="28825"/>
                      <a:pt x="46" y="25244"/>
                    </a:cubicBezTo>
                    <a:cubicBezTo>
                      <a:pt x="92" y="21662"/>
                      <a:pt x="1408" y="17837"/>
                      <a:pt x="2985" y="14566"/>
                    </a:cubicBezTo>
                    <a:cubicBezTo>
                      <a:pt x="4561" y="11295"/>
                      <a:pt x="6742" y="7918"/>
                      <a:pt x="9506" y="5617"/>
                    </a:cubicBezTo>
                    <a:cubicBezTo>
                      <a:pt x="12270" y="3316"/>
                      <a:pt x="16041" y="1519"/>
                      <a:pt x="19569" y="759"/>
                    </a:cubicBezTo>
                    <a:cubicBezTo>
                      <a:pt x="23098" y="0"/>
                      <a:pt x="27102" y="295"/>
                      <a:pt x="30677" y="1061"/>
                    </a:cubicBezTo>
                    <a:cubicBezTo>
                      <a:pt x="34252" y="1826"/>
                      <a:pt x="38159" y="3144"/>
                      <a:pt x="41019" y="5354"/>
                    </a:cubicBezTo>
                    <a:cubicBezTo>
                      <a:pt x="43879" y="7564"/>
                      <a:pt x="46326" y="11007"/>
                      <a:pt x="47836" y="14322"/>
                    </a:cubicBezTo>
                    <a:cubicBezTo>
                      <a:pt x="49346" y="17637"/>
                      <a:pt x="50131" y="21628"/>
                      <a:pt x="50079" y="25244"/>
                    </a:cubicBezTo>
                    <a:close/>
                  </a:path>
                </a:pathLst>
              </a:custGeom>
              <a:solidFill>
                <a:srgbClr val="D298F3"/>
              </a:solidFill>
              <a:ln w="54864" cap="rnd">
                <a:solidFill>
                  <a:srgbClr val="400076"/>
                </a:solidFill>
                <a:round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71" name="0457 Rectangle 470"/>
              <p:cNvSpPr/>
              <p:nvPr/>
            </p:nvSpPr>
            <p:spPr>
              <a:xfrm>
                <a:off x="6031523" y="8757402"/>
                <a:ext cx="263066" cy="261132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72" name="0458 Rectangle 471"/>
              <p:cNvSpPr/>
              <p:nvPr/>
            </p:nvSpPr>
            <p:spPr>
              <a:xfrm>
                <a:off x="6134041" y="8762238"/>
                <a:ext cx="39235" cy="19892"/>
              </a:xfrm>
              <a:prstGeom prst="rect">
                <a:avLst/>
              </a:prstGeom>
              <a:solidFill>
                <a:srgbClr val="151518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73" name="0459 Rectangle 472"/>
              <p:cNvSpPr/>
              <p:nvPr/>
            </p:nvSpPr>
            <p:spPr>
              <a:xfrm>
                <a:off x="6114698" y="8781581"/>
                <a:ext cx="19892" cy="19892"/>
              </a:xfrm>
              <a:prstGeom prst="rect">
                <a:avLst/>
              </a:prstGeom>
              <a:solidFill>
                <a:srgbClr val="151518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74" name="0460 Rectangle 473"/>
              <p:cNvSpPr/>
              <p:nvPr/>
            </p:nvSpPr>
            <p:spPr>
              <a:xfrm>
                <a:off x="6134041" y="8781581"/>
                <a:ext cx="39235" cy="19892"/>
              </a:xfrm>
              <a:prstGeom prst="rect">
                <a:avLst/>
              </a:prstGeom>
              <a:solidFill>
                <a:srgbClr val="B967E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75" name="0461 Rectangle 474"/>
              <p:cNvSpPr/>
              <p:nvPr/>
            </p:nvSpPr>
            <p:spPr>
              <a:xfrm>
                <a:off x="6172728" y="8781581"/>
                <a:ext cx="19892" cy="19892"/>
              </a:xfrm>
              <a:prstGeom prst="rect">
                <a:avLst/>
              </a:prstGeom>
              <a:solidFill>
                <a:srgbClr val="151518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76" name="0462 Rectangle 475"/>
              <p:cNvSpPr/>
              <p:nvPr/>
            </p:nvSpPr>
            <p:spPr>
              <a:xfrm>
                <a:off x="6095355" y="8800924"/>
                <a:ext cx="19892" cy="19892"/>
              </a:xfrm>
              <a:prstGeom prst="rect">
                <a:avLst/>
              </a:prstGeom>
              <a:solidFill>
                <a:srgbClr val="151518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77" name="0463 Rectangle 476"/>
              <p:cNvSpPr/>
              <p:nvPr/>
            </p:nvSpPr>
            <p:spPr>
              <a:xfrm>
                <a:off x="6114698" y="8800924"/>
                <a:ext cx="19892" cy="19892"/>
              </a:xfrm>
              <a:prstGeom prst="rect">
                <a:avLst/>
              </a:prstGeom>
              <a:solidFill>
                <a:srgbClr val="B967E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78" name="0464 Rectangle 477"/>
              <p:cNvSpPr/>
              <p:nvPr/>
            </p:nvSpPr>
            <p:spPr>
              <a:xfrm>
                <a:off x="6134041" y="8800924"/>
                <a:ext cx="19892" cy="19892"/>
              </a:xfrm>
              <a:prstGeom prst="rect">
                <a:avLst/>
              </a:prstGeom>
              <a:solidFill>
                <a:srgbClr val="FFF126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79" name="0465 Rectangle 478"/>
              <p:cNvSpPr/>
              <p:nvPr/>
            </p:nvSpPr>
            <p:spPr>
              <a:xfrm>
                <a:off x="6153384" y="8800924"/>
                <a:ext cx="39235" cy="19892"/>
              </a:xfrm>
              <a:prstGeom prst="rect">
                <a:avLst/>
              </a:prstGeom>
              <a:solidFill>
                <a:srgbClr val="B967E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80" name="0466 Rectangle 479"/>
              <p:cNvSpPr/>
              <p:nvPr/>
            </p:nvSpPr>
            <p:spPr>
              <a:xfrm>
                <a:off x="6192071" y="8800924"/>
                <a:ext cx="19892" cy="19892"/>
              </a:xfrm>
              <a:prstGeom prst="rect">
                <a:avLst/>
              </a:prstGeom>
              <a:solidFill>
                <a:srgbClr val="151518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81" name="0467 Rectangle 480"/>
              <p:cNvSpPr/>
              <p:nvPr/>
            </p:nvSpPr>
            <p:spPr>
              <a:xfrm>
                <a:off x="6095355" y="8820267"/>
                <a:ext cx="19892" cy="19892"/>
              </a:xfrm>
              <a:prstGeom prst="rect">
                <a:avLst/>
              </a:prstGeom>
              <a:solidFill>
                <a:srgbClr val="151518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82" name="0468 Rectangle 481"/>
              <p:cNvSpPr/>
              <p:nvPr/>
            </p:nvSpPr>
            <p:spPr>
              <a:xfrm>
                <a:off x="6114698" y="8820267"/>
                <a:ext cx="77921" cy="19892"/>
              </a:xfrm>
              <a:prstGeom prst="rect">
                <a:avLst/>
              </a:prstGeom>
              <a:solidFill>
                <a:srgbClr val="B967E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83" name="0469 Rectangle 482"/>
              <p:cNvSpPr/>
              <p:nvPr/>
            </p:nvSpPr>
            <p:spPr>
              <a:xfrm>
                <a:off x="6192071" y="8820267"/>
                <a:ext cx="19892" cy="19892"/>
              </a:xfrm>
              <a:prstGeom prst="rect">
                <a:avLst/>
              </a:prstGeom>
              <a:solidFill>
                <a:srgbClr val="151518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84" name="0470 Rectangle 483"/>
              <p:cNvSpPr/>
              <p:nvPr/>
            </p:nvSpPr>
            <p:spPr>
              <a:xfrm>
                <a:off x="6076012" y="8839610"/>
                <a:ext cx="19892" cy="19892"/>
              </a:xfrm>
              <a:prstGeom prst="rect">
                <a:avLst/>
              </a:prstGeom>
              <a:solidFill>
                <a:srgbClr val="151518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85" name="0471 Rectangle 484"/>
              <p:cNvSpPr/>
              <p:nvPr/>
            </p:nvSpPr>
            <p:spPr>
              <a:xfrm>
                <a:off x="6095355" y="8839610"/>
                <a:ext cx="116607" cy="19892"/>
              </a:xfrm>
              <a:prstGeom prst="rect">
                <a:avLst/>
              </a:prstGeom>
              <a:solidFill>
                <a:srgbClr val="B967E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86" name="0472 Rectangle 485"/>
              <p:cNvSpPr/>
              <p:nvPr/>
            </p:nvSpPr>
            <p:spPr>
              <a:xfrm>
                <a:off x="6211414" y="8839610"/>
                <a:ext cx="19892" cy="19892"/>
              </a:xfrm>
              <a:prstGeom prst="rect">
                <a:avLst/>
              </a:prstGeom>
              <a:solidFill>
                <a:srgbClr val="151518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87" name="0473 Rectangle 486"/>
              <p:cNvSpPr/>
              <p:nvPr/>
            </p:nvSpPr>
            <p:spPr>
              <a:xfrm>
                <a:off x="6076012" y="8858953"/>
                <a:ext cx="19892" cy="19892"/>
              </a:xfrm>
              <a:prstGeom prst="rect">
                <a:avLst/>
              </a:prstGeom>
              <a:solidFill>
                <a:srgbClr val="151518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88" name="0474 Rectangle 487"/>
              <p:cNvSpPr/>
              <p:nvPr/>
            </p:nvSpPr>
            <p:spPr>
              <a:xfrm>
                <a:off x="6095355" y="8858953"/>
                <a:ext cx="19892" cy="19892"/>
              </a:xfrm>
              <a:prstGeom prst="rect">
                <a:avLst/>
              </a:prstGeom>
              <a:solidFill>
                <a:srgbClr val="B967E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89" name="0475 Rectangle 488"/>
              <p:cNvSpPr/>
              <p:nvPr/>
            </p:nvSpPr>
            <p:spPr>
              <a:xfrm>
                <a:off x="6114698" y="8858953"/>
                <a:ext cx="19892" cy="19892"/>
              </a:xfrm>
              <a:prstGeom prst="rect">
                <a:avLst/>
              </a:prstGeom>
              <a:solidFill>
                <a:srgbClr val="151518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90" name="0476 Rectangle 489"/>
              <p:cNvSpPr/>
              <p:nvPr/>
            </p:nvSpPr>
            <p:spPr>
              <a:xfrm>
                <a:off x="6134041" y="8858953"/>
                <a:ext cx="19892" cy="19892"/>
              </a:xfrm>
              <a:prstGeom prst="rect">
                <a:avLst/>
              </a:prstGeom>
              <a:solidFill>
                <a:srgbClr val="B967E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91" name="0477 Rectangle 490"/>
              <p:cNvSpPr/>
              <p:nvPr/>
            </p:nvSpPr>
            <p:spPr>
              <a:xfrm>
                <a:off x="6153384" y="8858953"/>
                <a:ext cx="19892" cy="19892"/>
              </a:xfrm>
              <a:prstGeom prst="rect">
                <a:avLst/>
              </a:prstGeom>
              <a:solidFill>
                <a:srgbClr val="151518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92" name="0478 Rectangle 491"/>
              <p:cNvSpPr/>
              <p:nvPr/>
            </p:nvSpPr>
            <p:spPr>
              <a:xfrm>
                <a:off x="6172728" y="8858953"/>
                <a:ext cx="39235" cy="19892"/>
              </a:xfrm>
              <a:prstGeom prst="rect">
                <a:avLst/>
              </a:prstGeom>
              <a:solidFill>
                <a:srgbClr val="B967E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93" name="0479 Rectangle 492"/>
              <p:cNvSpPr/>
              <p:nvPr/>
            </p:nvSpPr>
            <p:spPr>
              <a:xfrm>
                <a:off x="6211414" y="8858953"/>
                <a:ext cx="19892" cy="19892"/>
              </a:xfrm>
              <a:prstGeom prst="rect">
                <a:avLst/>
              </a:prstGeom>
              <a:solidFill>
                <a:srgbClr val="151518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94" name="0480 Rectangle 493"/>
              <p:cNvSpPr/>
              <p:nvPr/>
            </p:nvSpPr>
            <p:spPr>
              <a:xfrm>
                <a:off x="6056669" y="8878296"/>
                <a:ext cx="19892" cy="19892"/>
              </a:xfrm>
              <a:prstGeom prst="rect">
                <a:avLst/>
              </a:prstGeom>
              <a:solidFill>
                <a:srgbClr val="151518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95" name="0481 Rectangle 494"/>
              <p:cNvSpPr/>
              <p:nvPr/>
            </p:nvSpPr>
            <p:spPr>
              <a:xfrm>
                <a:off x="6076012" y="8878296"/>
                <a:ext cx="155293" cy="19892"/>
              </a:xfrm>
              <a:prstGeom prst="rect">
                <a:avLst/>
              </a:prstGeom>
              <a:solidFill>
                <a:srgbClr val="B967E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96" name="0482 Rectangle 495"/>
              <p:cNvSpPr/>
              <p:nvPr/>
            </p:nvSpPr>
            <p:spPr>
              <a:xfrm>
                <a:off x="6230757" y="8878296"/>
                <a:ext cx="19892" cy="19892"/>
              </a:xfrm>
              <a:prstGeom prst="rect">
                <a:avLst/>
              </a:prstGeom>
              <a:solidFill>
                <a:srgbClr val="151518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97" name="0483 Rectangle 496"/>
              <p:cNvSpPr/>
              <p:nvPr/>
            </p:nvSpPr>
            <p:spPr>
              <a:xfrm>
                <a:off x="6056669" y="8897640"/>
                <a:ext cx="19892" cy="19892"/>
              </a:xfrm>
              <a:prstGeom prst="rect">
                <a:avLst/>
              </a:prstGeom>
              <a:solidFill>
                <a:srgbClr val="151518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98" name="0484 Rectangle 497"/>
              <p:cNvSpPr/>
              <p:nvPr/>
            </p:nvSpPr>
            <p:spPr>
              <a:xfrm>
                <a:off x="6076012" y="8897640"/>
                <a:ext cx="39235" cy="19892"/>
              </a:xfrm>
              <a:prstGeom prst="rect">
                <a:avLst/>
              </a:prstGeom>
              <a:solidFill>
                <a:srgbClr val="B967E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99" name="0485 Rectangle 498"/>
              <p:cNvSpPr/>
              <p:nvPr/>
            </p:nvSpPr>
            <p:spPr>
              <a:xfrm>
                <a:off x="6114698" y="8897640"/>
                <a:ext cx="19892" cy="19892"/>
              </a:xfrm>
              <a:prstGeom prst="rect">
                <a:avLst/>
              </a:prstGeom>
              <a:solidFill>
                <a:srgbClr val="F682D5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00" name="0486 Rectangle 499"/>
              <p:cNvSpPr/>
              <p:nvPr/>
            </p:nvSpPr>
            <p:spPr>
              <a:xfrm>
                <a:off x="6134041" y="8897640"/>
                <a:ext cx="39235" cy="19892"/>
              </a:xfrm>
              <a:prstGeom prst="rect">
                <a:avLst/>
              </a:prstGeom>
              <a:solidFill>
                <a:srgbClr val="B967E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01" name="0487 Rectangle 500"/>
              <p:cNvSpPr/>
              <p:nvPr/>
            </p:nvSpPr>
            <p:spPr>
              <a:xfrm>
                <a:off x="6172728" y="8897640"/>
                <a:ext cx="19892" cy="19892"/>
              </a:xfrm>
              <a:prstGeom prst="rect">
                <a:avLst/>
              </a:prstGeom>
              <a:solidFill>
                <a:srgbClr val="F682D5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02" name="0488 Rectangle 501"/>
              <p:cNvSpPr/>
              <p:nvPr/>
            </p:nvSpPr>
            <p:spPr>
              <a:xfrm>
                <a:off x="6192071" y="8897640"/>
                <a:ext cx="39235" cy="19892"/>
              </a:xfrm>
              <a:prstGeom prst="rect">
                <a:avLst/>
              </a:prstGeom>
              <a:solidFill>
                <a:srgbClr val="B967E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03" name="0489 Rectangle 502"/>
              <p:cNvSpPr/>
              <p:nvPr/>
            </p:nvSpPr>
            <p:spPr>
              <a:xfrm>
                <a:off x="6230757" y="8897640"/>
                <a:ext cx="19892" cy="19892"/>
              </a:xfrm>
              <a:prstGeom prst="rect">
                <a:avLst/>
              </a:prstGeom>
              <a:solidFill>
                <a:srgbClr val="151518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04" name="0490 Rectangle 503"/>
              <p:cNvSpPr/>
              <p:nvPr/>
            </p:nvSpPr>
            <p:spPr>
              <a:xfrm>
                <a:off x="6037326" y="8916983"/>
                <a:ext cx="19892" cy="19892"/>
              </a:xfrm>
              <a:prstGeom prst="rect">
                <a:avLst/>
              </a:prstGeom>
              <a:solidFill>
                <a:srgbClr val="151518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05" name="0491 Rectangle 504"/>
              <p:cNvSpPr/>
              <p:nvPr/>
            </p:nvSpPr>
            <p:spPr>
              <a:xfrm>
                <a:off x="6056669" y="8916983"/>
                <a:ext cx="97264" cy="19892"/>
              </a:xfrm>
              <a:prstGeom prst="rect">
                <a:avLst/>
              </a:prstGeom>
              <a:solidFill>
                <a:srgbClr val="B967E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06" name="0492 Rectangle 505"/>
              <p:cNvSpPr/>
              <p:nvPr/>
            </p:nvSpPr>
            <p:spPr>
              <a:xfrm>
                <a:off x="6153384" y="8916983"/>
                <a:ext cx="19892" cy="19892"/>
              </a:xfrm>
              <a:prstGeom prst="rect">
                <a:avLst/>
              </a:prstGeom>
              <a:solidFill>
                <a:srgbClr val="151518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07" name="0493 Rectangle 506"/>
              <p:cNvSpPr/>
              <p:nvPr/>
            </p:nvSpPr>
            <p:spPr>
              <a:xfrm>
                <a:off x="6172728" y="8916983"/>
                <a:ext cx="77921" cy="19892"/>
              </a:xfrm>
              <a:prstGeom prst="rect">
                <a:avLst/>
              </a:prstGeom>
              <a:solidFill>
                <a:srgbClr val="B967E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08" name="0494 Rectangle 507"/>
              <p:cNvSpPr/>
              <p:nvPr/>
            </p:nvSpPr>
            <p:spPr>
              <a:xfrm>
                <a:off x="6250100" y="8916983"/>
                <a:ext cx="19892" cy="19892"/>
              </a:xfrm>
              <a:prstGeom prst="rect">
                <a:avLst/>
              </a:prstGeom>
              <a:solidFill>
                <a:srgbClr val="151518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09" name="0495 Rectangle 508"/>
              <p:cNvSpPr/>
              <p:nvPr/>
            </p:nvSpPr>
            <p:spPr>
              <a:xfrm>
                <a:off x="6037326" y="8936326"/>
                <a:ext cx="19892" cy="19892"/>
              </a:xfrm>
              <a:prstGeom prst="rect">
                <a:avLst/>
              </a:prstGeom>
              <a:solidFill>
                <a:srgbClr val="151518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10" name="0496 Rectangle 509"/>
              <p:cNvSpPr/>
              <p:nvPr/>
            </p:nvSpPr>
            <p:spPr>
              <a:xfrm>
                <a:off x="6056669" y="8936326"/>
                <a:ext cx="19892" cy="19892"/>
              </a:xfrm>
              <a:prstGeom prst="rect">
                <a:avLst/>
              </a:prstGeom>
              <a:solidFill>
                <a:srgbClr val="B967E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11" name="0497 Rectangle 510"/>
              <p:cNvSpPr/>
              <p:nvPr/>
            </p:nvSpPr>
            <p:spPr>
              <a:xfrm>
                <a:off x="6076012" y="8936326"/>
                <a:ext cx="19892" cy="19892"/>
              </a:xfrm>
              <a:prstGeom prst="rect">
                <a:avLst/>
              </a:prstGeom>
              <a:solidFill>
                <a:srgbClr val="F682D5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12" name="0498 Rectangle 511"/>
              <p:cNvSpPr/>
              <p:nvPr/>
            </p:nvSpPr>
            <p:spPr>
              <a:xfrm>
                <a:off x="6095355" y="8936326"/>
                <a:ext cx="155293" cy="19892"/>
              </a:xfrm>
              <a:prstGeom prst="rect">
                <a:avLst/>
              </a:prstGeom>
              <a:solidFill>
                <a:srgbClr val="B967E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13" name="0499 Rectangle 512"/>
              <p:cNvSpPr/>
              <p:nvPr/>
            </p:nvSpPr>
            <p:spPr>
              <a:xfrm>
                <a:off x="6250100" y="8936326"/>
                <a:ext cx="19892" cy="19892"/>
              </a:xfrm>
              <a:prstGeom prst="rect">
                <a:avLst/>
              </a:prstGeom>
              <a:solidFill>
                <a:srgbClr val="151518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14" name="0500 Rectangle 513"/>
              <p:cNvSpPr/>
              <p:nvPr/>
            </p:nvSpPr>
            <p:spPr>
              <a:xfrm>
                <a:off x="6037326" y="8955669"/>
                <a:ext cx="19892" cy="19892"/>
              </a:xfrm>
              <a:prstGeom prst="rect">
                <a:avLst/>
              </a:prstGeom>
              <a:solidFill>
                <a:srgbClr val="151518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15" name="0501 Rectangle 514"/>
              <p:cNvSpPr/>
              <p:nvPr/>
            </p:nvSpPr>
            <p:spPr>
              <a:xfrm>
                <a:off x="6056669" y="8955669"/>
                <a:ext cx="193979" cy="19892"/>
              </a:xfrm>
              <a:prstGeom prst="rect">
                <a:avLst/>
              </a:prstGeom>
              <a:solidFill>
                <a:srgbClr val="B967E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16" name="0502 Rectangle 515"/>
              <p:cNvSpPr/>
              <p:nvPr/>
            </p:nvSpPr>
            <p:spPr>
              <a:xfrm>
                <a:off x="6250100" y="8955669"/>
                <a:ext cx="19892" cy="19892"/>
              </a:xfrm>
              <a:prstGeom prst="rect">
                <a:avLst/>
              </a:prstGeom>
              <a:solidFill>
                <a:srgbClr val="151518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17" name="0503 Rectangle 516"/>
              <p:cNvSpPr/>
              <p:nvPr/>
            </p:nvSpPr>
            <p:spPr>
              <a:xfrm>
                <a:off x="6037326" y="8975012"/>
                <a:ext cx="232666" cy="19892"/>
              </a:xfrm>
              <a:prstGeom prst="rect">
                <a:avLst/>
              </a:prstGeom>
              <a:solidFill>
                <a:srgbClr val="151518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</p:grpSp>
        <p:grpSp>
          <p:nvGrpSpPr>
            <p:cNvPr id="518" name="agent-penguin-866-961"/>
            <p:cNvGrpSpPr/>
            <p:nvPr/>
          </p:nvGrpSpPr>
          <p:grpSpPr>
            <a:xfrm>
              <a:off x="7692389" y="8556284"/>
              <a:ext cx="453317" cy="459536"/>
              <a:chOff x="7692389" y="8556284"/>
              <a:chExt cx="453317" cy="459536"/>
            </a:xfrm>
          </p:grpSpPr>
          <p:sp>
            <p:nvSpPr>
              <p:cNvPr id="519" name="0504 Rectangle 518"/>
              <p:cNvSpPr/>
              <p:nvPr/>
            </p:nvSpPr>
            <p:spPr>
              <a:xfrm>
                <a:off x="7692389" y="8556284"/>
                <a:ext cx="453317" cy="459536"/>
              </a:xfrm>
              <a:custGeom>
                <a:avLst/>
                <a:gdLst/>
                <a:ahLst/>
                <a:cxnLst/>
                <a:rect l="0" t="0" r="r" b="b"/>
                <a:pathLst>
                  <a:path w="49575" h="50255">
                    <a:moveTo>
                      <a:pt x="49552" y="25273"/>
                    </a:moveTo>
                    <a:cubicBezTo>
                      <a:pt x="49529" y="28908"/>
                      <a:pt x="48884" y="32920"/>
                      <a:pt x="47321" y="36143"/>
                    </a:cubicBezTo>
                    <a:cubicBezTo>
                      <a:pt x="45758" y="39367"/>
                      <a:pt x="43016" y="42393"/>
                      <a:pt x="40174" y="44615"/>
                    </a:cubicBezTo>
                    <a:cubicBezTo>
                      <a:pt x="37333" y="46836"/>
                      <a:pt x="33758" y="48683"/>
                      <a:pt x="30273" y="49469"/>
                    </a:cubicBezTo>
                    <a:cubicBezTo>
                      <a:pt x="26787" y="50255"/>
                      <a:pt x="22772" y="50113"/>
                      <a:pt x="19259" y="49331"/>
                    </a:cubicBezTo>
                    <a:cubicBezTo>
                      <a:pt x="15746" y="48549"/>
                      <a:pt x="12019" y="46987"/>
                      <a:pt x="9196" y="44778"/>
                    </a:cubicBezTo>
                    <a:cubicBezTo>
                      <a:pt x="6372" y="42569"/>
                      <a:pt x="3837" y="39327"/>
                      <a:pt x="2318" y="36076"/>
                    </a:cubicBezTo>
                    <a:cubicBezTo>
                      <a:pt x="798" y="32826"/>
                      <a:pt x="156" y="28912"/>
                      <a:pt x="78" y="25273"/>
                    </a:cubicBezTo>
                    <a:cubicBezTo>
                      <a:pt x="0" y="21635"/>
                      <a:pt x="299" y="17458"/>
                      <a:pt x="1848" y="14245"/>
                    </a:cubicBezTo>
                    <a:cubicBezTo>
                      <a:pt x="3398" y="11031"/>
                      <a:pt x="6487" y="8230"/>
                      <a:pt x="9374" y="5992"/>
                    </a:cubicBezTo>
                    <a:cubicBezTo>
                      <a:pt x="12261" y="3755"/>
                      <a:pt x="15685" y="1635"/>
                      <a:pt x="19168" y="818"/>
                    </a:cubicBezTo>
                    <a:cubicBezTo>
                      <a:pt x="22651" y="0"/>
                      <a:pt x="26759" y="247"/>
                      <a:pt x="30271" y="1087"/>
                    </a:cubicBezTo>
                    <a:cubicBezTo>
                      <a:pt x="33782" y="1926"/>
                      <a:pt x="37370" y="3647"/>
                      <a:pt x="40235" y="5856"/>
                    </a:cubicBezTo>
                    <a:cubicBezTo>
                      <a:pt x="43100" y="8064"/>
                      <a:pt x="45906" y="11101"/>
                      <a:pt x="47459" y="14337"/>
                    </a:cubicBezTo>
                    <a:cubicBezTo>
                      <a:pt x="49012" y="17574"/>
                      <a:pt x="49575" y="21639"/>
                      <a:pt x="49552" y="25273"/>
                    </a:cubicBezTo>
                    <a:close/>
                  </a:path>
                </a:pathLst>
              </a:custGeom>
              <a:solidFill>
                <a:srgbClr val="D6BFDC"/>
              </a:solidFill>
              <a:ln w="54864" cap="rnd">
                <a:solidFill>
                  <a:srgbClr val="400076"/>
                </a:solidFill>
                <a:round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20" name="0505 Rectangle 519"/>
              <p:cNvSpPr/>
              <p:nvPr/>
            </p:nvSpPr>
            <p:spPr>
              <a:xfrm>
                <a:off x="7787171" y="8656818"/>
                <a:ext cx="263066" cy="261132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21" name="0506 Rectangle 520"/>
              <p:cNvSpPr/>
              <p:nvPr/>
            </p:nvSpPr>
            <p:spPr>
              <a:xfrm>
                <a:off x="7870346" y="8661654"/>
                <a:ext cx="97264" cy="19892"/>
              </a:xfrm>
              <a:prstGeom prst="rect">
                <a:avLst/>
              </a:prstGeom>
              <a:solidFill>
                <a:srgbClr val="151518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22" name="0507 Rectangle 521"/>
              <p:cNvSpPr/>
              <p:nvPr/>
            </p:nvSpPr>
            <p:spPr>
              <a:xfrm>
                <a:off x="7831660" y="8680997"/>
                <a:ext cx="39235" cy="19892"/>
              </a:xfrm>
              <a:prstGeom prst="rect">
                <a:avLst/>
              </a:prstGeom>
              <a:solidFill>
                <a:srgbClr val="151518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23" name="0508 Rectangle 522"/>
              <p:cNvSpPr/>
              <p:nvPr/>
            </p:nvSpPr>
            <p:spPr>
              <a:xfrm>
                <a:off x="7870346" y="8680997"/>
                <a:ext cx="97264" cy="19892"/>
              </a:xfrm>
              <a:prstGeom prst="rect">
                <a:avLst/>
              </a:prstGeom>
              <a:solidFill>
                <a:srgbClr val="343735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24" name="0509 Rectangle 523"/>
              <p:cNvSpPr/>
              <p:nvPr/>
            </p:nvSpPr>
            <p:spPr>
              <a:xfrm>
                <a:off x="7967062" y="8680997"/>
                <a:ext cx="39235" cy="19892"/>
              </a:xfrm>
              <a:prstGeom prst="rect">
                <a:avLst/>
              </a:prstGeom>
              <a:solidFill>
                <a:srgbClr val="151518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25" name="0510 Rectangle 524"/>
              <p:cNvSpPr/>
              <p:nvPr/>
            </p:nvSpPr>
            <p:spPr>
              <a:xfrm>
                <a:off x="7812317" y="8700340"/>
                <a:ext cx="19892" cy="19892"/>
              </a:xfrm>
              <a:prstGeom prst="rect">
                <a:avLst/>
              </a:prstGeom>
              <a:solidFill>
                <a:srgbClr val="151518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26" name="0511 Rectangle 525"/>
              <p:cNvSpPr/>
              <p:nvPr/>
            </p:nvSpPr>
            <p:spPr>
              <a:xfrm>
                <a:off x="7831660" y="8700340"/>
                <a:ext cx="39235" cy="19892"/>
              </a:xfrm>
              <a:prstGeom prst="rect">
                <a:avLst/>
              </a:prstGeom>
              <a:solidFill>
                <a:srgbClr val="343735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27" name="0512 Rectangle 526"/>
              <p:cNvSpPr/>
              <p:nvPr/>
            </p:nvSpPr>
            <p:spPr>
              <a:xfrm>
                <a:off x="7870346" y="8700340"/>
                <a:ext cx="77921" cy="19892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28" name="0513 Rectangle 527"/>
              <p:cNvSpPr/>
              <p:nvPr/>
            </p:nvSpPr>
            <p:spPr>
              <a:xfrm>
                <a:off x="7947719" y="8700340"/>
                <a:ext cx="58578" cy="19892"/>
              </a:xfrm>
              <a:prstGeom prst="rect">
                <a:avLst/>
              </a:prstGeom>
              <a:solidFill>
                <a:srgbClr val="343735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29" name="0514 Rectangle 528"/>
              <p:cNvSpPr/>
              <p:nvPr/>
            </p:nvSpPr>
            <p:spPr>
              <a:xfrm>
                <a:off x="8005748" y="8700340"/>
                <a:ext cx="19892" cy="19892"/>
              </a:xfrm>
              <a:prstGeom prst="rect">
                <a:avLst/>
              </a:prstGeom>
              <a:solidFill>
                <a:srgbClr val="151518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30" name="0515 Rectangle 529"/>
              <p:cNvSpPr/>
              <p:nvPr/>
            </p:nvSpPr>
            <p:spPr>
              <a:xfrm>
                <a:off x="7812317" y="8719683"/>
                <a:ext cx="19892" cy="19892"/>
              </a:xfrm>
              <a:prstGeom prst="rect">
                <a:avLst/>
              </a:prstGeom>
              <a:solidFill>
                <a:srgbClr val="151518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31" name="0516 Rectangle 530"/>
              <p:cNvSpPr/>
              <p:nvPr/>
            </p:nvSpPr>
            <p:spPr>
              <a:xfrm>
                <a:off x="7831660" y="8719683"/>
                <a:ext cx="19892" cy="19892"/>
              </a:xfrm>
              <a:prstGeom prst="rect">
                <a:avLst/>
              </a:prstGeom>
              <a:solidFill>
                <a:srgbClr val="343735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32" name="0517 Rectangle 531"/>
              <p:cNvSpPr/>
              <p:nvPr/>
            </p:nvSpPr>
            <p:spPr>
              <a:xfrm>
                <a:off x="7851003" y="8719683"/>
                <a:ext cx="116607" cy="19892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33" name="0518 Rectangle 532"/>
              <p:cNvSpPr/>
              <p:nvPr/>
            </p:nvSpPr>
            <p:spPr>
              <a:xfrm>
                <a:off x="7967062" y="8719683"/>
                <a:ext cx="39235" cy="19892"/>
              </a:xfrm>
              <a:prstGeom prst="rect">
                <a:avLst/>
              </a:prstGeom>
              <a:solidFill>
                <a:srgbClr val="343735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34" name="0519 Rectangle 533"/>
              <p:cNvSpPr/>
              <p:nvPr/>
            </p:nvSpPr>
            <p:spPr>
              <a:xfrm>
                <a:off x="8005748" y="8719683"/>
                <a:ext cx="19892" cy="19892"/>
              </a:xfrm>
              <a:prstGeom prst="rect">
                <a:avLst/>
              </a:prstGeom>
              <a:solidFill>
                <a:srgbClr val="151518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35" name="0520 Rectangle 534"/>
              <p:cNvSpPr/>
              <p:nvPr/>
            </p:nvSpPr>
            <p:spPr>
              <a:xfrm>
                <a:off x="7792974" y="8739026"/>
                <a:ext cx="19892" cy="19892"/>
              </a:xfrm>
              <a:prstGeom prst="rect">
                <a:avLst/>
              </a:prstGeom>
              <a:solidFill>
                <a:srgbClr val="151518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36" name="0521 Rectangle 535"/>
              <p:cNvSpPr/>
              <p:nvPr/>
            </p:nvSpPr>
            <p:spPr>
              <a:xfrm>
                <a:off x="7812317" y="8739026"/>
                <a:ext cx="19892" cy="19892"/>
              </a:xfrm>
              <a:prstGeom prst="rect">
                <a:avLst/>
              </a:prstGeom>
              <a:solidFill>
                <a:srgbClr val="343735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37" name="0522 Rectangle 536"/>
              <p:cNvSpPr/>
              <p:nvPr/>
            </p:nvSpPr>
            <p:spPr>
              <a:xfrm>
                <a:off x="7831660" y="8739026"/>
                <a:ext cx="58578" cy="19892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38" name="0523 Rectangle 537"/>
              <p:cNvSpPr/>
              <p:nvPr/>
            </p:nvSpPr>
            <p:spPr>
              <a:xfrm>
                <a:off x="7889689" y="8739026"/>
                <a:ext cx="19892" cy="19892"/>
              </a:xfrm>
              <a:prstGeom prst="rect">
                <a:avLst/>
              </a:prstGeom>
              <a:solidFill>
                <a:srgbClr val="151518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39" name="0524 Rectangle 538"/>
              <p:cNvSpPr/>
              <p:nvPr/>
            </p:nvSpPr>
            <p:spPr>
              <a:xfrm>
                <a:off x="7909032" y="8739026"/>
                <a:ext cx="19892" cy="19892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40" name="0525 Rectangle 539"/>
              <p:cNvSpPr/>
              <p:nvPr/>
            </p:nvSpPr>
            <p:spPr>
              <a:xfrm>
                <a:off x="7928376" y="8739026"/>
                <a:ext cx="19892" cy="19892"/>
              </a:xfrm>
              <a:prstGeom prst="rect">
                <a:avLst/>
              </a:prstGeom>
              <a:solidFill>
                <a:srgbClr val="151518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41" name="0526 Rectangle 540"/>
              <p:cNvSpPr/>
              <p:nvPr/>
            </p:nvSpPr>
            <p:spPr>
              <a:xfrm>
                <a:off x="7947719" y="8739026"/>
                <a:ext cx="19892" cy="19892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42" name="0527 Rectangle 541"/>
              <p:cNvSpPr/>
              <p:nvPr/>
            </p:nvSpPr>
            <p:spPr>
              <a:xfrm>
                <a:off x="7967062" y="8739026"/>
                <a:ext cx="58578" cy="19892"/>
              </a:xfrm>
              <a:prstGeom prst="rect">
                <a:avLst/>
              </a:prstGeom>
              <a:solidFill>
                <a:srgbClr val="343735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43" name="0528 Rectangle 542"/>
              <p:cNvSpPr/>
              <p:nvPr/>
            </p:nvSpPr>
            <p:spPr>
              <a:xfrm>
                <a:off x="8025091" y="8739026"/>
                <a:ext cx="19892" cy="19892"/>
              </a:xfrm>
              <a:prstGeom prst="rect">
                <a:avLst/>
              </a:prstGeom>
              <a:solidFill>
                <a:srgbClr val="151518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44" name="0529 Rectangle 543"/>
              <p:cNvSpPr/>
              <p:nvPr/>
            </p:nvSpPr>
            <p:spPr>
              <a:xfrm>
                <a:off x="7792974" y="8758369"/>
                <a:ext cx="19892" cy="19892"/>
              </a:xfrm>
              <a:prstGeom prst="rect">
                <a:avLst/>
              </a:prstGeom>
              <a:solidFill>
                <a:srgbClr val="151518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45" name="0530 Rectangle 544"/>
              <p:cNvSpPr/>
              <p:nvPr/>
            </p:nvSpPr>
            <p:spPr>
              <a:xfrm>
                <a:off x="7812317" y="8758369"/>
                <a:ext cx="19892" cy="19892"/>
              </a:xfrm>
              <a:prstGeom prst="rect">
                <a:avLst/>
              </a:prstGeom>
              <a:solidFill>
                <a:srgbClr val="343735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46" name="0531 Rectangle 545"/>
              <p:cNvSpPr/>
              <p:nvPr/>
            </p:nvSpPr>
            <p:spPr>
              <a:xfrm>
                <a:off x="7831660" y="8758369"/>
                <a:ext cx="135950" cy="19892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47" name="0532 Rectangle 546"/>
              <p:cNvSpPr/>
              <p:nvPr/>
            </p:nvSpPr>
            <p:spPr>
              <a:xfrm>
                <a:off x="7967062" y="8758369"/>
                <a:ext cx="58578" cy="19892"/>
              </a:xfrm>
              <a:prstGeom prst="rect">
                <a:avLst/>
              </a:prstGeom>
              <a:solidFill>
                <a:srgbClr val="343735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48" name="0533 Rectangle 547"/>
              <p:cNvSpPr/>
              <p:nvPr/>
            </p:nvSpPr>
            <p:spPr>
              <a:xfrm>
                <a:off x="8025091" y="8758369"/>
                <a:ext cx="19892" cy="19892"/>
              </a:xfrm>
              <a:prstGeom prst="rect">
                <a:avLst/>
              </a:prstGeom>
              <a:solidFill>
                <a:srgbClr val="151518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49" name="0534 Rectangle 548"/>
              <p:cNvSpPr/>
              <p:nvPr/>
            </p:nvSpPr>
            <p:spPr>
              <a:xfrm>
                <a:off x="7792974" y="8777712"/>
                <a:ext cx="19892" cy="19892"/>
              </a:xfrm>
              <a:prstGeom prst="rect">
                <a:avLst/>
              </a:prstGeom>
              <a:solidFill>
                <a:srgbClr val="151518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50" name="0535 Rectangle 549"/>
              <p:cNvSpPr/>
              <p:nvPr/>
            </p:nvSpPr>
            <p:spPr>
              <a:xfrm>
                <a:off x="7812317" y="8777712"/>
                <a:ext cx="19892" cy="19892"/>
              </a:xfrm>
              <a:prstGeom prst="rect">
                <a:avLst/>
              </a:prstGeom>
              <a:solidFill>
                <a:srgbClr val="343735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51" name="0536 Rectangle 550"/>
              <p:cNvSpPr/>
              <p:nvPr/>
            </p:nvSpPr>
            <p:spPr>
              <a:xfrm>
                <a:off x="7831660" y="8777712"/>
                <a:ext cx="39235" cy="19892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52" name="0537 Rectangle 551"/>
              <p:cNvSpPr/>
              <p:nvPr/>
            </p:nvSpPr>
            <p:spPr>
              <a:xfrm>
                <a:off x="7870346" y="8777712"/>
                <a:ext cx="77921" cy="19892"/>
              </a:xfrm>
              <a:prstGeom prst="rect">
                <a:avLst/>
              </a:prstGeom>
              <a:solidFill>
                <a:srgbClr val="FFF126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53" name="0538 Rectangle 552"/>
              <p:cNvSpPr/>
              <p:nvPr/>
            </p:nvSpPr>
            <p:spPr>
              <a:xfrm>
                <a:off x="7947719" y="8777712"/>
                <a:ext cx="19892" cy="19892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54" name="0539 Rectangle 553"/>
              <p:cNvSpPr/>
              <p:nvPr/>
            </p:nvSpPr>
            <p:spPr>
              <a:xfrm>
                <a:off x="7967062" y="8777712"/>
                <a:ext cx="58578" cy="19892"/>
              </a:xfrm>
              <a:prstGeom prst="rect">
                <a:avLst/>
              </a:prstGeom>
              <a:solidFill>
                <a:srgbClr val="343735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55" name="0540 Rectangle 554"/>
              <p:cNvSpPr/>
              <p:nvPr/>
            </p:nvSpPr>
            <p:spPr>
              <a:xfrm>
                <a:off x="8025091" y="8777712"/>
                <a:ext cx="19892" cy="19892"/>
              </a:xfrm>
              <a:prstGeom prst="rect">
                <a:avLst/>
              </a:prstGeom>
              <a:solidFill>
                <a:srgbClr val="151518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56" name="0541 Rectangle 555"/>
              <p:cNvSpPr/>
              <p:nvPr/>
            </p:nvSpPr>
            <p:spPr>
              <a:xfrm>
                <a:off x="7792974" y="8797056"/>
                <a:ext cx="19892" cy="19892"/>
              </a:xfrm>
              <a:prstGeom prst="rect">
                <a:avLst/>
              </a:prstGeom>
              <a:solidFill>
                <a:srgbClr val="151518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57" name="0542 Rectangle 556"/>
              <p:cNvSpPr/>
              <p:nvPr/>
            </p:nvSpPr>
            <p:spPr>
              <a:xfrm>
                <a:off x="7812317" y="8797056"/>
                <a:ext cx="19892" cy="19892"/>
              </a:xfrm>
              <a:prstGeom prst="rect">
                <a:avLst/>
              </a:prstGeom>
              <a:solidFill>
                <a:srgbClr val="343735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58" name="0543 Rectangle 557"/>
              <p:cNvSpPr/>
              <p:nvPr/>
            </p:nvSpPr>
            <p:spPr>
              <a:xfrm>
                <a:off x="7831660" y="8797056"/>
                <a:ext cx="58578" cy="19892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59" name="0544 Rectangle 558"/>
              <p:cNvSpPr/>
              <p:nvPr/>
            </p:nvSpPr>
            <p:spPr>
              <a:xfrm>
                <a:off x="7889689" y="8797056"/>
                <a:ext cx="39235" cy="19892"/>
              </a:xfrm>
              <a:prstGeom prst="rect">
                <a:avLst/>
              </a:prstGeom>
              <a:solidFill>
                <a:srgbClr val="FFF126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60" name="0545 Rectangle 559"/>
              <p:cNvSpPr/>
              <p:nvPr/>
            </p:nvSpPr>
            <p:spPr>
              <a:xfrm>
                <a:off x="7928376" y="8797056"/>
                <a:ext cx="19892" cy="19892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61" name="0546 Rectangle 560"/>
              <p:cNvSpPr/>
              <p:nvPr/>
            </p:nvSpPr>
            <p:spPr>
              <a:xfrm>
                <a:off x="7947719" y="8797056"/>
                <a:ext cx="19892" cy="19892"/>
              </a:xfrm>
              <a:prstGeom prst="rect">
                <a:avLst/>
              </a:prstGeom>
              <a:solidFill>
                <a:srgbClr val="F682D5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62" name="0547 Rectangle 561"/>
              <p:cNvSpPr/>
              <p:nvPr/>
            </p:nvSpPr>
            <p:spPr>
              <a:xfrm>
                <a:off x="7967062" y="8797056"/>
                <a:ext cx="19892" cy="19892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63" name="0548 Rectangle 562"/>
              <p:cNvSpPr/>
              <p:nvPr/>
            </p:nvSpPr>
            <p:spPr>
              <a:xfrm>
                <a:off x="7986405" y="8797056"/>
                <a:ext cx="39235" cy="19892"/>
              </a:xfrm>
              <a:prstGeom prst="rect">
                <a:avLst/>
              </a:prstGeom>
              <a:solidFill>
                <a:srgbClr val="343735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64" name="0549 Rectangle 563"/>
              <p:cNvSpPr/>
              <p:nvPr/>
            </p:nvSpPr>
            <p:spPr>
              <a:xfrm>
                <a:off x="8025091" y="8797056"/>
                <a:ext cx="19892" cy="19892"/>
              </a:xfrm>
              <a:prstGeom prst="rect">
                <a:avLst/>
              </a:prstGeom>
              <a:solidFill>
                <a:srgbClr val="151518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65" name="0550 Rectangle 564"/>
              <p:cNvSpPr/>
              <p:nvPr/>
            </p:nvSpPr>
            <p:spPr>
              <a:xfrm>
                <a:off x="7792974" y="8816399"/>
                <a:ext cx="19892" cy="19892"/>
              </a:xfrm>
              <a:prstGeom prst="rect">
                <a:avLst/>
              </a:prstGeom>
              <a:solidFill>
                <a:srgbClr val="151518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66" name="0551 Rectangle 565"/>
              <p:cNvSpPr/>
              <p:nvPr/>
            </p:nvSpPr>
            <p:spPr>
              <a:xfrm>
                <a:off x="7812317" y="8816399"/>
                <a:ext cx="19892" cy="19892"/>
              </a:xfrm>
              <a:prstGeom prst="rect">
                <a:avLst/>
              </a:prstGeom>
              <a:solidFill>
                <a:srgbClr val="343735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67" name="0552 Rectangle 566"/>
              <p:cNvSpPr/>
              <p:nvPr/>
            </p:nvSpPr>
            <p:spPr>
              <a:xfrm>
                <a:off x="7831660" y="8816399"/>
                <a:ext cx="155293" cy="19892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68" name="0553 Rectangle 567"/>
              <p:cNvSpPr/>
              <p:nvPr/>
            </p:nvSpPr>
            <p:spPr>
              <a:xfrm>
                <a:off x="7986405" y="8816399"/>
                <a:ext cx="39235" cy="19892"/>
              </a:xfrm>
              <a:prstGeom prst="rect">
                <a:avLst/>
              </a:prstGeom>
              <a:solidFill>
                <a:srgbClr val="343735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69" name="0554 Rectangle 568"/>
              <p:cNvSpPr/>
              <p:nvPr/>
            </p:nvSpPr>
            <p:spPr>
              <a:xfrm>
                <a:off x="8025091" y="8816399"/>
                <a:ext cx="19892" cy="19892"/>
              </a:xfrm>
              <a:prstGeom prst="rect">
                <a:avLst/>
              </a:prstGeom>
              <a:solidFill>
                <a:srgbClr val="151518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70" name="0555 Rectangle 569"/>
              <p:cNvSpPr/>
              <p:nvPr/>
            </p:nvSpPr>
            <p:spPr>
              <a:xfrm>
                <a:off x="7792974" y="8835742"/>
                <a:ext cx="19892" cy="19892"/>
              </a:xfrm>
              <a:prstGeom prst="rect">
                <a:avLst/>
              </a:prstGeom>
              <a:solidFill>
                <a:srgbClr val="151518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71" name="0556 Rectangle 570"/>
              <p:cNvSpPr/>
              <p:nvPr/>
            </p:nvSpPr>
            <p:spPr>
              <a:xfrm>
                <a:off x="7812317" y="8835742"/>
                <a:ext cx="19892" cy="19892"/>
              </a:xfrm>
              <a:prstGeom prst="rect">
                <a:avLst/>
              </a:prstGeom>
              <a:solidFill>
                <a:srgbClr val="343735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72" name="0557 Rectangle 571"/>
              <p:cNvSpPr/>
              <p:nvPr/>
            </p:nvSpPr>
            <p:spPr>
              <a:xfrm>
                <a:off x="7831660" y="8835742"/>
                <a:ext cx="155293" cy="19892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73" name="0558 Rectangle 572"/>
              <p:cNvSpPr/>
              <p:nvPr/>
            </p:nvSpPr>
            <p:spPr>
              <a:xfrm>
                <a:off x="7986405" y="8835742"/>
                <a:ext cx="39235" cy="19892"/>
              </a:xfrm>
              <a:prstGeom prst="rect">
                <a:avLst/>
              </a:prstGeom>
              <a:solidFill>
                <a:srgbClr val="343735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74" name="0559 Rectangle 573"/>
              <p:cNvSpPr/>
              <p:nvPr/>
            </p:nvSpPr>
            <p:spPr>
              <a:xfrm>
                <a:off x="8025091" y="8835742"/>
                <a:ext cx="19892" cy="19892"/>
              </a:xfrm>
              <a:prstGeom prst="rect">
                <a:avLst/>
              </a:prstGeom>
              <a:solidFill>
                <a:srgbClr val="151518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75" name="0560 Rectangle 574"/>
              <p:cNvSpPr/>
              <p:nvPr/>
            </p:nvSpPr>
            <p:spPr>
              <a:xfrm>
                <a:off x="7792974" y="8855085"/>
                <a:ext cx="19892" cy="19892"/>
              </a:xfrm>
              <a:prstGeom prst="rect">
                <a:avLst/>
              </a:prstGeom>
              <a:solidFill>
                <a:srgbClr val="151518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76" name="0561 Rectangle 575"/>
              <p:cNvSpPr/>
              <p:nvPr/>
            </p:nvSpPr>
            <p:spPr>
              <a:xfrm>
                <a:off x="7812317" y="8855085"/>
                <a:ext cx="39235" cy="19892"/>
              </a:xfrm>
              <a:prstGeom prst="rect">
                <a:avLst/>
              </a:prstGeom>
              <a:solidFill>
                <a:srgbClr val="343735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77" name="0562 Rectangle 576"/>
              <p:cNvSpPr/>
              <p:nvPr/>
            </p:nvSpPr>
            <p:spPr>
              <a:xfrm>
                <a:off x="7851003" y="8855085"/>
                <a:ext cx="135950" cy="19892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78" name="0563 Rectangle 577"/>
              <p:cNvSpPr/>
              <p:nvPr/>
            </p:nvSpPr>
            <p:spPr>
              <a:xfrm>
                <a:off x="7986405" y="8855085"/>
                <a:ext cx="39235" cy="19892"/>
              </a:xfrm>
              <a:prstGeom prst="rect">
                <a:avLst/>
              </a:prstGeom>
              <a:solidFill>
                <a:srgbClr val="343735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79" name="0564 Rectangle 578"/>
              <p:cNvSpPr/>
              <p:nvPr/>
            </p:nvSpPr>
            <p:spPr>
              <a:xfrm>
                <a:off x="8025091" y="8855085"/>
                <a:ext cx="19892" cy="19892"/>
              </a:xfrm>
              <a:prstGeom prst="rect">
                <a:avLst/>
              </a:prstGeom>
              <a:solidFill>
                <a:srgbClr val="151518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80" name="0565 Rectangle 579"/>
              <p:cNvSpPr/>
              <p:nvPr/>
            </p:nvSpPr>
            <p:spPr>
              <a:xfrm>
                <a:off x="7792974" y="8874428"/>
                <a:ext cx="19892" cy="19892"/>
              </a:xfrm>
              <a:prstGeom prst="rect">
                <a:avLst/>
              </a:prstGeom>
              <a:solidFill>
                <a:srgbClr val="151518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81" name="0566 Rectangle 580"/>
              <p:cNvSpPr/>
              <p:nvPr/>
            </p:nvSpPr>
            <p:spPr>
              <a:xfrm>
                <a:off x="7812317" y="8874428"/>
                <a:ext cx="213322" cy="19892"/>
              </a:xfrm>
              <a:prstGeom prst="rect">
                <a:avLst/>
              </a:prstGeom>
              <a:solidFill>
                <a:srgbClr val="343735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82" name="0567 Rectangle 581"/>
              <p:cNvSpPr/>
              <p:nvPr/>
            </p:nvSpPr>
            <p:spPr>
              <a:xfrm>
                <a:off x="8025091" y="8874428"/>
                <a:ext cx="19892" cy="19892"/>
              </a:xfrm>
              <a:prstGeom prst="rect">
                <a:avLst/>
              </a:prstGeom>
              <a:solidFill>
                <a:srgbClr val="151518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83" name="0568 Rectangle 582"/>
              <p:cNvSpPr/>
              <p:nvPr/>
            </p:nvSpPr>
            <p:spPr>
              <a:xfrm>
                <a:off x="7792974" y="8893771"/>
                <a:ext cx="252009" cy="19892"/>
              </a:xfrm>
              <a:prstGeom prst="rect">
                <a:avLst/>
              </a:prstGeom>
              <a:solidFill>
                <a:srgbClr val="151518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</p:grpSp>
        <p:grpSp>
          <p:nvGrpSpPr>
            <p:cNvPr id="584" name="agent-clown-775-1016"/>
            <p:cNvGrpSpPr/>
            <p:nvPr/>
          </p:nvGrpSpPr>
          <p:grpSpPr>
            <a:xfrm>
              <a:off x="6860542" y="9059999"/>
              <a:ext cx="457806" cy="460219"/>
              <a:chOff x="6860542" y="9059999"/>
              <a:chExt cx="457806" cy="460219"/>
            </a:xfrm>
          </p:grpSpPr>
          <p:sp>
            <p:nvSpPr>
              <p:cNvPr id="585" name="0569 Rectangle 584"/>
              <p:cNvSpPr/>
              <p:nvPr/>
            </p:nvSpPr>
            <p:spPr>
              <a:xfrm>
                <a:off x="6860542" y="9059999"/>
                <a:ext cx="457806" cy="460219"/>
              </a:xfrm>
              <a:custGeom>
                <a:avLst/>
                <a:gdLst/>
                <a:ahLst/>
                <a:cxnLst/>
                <a:rect l="0" t="0" r="r" b="b"/>
                <a:pathLst>
                  <a:path w="50066" h="50330">
                    <a:moveTo>
                      <a:pt x="49998" y="25186"/>
                    </a:moveTo>
                    <a:cubicBezTo>
                      <a:pt x="49931" y="28816"/>
                      <a:pt x="48743" y="32718"/>
                      <a:pt x="47130" y="35977"/>
                    </a:cubicBezTo>
                    <a:cubicBezTo>
                      <a:pt x="45517" y="39237"/>
                      <a:pt x="43139" y="42532"/>
                      <a:pt x="40320" y="44745"/>
                    </a:cubicBezTo>
                    <a:cubicBezTo>
                      <a:pt x="37501" y="46958"/>
                      <a:pt x="33745" y="48442"/>
                      <a:pt x="30215" y="49255"/>
                    </a:cubicBezTo>
                    <a:cubicBezTo>
                      <a:pt x="26686" y="50067"/>
                      <a:pt x="22694" y="50330"/>
                      <a:pt x="19145" y="49621"/>
                    </a:cubicBezTo>
                    <a:cubicBezTo>
                      <a:pt x="15596" y="48912"/>
                      <a:pt x="11718" y="47278"/>
                      <a:pt x="8921" y="45000"/>
                    </a:cubicBezTo>
                    <a:cubicBezTo>
                      <a:pt x="6124" y="42722"/>
                      <a:pt x="3838" y="39255"/>
                      <a:pt x="2365" y="35953"/>
                    </a:cubicBezTo>
                    <a:cubicBezTo>
                      <a:pt x="892" y="32651"/>
                      <a:pt x="167" y="28816"/>
                      <a:pt x="84" y="25186"/>
                    </a:cubicBezTo>
                    <a:cubicBezTo>
                      <a:pt x="0" y="21557"/>
                      <a:pt x="393" y="17484"/>
                      <a:pt x="1864" y="14178"/>
                    </a:cubicBezTo>
                    <a:cubicBezTo>
                      <a:pt x="3334" y="10873"/>
                      <a:pt x="6027" y="7597"/>
                      <a:pt x="8906" y="5354"/>
                    </a:cubicBezTo>
                    <a:cubicBezTo>
                      <a:pt x="11786" y="3112"/>
                      <a:pt x="15583" y="1446"/>
                      <a:pt x="19138" y="723"/>
                    </a:cubicBezTo>
                    <a:cubicBezTo>
                      <a:pt x="22694" y="0"/>
                      <a:pt x="26753" y="143"/>
                      <a:pt x="30239" y="1016"/>
                    </a:cubicBezTo>
                    <a:cubicBezTo>
                      <a:pt x="33724" y="1890"/>
                      <a:pt x="37170" y="3765"/>
                      <a:pt x="40053" y="5962"/>
                    </a:cubicBezTo>
                    <a:cubicBezTo>
                      <a:pt x="42936" y="8160"/>
                      <a:pt x="45879" y="10996"/>
                      <a:pt x="47536" y="14200"/>
                    </a:cubicBezTo>
                    <a:cubicBezTo>
                      <a:pt x="49194" y="17404"/>
                      <a:pt x="50066" y="21557"/>
                      <a:pt x="49998" y="25186"/>
                    </a:cubicBezTo>
                    <a:close/>
                  </a:path>
                </a:pathLst>
              </a:custGeom>
              <a:solidFill>
                <a:srgbClr val="D298F3"/>
              </a:solidFill>
              <a:ln w="54864" cap="rnd">
                <a:solidFill>
                  <a:srgbClr val="400076"/>
                </a:solidFill>
                <a:round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86" name="0570 Rectangle 585"/>
              <p:cNvSpPr/>
              <p:nvPr/>
            </p:nvSpPr>
            <p:spPr>
              <a:xfrm>
                <a:off x="6955067" y="9159738"/>
                <a:ext cx="263066" cy="261132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87" name="0571 Rectangle 586"/>
              <p:cNvSpPr/>
              <p:nvPr/>
            </p:nvSpPr>
            <p:spPr>
              <a:xfrm>
                <a:off x="7038242" y="9164574"/>
                <a:ext cx="97264" cy="19892"/>
              </a:xfrm>
              <a:prstGeom prst="rect">
                <a:avLst/>
              </a:prstGeom>
              <a:solidFill>
                <a:srgbClr val="151518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88" name="0572 Rectangle 587"/>
              <p:cNvSpPr/>
              <p:nvPr/>
            </p:nvSpPr>
            <p:spPr>
              <a:xfrm>
                <a:off x="6999556" y="9183917"/>
                <a:ext cx="39235" cy="19892"/>
              </a:xfrm>
              <a:prstGeom prst="rect">
                <a:avLst/>
              </a:prstGeom>
              <a:solidFill>
                <a:srgbClr val="151518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89" name="0573 Rectangle 588"/>
              <p:cNvSpPr/>
              <p:nvPr/>
            </p:nvSpPr>
            <p:spPr>
              <a:xfrm>
                <a:off x="7038242" y="9183917"/>
                <a:ext cx="97264" cy="19892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90" name="0574 Rectangle 589"/>
              <p:cNvSpPr/>
              <p:nvPr/>
            </p:nvSpPr>
            <p:spPr>
              <a:xfrm>
                <a:off x="7134958" y="9183917"/>
                <a:ext cx="39235" cy="19892"/>
              </a:xfrm>
              <a:prstGeom prst="rect">
                <a:avLst/>
              </a:prstGeom>
              <a:solidFill>
                <a:srgbClr val="151518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91" name="0575 Rectangle 590"/>
              <p:cNvSpPr/>
              <p:nvPr/>
            </p:nvSpPr>
            <p:spPr>
              <a:xfrm>
                <a:off x="6980213" y="9203260"/>
                <a:ext cx="19892" cy="19892"/>
              </a:xfrm>
              <a:prstGeom prst="rect">
                <a:avLst/>
              </a:prstGeom>
              <a:solidFill>
                <a:srgbClr val="151518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92" name="0576 Rectangle 591"/>
              <p:cNvSpPr/>
              <p:nvPr/>
            </p:nvSpPr>
            <p:spPr>
              <a:xfrm>
                <a:off x="6999556" y="9203260"/>
                <a:ext cx="19892" cy="19892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93" name="0577 Rectangle 592"/>
              <p:cNvSpPr/>
              <p:nvPr/>
            </p:nvSpPr>
            <p:spPr>
              <a:xfrm>
                <a:off x="7018899" y="9203260"/>
                <a:ext cx="39235" cy="19892"/>
              </a:xfrm>
              <a:prstGeom prst="rect">
                <a:avLst/>
              </a:prstGeom>
              <a:solidFill>
                <a:srgbClr val="FF263E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94" name="0578 Rectangle 593"/>
              <p:cNvSpPr/>
              <p:nvPr/>
            </p:nvSpPr>
            <p:spPr>
              <a:xfrm>
                <a:off x="7057585" y="9203260"/>
                <a:ext cx="19892" cy="19892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95" name="0579 Rectangle 594"/>
              <p:cNvSpPr/>
              <p:nvPr/>
            </p:nvSpPr>
            <p:spPr>
              <a:xfrm>
                <a:off x="7076928" y="9203260"/>
                <a:ext cx="39235" cy="19892"/>
              </a:xfrm>
              <a:prstGeom prst="rect">
                <a:avLst/>
              </a:prstGeom>
              <a:solidFill>
                <a:srgbClr val="FF263E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96" name="0580 Rectangle 595"/>
              <p:cNvSpPr/>
              <p:nvPr/>
            </p:nvSpPr>
            <p:spPr>
              <a:xfrm>
                <a:off x="7115615" y="9203260"/>
                <a:ext cx="58578" cy="19892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97" name="0581 Rectangle 596"/>
              <p:cNvSpPr/>
              <p:nvPr/>
            </p:nvSpPr>
            <p:spPr>
              <a:xfrm>
                <a:off x="7173644" y="9203260"/>
                <a:ext cx="19892" cy="19892"/>
              </a:xfrm>
              <a:prstGeom prst="rect">
                <a:avLst/>
              </a:prstGeom>
              <a:solidFill>
                <a:srgbClr val="151518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98" name="0582 Rectangle 597"/>
              <p:cNvSpPr/>
              <p:nvPr/>
            </p:nvSpPr>
            <p:spPr>
              <a:xfrm>
                <a:off x="6980213" y="9222603"/>
                <a:ext cx="19892" cy="19892"/>
              </a:xfrm>
              <a:prstGeom prst="rect">
                <a:avLst/>
              </a:prstGeom>
              <a:solidFill>
                <a:srgbClr val="151518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99" name="0583 Rectangle 598"/>
              <p:cNvSpPr/>
              <p:nvPr/>
            </p:nvSpPr>
            <p:spPr>
              <a:xfrm>
                <a:off x="6999556" y="9222603"/>
                <a:ext cx="19892" cy="19892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00" name="0584 Rectangle 599"/>
              <p:cNvSpPr/>
              <p:nvPr/>
            </p:nvSpPr>
            <p:spPr>
              <a:xfrm>
                <a:off x="7018899" y="9222603"/>
                <a:ext cx="19892" cy="19892"/>
              </a:xfrm>
              <a:prstGeom prst="rect">
                <a:avLst/>
              </a:prstGeom>
              <a:solidFill>
                <a:srgbClr val="FF263E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01" name="0585 Rectangle 600"/>
              <p:cNvSpPr/>
              <p:nvPr/>
            </p:nvSpPr>
            <p:spPr>
              <a:xfrm>
                <a:off x="7038242" y="9222603"/>
                <a:ext cx="97264" cy="19892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02" name="0586 Rectangle 601"/>
              <p:cNvSpPr/>
              <p:nvPr/>
            </p:nvSpPr>
            <p:spPr>
              <a:xfrm>
                <a:off x="7134958" y="9222603"/>
                <a:ext cx="39235" cy="19892"/>
              </a:xfrm>
              <a:prstGeom prst="rect">
                <a:avLst/>
              </a:prstGeom>
              <a:solidFill>
                <a:srgbClr val="FF263E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03" name="0587 Rectangle 602"/>
              <p:cNvSpPr/>
              <p:nvPr/>
            </p:nvSpPr>
            <p:spPr>
              <a:xfrm>
                <a:off x="7173644" y="9222603"/>
                <a:ext cx="19892" cy="19892"/>
              </a:xfrm>
              <a:prstGeom prst="rect">
                <a:avLst/>
              </a:prstGeom>
              <a:solidFill>
                <a:srgbClr val="151518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04" name="0588 Rectangle 603"/>
              <p:cNvSpPr/>
              <p:nvPr/>
            </p:nvSpPr>
            <p:spPr>
              <a:xfrm>
                <a:off x="6960870" y="9241946"/>
                <a:ext cx="19892" cy="19892"/>
              </a:xfrm>
              <a:prstGeom prst="rect">
                <a:avLst/>
              </a:prstGeom>
              <a:solidFill>
                <a:srgbClr val="151518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05" name="0589 Rectangle 604"/>
              <p:cNvSpPr/>
              <p:nvPr/>
            </p:nvSpPr>
            <p:spPr>
              <a:xfrm>
                <a:off x="6980213" y="9241946"/>
                <a:ext cx="174636" cy="19892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06" name="0590 Rectangle 605"/>
              <p:cNvSpPr/>
              <p:nvPr/>
            </p:nvSpPr>
            <p:spPr>
              <a:xfrm>
                <a:off x="7154301" y="9241946"/>
                <a:ext cx="19892" cy="19892"/>
              </a:xfrm>
              <a:prstGeom prst="rect">
                <a:avLst/>
              </a:prstGeom>
              <a:solidFill>
                <a:srgbClr val="FF263E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07" name="0591 Rectangle 606"/>
              <p:cNvSpPr/>
              <p:nvPr/>
            </p:nvSpPr>
            <p:spPr>
              <a:xfrm>
                <a:off x="7173644" y="9241946"/>
                <a:ext cx="19892" cy="19892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08" name="0592 Rectangle 607"/>
              <p:cNvSpPr/>
              <p:nvPr/>
            </p:nvSpPr>
            <p:spPr>
              <a:xfrm>
                <a:off x="7192987" y="9241946"/>
                <a:ext cx="19892" cy="19892"/>
              </a:xfrm>
              <a:prstGeom prst="rect">
                <a:avLst/>
              </a:prstGeom>
              <a:solidFill>
                <a:srgbClr val="151518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09" name="0593 Rectangle 608"/>
              <p:cNvSpPr/>
              <p:nvPr/>
            </p:nvSpPr>
            <p:spPr>
              <a:xfrm>
                <a:off x="6960870" y="9261289"/>
                <a:ext cx="19892" cy="19892"/>
              </a:xfrm>
              <a:prstGeom prst="rect">
                <a:avLst/>
              </a:prstGeom>
              <a:solidFill>
                <a:srgbClr val="151518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10" name="0594 Rectangle 609"/>
              <p:cNvSpPr/>
              <p:nvPr/>
            </p:nvSpPr>
            <p:spPr>
              <a:xfrm>
                <a:off x="6980213" y="9261289"/>
                <a:ext cx="39235" cy="19892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11" name="0595 Rectangle 610"/>
              <p:cNvSpPr/>
              <p:nvPr/>
            </p:nvSpPr>
            <p:spPr>
              <a:xfrm>
                <a:off x="7018899" y="9261289"/>
                <a:ext cx="19892" cy="19892"/>
              </a:xfrm>
              <a:prstGeom prst="rect">
                <a:avLst/>
              </a:prstGeom>
              <a:solidFill>
                <a:srgbClr val="151518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12" name="0596 Rectangle 611"/>
              <p:cNvSpPr/>
              <p:nvPr/>
            </p:nvSpPr>
            <p:spPr>
              <a:xfrm>
                <a:off x="7038242" y="9261289"/>
                <a:ext cx="39235" cy="19892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13" name="0597 Rectangle 612"/>
              <p:cNvSpPr/>
              <p:nvPr/>
            </p:nvSpPr>
            <p:spPr>
              <a:xfrm>
                <a:off x="7076928" y="9261289"/>
                <a:ext cx="19892" cy="19892"/>
              </a:xfrm>
              <a:prstGeom prst="rect">
                <a:avLst/>
              </a:prstGeom>
              <a:solidFill>
                <a:srgbClr val="151518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14" name="0598 Rectangle 613"/>
              <p:cNvSpPr/>
              <p:nvPr/>
            </p:nvSpPr>
            <p:spPr>
              <a:xfrm>
                <a:off x="7096272" y="9261289"/>
                <a:ext cx="97264" cy="19892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15" name="0599 Rectangle 614"/>
              <p:cNvSpPr/>
              <p:nvPr/>
            </p:nvSpPr>
            <p:spPr>
              <a:xfrm>
                <a:off x="7192987" y="9261289"/>
                <a:ext cx="19892" cy="19892"/>
              </a:xfrm>
              <a:prstGeom prst="rect">
                <a:avLst/>
              </a:prstGeom>
              <a:solidFill>
                <a:srgbClr val="151518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16" name="0600 Rectangle 615"/>
              <p:cNvSpPr/>
              <p:nvPr/>
            </p:nvSpPr>
            <p:spPr>
              <a:xfrm>
                <a:off x="6960870" y="9280632"/>
                <a:ext cx="19892" cy="19892"/>
              </a:xfrm>
              <a:prstGeom prst="rect">
                <a:avLst/>
              </a:prstGeom>
              <a:solidFill>
                <a:srgbClr val="151518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17" name="0601 Rectangle 616"/>
              <p:cNvSpPr/>
              <p:nvPr/>
            </p:nvSpPr>
            <p:spPr>
              <a:xfrm>
                <a:off x="6980213" y="9280632"/>
                <a:ext cx="135950" cy="19892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18" name="0602 Rectangle 617"/>
              <p:cNvSpPr/>
              <p:nvPr/>
            </p:nvSpPr>
            <p:spPr>
              <a:xfrm>
                <a:off x="7115615" y="9280632"/>
                <a:ext cx="39235" cy="19892"/>
              </a:xfrm>
              <a:prstGeom prst="rect">
                <a:avLst/>
              </a:prstGeom>
              <a:solidFill>
                <a:srgbClr val="FF263E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19" name="0603 Rectangle 618"/>
              <p:cNvSpPr/>
              <p:nvPr/>
            </p:nvSpPr>
            <p:spPr>
              <a:xfrm>
                <a:off x="7154301" y="9280632"/>
                <a:ext cx="39235" cy="19892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20" name="0604 Rectangle 619"/>
              <p:cNvSpPr/>
              <p:nvPr/>
            </p:nvSpPr>
            <p:spPr>
              <a:xfrm>
                <a:off x="7192987" y="9280632"/>
                <a:ext cx="19892" cy="19892"/>
              </a:xfrm>
              <a:prstGeom prst="rect">
                <a:avLst/>
              </a:prstGeom>
              <a:solidFill>
                <a:srgbClr val="151518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21" name="0605 Rectangle 620"/>
              <p:cNvSpPr/>
              <p:nvPr/>
            </p:nvSpPr>
            <p:spPr>
              <a:xfrm>
                <a:off x="6960870" y="9299976"/>
                <a:ext cx="19892" cy="19892"/>
              </a:xfrm>
              <a:prstGeom prst="rect">
                <a:avLst/>
              </a:prstGeom>
              <a:solidFill>
                <a:srgbClr val="151518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22" name="0606 Rectangle 621"/>
              <p:cNvSpPr/>
              <p:nvPr/>
            </p:nvSpPr>
            <p:spPr>
              <a:xfrm>
                <a:off x="6980213" y="9299976"/>
                <a:ext cx="19892" cy="19892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23" name="0607 Rectangle 622"/>
              <p:cNvSpPr/>
              <p:nvPr/>
            </p:nvSpPr>
            <p:spPr>
              <a:xfrm>
                <a:off x="6999556" y="9299976"/>
                <a:ext cx="19892" cy="19892"/>
              </a:xfrm>
              <a:prstGeom prst="rect">
                <a:avLst/>
              </a:prstGeom>
              <a:solidFill>
                <a:srgbClr val="F682D5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24" name="0608 Rectangle 623"/>
              <p:cNvSpPr/>
              <p:nvPr/>
            </p:nvSpPr>
            <p:spPr>
              <a:xfrm>
                <a:off x="7018899" y="9299976"/>
                <a:ext cx="97264" cy="19892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25" name="0609 Rectangle 624"/>
              <p:cNvSpPr/>
              <p:nvPr/>
            </p:nvSpPr>
            <p:spPr>
              <a:xfrm>
                <a:off x="7115615" y="9299976"/>
                <a:ext cx="19892" cy="19892"/>
              </a:xfrm>
              <a:prstGeom prst="rect">
                <a:avLst/>
              </a:prstGeom>
              <a:solidFill>
                <a:srgbClr val="F682D5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26" name="0610 Rectangle 625"/>
              <p:cNvSpPr/>
              <p:nvPr/>
            </p:nvSpPr>
            <p:spPr>
              <a:xfrm>
                <a:off x="7134958" y="9299976"/>
                <a:ext cx="58578" cy="19892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27" name="0611 Rectangle 626"/>
              <p:cNvSpPr/>
              <p:nvPr/>
            </p:nvSpPr>
            <p:spPr>
              <a:xfrm>
                <a:off x="7192987" y="9299976"/>
                <a:ext cx="19892" cy="19892"/>
              </a:xfrm>
              <a:prstGeom prst="rect">
                <a:avLst/>
              </a:prstGeom>
              <a:solidFill>
                <a:srgbClr val="151518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28" name="0612 Rectangle 627"/>
              <p:cNvSpPr/>
              <p:nvPr/>
            </p:nvSpPr>
            <p:spPr>
              <a:xfrm>
                <a:off x="6960870" y="9319319"/>
                <a:ext cx="19892" cy="19892"/>
              </a:xfrm>
              <a:prstGeom prst="rect">
                <a:avLst/>
              </a:prstGeom>
              <a:solidFill>
                <a:srgbClr val="151518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29" name="0613 Rectangle 628"/>
              <p:cNvSpPr/>
              <p:nvPr/>
            </p:nvSpPr>
            <p:spPr>
              <a:xfrm>
                <a:off x="6980213" y="9319319"/>
                <a:ext cx="77921" cy="19892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30" name="0614 Rectangle 629"/>
              <p:cNvSpPr/>
              <p:nvPr/>
            </p:nvSpPr>
            <p:spPr>
              <a:xfrm>
                <a:off x="7057585" y="9319319"/>
                <a:ext cx="19892" cy="19892"/>
              </a:xfrm>
              <a:prstGeom prst="rect">
                <a:avLst/>
              </a:prstGeom>
              <a:solidFill>
                <a:srgbClr val="151518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31" name="0615 Rectangle 630"/>
              <p:cNvSpPr/>
              <p:nvPr/>
            </p:nvSpPr>
            <p:spPr>
              <a:xfrm>
                <a:off x="7076928" y="9319319"/>
                <a:ext cx="116607" cy="19892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32" name="0616 Rectangle 631"/>
              <p:cNvSpPr/>
              <p:nvPr/>
            </p:nvSpPr>
            <p:spPr>
              <a:xfrm>
                <a:off x="7192987" y="9319319"/>
                <a:ext cx="19892" cy="19892"/>
              </a:xfrm>
              <a:prstGeom prst="rect">
                <a:avLst/>
              </a:prstGeom>
              <a:solidFill>
                <a:srgbClr val="151518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33" name="0617 Rectangle 632"/>
              <p:cNvSpPr/>
              <p:nvPr/>
            </p:nvSpPr>
            <p:spPr>
              <a:xfrm>
                <a:off x="6960870" y="9338662"/>
                <a:ext cx="19892" cy="19892"/>
              </a:xfrm>
              <a:prstGeom prst="rect">
                <a:avLst/>
              </a:prstGeom>
              <a:solidFill>
                <a:srgbClr val="151518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34" name="0618 Rectangle 633"/>
              <p:cNvSpPr/>
              <p:nvPr/>
            </p:nvSpPr>
            <p:spPr>
              <a:xfrm>
                <a:off x="6980213" y="9338662"/>
                <a:ext cx="58578" cy="19892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35" name="0619 Rectangle 634"/>
              <p:cNvSpPr/>
              <p:nvPr/>
            </p:nvSpPr>
            <p:spPr>
              <a:xfrm>
                <a:off x="7038242" y="9338662"/>
                <a:ext cx="19892" cy="19892"/>
              </a:xfrm>
              <a:prstGeom prst="rect">
                <a:avLst/>
              </a:prstGeom>
              <a:solidFill>
                <a:srgbClr val="FF263E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36" name="0620 Rectangle 635"/>
              <p:cNvSpPr/>
              <p:nvPr/>
            </p:nvSpPr>
            <p:spPr>
              <a:xfrm>
                <a:off x="7057585" y="9338662"/>
                <a:ext cx="135950" cy="19892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37" name="0621 Rectangle 636"/>
              <p:cNvSpPr/>
              <p:nvPr/>
            </p:nvSpPr>
            <p:spPr>
              <a:xfrm>
                <a:off x="7192987" y="9338662"/>
                <a:ext cx="19892" cy="19892"/>
              </a:xfrm>
              <a:prstGeom prst="rect">
                <a:avLst/>
              </a:prstGeom>
              <a:solidFill>
                <a:srgbClr val="151518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38" name="0622 Rectangle 637"/>
              <p:cNvSpPr/>
              <p:nvPr/>
            </p:nvSpPr>
            <p:spPr>
              <a:xfrm>
                <a:off x="6960870" y="9358005"/>
                <a:ext cx="19892" cy="19892"/>
              </a:xfrm>
              <a:prstGeom prst="rect">
                <a:avLst/>
              </a:prstGeom>
              <a:solidFill>
                <a:srgbClr val="151518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39" name="0623 Rectangle 638"/>
              <p:cNvSpPr/>
              <p:nvPr/>
            </p:nvSpPr>
            <p:spPr>
              <a:xfrm>
                <a:off x="6980213" y="9358005"/>
                <a:ext cx="58578" cy="19892"/>
              </a:xfrm>
              <a:prstGeom prst="rect">
                <a:avLst/>
              </a:prstGeom>
              <a:solidFill>
                <a:srgbClr val="061CDE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40" name="0624 Rectangle 639"/>
              <p:cNvSpPr/>
              <p:nvPr/>
            </p:nvSpPr>
            <p:spPr>
              <a:xfrm>
                <a:off x="7038242" y="9358005"/>
                <a:ext cx="19892" cy="19892"/>
              </a:xfrm>
              <a:prstGeom prst="rect">
                <a:avLst/>
              </a:prstGeom>
              <a:solidFill>
                <a:srgbClr val="FF263E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41" name="0625 Rectangle 640"/>
              <p:cNvSpPr/>
              <p:nvPr/>
            </p:nvSpPr>
            <p:spPr>
              <a:xfrm>
                <a:off x="7057585" y="9358005"/>
                <a:ext cx="19892" cy="19892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42" name="0626 Rectangle 641"/>
              <p:cNvSpPr/>
              <p:nvPr/>
            </p:nvSpPr>
            <p:spPr>
              <a:xfrm>
                <a:off x="7076928" y="9358005"/>
                <a:ext cx="116607" cy="19892"/>
              </a:xfrm>
              <a:prstGeom prst="rect">
                <a:avLst/>
              </a:prstGeom>
              <a:solidFill>
                <a:srgbClr val="061CDE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43" name="0627 Rectangle 642"/>
              <p:cNvSpPr/>
              <p:nvPr/>
            </p:nvSpPr>
            <p:spPr>
              <a:xfrm>
                <a:off x="7192987" y="9358005"/>
                <a:ext cx="19892" cy="19892"/>
              </a:xfrm>
              <a:prstGeom prst="rect">
                <a:avLst/>
              </a:prstGeom>
              <a:solidFill>
                <a:srgbClr val="151518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44" name="0628 Rectangle 643"/>
              <p:cNvSpPr/>
              <p:nvPr/>
            </p:nvSpPr>
            <p:spPr>
              <a:xfrm>
                <a:off x="6960870" y="9377348"/>
                <a:ext cx="19892" cy="19892"/>
              </a:xfrm>
              <a:prstGeom prst="rect">
                <a:avLst/>
              </a:prstGeom>
              <a:solidFill>
                <a:srgbClr val="151518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45" name="0629 Rectangle 644"/>
              <p:cNvSpPr/>
              <p:nvPr/>
            </p:nvSpPr>
            <p:spPr>
              <a:xfrm>
                <a:off x="6980213" y="9377348"/>
                <a:ext cx="213322" cy="19892"/>
              </a:xfrm>
              <a:prstGeom prst="rect">
                <a:avLst/>
              </a:prstGeom>
              <a:solidFill>
                <a:srgbClr val="061CDE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46" name="0630 Rectangle 645"/>
              <p:cNvSpPr/>
              <p:nvPr/>
            </p:nvSpPr>
            <p:spPr>
              <a:xfrm>
                <a:off x="7192987" y="9377348"/>
                <a:ext cx="19892" cy="19892"/>
              </a:xfrm>
              <a:prstGeom prst="rect">
                <a:avLst/>
              </a:prstGeom>
              <a:solidFill>
                <a:srgbClr val="151518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47" name="0631 Rectangle 646"/>
              <p:cNvSpPr/>
              <p:nvPr/>
            </p:nvSpPr>
            <p:spPr>
              <a:xfrm>
                <a:off x="6960870" y="9396691"/>
                <a:ext cx="252009" cy="19892"/>
              </a:xfrm>
              <a:prstGeom prst="rect">
                <a:avLst/>
              </a:prstGeom>
              <a:solidFill>
                <a:srgbClr val="151518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</p:grpSp>
        <p:sp>
          <p:nvSpPr>
            <p:cNvPr id="648" name="Interaction / Graphs"/>
            <p:cNvSpPr txBox="1"/>
            <p:nvPr/>
          </p:nvSpPr>
          <p:spPr>
            <a:xfrm>
              <a:off x="4133088" y="8659368"/>
              <a:ext cx="1517904" cy="610819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Ctr="0" anchor="t">
              <a:noAutofit/>
            </a:bodyPr>
            <a:lstStyle/>
            <a:p>
              <a:pPr algn="ctr">
                <a:lnSpc>
                  <a:spcPts val="2224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2160" b="1" i="0">
                  <a:solidFill>
                    <a:srgbClr val="6700CF"/>
                  </a:solidFill>
                  <a:latin typeface="Liberation Serif"/>
                </a:rPr>
                <a:t>Interaction</a:t>
              </a:r>
            </a:p>
            <a:p>
              <a:pPr algn="ctr">
                <a:lnSpc>
                  <a:spcPts val="2224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2160" b="1" i="0">
                  <a:solidFill>
                    <a:srgbClr val="6700CF"/>
                  </a:solidFill>
                  <a:latin typeface="Liberation Serif"/>
                </a:rPr>
                <a:t>Graphs</a:t>
              </a:r>
            </a:p>
          </p:txBody>
        </p:sp>
        <p:sp>
          <p:nvSpPr>
            <p:cNvPr id="649" name="𝒢"/>
            <p:cNvSpPr txBox="1"/>
            <p:nvPr/>
          </p:nvSpPr>
          <p:spPr>
            <a:xfrm>
              <a:off x="3941064" y="9363456"/>
              <a:ext cx="283464" cy="352958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Ctr="0" anchor="t">
              <a:noAutofit/>
            </a:bodyPr>
            <a:lstStyle/>
            <a:p>
              <a:pPr algn="l">
                <a:lnSpc>
                  <a:spcPts val="241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2160" b="0" i="0">
                  <a:solidFill>
                    <a:srgbClr val="7200DB"/>
                  </a:solidFill>
                  <a:latin typeface="Latin Modern Math"/>
                </a:rPr>
                <a:t>𝒢</a:t>
              </a:r>
            </a:p>
          </p:txBody>
        </p:sp>
        <p:sp>
          <p:nvSpPr>
            <p:cNvPr id="650" name="(Q)"/>
            <p:cNvSpPr txBox="1"/>
            <p:nvPr/>
          </p:nvSpPr>
          <p:spPr>
            <a:xfrm>
              <a:off x="4133088" y="9308592"/>
              <a:ext cx="457200" cy="230063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Ctr="0" anchor="t">
              <a:noAutofit/>
            </a:bodyPr>
            <a:lstStyle/>
            <a:p>
              <a:pPr algn="l">
                <a:lnSpc>
                  <a:spcPts val="1451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96" b="0" i="1">
                  <a:solidFill>
                    <a:srgbClr val="7200DB"/>
                  </a:solidFill>
                  <a:latin typeface="Liberation Serif"/>
                </a:rPr>
                <a:t>(Q)</a:t>
              </a:r>
            </a:p>
          </p:txBody>
        </p:sp>
        <p:sp>
          <p:nvSpPr>
            <p:cNvPr id="651" name="inter"/>
            <p:cNvSpPr txBox="1"/>
            <p:nvPr/>
          </p:nvSpPr>
          <p:spPr>
            <a:xfrm>
              <a:off x="4105656" y="9555480"/>
              <a:ext cx="868680" cy="230063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Ctr="0" anchor="t">
              <a:noAutofit/>
            </a:bodyPr>
            <a:lstStyle/>
            <a:p>
              <a:pPr algn="l">
                <a:lnSpc>
                  <a:spcPts val="1451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96" b="0" i="0">
                  <a:solidFill>
                    <a:srgbClr val="7200DB"/>
                  </a:solidFill>
                  <a:latin typeface="Liberation Serif"/>
                </a:rPr>
                <a:t>inter</a:t>
              </a:r>
            </a:p>
          </p:txBody>
        </p:sp>
        <p:sp>
          <p:nvSpPr>
            <p:cNvPr id="652" name="= ("/>
            <p:cNvSpPr txBox="1"/>
            <p:nvPr/>
          </p:nvSpPr>
          <p:spPr>
            <a:xfrm>
              <a:off x="4389120" y="9381744"/>
              <a:ext cx="402336" cy="291511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Ctr="0" anchor="t">
              <a:noAutofit/>
            </a:bodyPr>
            <a:lstStyle/>
            <a:p>
              <a:pPr algn="l">
                <a:lnSpc>
                  <a:spcPts val="193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728" b="0" i="0">
                  <a:solidFill>
                    <a:srgbClr val="7200DB"/>
                  </a:solidFill>
                  <a:latin typeface="Latin Modern Math"/>
                </a:rPr>
                <a:t>= (</a:t>
              </a:r>
            </a:p>
          </p:txBody>
        </p:sp>
        <p:sp>
          <p:nvSpPr>
            <p:cNvPr id="653" name="𝒰"/>
            <p:cNvSpPr txBox="1"/>
            <p:nvPr/>
          </p:nvSpPr>
          <p:spPr>
            <a:xfrm>
              <a:off x="4700016" y="9381744"/>
              <a:ext cx="283464" cy="291511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Ctr="0" anchor="t">
              <a:noAutofit/>
            </a:bodyPr>
            <a:lstStyle/>
            <a:p>
              <a:pPr algn="l">
                <a:lnSpc>
                  <a:spcPts val="193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728" b="0" i="0">
                  <a:solidFill>
                    <a:srgbClr val="7200DB"/>
                  </a:solidFill>
                  <a:latin typeface="Latin Modern Math"/>
                </a:rPr>
                <a:t>𝒰</a:t>
              </a:r>
            </a:p>
          </p:txBody>
        </p:sp>
        <p:sp>
          <p:nvSpPr>
            <p:cNvPr id="654" name="(Q)"/>
            <p:cNvSpPr txBox="1"/>
            <p:nvPr/>
          </p:nvSpPr>
          <p:spPr>
            <a:xfrm>
              <a:off x="4873752" y="9326880"/>
              <a:ext cx="210312" cy="189098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Ctr="0" anchor="t">
              <a:noAutofit/>
            </a:bodyPr>
            <a:lstStyle/>
            <a:p>
              <a:pPr algn="l">
                <a:lnSpc>
                  <a:spcPts val="112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8" b="0" i="1">
                  <a:solidFill>
                    <a:srgbClr val="7200DB"/>
                  </a:solidFill>
                  <a:latin typeface="Liberation Serif"/>
                </a:rPr>
                <a:t>(Q)</a:t>
              </a:r>
            </a:p>
          </p:txBody>
        </p:sp>
        <p:sp>
          <p:nvSpPr>
            <p:cNvPr id="655" name=","/>
            <p:cNvSpPr txBox="1"/>
            <p:nvPr/>
          </p:nvSpPr>
          <p:spPr>
            <a:xfrm>
              <a:off x="5047488" y="9390888"/>
              <a:ext cx="91440" cy="291511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Ctr="0" anchor="t">
              <a:noAutofit/>
            </a:bodyPr>
            <a:lstStyle/>
            <a:p>
              <a:pPr algn="l">
                <a:lnSpc>
                  <a:spcPts val="193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728" b="0" i="0">
                  <a:solidFill>
                    <a:srgbClr val="7200DB"/>
                  </a:solidFill>
                  <a:latin typeface="Liberation Serif"/>
                </a:rPr>
                <a:t>,</a:t>
              </a:r>
            </a:p>
          </p:txBody>
        </p:sp>
        <p:sp>
          <p:nvSpPr>
            <p:cNvPr id="656" name="ℰ"/>
            <p:cNvSpPr txBox="1"/>
            <p:nvPr/>
          </p:nvSpPr>
          <p:spPr>
            <a:xfrm>
              <a:off x="5166360" y="9381744"/>
              <a:ext cx="237744" cy="291511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Ctr="0" anchor="t">
              <a:noAutofit/>
            </a:bodyPr>
            <a:lstStyle/>
            <a:p>
              <a:pPr algn="l">
                <a:lnSpc>
                  <a:spcPts val="193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728" b="0" i="0">
                  <a:solidFill>
                    <a:srgbClr val="7200DB"/>
                  </a:solidFill>
                  <a:latin typeface="Latin Modern Math"/>
                </a:rPr>
                <a:t>ℰ</a:t>
              </a:r>
            </a:p>
          </p:txBody>
        </p:sp>
        <p:sp>
          <p:nvSpPr>
            <p:cNvPr id="657" name="u"/>
            <p:cNvSpPr txBox="1"/>
            <p:nvPr/>
          </p:nvSpPr>
          <p:spPr>
            <a:xfrm>
              <a:off x="5303520" y="9518904"/>
              <a:ext cx="137160" cy="189098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Ctr="0" anchor="t">
              <a:noAutofit/>
            </a:bodyPr>
            <a:lstStyle/>
            <a:p>
              <a:pPr algn="l">
                <a:lnSpc>
                  <a:spcPts val="112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8" b="0" i="1">
                  <a:solidFill>
                    <a:srgbClr val="7200DB"/>
                  </a:solidFill>
                  <a:latin typeface="Liberation Serif"/>
                </a:rPr>
                <a:t>u</a:t>
              </a:r>
            </a:p>
          </p:txBody>
        </p:sp>
        <p:sp>
          <p:nvSpPr>
            <p:cNvPr id="658" name="(Q)"/>
            <p:cNvSpPr txBox="1"/>
            <p:nvPr/>
          </p:nvSpPr>
          <p:spPr>
            <a:xfrm>
              <a:off x="5312664" y="9326880"/>
              <a:ext cx="219456" cy="189098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Ctr="0" anchor="t">
              <a:noAutofit/>
            </a:bodyPr>
            <a:lstStyle/>
            <a:p>
              <a:pPr algn="l">
                <a:lnSpc>
                  <a:spcPts val="112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8" b="0" i="1">
                  <a:solidFill>
                    <a:srgbClr val="7200DB"/>
                  </a:solidFill>
                  <a:latin typeface="Liberation Serif"/>
                </a:rPr>
                <a:t>(Q)</a:t>
              </a:r>
            </a:p>
          </p:txBody>
        </p:sp>
        <p:sp>
          <p:nvSpPr>
            <p:cNvPr id="659" name=")"/>
            <p:cNvSpPr txBox="1"/>
            <p:nvPr/>
          </p:nvSpPr>
          <p:spPr>
            <a:xfrm>
              <a:off x="5541264" y="9381744"/>
              <a:ext cx="128016" cy="291511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Ctr="0" anchor="t">
              <a:noAutofit/>
            </a:bodyPr>
            <a:lstStyle/>
            <a:p>
              <a:pPr algn="l">
                <a:lnSpc>
                  <a:spcPts val="193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728" b="0" i="0">
                  <a:solidFill>
                    <a:srgbClr val="7200DB"/>
                  </a:solidFill>
                  <a:latin typeface="Latin Modern Math"/>
                </a:rPr>
                <a:t>)</a:t>
              </a:r>
            </a:p>
          </p:txBody>
        </p:sp>
      </p:grpSp>
      <p:grpSp>
        <p:nvGrpSpPr>
          <p:cNvPr id="660" name="left-annotation-callouts"/>
          <p:cNvGrpSpPr/>
          <p:nvPr/>
        </p:nvGrpSpPr>
        <p:grpSpPr>
          <a:xfrm>
            <a:off x="3913632" y="1408176"/>
            <a:ext cx="2322576" cy="7232904"/>
            <a:chOff x="3913632" y="1408176"/>
            <a:chExt cx="2322576" cy="7232904"/>
          </a:xfrm>
        </p:grpSpPr>
        <p:sp>
          <p:nvSpPr>
            <p:cNvPr id="661" name="0644 Rectangle 660"/>
            <p:cNvSpPr/>
            <p:nvPr/>
          </p:nvSpPr>
          <p:spPr>
            <a:xfrm>
              <a:off x="4123944" y="1408176"/>
              <a:ext cx="2066544" cy="1883664"/>
            </a:xfrm>
            <a:custGeom>
              <a:avLst/>
              <a:gdLst/>
              <a:ahLst/>
              <a:cxnLst/>
              <a:rect l="0" t="0" r="r" b="b"/>
              <a:pathLst>
                <a:path w="226000" h="206000">
                  <a:moveTo>
                    <a:pt x="0" y="1000"/>
                  </a:moveTo>
                  <a:lnTo>
                    <a:pt x="187000" y="0"/>
                  </a:lnTo>
                  <a:lnTo>
                    <a:pt x="189000" y="149000"/>
                  </a:lnTo>
                  <a:lnTo>
                    <a:pt x="226000" y="155000"/>
                  </a:lnTo>
                  <a:lnTo>
                    <a:pt x="187000" y="182000"/>
                  </a:lnTo>
                  <a:lnTo>
                    <a:pt x="187000" y="206000"/>
                  </a:lnTo>
                  <a:lnTo>
                    <a:pt x="1000" y="205000"/>
                  </a:lnTo>
                  <a:close/>
                </a:path>
              </a:pathLst>
            </a:custGeom>
            <a:solidFill>
              <a:srgbClr val="9BC7BB"/>
            </a:solidFill>
            <a:ln w="16459" cap="rnd">
              <a:solidFill>
                <a:srgbClr val="098333"/>
              </a:solidFill>
              <a:round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62" name="0645 Rectangle 661"/>
            <p:cNvSpPr/>
            <p:nvPr/>
          </p:nvSpPr>
          <p:spPr>
            <a:xfrm>
              <a:off x="4206240" y="1508760"/>
              <a:ext cx="996696" cy="246888"/>
            </a:xfrm>
            <a:prstGeom prst="rect">
              <a:avLst/>
            </a:prstGeom>
            <a:solidFill>
              <a:srgbClr val="E1E7D9"/>
            </a:solidFill>
            <a:ln w="16459" cap="rnd">
              <a:solidFill>
                <a:srgbClr val="82B064"/>
              </a:solidFill>
              <a:round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63" name="0646 Rectangle 662"/>
            <p:cNvSpPr/>
            <p:nvPr/>
          </p:nvSpPr>
          <p:spPr>
            <a:xfrm>
              <a:off x="4270248" y="1508760"/>
              <a:ext cx="859536" cy="246888"/>
            </a:xfrm>
            <a:prstGeom prst="rect">
              <a:avLst/>
            </a:prstGeom>
            <a:noFill/>
            <a:ln w="11887" cap="rnd">
              <a:solidFill>
                <a:srgbClr val="82B064"/>
              </a:solidFill>
              <a:round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64" name="Insight"/>
            <p:cNvSpPr txBox="1"/>
            <p:nvPr/>
          </p:nvSpPr>
          <p:spPr>
            <a:xfrm>
              <a:off x="4306824" y="1499616"/>
              <a:ext cx="832104" cy="301752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Ctr="0" anchor="t">
              <a:noAutofit/>
            </a:bodyPr>
            <a:lstStyle/>
            <a:p>
              <a:pPr algn="l">
                <a:lnSpc>
                  <a:spcPts val="201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 b="1" i="0">
                  <a:solidFill>
                    <a:srgbClr val="000000"/>
                  </a:solidFill>
                  <a:latin typeface="Liberation Serif"/>
                </a:rPr>
                <a:t>Insight</a:t>
              </a:r>
            </a:p>
          </p:txBody>
        </p:sp>
        <p:sp>
          <p:nvSpPr>
            <p:cNvPr id="665" name="Ensure the search / terms are precise / and directly / related to the / specific entity or"/>
            <p:cNvSpPr txBox="1"/>
            <p:nvPr/>
          </p:nvSpPr>
          <p:spPr>
            <a:xfrm>
              <a:off x="4215384" y="1892808"/>
              <a:ext cx="1536192" cy="1283891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Ctr="0" anchor="t">
              <a:noAutofit/>
            </a:bodyPr>
            <a:lstStyle/>
            <a:p>
              <a:pPr algn="ctr">
                <a:lnSpc>
                  <a:spcPts val="1624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62" b="0" i="0">
                  <a:solidFill>
                    <a:srgbClr val="000000"/>
                  </a:solidFill>
                  <a:latin typeface="Comic Neue"/>
                </a:rPr>
                <a:t>Ensure the search</a:t>
              </a:r>
            </a:p>
            <a:p>
              <a:pPr algn="ctr">
                <a:lnSpc>
                  <a:spcPts val="1624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62" b="0" i="0">
                  <a:solidFill>
                    <a:srgbClr val="000000"/>
                  </a:solidFill>
                  <a:latin typeface="Comic Neue"/>
                </a:rPr>
                <a:t>terms are precise</a:t>
              </a:r>
            </a:p>
            <a:p>
              <a:pPr algn="ctr">
                <a:lnSpc>
                  <a:spcPts val="1624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62" b="0" i="0">
                  <a:solidFill>
                    <a:srgbClr val="000000"/>
                  </a:solidFill>
                  <a:latin typeface="Comic Neue"/>
                </a:rPr>
                <a:t>and directly</a:t>
              </a:r>
            </a:p>
            <a:p>
              <a:pPr algn="ctr">
                <a:lnSpc>
                  <a:spcPts val="1624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62" b="0" i="0">
                  <a:solidFill>
                    <a:srgbClr val="000000"/>
                  </a:solidFill>
                  <a:latin typeface="Comic Neue"/>
                </a:rPr>
                <a:t>related to the</a:t>
              </a:r>
            </a:p>
            <a:p>
              <a:pPr algn="ctr">
                <a:lnSpc>
                  <a:spcPts val="1624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62" b="0" i="0">
                  <a:solidFill>
                    <a:srgbClr val="000000"/>
                  </a:solidFill>
                  <a:latin typeface="Comic Neue"/>
                </a:rPr>
                <a:t>specific entity or</a:t>
              </a:r>
            </a:p>
            <a:p>
              <a:pPr algn="ctr">
                <a:lnSpc>
                  <a:spcPts val="1624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62" b="0" i="0">
                  <a:solidFill>
                    <a:srgbClr val="000000"/>
                  </a:solidFill>
                  <a:latin typeface="Comic Neue"/>
                </a:rPr>
                <a:t>institution ...</a:t>
              </a:r>
            </a:p>
          </p:txBody>
        </p:sp>
        <p:sp>
          <p:nvSpPr>
            <p:cNvPr id="666" name="0649 Rectangle 665"/>
            <p:cNvSpPr/>
            <p:nvPr/>
          </p:nvSpPr>
          <p:spPr>
            <a:xfrm>
              <a:off x="4123944" y="3502152"/>
              <a:ext cx="2112264" cy="1124712"/>
            </a:xfrm>
            <a:custGeom>
              <a:avLst/>
              <a:gdLst/>
              <a:ahLst/>
              <a:cxnLst/>
              <a:rect l="0" t="0" r="r" b="b"/>
              <a:pathLst>
                <a:path w="231000" h="123000">
                  <a:moveTo>
                    <a:pt x="0" y="1000"/>
                  </a:moveTo>
                  <a:lnTo>
                    <a:pt x="230000" y="0"/>
                  </a:lnTo>
                  <a:lnTo>
                    <a:pt x="231000" y="107000"/>
                  </a:lnTo>
                  <a:lnTo>
                    <a:pt x="209000" y="107000"/>
                  </a:lnTo>
                  <a:lnTo>
                    <a:pt x="209000" y="123000"/>
                  </a:lnTo>
                  <a:lnTo>
                    <a:pt x="148000" y="106000"/>
                  </a:lnTo>
                  <a:lnTo>
                    <a:pt x="0" y="107000"/>
                  </a:lnTo>
                  <a:close/>
                </a:path>
              </a:pathLst>
            </a:custGeom>
            <a:solidFill>
              <a:srgbClr val="C9E0FF"/>
            </a:solidFill>
            <a:ln w="16459" cap="rnd">
              <a:solidFill>
                <a:srgbClr val="070A75"/>
              </a:solidFill>
              <a:round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67" name="0650 Rectangle 666"/>
            <p:cNvSpPr/>
            <p:nvPr/>
          </p:nvSpPr>
          <p:spPr>
            <a:xfrm>
              <a:off x="4215384" y="3602736"/>
              <a:ext cx="822960" cy="246888"/>
            </a:xfrm>
            <a:prstGeom prst="rect">
              <a:avLst/>
            </a:prstGeom>
            <a:solidFill>
              <a:srgbClr val="D5E6FA"/>
            </a:solidFill>
            <a:ln w="16459" cap="rnd">
              <a:solidFill>
                <a:srgbClr val="6C92C1"/>
              </a:solidFill>
              <a:round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68" name="0651 Rectangle 667"/>
            <p:cNvSpPr/>
            <p:nvPr/>
          </p:nvSpPr>
          <p:spPr>
            <a:xfrm>
              <a:off x="4279392" y="3602736"/>
              <a:ext cx="685800" cy="246888"/>
            </a:xfrm>
            <a:prstGeom prst="rect">
              <a:avLst/>
            </a:prstGeom>
            <a:noFill/>
            <a:ln w="11887" cap="rnd">
              <a:solidFill>
                <a:srgbClr val="6C92C1"/>
              </a:solidFill>
              <a:round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69" name="Query"/>
            <p:cNvSpPr txBox="1"/>
            <p:nvPr/>
          </p:nvSpPr>
          <p:spPr>
            <a:xfrm>
              <a:off x="4315968" y="3593592"/>
              <a:ext cx="658368" cy="301752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Ctr="0" anchor="t">
              <a:noAutofit/>
            </a:bodyPr>
            <a:lstStyle/>
            <a:p>
              <a:pPr algn="l">
                <a:lnSpc>
                  <a:spcPts val="201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 b="1" i="0">
                  <a:solidFill>
                    <a:srgbClr val="000000"/>
                  </a:solidFill>
                  <a:latin typeface="Liberation Serif"/>
                </a:rPr>
                <a:t>Query</a:t>
              </a:r>
            </a:p>
          </p:txBody>
        </p:sp>
        <p:sp>
          <p:nvSpPr>
            <p:cNvPr id="670" name="Are Deodato and / Alejandro both film / directors?"/>
            <p:cNvSpPr txBox="1"/>
            <p:nvPr/>
          </p:nvSpPr>
          <p:spPr>
            <a:xfrm>
              <a:off x="4261104" y="3849624"/>
              <a:ext cx="1874520" cy="653202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Ctr="0" anchor="t">
              <a:noAutofit/>
            </a:bodyPr>
            <a:lstStyle/>
            <a:p>
              <a:pPr algn="ctr">
                <a:lnSpc>
                  <a:spcPts val="1594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47" b="0" i="0">
                  <a:solidFill>
                    <a:srgbClr val="000000"/>
                  </a:solidFill>
                  <a:latin typeface="Comic Neue"/>
                </a:rPr>
                <a:t>Are Deodato and</a:t>
              </a:r>
            </a:p>
            <a:p>
              <a:pPr algn="ctr">
                <a:lnSpc>
                  <a:spcPts val="1594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47" b="0" i="0">
                  <a:solidFill>
                    <a:srgbClr val="000000"/>
                  </a:solidFill>
                  <a:latin typeface="Comic Neue"/>
                </a:rPr>
                <a:t>Alejandro both film</a:t>
              </a:r>
            </a:p>
            <a:p>
              <a:pPr algn="ctr">
                <a:lnSpc>
                  <a:spcPts val="1594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47" b="0" i="0">
                  <a:solidFill>
                    <a:srgbClr val="000000"/>
                  </a:solidFill>
                  <a:latin typeface="Comic Neue"/>
                </a:rPr>
                <a:t>directors?</a:t>
              </a:r>
            </a:p>
          </p:txBody>
        </p:sp>
        <p:sp>
          <p:nvSpPr>
            <p:cNvPr id="671" name="0654 Rectangle 670"/>
            <p:cNvSpPr/>
            <p:nvPr/>
          </p:nvSpPr>
          <p:spPr>
            <a:xfrm>
              <a:off x="3913632" y="6894576"/>
              <a:ext cx="1728216" cy="1746504"/>
            </a:xfrm>
            <a:custGeom>
              <a:avLst/>
              <a:gdLst/>
              <a:ahLst/>
              <a:cxnLst/>
              <a:rect l="0" t="0" r="r" b="b"/>
              <a:pathLst>
                <a:path w="189000" h="191000">
                  <a:moveTo>
                    <a:pt x="0" y="0"/>
                  </a:moveTo>
                  <a:lnTo>
                    <a:pt x="188000" y="0"/>
                  </a:lnTo>
                  <a:lnTo>
                    <a:pt x="189000" y="170000"/>
                  </a:lnTo>
                  <a:lnTo>
                    <a:pt x="182000" y="170000"/>
                  </a:lnTo>
                  <a:lnTo>
                    <a:pt x="186000" y="191000"/>
                  </a:lnTo>
                  <a:lnTo>
                    <a:pt x="148000" y="172000"/>
                  </a:lnTo>
                  <a:lnTo>
                    <a:pt x="0" y="170000"/>
                  </a:lnTo>
                  <a:close/>
                </a:path>
              </a:pathLst>
            </a:custGeom>
            <a:solidFill>
              <a:srgbClr val="E3D5E8"/>
            </a:solidFill>
            <a:ln w="16459" cap="rnd">
              <a:solidFill>
                <a:srgbClr val="6500CC"/>
              </a:solidFill>
              <a:round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72" name="0655 Rectangle 671"/>
            <p:cNvSpPr/>
            <p:nvPr/>
          </p:nvSpPr>
          <p:spPr>
            <a:xfrm>
              <a:off x="3995928" y="6986016"/>
              <a:ext cx="1508760" cy="246888"/>
            </a:xfrm>
            <a:prstGeom prst="rect">
              <a:avLst/>
            </a:prstGeom>
            <a:solidFill>
              <a:srgbClr val="E2DCE6"/>
            </a:solidFill>
            <a:ln w="16459" cap="rnd">
              <a:solidFill>
                <a:srgbClr val="9570AC"/>
              </a:solidFill>
              <a:round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73" name="0656 Rectangle 672"/>
            <p:cNvSpPr/>
            <p:nvPr/>
          </p:nvSpPr>
          <p:spPr>
            <a:xfrm>
              <a:off x="4059936" y="6986016"/>
              <a:ext cx="1371600" cy="246888"/>
            </a:xfrm>
            <a:prstGeom prst="rect">
              <a:avLst/>
            </a:prstGeom>
            <a:noFill/>
            <a:ln w="11887" cap="rnd">
              <a:solidFill>
                <a:srgbClr val="9570AC"/>
              </a:solidFill>
              <a:round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74" name="Interactions"/>
            <p:cNvSpPr txBox="1"/>
            <p:nvPr/>
          </p:nvSpPr>
          <p:spPr>
            <a:xfrm>
              <a:off x="4096512" y="6976872"/>
              <a:ext cx="1344168" cy="301752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Ctr="0" anchor="t">
              <a:noAutofit/>
            </a:bodyPr>
            <a:lstStyle/>
            <a:p>
              <a:pPr algn="l">
                <a:lnSpc>
                  <a:spcPts val="201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 b="1" i="0">
                  <a:solidFill>
                    <a:srgbClr val="000000"/>
                  </a:solidFill>
                  <a:latin typeface="Liberation Serif"/>
                </a:rPr>
                <a:t>Interactions</a:t>
              </a:r>
            </a:p>
          </p:txBody>
        </p:sp>
        <p:sp>
          <p:nvSpPr>
            <p:cNvPr id="675" name="· CEO agent: /   assigning tasks... / · Thinker agent: /   OK, I will... / · Executor agen"/>
            <p:cNvSpPr txBox="1"/>
            <p:nvPr/>
          </p:nvSpPr>
          <p:spPr>
            <a:xfrm>
              <a:off x="4005072" y="7306056"/>
              <a:ext cx="1618488" cy="1076706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Ctr="0" anchor="t">
              <a:noAutofit/>
            </a:bodyPr>
            <a:lstStyle/>
            <a:p>
              <a:pPr algn="l">
                <a:lnSpc>
                  <a:spcPts val="162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76" b="0" i="0">
                  <a:solidFill>
                    <a:srgbClr val="000000"/>
                  </a:solidFill>
                  <a:latin typeface="Comic Neue"/>
                </a:rPr>
                <a:t>· CEO agent:</a:t>
              </a:r>
            </a:p>
            <a:p>
              <a:pPr algn="l">
                <a:lnSpc>
                  <a:spcPts val="162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76" b="0" i="0">
                  <a:solidFill>
                    <a:srgbClr val="000000"/>
                  </a:solidFill>
                  <a:latin typeface="Comic Neue"/>
                </a:rPr>
                <a:t>  assigning tasks...</a:t>
              </a:r>
            </a:p>
            <a:p>
              <a:pPr algn="l">
                <a:lnSpc>
                  <a:spcPts val="162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76" b="0" i="0">
                  <a:solidFill>
                    <a:srgbClr val="000000"/>
                  </a:solidFill>
                  <a:latin typeface="Comic Neue"/>
                </a:rPr>
                <a:t>· Thinker agent:</a:t>
              </a:r>
            </a:p>
            <a:p>
              <a:pPr algn="l">
                <a:lnSpc>
                  <a:spcPts val="162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76" b="0" i="0">
                  <a:solidFill>
                    <a:srgbClr val="000000"/>
                  </a:solidFill>
                  <a:latin typeface="Comic Neue"/>
                </a:rPr>
                <a:t>  OK, I will...</a:t>
              </a:r>
            </a:p>
            <a:p>
              <a:pPr algn="l">
                <a:lnSpc>
                  <a:spcPts val="162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76" b="0" i="0">
                  <a:solidFill>
                    <a:srgbClr val="000000"/>
                  </a:solidFill>
                  <a:latin typeface="Comic Neue"/>
                </a:rPr>
                <a:t>· Executor agent: ...</a:t>
              </a:r>
            </a:p>
          </p:txBody>
        </p:sp>
      </p:grpSp>
      <p:grpSp>
        <p:nvGrpSpPr>
          <p:cNvPr id="676" name="similarity-retrieval-process"/>
          <p:cNvGrpSpPr/>
          <p:nvPr/>
        </p:nvGrpSpPr>
        <p:grpSpPr>
          <a:xfrm>
            <a:off x="3227832" y="4965192"/>
            <a:ext cx="2798064" cy="951891"/>
            <a:chOff x="3227832" y="4965192"/>
            <a:chExt cx="2798064" cy="951891"/>
          </a:xfrm>
        </p:grpSpPr>
        <p:sp>
          <p:nvSpPr>
            <p:cNvPr id="677" name="Similarity- / based Retrival"/>
            <p:cNvSpPr txBox="1"/>
            <p:nvPr/>
          </p:nvSpPr>
          <p:spPr>
            <a:xfrm>
              <a:off x="4005072" y="4965192"/>
              <a:ext cx="1700784" cy="578267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Ctr="0" anchor="t">
              <a:noAutofit/>
            </a:bodyPr>
            <a:lstStyle/>
            <a:p>
              <a:pPr algn="ctr">
                <a:lnSpc>
                  <a:spcPts val="209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2016" b="1" i="0">
                  <a:solidFill>
                    <a:srgbClr val="F00000"/>
                  </a:solidFill>
                  <a:latin typeface="Liberation Serif"/>
                </a:rPr>
                <a:t>Similarity-</a:t>
              </a:r>
            </a:p>
            <a:p>
              <a:pPr algn="ctr">
                <a:lnSpc>
                  <a:spcPts val="209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2016" b="1" i="0">
                  <a:solidFill>
                    <a:srgbClr val="F00000"/>
                  </a:solidFill>
                  <a:latin typeface="Liberation Serif"/>
                </a:rPr>
                <a:t>based Retrival</a:t>
              </a:r>
            </a:p>
          </p:txBody>
        </p:sp>
        <p:sp>
          <p:nvSpPr>
            <p:cNvPr id="678" name="0660 Rectangle 677"/>
            <p:cNvSpPr/>
            <p:nvPr/>
          </p:nvSpPr>
          <p:spPr>
            <a:xfrm>
              <a:off x="3959352" y="5512918"/>
              <a:ext cx="2066544" cy="404165"/>
            </a:xfrm>
            <a:custGeom>
              <a:avLst/>
              <a:gdLst/>
              <a:ahLst/>
              <a:cxnLst/>
              <a:rect l="0" t="0" r="r" b="b"/>
              <a:pathLst>
                <a:path w="226000" h="44200">
                  <a:moveTo>
                    <a:pt x="0" y="11220"/>
                  </a:moveTo>
                  <a:lnTo>
                    <a:pt x="207300" y="11220"/>
                  </a:lnTo>
                  <a:lnTo>
                    <a:pt x="207300" y="0"/>
                  </a:lnTo>
                  <a:lnTo>
                    <a:pt x="226000" y="22100"/>
                  </a:lnTo>
                  <a:lnTo>
                    <a:pt x="207300" y="44200"/>
                  </a:lnTo>
                  <a:lnTo>
                    <a:pt x="207300" y="32980"/>
                  </a:lnTo>
                  <a:lnTo>
                    <a:pt x="0" y="32980"/>
                  </a:lnTo>
                  <a:close/>
                </a:path>
              </a:pathLst>
            </a:custGeom>
            <a:solidFill>
              <a:srgbClr val="FF9B9C"/>
            </a:solidFill>
            <a:ln w="23774" cap="rnd">
              <a:solidFill>
                <a:srgbClr val="E00000"/>
              </a:solidFill>
              <a:round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79" name="0661 Rectangle 678"/>
            <p:cNvSpPr/>
            <p:nvPr/>
          </p:nvSpPr>
          <p:spPr>
            <a:xfrm>
              <a:off x="3227832" y="5615513"/>
              <a:ext cx="109728" cy="198973"/>
            </a:xfrm>
            <a:custGeom>
              <a:avLst/>
              <a:gdLst/>
              <a:ahLst/>
              <a:cxnLst/>
              <a:rect l="0" t="0" r="r" b="b"/>
              <a:pathLst>
                <a:path w="12000" h="21760">
                  <a:moveTo>
                    <a:pt x="0" y="0"/>
                  </a:moveTo>
                  <a:lnTo>
                    <a:pt x="12000" y="0"/>
                  </a:lnTo>
                  <a:lnTo>
                    <a:pt x="12000" y="21760"/>
                  </a:lnTo>
                  <a:lnTo>
                    <a:pt x="0" y="21760"/>
                  </a:lnTo>
                  <a:close/>
                </a:path>
              </a:pathLst>
            </a:custGeom>
            <a:solidFill>
              <a:srgbClr val="FF9B9C"/>
            </a:solidFill>
            <a:ln w="21945" cap="rnd">
              <a:solidFill>
                <a:srgbClr val="E00000"/>
              </a:solidFill>
              <a:round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80" name="0662 Rectangle 679"/>
            <p:cNvSpPr/>
            <p:nvPr/>
          </p:nvSpPr>
          <p:spPr>
            <a:xfrm>
              <a:off x="3456432" y="5615513"/>
              <a:ext cx="356616" cy="198973"/>
            </a:xfrm>
            <a:custGeom>
              <a:avLst/>
              <a:gdLst/>
              <a:ahLst/>
              <a:cxnLst/>
              <a:rect l="0" t="0" r="r" b="b"/>
              <a:pathLst>
                <a:path w="39000" h="21760">
                  <a:moveTo>
                    <a:pt x="0" y="0"/>
                  </a:moveTo>
                  <a:lnTo>
                    <a:pt x="39000" y="0"/>
                  </a:lnTo>
                  <a:lnTo>
                    <a:pt x="39000" y="21760"/>
                  </a:lnTo>
                  <a:lnTo>
                    <a:pt x="0" y="21760"/>
                  </a:lnTo>
                  <a:close/>
                </a:path>
              </a:pathLst>
            </a:custGeom>
            <a:solidFill>
              <a:srgbClr val="FF9B9C"/>
            </a:solidFill>
            <a:ln w="21945" cap="rnd">
              <a:solidFill>
                <a:srgbClr val="E00000"/>
              </a:solidFill>
              <a:round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681" name="distilled-insights-panel"/>
          <p:cNvGrpSpPr/>
          <p:nvPr/>
        </p:nvGrpSpPr>
        <p:grpSpPr>
          <a:xfrm>
            <a:off x="8759952" y="566928"/>
            <a:ext cx="5294376" cy="2350008"/>
            <a:chOff x="8759952" y="566928"/>
            <a:chExt cx="5294376" cy="2350008"/>
          </a:xfrm>
        </p:grpSpPr>
        <p:sp>
          <p:nvSpPr>
            <p:cNvPr id="682" name="0663 Rectangle 681"/>
            <p:cNvSpPr/>
            <p:nvPr/>
          </p:nvSpPr>
          <p:spPr>
            <a:xfrm>
              <a:off x="8924544" y="731520"/>
              <a:ext cx="5129784" cy="2185416"/>
            </a:xfrm>
            <a:prstGeom prst="rect">
              <a:avLst/>
            </a:prstGeom>
            <a:solidFill>
              <a:srgbClr val="CBDCC7">
                <a:alpha val="58000"/>
              </a:srgbClr>
            </a:solidFill>
            <a:ln w="21945" cap="rnd">
              <a:solidFill>
                <a:srgbClr val="72958A"/>
              </a:solidFill>
              <a:round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83" name="0664 Rectangle 682"/>
            <p:cNvSpPr/>
            <p:nvPr/>
          </p:nvSpPr>
          <p:spPr>
            <a:xfrm>
              <a:off x="8842248" y="649224"/>
              <a:ext cx="5129784" cy="2185416"/>
            </a:xfrm>
            <a:prstGeom prst="rect">
              <a:avLst/>
            </a:prstGeom>
            <a:solidFill>
              <a:srgbClr val="CBDCC7">
                <a:alpha val="58000"/>
              </a:srgbClr>
            </a:solidFill>
            <a:ln w="21945" cap="rnd">
              <a:solidFill>
                <a:srgbClr val="72958A"/>
              </a:solidFill>
              <a:round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84" name="0665 Rectangle 683"/>
            <p:cNvSpPr/>
            <p:nvPr/>
          </p:nvSpPr>
          <p:spPr>
            <a:xfrm>
              <a:off x="8759952" y="566928"/>
              <a:ext cx="5129784" cy="2185416"/>
            </a:xfrm>
            <a:prstGeom prst="rect">
              <a:avLst/>
            </a:prstGeom>
            <a:solidFill>
              <a:srgbClr val="CBDCC7">
                <a:alpha val="58000"/>
              </a:srgbClr>
            </a:solidFill>
            <a:ln w="21945" cap="rnd">
              <a:solidFill>
                <a:srgbClr val="72958A"/>
              </a:solidFill>
              <a:round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85" name="Distilled Insights"/>
            <p:cNvSpPr txBox="1"/>
            <p:nvPr/>
          </p:nvSpPr>
          <p:spPr>
            <a:xfrm>
              <a:off x="8970264" y="749808"/>
              <a:ext cx="4389120" cy="36320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Ctr="0" anchor="t">
              <a:noAutofit/>
            </a:bodyPr>
            <a:lstStyle/>
            <a:p>
              <a:pPr algn="l">
                <a:lnSpc>
                  <a:spcPts val="249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2232" b="1" i="0">
                  <a:solidFill>
                    <a:srgbClr val="303030"/>
                  </a:solidFill>
                  <a:latin typeface="Liberation Serif"/>
                </a:rPr>
                <a:t>Distilled Insights</a:t>
              </a:r>
            </a:p>
          </p:txBody>
        </p:sp>
        <p:grpSp>
          <p:nvGrpSpPr>
            <p:cNvPr id="686" name="lightbulb-996-124"/>
            <p:cNvGrpSpPr/>
            <p:nvPr/>
          </p:nvGrpSpPr>
          <p:grpSpPr>
            <a:xfrm>
              <a:off x="9037557" y="1060662"/>
              <a:ext cx="452544" cy="566421"/>
              <a:chOff x="9037557" y="1060662"/>
              <a:chExt cx="452544" cy="566421"/>
            </a:xfrm>
          </p:grpSpPr>
          <p:sp>
            <p:nvSpPr>
              <p:cNvPr id="687" name="0667 Rectangle 686"/>
              <p:cNvSpPr/>
              <p:nvPr/>
            </p:nvSpPr>
            <p:spPr>
              <a:xfrm>
                <a:off x="9107424" y="1108344"/>
                <a:ext cx="323149" cy="365669"/>
              </a:xfrm>
              <a:custGeom>
                <a:avLst/>
                <a:gdLst/>
                <a:ahLst/>
                <a:cxnLst/>
                <a:rect l="0" t="0" r="r" b="b"/>
                <a:pathLst>
                  <a:path w="35340" h="39990">
                    <a:moveTo>
                      <a:pt x="11160" y="39060"/>
                    </a:moveTo>
                    <a:lnTo>
                      <a:pt x="11160" y="31620"/>
                    </a:lnTo>
                    <a:cubicBezTo>
                      <a:pt x="1860" y="24180"/>
                      <a:pt x="0" y="17670"/>
                      <a:pt x="4650" y="10230"/>
                    </a:cubicBezTo>
                    <a:cubicBezTo>
                      <a:pt x="12090" y="0"/>
                      <a:pt x="26970" y="2790"/>
                      <a:pt x="30690" y="12090"/>
                    </a:cubicBezTo>
                    <a:cubicBezTo>
                      <a:pt x="35340" y="20460"/>
                      <a:pt x="29760" y="27900"/>
                      <a:pt x="24180" y="32550"/>
                    </a:cubicBezTo>
                    <a:lnTo>
                      <a:pt x="23250" y="39990"/>
                    </a:lnTo>
                    <a:close/>
                  </a:path>
                </a:pathLst>
              </a:custGeom>
              <a:solidFill>
                <a:srgbClr val="FFE273"/>
              </a:solidFill>
              <a:ln w="15307" cap="rnd">
                <a:solidFill>
                  <a:srgbClr val="222222"/>
                </a:solidFill>
                <a:round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88" name="0668 Rectangle 687"/>
              <p:cNvSpPr/>
              <p:nvPr/>
            </p:nvSpPr>
            <p:spPr>
              <a:xfrm>
                <a:off x="9209471" y="1269919"/>
                <a:ext cx="110551" cy="195590"/>
              </a:xfrm>
              <a:custGeom>
                <a:avLst/>
                <a:gdLst/>
                <a:ahLst/>
                <a:cxnLst/>
                <a:rect l="0" t="0" r="r" b="b"/>
                <a:pathLst>
                  <a:path w="12090" h="21390">
                    <a:moveTo>
                      <a:pt x="2790" y="21390"/>
                    </a:moveTo>
                    <a:lnTo>
                      <a:pt x="2790" y="2790"/>
                    </a:lnTo>
                    <a:lnTo>
                      <a:pt x="0" y="0"/>
                    </a:lnTo>
                    <a:moveTo>
                      <a:pt x="9300" y="21390"/>
                    </a:moveTo>
                    <a:lnTo>
                      <a:pt x="9300" y="2790"/>
                    </a:lnTo>
                    <a:lnTo>
                      <a:pt x="12090" y="0"/>
                    </a:lnTo>
                  </a:path>
                </a:pathLst>
              </a:custGeom>
              <a:noFill/>
              <a:ln w="11055" cap="rnd">
                <a:solidFill>
                  <a:srgbClr val="765E22"/>
                </a:solidFill>
                <a:round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89" name="0669 Rounded Rectangle 688"/>
              <p:cNvSpPr/>
              <p:nvPr/>
            </p:nvSpPr>
            <p:spPr>
              <a:xfrm>
                <a:off x="9209471" y="1465509"/>
                <a:ext cx="110551" cy="25512"/>
              </a:xfrm>
              <a:prstGeom prst="roundRect">
                <a:avLst>
                  <a:gd name="adj" fmla="val 23333"/>
                </a:avLst>
              </a:prstGeom>
              <a:solidFill>
                <a:srgbClr val="BFBCC5"/>
              </a:solidFill>
              <a:ln w="10204" cap="rnd">
                <a:solidFill>
                  <a:srgbClr val="202020"/>
                </a:solidFill>
                <a:round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90" name="0670 Rounded Rectangle 689"/>
              <p:cNvSpPr/>
              <p:nvPr/>
            </p:nvSpPr>
            <p:spPr>
              <a:xfrm>
                <a:off x="9209471" y="1499525"/>
                <a:ext cx="110551" cy="25512"/>
              </a:xfrm>
              <a:prstGeom prst="roundRect">
                <a:avLst>
                  <a:gd name="adj" fmla="val 23333"/>
                </a:avLst>
              </a:prstGeom>
              <a:solidFill>
                <a:srgbClr val="BFBCC5"/>
              </a:solidFill>
              <a:ln w="10204" cap="rnd">
                <a:solidFill>
                  <a:srgbClr val="202020"/>
                </a:solidFill>
                <a:round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91" name="0671 Rounded Rectangle 690"/>
              <p:cNvSpPr/>
              <p:nvPr/>
            </p:nvSpPr>
            <p:spPr>
              <a:xfrm>
                <a:off x="9209471" y="1533540"/>
                <a:ext cx="110551" cy="25512"/>
              </a:xfrm>
              <a:prstGeom prst="roundRect">
                <a:avLst>
                  <a:gd name="adj" fmla="val 23333"/>
                </a:avLst>
              </a:prstGeom>
              <a:solidFill>
                <a:srgbClr val="BFBCC5"/>
              </a:solidFill>
              <a:ln w="10204" cap="rnd">
                <a:solidFill>
                  <a:srgbClr val="202020"/>
                </a:solidFill>
                <a:round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92" name="0672 Rectangle 691"/>
              <p:cNvSpPr/>
              <p:nvPr/>
            </p:nvSpPr>
            <p:spPr>
              <a:xfrm>
                <a:off x="9234983" y="1567556"/>
                <a:ext cx="68031" cy="59527"/>
              </a:xfrm>
              <a:custGeom>
                <a:avLst/>
                <a:gdLst/>
                <a:ahLst/>
                <a:cxnLst/>
                <a:rect l="0" t="0" r="r" b="b"/>
                <a:pathLst>
                  <a:path w="7440" h="6510">
                    <a:moveTo>
                      <a:pt x="0" y="0"/>
                    </a:moveTo>
                    <a:quadBezTo>
                      <a:pt x="2790" y="6510"/>
                      <a:pt x="7440" y="0"/>
                    </a:quadBezTo>
                  </a:path>
                </a:pathLst>
              </a:custGeom>
              <a:solidFill>
                <a:srgbClr val="B4AAB5"/>
              </a:solidFill>
              <a:ln w="11905" cap="rnd">
                <a:solidFill>
                  <a:srgbClr val="26212C"/>
                </a:solidFill>
                <a:round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93" name="0673 Rectangle 692"/>
              <p:cNvSpPr/>
              <p:nvPr/>
            </p:nvSpPr>
            <p:spPr>
              <a:xfrm>
                <a:off x="9037557" y="1231994"/>
                <a:ext cx="33028" cy="8138"/>
              </a:xfrm>
              <a:custGeom>
                <a:avLst/>
                <a:gdLst/>
                <a:ahLst/>
                <a:cxnLst/>
                <a:rect l="0" t="0" r="r" b="b"/>
                <a:pathLst>
                  <a:path w="3612" h="890">
                    <a:moveTo>
                      <a:pt x="3612" y="890"/>
                    </a:moveTo>
                    <a:lnTo>
                      <a:pt x="0" y="0"/>
                    </a:lnTo>
                  </a:path>
                </a:pathLst>
              </a:custGeom>
              <a:noFill/>
              <a:ln w="9354" cap="rnd">
                <a:solidFill>
                  <a:srgbClr val="6E6443"/>
                </a:solidFill>
                <a:round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94" name="0674 Rectangle 693"/>
              <p:cNvSpPr/>
              <p:nvPr/>
            </p:nvSpPr>
            <p:spPr>
              <a:xfrm>
                <a:off x="9091185" y="1131836"/>
                <a:ext cx="25083" cy="22976"/>
              </a:xfrm>
              <a:custGeom>
                <a:avLst/>
                <a:gdLst/>
                <a:ahLst/>
                <a:cxnLst/>
                <a:rect l="0" t="0" r="r" b="b"/>
                <a:pathLst>
                  <a:path w="2743" h="2513">
                    <a:moveTo>
                      <a:pt x="2743" y="2513"/>
                    </a:moveTo>
                    <a:lnTo>
                      <a:pt x="0" y="0"/>
                    </a:lnTo>
                  </a:path>
                </a:pathLst>
              </a:custGeom>
              <a:noFill/>
              <a:ln w="9354" cap="rnd">
                <a:solidFill>
                  <a:srgbClr val="6E6443"/>
                </a:solidFill>
                <a:round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95" name="0675 Rectangle 694"/>
              <p:cNvSpPr/>
              <p:nvPr/>
            </p:nvSpPr>
            <p:spPr>
              <a:xfrm>
                <a:off x="9186265" y="1069651"/>
                <a:ext cx="10997" cy="32189"/>
              </a:xfrm>
              <a:custGeom>
                <a:avLst/>
                <a:gdLst/>
                <a:ahLst/>
                <a:cxnLst/>
                <a:rect l="0" t="0" r="r" b="b"/>
                <a:pathLst>
                  <a:path w="1203" h="3520">
                    <a:moveTo>
                      <a:pt x="1203" y="3520"/>
                    </a:moveTo>
                    <a:lnTo>
                      <a:pt x="0" y="0"/>
                    </a:lnTo>
                  </a:path>
                </a:pathLst>
              </a:custGeom>
              <a:noFill/>
              <a:ln w="9354" cap="rnd">
                <a:solidFill>
                  <a:srgbClr val="6E6443"/>
                </a:solidFill>
                <a:round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96" name="0676 Rectangle 695"/>
              <p:cNvSpPr/>
              <p:nvPr/>
            </p:nvSpPr>
            <p:spPr>
              <a:xfrm>
                <a:off x="9293738" y="1060662"/>
                <a:ext cx="5782" cy="33521"/>
              </a:xfrm>
              <a:custGeom>
                <a:avLst/>
                <a:gdLst/>
                <a:ahLst/>
                <a:cxnLst/>
                <a:rect l="0" t="0" r="r" b="b"/>
                <a:pathLst>
                  <a:path w="632" h="3666">
                    <a:moveTo>
                      <a:pt x="0" y="3666"/>
                    </a:moveTo>
                    <a:lnTo>
                      <a:pt x="632" y="0"/>
                    </a:lnTo>
                  </a:path>
                </a:pathLst>
              </a:custGeom>
              <a:noFill/>
              <a:ln w="9354" cap="rnd">
                <a:solidFill>
                  <a:srgbClr val="6E6443"/>
                </a:solidFill>
                <a:round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97" name="0677 Rectangle 696"/>
              <p:cNvSpPr/>
              <p:nvPr/>
            </p:nvSpPr>
            <p:spPr>
              <a:xfrm>
                <a:off x="9382075" y="1107070"/>
                <a:ext cx="21144" cy="26645"/>
              </a:xfrm>
              <a:custGeom>
                <a:avLst/>
                <a:gdLst/>
                <a:ahLst/>
                <a:cxnLst/>
                <a:rect l="0" t="0" r="r" b="b"/>
                <a:pathLst>
                  <a:path w="2312" h="2914">
                    <a:moveTo>
                      <a:pt x="0" y="2914"/>
                    </a:moveTo>
                    <a:lnTo>
                      <a:pt x="2312" y="0"/>
                    </a:lnTo>
                  </a:path>
                </a:pathLst>
              </a:custGeom>
              <a:noFill/>
              <a:ln w="9354" cap="rnd">
                <a:solidFill>
                  <a:srgbClr val="6E6443"/>
                </a:solidFill>
                <a:round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98" name="0678 Rectangle 697"/>
              <p:cNvSpPr/>
              <p:nvPr/>
            </p:nvSpPr>
            <p:spPr>
              <a:xfrm>
                <a:off x="9440645" y="1197514"/>
                <a:ext cx="31331" cy="13246"/>
              </a:xfrm>
              <a:custGeom>
                <a:avLst/>
                <a:gdLst/>
                <a:ahLst/>
                <a:cxnLst/>
                <a:rect l="0" t="0" r="r" b="b"/>
                <a:pathLst>
                  <a:path w="3426" h="1449">
                    <a:moveTo>
                      <a:pt x="0" y="1449"/>
                    </a:moveTo>
                    <a:lnTo>
                      <a:pt x="3426" y="0"/>
                    </a:lnTo>
                  </a:path>
                </a:pathLst>
              </a:custGeom>
              <a:noFill/>
              <a:ln w="9354" cap="rnd">
                <a:solidFill>
                  <a:srgbClr val="6E6443"/>
                </a:solidFill>
                <a:round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99" name="0679 Rectangle 698"/>
              <p:cNvSpPr/>
              <p:nvPr/>
            </p:nvSpPr>
            <p:spPr>
              <a:xfrm>
                <a:off x="9456085" y="1286927"/>
                <a:ext cx="34016" cy="91"/>
              </a:xfrm>
              <a:custGeom>
                <a:avLst/>
                <a:gdLst/>
                <a:ahLst/>
                <a:cxnLst/>
                <a:rect l="0" t="0" r="r" b="b"/>
                <a:pathLst>
                  <a:path w="3720" h="10">
                    <a:moveTo>
                      <a:pt x="0" y="0"/>
                    </a:moveTo>
                    <a:lnTo>
                      <a:pt x="3720" y="0"/>
                    </a:lnTo>
                  </a:path>
                </a:pathLst>
              </a:custGeom>
              <a:noFill/>
              <a:ln w="9354" cap="rnd">
                <a:solidFill>
                  <a:srgbClr val="6E6443"/>
                </a:solidFill>
                <a:round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00" name="0680 Rectangle 699"/>
              <p:cNvSpPr/>
              <p:nvPr/>
            </p:nvSpPr>
            <p:spPr>
              <a:xfrm>
                <a:off x="9432141" y="1380697"/>
                <a:ext cx="29852" cy="16308"/>
              </a:xfrm>
              <a:custGeom>
                <a:avLst/>
                <a:gdLst/>
                <a:ahLst/>
                <a:cxnLst/>
                <a:rect l="0" t="0" r="r" b="b"/>
                <a:pathLst>
                  <a:path w="3265" h="1783">
                    <a:moveTo>
                      <a:pt x="0" y="0"/>
                    </a:moveTo>
                    <a:lnTo>
                      <a:pt x="3265" y="1783"/>
                    </a:lnTo>
                  </a:path>
                </a:pathLst>
              </a:custGeom>
              <a:noFill/>
              <a:ln w="9354" cap="rnd">
                <a:solidFill>
                  <a:srgbClr val="6E6443"/>
                </a:solidFill>
                <a:round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</p:grpSp>
        <p:sp>
          <p:nvSpPr>
            <p:cNvPr id="701" name="Insight 1: Clearly identify key / entities and their roles, use / specific names and title"/>
            <p:cNvSpPr txBox="1"/>
            <p:nvPr/>
          </p:nvSpPr>
          <p:spPr>
            <a:xfrm>
              <a:off x="9564624" y="1152144"/>
              <a:ext cx="2871216" cy="673364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Ctr="0" anchor="t">
              <a:noAutofit/>
            </a:bodyPr>
            <a:lstStyle/>
            <a:p>
              <a:pPr algn="l">
                <a:lnSpc>
                  <a:spcPts val="1647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84" b="0" i="0">
                  <a:solidFill>
                    <a:srgbClr val="000000"/>
                  </a:solidFill>
                  <a:latin typeface="Comic Neue"/>
                </a:rPr>
                <a:t>Insight 1: Clearly identify key</a:t>
              </a:r>
            </a:p>
            <a:p>
              <a:pPr algn="l">
                <a:lnSpc>
                  <a:spcPts val="1647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84" b="0" i="0">
                  <a:solidFill>
                    <a:srgbClr val="000000"/>
                  </a:solidFill>
                  <a:latin typeface="Comic Neue"/>
                </a:rPr>
                <a:t>entities and their roles, use</a:t>
              </a:r>
            </a:p>
            <a:p>
              <a:pPr algn="l">
                <a:lnSpc>
                  <a:spcPts val="1647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84" b="0" i="0">
                  <a:solidFill>
                    <a:srgbClr val="000000"/>
                  </a:solidFill>
                  <a:latin typeface="Comic Neue"/>
                </a:rPr>
                <a:t>specific names and titles</a:t>
              </a:r>
            </a:p>
          </p:txBody>
        </p:sp>
        <p:sp>
          <p:nvSpPr>
            <p:cNvPr id="702" name="from"/>
            <p:cNvSpPr txBox="1"/>
            <p:nvPr/>
          </p:nvSpPr>
          <p:spPr>
            <a:xfrm>
              <a:off x="12417552" y="1380744"/>
              <a:ext cx="740664" cy="322235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Ctr="0" anchor="t">
              <a:noAutofit/>
            </a:bodyPr>
            <a:lstStyle/>
            <a:p>
              <a:pPr algn="l">
                <a:lnSpc>
                  <a:spcPts val="2177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943" b="0" i="0">
                  <a:solidFill>
                    <a:srgbClr val="303030"/>
                  </a:solidFill>
                  <a:latin typeface="Liberation Serif"/>
                </a:rPr>
                <a:t>from</a:t>
              </a:r>
            </a:p>
          </p:txBody>
        </p:sp>
        <p:grpSp>
          <p:nvGrpSpPr>
            <p:cNvPr id="703" name="agent-king-1447-164"/>
            <p:cNvGrpSpPr/>
            <p:nvPr/>
          </p:nvGrpSpPr>
          <p:grpSpPr>
            <a:xfrm>
              <a:off x="12980002" y="1246705"/>
              <a:ext cx="502872" cy="503603"/>
              <a:chOff x="12980002" y="1246705"/>
              <a:chExt cx="502872" cy="503603"/>
            </a:xfrm>
          </p:grpSpPr>
          <p:sp>
            <p:nvSpPr>
              <p:cNvPr id="704" name="0683 Rectangle 703"/>
              <p:cNvSpPr/>
              <p:nvPr/>
            </p:nvSpPr>
            <p:spPr>
              <a:xfrm>
                <a:off x="12980002" y="1246705"/>
                <a:ext cx="502872" cy="503603"/>
              </a:xfrm>
              <a:custGeom>
                <a:avLst/>
                <a:gdLst/>
                <a:ahLst/>
                <a:cxnLst/>
                <a:rect l="0" t="0" r="r" b="b"/>
                <a:pathLst>
                  <a:path w="54995" h="55075">
                    <a:moveTo>
                      <a:pt x="54923" y="27659"/>
                    </a:moveTo>
                    <a:cubicBezTo>
                      <a:pt x="54995" y="31538"/>
                      <a:pt x="53662" y="35911"/>
                      <a:pt x="51873" y="39401"/>
                    </a:cubicBezTo>
                    <a:cubicBezTo>
                      <a:pt x="50084" y="42891"/>
                      <a:pt x="47248" y="46153"/>
                      <a:pt x="44188" y="48598"/>
                    </a:cubicBezTo>
                    <a:cubicBezTo>
                      <a:pt x="41129" y="51043"/>
                      <a:pt x="37310" y="53145"/>
                      <a:pt x="33518" y="54072"/>
                    </a:cubicBezTo>
                    <a:cubicBezTo>
                      <a:pt x="29727" y="54999"/>
                      <a:pt x="25228" y="55075"/>
                      <a:pt x="21441" y="54162"/>
                    </a:cubicBezTo>
                    <a:cubicBezTo>
                      <a:pt x="17653" y="53249"/>
                      <a:pt x="13869" y="51045"/>
                      <a:pt x="10795" y="48593"/>
                    </a:cubicBezTo>
                    <a:cubicBezTo>
                      <a:pt x="7721" y="46142"/>
                      <a:pt x="4793" y="42943"/>
                      <a:pt x="2997" y="39454"/>
                    </a:cubicBezTo>
                    <a:cubicBezTo>
                      <a:pt x="1201" y="35965"/>
                      <a:pt x="36" y="31599"/>
                      <a:pt x="18" y="27659"/>
                    </a:cubicBezTo>
                    <a:cubicBezTo>
                      <a:pt x="0" y="23718"/>
                      <a:pt x="1076" y="19280"/>
                      <a:pt x="2887" y="15811"/>
                    </a:cubicBezTo>
                    <a:cubicBezTo>
                      <a:pt x="4699" y="12341"/>
                      <a:pt x="7792" y="9268"/>
                      <a:pt x="10888" y="6841"/>
                    </a:cubicBezTo>
                    <a:cubicBezTo>
                      <a:pt x="13984" y="4414"/>
                      <a:pt x="17678" y="2238"/>
                      <a:pt x="21462" y="1250"/>
                    </a:cubicBezTo>
                    <a:cubicBezTo>
                      <a:pt x="25247" y="262"/>
                      <a:pt x="29808" y="0"/>
                      <a:pt x="33594" y="913"/>
                    </a:cubicBezTo>
                    <a:cubicBezTo>
                      <a:pt x="37380" y="1827"/>
                      <a:pt x="41205" y="4195"/>
                      <a:pt x="44179" y="6731"/>
                    </a:cubicBezTo>
                    <a:cubicBezTo>
                      <a:pt x="47154" y="9266"/>
                      <a:pt x="49650" y="12637"/>
                      <a:pt x="51440" y="16125"/>
                    </a:cubicBezTo>
                    <a:cubicBezTo>
                      <a:pt x="53231" y="19613"/>
                      <a:pt x="54850" y="23779"/>
                      <a:pt x="54923" y="27659"/>
                    </a:cubicBezTo>
                    <a:close/>
                  </a:path>
                </a:pathLst>
              </a:custGeom>
              <a:solidFill>
                <a:srgbClr val="D5C5DC"/>
              </a:solidFill>
              <a:ln w="54864" cap="rnd">
                <a:solidFill>
                  <a:srgbClr val="400076"/>
                </a:solidFill>
                <a:round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05" name="0684 Rectangle 704"/>
              <p:cNvSpPr/>
              <p:nvPr/>
            </p:nvSpPr>
            <p:spPr>
              <a:xfrm>
                <a:off x="13089312" y="1358605"/>
                <a:ext cx="284111" cy="282022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06" name="0685 Rectangle 705"/>
              <p:cNvSpPr/>
              <p:nvPr/>
            </p:nvSpPr>
            <p:spPr>
              <a:xfrm>
                <a:off x="13137361" y="1363828"/>
                <a:ext cx="21439" cy="21439"/>
              </a:xfrm>
              <a:prstGeom prst="rect">
                <a:avLst/>
              </a:prstGeom>
              <a:solidFill>
                <a:srgbClr val="151518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07" name="0686 Rectangle 706"/>
              <p:cNvSpPr/>
              <p:nvPr/>
            </p:nvSpPr>
            <p:spPr>
              <a:xfrm>
                <a:off x="13304485" y="1363828"/>
                <a:ext cx="21439" cy="21439"/>
              </a:xfrm>
              <a:prstGeom prst="rect">
                <a:avLst/>
              </a:prstGeom>
              <a:solidFill>
                <a:srgbClr val="151518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08" name="0687 Rectangle 707"/>
              <p:cNvSpPr/>
              <p:nvPr/>
            </p:nvSpPr>
            <p:spPr>
              <a:xfrm>
                <a:off x="13137361" y="1384718"/>
                <a:ext cx="21439" cy="21439"/>
              </a:xfrm>
              <a:prstGeom prst="rect">
                <a:avLst/>
              </a:prstGeom>
              <a:solidFill>
                <a:srgbClr val="151518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09" name="0688 Rectangle 708"/>
              <p:cNvSpPr/>
              <p:nvPr/>
            </p:nvSpPr>
            <p:spPr>
              <a:xfrm>
                <a:off x="13158251" y="1384718"/>
                <a:ext cx="21439" cy="21439"/>
              </a:xfrm>
              <a:prstGeom prst="rect">
                <a:avLst/>
              </a:prstGeom>
              <a:solidFill>
                <a:srgbClr val="FFF126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10" name="0689 Rectangle 709"/>
              <p:cNvSpPr/>
              <p:nvPr/>
            </p:nvSpPr>
            <p:spPr>
              <a:xfrm>
                <a:off x="13220923" y="1384718"/>
                <a:ext cx="21439" cy="21439"/>
              </a:xfrm>
              <a:prstGeom prst="rect">
                <a:avLst/>
              </a:prstGeom>
              <a:solidFill>
                <a:srgbClr val="151518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11" name="0690 Rectangle 710"/>
              <p:cNvSpPr/>
              <p:nvPr/>
            </p:nvSpPr>
            <p:spPr>
              <a:xfrm>
                <a:off x="13283594" y="1384718"/>
                <a:ext cx="21439" cy="21439"/>
              </a:xfrm>
              <a:prstGeom prst="rect">
                <a:avLst/>
              </a:prstGeom>
              <a:solidFill>
                <a:srgbClr val="FFF126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12" name="0691 Rectangle 711"/>
              <p:cNvSpPr/>
              <p:nvPr/>
            </p:nvSpPr>
            <p:spPr>
              <a:xfrm>
                <a:off x="13304485" y="1384718"/>
                <a:ext cx="21439" cy="21439"/>
              </a:xfrm>
              <a:prstGeom prst="rect">
                <a:avLst/>
              </a:prstGeom>
              <a:solidFill>
                <a:srgbClr val="151518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13" name="0692 Rectangle 712"/>
              <p:cNvSpPr/>
              <p:nvPr/>
            </p:nvSpPr>
            <p:spPr>
              <a:xfrm>
                <a:off x="13137361" y="1405609"/>
                <a:ext cx="21439" cy="21439"/>
              </a:xfrm>
              <a:prstGeom prst="rect">
                <a:avLst/>
              </a:prstGeom>
              <a:solidFill>
                <a:srgbClr val="151518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14" name="0693 Rectangle 713"/>
              <p:cNvSpPr/>
              <p:nvPr/>
            </p:nvSpPr>
            <p:spPr>
              <a:xfrm>
                <a:off x="13158251" y="1405609"/>
                <a:ext cx="42330" cy="21439"/>
              </a:xfrm>
              <a:prstGeom prst="rect">
                <a:avLst/>
              </a:prstGeom>
              <a:solidFill>
                <a:srgbClr val="FFF126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15" name="0694 Rectangle 714"/>
              <p:cNvSpPr/>
              <p:nvPr/>
            </p:nvSpPr>
            <p:spPr>
              <a:xfrm>
                <a:off x="13200032" y="1405609"/>
                <a:ext cx="21439" cy="21439"/>
              </a:xfrm>
              <a:prstGeom prst="rect">
                <a:avLst/>
              </a:prstGeom>
              <a:solidFill>
                <a:srgbClr val="151518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16" name="0695 Rectangle 715"/>
              <p:cNvSpPr/>
              <p:nvPr/>
            </p:nvSpPr>
            <p:spPr>
              <a:xfrm>
                <a:off x="13220923" y="1405609"/>
                <a:ext cx="21439" cy="21439"/>
              </a:xfrm>
              <a:prstGeom prst="rect">
                <a:avLst/>
              </a:prstGeom>
              <a:solidFill>
                <a:srgbClr val="FFF126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17" name="0696 Rectangle 716"/>
              <p:cNvSpPr/>
              <p:nvPr/>
            </p:nvSpPr>
            <p:spPr>
              <a:xfrm>
                <a:off x="13241813" y="1405609"/>
                <a:ext cx="21439" cy="21439"/>
              </a:xfrm>
              <a:prstGeom prst="rect">
                <a:avLst/>
              </a:prstGeom>
              <a:solidFill>
                <a:srgbClr val="151518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18" name="0697 Rectangle 717"/>
              <p:cNvSpPr/>
              <p:nvPr/>
            </p:nvSpPr>
            <p:spPr>
              <a:xfrm>
                <a:off x="13262704" y="1405609"/>
                <a:ext cx="42330" cy="21439"/>
              </a:xfrm>
              <a:prstGeom prst="rect">
                <a:avLst/>
              </a:prstGeom>
              <a:solidFill>
                <a:srgbClr val="FFF126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19" name="0698 Rectangle 718"/>
              <p:cNvSpPr/>
              <p:nvPr/>
            </p:nvSpPr>
            <p:spPr>
              <a:xfrm>
                <a:off x="13304485" y="1405609"/>
                <a:ext cx="21439" cy="21439"/>
              </a:xfrm>
              <a:prstGeom prst="rect">
                <a:avLst/>
              </a:prstGeom>
              <a:solidFill>
                <a:srgbClr val="151518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20" name="0699 Rectangle 719"/>
              <p:cNvSpPr/>
              <p:nvPr/>
            </p:nvSpPr>
            <p:spPr>
              <a:xfrm>
                <a:off x="13137361" y="1426499"/>
                <a:ext cx="21439" cy="21439"/>
              </a:xfrm>
              <a:prstGeom prst="rect">
                <a:avLst/>
              </a:prstGeom>
              <a:solidFill>
                <a:srgbClr val="151518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21" name="0700 Rectangle 720"/>
              <p:cNvSpPr/>
              <p:nvPr/>
            </p:nvSpPr>
            <p:spPr>
              <a:xfrm>
                <a:off x="13158251" y="1426499"/>
                <a:ext cx="146782" cy="21439"/>
              </a:xfrm>
              <a:prstGeom prst="rect">
                <a:avLst/>
              </a:prstGeom>
              <a:solidFill>
                <a:srgbClr val="FFF126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22" name="0701 Rectangle 721"/>
              <p:cNvSpPr/>
              <p:nvPr/>
            </p:nvSpPr>
            <p:spPr>
              <a:xfrm>
                <a:off x="13304485" y="1426499"/>
                <a:ext cx="21439" cy="21439"/>
              </a:xfrm>
              <a:prstGeom prst="rect">
                <a:avLst/>
              </a:prstGeom>
              <a:solidFill>
                <a:srgbClr val="151518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23" name="0702 Rectangle 722"/>
              <p:cNvSpPr/>
              <p:nvPr/>
            </p:nvSpPr>
            <p:spPr>
              <a:xfrm>
                <a:off x="13137361" y="1447390"/>
                <a:ext cx="21439" cy="21439"/>
              </a:xfrm>
              <a:prstGeom prst="rect">
                <a:avLst/>
              </a:prstGeom>
              <a:solidFill>
                <a:srgbClr val="151518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24" name="0703 Rectangle 723"/>
              <p:cNvSpPr/>
              <p:nvPr/>
            </p:nvSpPr>
            <p:spPr>
              <a:xfrm>
                <a:off x="13158251" y="1447390"/>
                <a:ext cx="21439" cy="21439"/>
              </a:xfrm>
              <a:prstGeom prst="rect">
                <a:avLst/>
              </a:prstGeom>
              <a:solidFill>
                <a:srgbClr val="FFF126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25" name="0704 Rectangle 724"/>
              <p:cNvSpPr/>
              <p:nvPr/>
            </p:nvSpPr>
            <p:spPr>
              <a:xfrm>
                <a:off x="13179142" y="1447390"/>
                <a:ext cx="21439" cy="21439"/>
              </a:xfrm>
              <a:prstGeom prst="rect">
                <a:avLst/>
              </a:prstGeom>
              <a:solidFill>
                <a:srgbClr val="FF263E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26" name="0705 Rectangle 725"/>
              <p:cNvSpPr/>
              <p:nvPr/>
            </p:nvSpPr>
            <p:spPr>
              <a:xfrm>
                <a:off x="13200032" y="1447390"/>
                <a:ext cx="21439" cy="21439"/>
              </a:xfrm>
              <a:prstGeom prst="rect">
                <a:avLst/>
              </a:prstGeom>
              <a:solidFill>
                <a:srgbClr val="FFF126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27" name="0706 Rectangle 726"/>
              <p:cNvSpPr/>
              <p:nvPr/>
            </p:nvSpPr>
            <p:spPr>
              <a:xfrm>
                <a:off x="13220923" y="1447390"/>
                <a:ext cx="21439" cy="21439"/>
              </a:xfrm>
              <a:prstGeom prst="rect">
                <a:avLst/>
              </a:prstGeom>
              <a:solidFill>
                <a:srgbClr val="FF263E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28" name="0707 Rectangle 727"/>
              <p:cNvSpPr/>
              <p:nvPr/>
            </p:nvSpPr>
            <p:spPr>
              <a:xfrm>
                <a:off x="13241813" y="1447390"/>
                <a:ext cx="21439" cy="21439"/>
              </a:xfrm>
              <a:prstGeom prst="rect">
                <a:avLst/>
              </a:prstGeom>
              <a:solidFill>
                <a:srgbClr val="FFF126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29" name="0708 Rectangle 728"/>
              <p:cNvSpPr/>
              <p:nvPr/>
            </p:nvSpPr>
            <p:spPr>
              <a:xfrm>
                <a:off x="13262704" y="1447390"/>
                <a:ext cx="21439" cy="21439"/>
              </a:xfrm>
              <a:prstGeom prst="rect">
                <a:avLst/>
              </a:prstGeom>
              <a:solidFill>
                <a:srgbClr val="FF263E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30" name="0709 Rectangle 729"/>
              <p:cNvSpPr/>
              <p:nvPr/>
            </p:nvSpPr>
            <p:spPr>
              <a:xfrm>
                <a:off x="13283594" y="1447390"/>
                <a:ext cx="21439" cy="21439"/>
              </a:xfrm>
              <a:prstGeom prst="rect">
                <a:avLst/>
              </a:prstGeom>
              <a:solidFill>
                <a:srgbClr val="FFF126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31" name="0710 Rectangle 730"/>
              <p:cNvSpPr/>
              <p:nvPr/>
            </p:nvSpPr>
            <p:spPr>
              <a:xfrm>
                <a:off x="13304485" y="1447390"/>
                <a:ext cx="21439" cy="21439"/>
              </a:xfrm>
              <a:prstGeom prst="rect">
                <a:avLst/>
              </a:prstGeom>
              <a:solidFill>
                <a:srgbClr val="151518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32" name="0711 Rectangle 731"/>
              <p:cNvSpPr/>
              <p:nvPr/>
            </p:nvSpPr>
            <p:spPr>
              <a:xfrm>
                <a:off x="13137361" y="1468280"/>
                <a:ext cx="21439" cy="21439"/>
              </a:xfrm>
              <a:prstGeom prst="rect">
                <a:avLst/>
              </a:prstGeom>
              <a:solidFill>
                <a:srgbClr val="151518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33" name="0712 Rectangle 732"/>
              <p:cNvSpPr/>
              <p:nvPr/>
            </p:nvSpPr>
            <p:spPr>
              <a:xfrm>
                <a:off x="13158251" y="1468280"/>
                <a:ext cx="146782" cy="21439"/>
              </a:xfrm>
              <a:prstGeom prst="rect">
                <a:avLst/>
              </a:prstGeom>
              <a:solidFill>
                <a:srgbClr val="FFF126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34" name="0713 Rectangle 733"/>
              <p:cNvSpPr/>
              <p:nvPr/>
            </p:nvSpPr>
            <p:spPr>
              <a:xfrm>
                <a:off x="13304485" y="1468280"/>
                <a:ext cx="21439" cy="21439"/>
              </a:xfrm>
              <a:prstGeom prst="rect">
                <a:avLst/>
              </a:prstGeom>
              <a:solidFill>
                <a:srgbClr val="151518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35" name="0714 Rectangle 734"/>
              <p:cNvSpPr/>
              <p:nvPr/>
            </p:nvSpPr>
            <p:spPr>
              <a:xfrm>
                <a:off x="13137361" y="1489171"/>
                <a:ext cx="21439" cy="21439"/>
              </a:xfrm>
              <a:prstGeom prst="rect">
                <a:avLst/>
              </a:prstGeom>
              <a:solidFill>
                <a:srgbClr val="151518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36" name="0715 Rectangle 735"/>
              <p:cNvSpPr/>
              <p:nvPr/>
            </p:nvSpPr>
            <p:spPr>
              <a:xfrm>
                <a:off x="13158251" y="1489171"/>
                <a:ext cx="146782" cy="21439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37" name="0716 Rectangle 736"/>
              <p:cNvSpPr/>
              <p:nvPr/>
            </p:nvSpPr>
            <p:spPr>
              <a:xfrm>
                <a:off x="13304485" y="1489171"/>
                <a:ext cx="21439" cy="21439"/>
              </a:xfrm>
              <a:prstGeom prst="rect">
                <a:avLst/>
              </a:prstGeom>
              <a:solidFill>
                <a:srgbClr val="151518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38" name="0717 Rectangle 737"/>
              <p:cNvSpPr/>
              <p:nvPr/>
            </p:nvSpPr>
            <p:spPr>
              <a:xfrm>
                <a:off x="13137361" y="1510061"/>
                <a:ext cx="21439" cy="21439"/>
              </a:xfrm>
              <a:prstGeom prst="rect">
                <a:avLst/>
              </a:prstGeom>
              <a:solidFill>
                <a:srgbClr val="151518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39" name="0718 Rectangle 738"/>
              <p:cNvSpPr/>
              <p:nvPr/>
            </p:nvSpPr>
            <p:spPr>
              <a:xfrm>
                <a:off x="13158251" y="1510061"/>
                <a:ext cx="21439" cy="21439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40" name="0719 Rectangle 739"/>
              <p:cNvSpPr/>
              <p:nvPr/>
            </p:nvSpPr>
            <p:spPr>
              <a:xfrm>
                <a:off x="13179142" y="1510061"/>
                <a:ext cx="21439" cy="21439"/>
              </a:xfrm>
              <a:prstGeom prst="rect">
                <a:avLst/>
              </a:prstGeom>
              <a:solidFill>
                <a:srgbClr val="151518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41" name="0720 Rectangle 740"/>
              <p:cNvSpPr/>
              <p:nvPr/>
            </p:nvSpPr>
            <p:spPr>
              <a:xfrm>
                <a:off x="13200032" y="1510061"/>
                <a:ext cx="42330" cy="21439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42" name="0721 Rectangle 741"/>
              <p:cNvSpPr/>
              <p:nvPr/>
            </p:nvSpPr>
            <p:spPr>
              <a:xfrm>
                <a:off x="13241813" y="1510061"/>
                <a:ext cx="21439" cy="21439"/>
              </a:xfrm>
              <a:prstGeom prst="rect">
                <a:avLst/>
              </a:prstGeom>
              <a:solidFill>
                <a:srgbClr val="151518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43" name="0722 Rectangle 742"/>
              <p:cNvSpPr/>
              <p:nvPr/>
            </p:nvSpPr>
            <p:spPr>
              <a:xfrm>
                <a:off x="13262704" y="1510061"/>
                <a:ext cx="42330" cy="21439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44" name="0723 Rectangle 743"/>
              <p:cNvSpPr/>
              <p:nvPr/>
            </p:nvSpPr>
            <p:spPr>
              <a:xfrm>
                <a:off x="13304485" y="1510061"/>
                <a:ext cx="21439" cy="21439"/>
              </a:xfrm>
              <a:prstGeom prst="rect">
                <a:avLst/>
              </a:prstGeom>
              <a:solidFill>
                <a:srgbClr val="151518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45" name="0724 Rectangle 744"/>
              <p:cNvSpPr/>
              <p:nvPr/>
            </p:nvSpPr>
            <p:spPr>
              <a:xfrm>
                <a:off x="13137361" y="1530952"/>
                <a:ext cx="21439" cy="21439"/>
              </a:xfrm>
              <a:prstGeom prst="rect">
                <a:avLst/>
              </a:prstGeom>
              <a:solidFill>
                <a:srgbClr val="151518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46" name="0725 Rectangle 745"/>
              <p:cNvSpPr/>
              <p:nvPr/>
            </p:nvSpPr>
            <p:spPr>
              <a:xfrm>
                <a:off x="13158251" y="1530952"/>
                <a:ext cx="125892" cy="21439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47" name="0726 Rectangle 746"/>
              <p:cNvSpPr/>
              <p:nvPr/>
            </p:nvSpPr>
            <p:spPr>
              <a:xfrm>
                <a:off x="13283594" y="1530952"/>
                <a:ext cx="21439" cy="21439"/>
              </a:xfrm>
              <a:prstGeom prst="rect">
                <a:avLst/>
              </a:prstGeom>
              <a:solidFill>
                <a:srgbClr val="061CDE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48" name="0727 Rectangle 747"/>
              <p:cNvSpPr/>
              <p:nvPr/>
            </p:nvSpPr>
            <p:spPr>
              <a:xfrm>
                <a:off x="13304485" y="1530952"/>
                <a:ext cx="21439" cy="21439"/>
              </a:xfrm>
              <a:prstGeom prst="rect">
                <a:avLst/>
              </a:prstGeom>
              <a:solidFill>
                <a:srgbClr val="151518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49" name="0728 Rectangle 748"/>
              <p:cNvSpPr/>
              <p:nvPr/>
            </p:nvSpPr>
            <p:spPr>
              <a:xfrm>
                <a:off x="13137361" y="1551842"/>
                <a:ext cx="21439" cy="21439"/>
              </a:xfrm>
              <a:prstGeom prst="rect">
                <a:avLst/>
              </a:prstGeom>
              <a:solidFill>
                <a:srgbClr val="151518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50" name="0729 Rectangle 749"/>
              <p:cNvSpPr/>
              <p:nvPr/>
            </p:nvSpPr>
            <p:spPr>
              <a:xfrm>
                <a:off x="13158251" y="1551842"/>
                <a:ext cx="63220" cy="21439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51" name="0730 Rectangle 750"/>
              <p:cNvSpPr/>
              <p:nvPr/>
            </p:nvSpPr>
            <p:spPr>
              <a:xfrm>
                <a:off x="13220923" y="1551842"/>
                <a:ext cx="21439" cy="21439"/>
              </a:xfrm>
              <a:prstGeom prst="rect">
                <a:avLst/>
              </a:prstGeom>
              <a:solidFill>
                <a:srgbClr val="151518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52" name="0731 Rectangle 751"/>
              <p:cNvSpPr/>
              <p:nvPr/>
            </p:nvSpPr>
            <p:spPr>
              <a:xfrm>
                <a:off x="13241813" y="1551842"/>
                <a:ext cx="21439" cy="21439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53" name="0732 Rectangle 752"/>
              <p:cNvSpPr/>
              <p:nvPr/>
            </p:nvSpPr>
            <p:spPr>
              <a:xfrm>
                <a:off x="13262704" y="1551842"/>
                <a:ext cx="42330" cy="21439"/>
              </a:xfrm>
              <a:prstGeom prst="rect">
                <a:avLst/>
              </a:prstGeom>
              <a:solidFill>
                <a:srgbClr val="061CDE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54" name="0733 Rectangle 753"/>
              <p:cNvSpPr/>
              <p:nvPr/>
            </p:nvSpPr>
            <p:spPr>
              <a:xfrm>
                <a:off x="13304485" y="1551842"/>
                <a:ext cx="21439" cy="21439"/>
              </a:xfrm>
              <a:prstGeom prst="rect">
                <a:avLst/>
              </a:prstGeom>
              <a:solidFill>
                <a:srgbClr val="151518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55" name="0734 Rectangle 754"/>
              <p:cNvSpPr/>
              <p:nvPr/>
            </p:nvSpPr>
            <p:spPr>
              <a:xfrm>
                <a:off x="13137361" y="1572733"/>
                <a:ext cx="21439" cy="21439"/>
              </a:xfrm>
              <a:prstGeom prst="rect">
                <a:avLst/>
              </a:prstGeom>
              <a:solidFill>
                <a:srgbClr val="151518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56" name="0735 Rectangle 755"/>
              <p:cNvSpPr/>
              <p:nvPr/>
            </p:nvSpPr>
            <p:spPr>
              <a:xfrm>
                <a:off x="13158251" y="1572733"/>
                <a:ext cx="21439" cy="21439"/>
              </a:xfrm>
              <a:prstGeom prst="rect">
                <a:avLst/>
              </a:prstGeom>
              <a:solidFill>
                <a:srgbClr val="061CDE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57" name="0736 Rectangle 756"/>
              <p:cNvSpPr/>
              <p:nvPr/>
            </p:nvSpPr>
            <p:spPr>
              <a:xfrm>
                <a:off x="13179142" y="1572733"/>
                <a:ext cx="63220" cy="21439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58" name="0737 Rectangle 757"/>
              <p:cNvSpPr/>
              <p:nvPr/>
            </p:nvSpPr>
            <p:spPr>
              <a:xfrm>
                <a:off x="13241813" y="1572733"/>
                <a:ext cx="63220" cy="21439"/>
              </a:xfrm>
              <a:prstGeom prst="rect">
                <a:avLst/>
              </a:prstGeom>
              <a:solidFill>
                <a:srgbClr val="061CDE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59" name="0738 Rectangle 758"/>
              <p:cNvSpPr/>
              <p:nvPr/>
            </p:nvSpPr>
            <p:spPr>
              <a:xfrm>
                <a:off x="13304485" y="1572733"/>
                <a:ext cx="21439" cy="21439"/>
              </a:xfrm>
              <a:prstGeom prst="rect">
                <a:avLst/>
              </a:prstGeom>
              <a:solidFill>
                <a:srgbClr val="151518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60" name="0739 Rectangle 759"/>
              <p:cNvSpPr/>
              <p:nvPr/>
            </p:nvSpPr>
            <p:spPr>
              <a:xfrm>
                <a:off x="13137361" y="1593623"/>
                <a:ext cx="21439" cy="21439"/>
              </a:xfrm>
              <a:prstGeom prst="rect">
                <a:avLst/>
              </a:prstGeom>
              <a:solidFill>
                <a:srgbClr val="151518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61" name="0740 Rectangle 760"/>
              <p:cNvSpPr/>
              <p:nvPr/>
            </p:nvSpPr>
            <p:spPr>
              <a:xfrm>
                <a:off x="13158251" y="1593623"/>
                <a:ext cx="146782" cy="21439"/>
              </a:xfrm>
              <a:prstGeom prst="rect">
                <a:avLst/>
              </a:prstGeom>
              <a:solidFill>
                <a:srgbClr val="061CDE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62" name="0741 Rectangle 761"/>
              <p:cNvSpPr/>
              <p:nvPr/>
            </p:nvSpPr>
            <p:spPr>
              <a:xfrm>
                <a:off x="13304485" y="1593623"/>
                <a:ext cx="21439" cy="21439"/>
              </a:xfrm>
              <a:prstGeom prst="rect">
                <a:avLst/>
              </a:prstGeom>
              <a:solidFill>
                <a:srgbClr val="151518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63" name="0742 Rectangle 762"/>
              <p:cNvSpPr/>
              <p:nvPr/>
            </p:nvSpPr>
            <p:spPr>
              <a:xfrm>
                <a:off x="13137361" y="1614514"/>
                <a:ext cx="188563" cy="21439"/>
              </a:xfrm>
              <a:prstGeom prst="rect">
                <a:avLst/>
              </a:prstGeom>
              <a:solidFill>
                <a:srgbClr val="151518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</p:grpSp>
        <p:grpSp>
          <p:nvGrpSpPr>
            <p:cNvPr id="764" name="lightbulb-996-213"/>
            <p:cNvGrpSpPr/>
            <p:nvPr/>
          </p:nvGrpSpPr>
          <p:grpSpPr>
            <a:xfrm>
              <a:off x="9036806" y="1873691"/>
              <a:ext cx="457409" cy="572512"/>
              <a:chOff x="9036806" y="1873691"/>
              <a:chExt cx="457409" cy="572512"/>
            </a:xfrm>
          </p:grpSpPr>
          <p:sp>
            <p:nvSpPr>
              <p:cNvPr id="765" name="0743 Rectangle 764"/>
              <p:cNvSpPr/>
              <p:nvPr/>
            </p:nvSpPr>
            <p:spPr>
              <a:xfrm>
                <a:off x="9107424" y="1921886"/>
                <a:ext cx="326624" cy="369600"/>
              </a:xfrm>
              <a:custGeom>
                <a:avLst/>
                <a:gdLst/>
                <a:ahLst/>
                <a:cxnLst/>
                <a:rect l="0" t="0" r="r" b="b"/>
                <a:pathLst>
                  <a:path w="35720" h="40420">
                    <a:moveTo>
                      <a:pt x="11280" y="39480"/>
                    </a:moveTo>
                    <a:lnTo>
                      <a:pt x="11280" y="31960"/>
                    </a:lnTo>
                    <a:cubicBezTo>
                      <a:pt x="1880" y="24440"/>
                      <a:pt x="0" y="17860"/>
                      <a:pt x="4700" y="10340"/>
                    </a:cubicBezTo>
                    <a:cubicBezTo>
                      <a:pt x="12220" y="0"/>
                      <a:pt x="27260" y="2820"/>
                      <a:pt x="31020" y="12220"/>
                    </a:cubicBezTo>
                    <a:cubicBezTo>
                      <a:pt x="35720" y="20680"/>
                      <a:pt x="30080" y="28200"/>
                      <a:pt x="24440" y="32900"/>
                    </a:cubicBezTo>
                    <a:lnTo>
                      <a:pt x="23500" y="40420"/>
                    </a:lnTo>
                    <a:close/>
                  </a:path>
                </a:pathLst>
              </a:custGeom>
              <a:solidFill>
                <a:srgbClr val="FFE273"/>
              </a:solidFill>
              <a:ln w="15471" cap="rnd">
                <a:solidFill>
                  <a:srgbClr val="222222"/>
                </a:solidFill>
                <a:round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66" name="0744 Rectangle 765"/>
              <p:cNvSpPr/>
              <p:nvPr/>
            </p:nvSpPr>
            <p:spPr>
              <a:xfrm>
                <a:off x="9210568" y="2085198"/>
                <a:ext cx="111740" cy="197693"/>
              </a:xfrm>
              <a:custGeom>
                <a:avLst/>
                <a:gdLst/>
                <a:ahLst/>
                <a:cxnLst/>
                <a:rect l="0" t="0" r="r" b="b"/>
                <a:pathLst>
                  <a:path w="12220" h="21620">
                    <a:moveTo>
                      <a:pt x="2820" y="21620"/>
                    </a:moveTo>
                    <a:lnTo>
                      <a:pt x="2820" y="2820"/>
                    </a:lnTo>
                    <a:lnTo>
                      <a:pt x="0" y="0"/>
                    </a:lnTo>
                    <a:moveTo>
                      <a:pt x="9400" y="21620"/>
                    </a:moveTo>
                    <a:lnTo>
                      <a:pt x="9400" y="2820"/>
                    </a:lnTo>
                    <a:lnTo>
                      <a:pt x="12220" y="0"/>
                    </a:lnTo>
                  </a:path>
                </a:pathLst>
              </a:custGeom>
              <a:noFill/>
              <a:ln w="11173" cap="rnd">
                <a:solidFill>
                  <a:srgbClr val="765E22"/>
                </a:solidFill>
                <a:round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67" name="0745 Rounded Rectangle 766"/>
              <p:cNvSpPr/>
              <p:nvPr/>
            </p:nvSpPr>
            <p:spPr>
              <a:xfrm>
                <a:off x="9210568" y="2282891"/>
                <a:ext cx="111740" cy="25786"/>
              </a:xfrm>
              <a:prstGeom prst="roundRect">
                <a:avLst>
                  <a:gd name="adj" fmla="val 23333"/>
                </a:avLst>
              </a:prstGeom>
              <a:solidFill>
                <a:srgbClr val="BFBCC5"/>
              </a:solidFill>
              <a:ln w="10314" cap="rnd">
                <a:solidFill>
                  <a:srgbClr val="202020"/>
                </a:solidFill>
                <a:round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68" name="0746 Rounded Rectangle 767"/>
              <p:cNvSpPr/>
              <p:nvPr/>
            </p:nvSpPr>
            <p:spPr>
              <a:xfrm>
                <a:off x="9210568" y="2317272"/>
                <a:ext cx="111740" cy="25786"/>
              </a:xfrm>
              <a:prstGeom prst="roundRect">
                <a:avLst>
                  <a:gd name="adj" fmla="val 23333"/>
                </a:avLst>
              </a:prstGeom>
              <a:solidFill>
                <a:srgbClr val="BFBCC5"/>
              </a:solidFill>
              <a:ln w="10314" cap="rnd">
                <a:solidFill>
                  <a:srgbClr val="202020"/>
                </a:solidFill>
                <a:round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69" name="0747 Rounded Rectangle 768"/>
              <p:cNvSpPr/>
              <p:nvPr/>
            </p:nvSpPr>
            <p:spPr>
              <a:xfrm>
                <a:off x="9210568" y="2351654"/>
                <a:ext cx="111740" cy="25786"/>
              </a:xfrm>
              <a:prstGeom prst="roundRect">
                <a:avLst>
                  <a:gd name="adj" fmla="val 23333"/>
                </a:avLst>
              </a:prstGeom>
              <a:solidFill>
                <a:srgbClr val="BFBCC5"/>
              </a:solidFill>
              <a:ln w="10314" cap="rnd">
                <a:solidFill>
                  <a:srgbClr val="202020"/>
                </a:solidFill>
                <a:round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70" name="0748 Rectangle 769"/>
              <p:cNvSpPr/>
              <p:nvPr/>
            </p:nvSpPr>
            <p:spPr>
              <a:xfrm>
                <a:off x="9236354" y="2386035"/>
                <a:ext cx="68763" cy="60168"/>
              </a:xfrm>
              <a:custGeom>
                <a:avLst/>
                <a:gdLst/>
                <a:ahLst/>
                <a:cxnLst/>
                <a:rect l="0" t="0" r="r" b="b"/>
                <a:pathLst>
                  <a:path w="7520" h="6580">
                    <a:moveTo>
                      <a:pt x="0" y="0"/>
                    </a:moveTo>
                    <a:quadBezTo>
                      <a:pt x="2820" y="6580"/>
                      <a:pt x="7520" y="0"/>
                    </a:quadBezTo>
                  </a:path>
                </a:pathLst>
              </a:custGeom>
              <a:solidFill>
                <a:srgbClr val="B4AAB5"/>
              </a:solidFill>
              <a:ln w="12033" cap="rnd">
                <a:solidFill>
                  <a:srgbClr val="26212C"/>
                </a:solidFill>
                <a:round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71" name="0749 Rectangle 770"/>
              <p:cNvSpPr/>
              <p:nvPr/>
            </p:nvSpPr>
            <p:spPr>
              <a:xfrm>
                <a:off x="9036806" y="2046865"/>
                <a:ext cx="33383" cy="8226"/>
              </a:xfrm>
              <a:custGeom>
                <a:avLst/>
                <a:gdLst/>
                <a:ahLst/>
                <a:cxnLst/>
                <a:rect l="0" t="0" r="r" b="b"/>
                <a:pathLst>
                  <a:path w="3651" h="900">
                    <a:moveTo>
                      <a:pt x="3651" y="900"/>
                    </a:moveTo>
                    <a:lnTo>
                      <a:pt x="0" y="0"/>
                    </a:lnTo>
                  </a:path>
                </a:pathLst>
              </a:custGeom>
              <a:noFill/>
              <a:ln w="9454" cap="rnd">
                <a:solidFill>
                  <a:srgbClr val="6E6443"/>
                </a:solidFill>
                <a:round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72" name="0750 Rectangle 771"/>
              <p:cNvSpPr/>
              <p:nvPr/>
            </p:nvSpPr>
            <p:spPr>
              <a:xfrm>
                <a:off x="9091010" y="1945631"/>
                <a:ext cx="25353" cy="23223"/>
              </a:xfrm>
              <a:custGeom>
                <a:avLst/>
                <a:gdLst/>
                <a:ahLst/>
                <a:cxnLst/>
                <a:rect l="0" t="0" r="r" b="b"/>
                <a:pathLst>
                  <a:path w="2773" h="2540">
                    <a:moveTo>
                      <a:pt x="2773" y="2540"/>
                    </a:moveTo>
                    <a:lnTo>
                      <a:pt x="0" y="0"/>
                    </a:lnTo>
                  </a:path>
                </a:pathLst>
              </a:custGeom>
              <a:noFill/>
              <a:ln w="9454" cap="rnd">
                <a:solidFill>
                  <a:srgbClr val="6E6443"/>
                </a:solidFill>
                <a:round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73" name="0751 Rectangle 772"/>
              <p:cNvSpPr/>
              <p:nvPr/>
            </p:nvSpPr>
            <p:spPr>
              <a:xfrm>
                <a:off x="9187113" y="1882776"/>
                <a:ext cx="11115" cy="32535"/>
              </a:xfrm>
              <a:custGeom>
                <a:avLst/>
                <a:gdLst/>
                <a:ahLst/>
                <a:cxnLst/>
                <a:rect l="0" t="0" r="r" b="b"/>
                <a:pathLst>
                  <a:path w="1216" h="3558">
                    <a:moveTo>
                      <a:pt x="1216" y="3558"/>
                    </a:moveTo>
                    <a:lnTo>
                      <a:pt x="0" y="0"/>
                    </a:lnTo>
                  </a:path>
                </a:pathLst>
              </a:custGeom>
              <a:noFill/>
              <a:ln w="9454" cap="rnd">
                <a:solidFill>
                  <a:srgbClr val="6E6443"/>
                </a:solidFill>
                <a:round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74" name="0752 Rectangle 773"/>
              <p:cNvSpPr/>
              <p:nvPr/>
            </p:nvSpPr>
            <p:spPr>
              <a:xfrm>
                <a:off x="9295742" y="1873691"/>
                <a:ext cx="5844" cy="33881"/>
              </a:xfrm>
              <a:custGeom>
                <a:avLst/>
                <a:gdLst/>
                <a:ahLst/>
                <a:cxnLst/>
                <a:rect l="0" t="0" r="r" b="b"/>
                <a:pathLst>
                  <a:path w="639" h="3705">
                    <a:moveTo>
                      <a:pt x="0" y="3705"/>
                    </a:moveTo>
                    <a:lnTo>
                      <a:pt x="639" y="0"/>
                    </a:lnTo>
                  </a:path>
                </a:pathLst>
              </a:custGeom>
              <a:noFill/>
              <a:ln w="9454" cap="rnd">
                <a:solidFill>
                  <a:srgbClr val="6E6443"/>
                </a:solidFill>
                <a:round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75" name="0753 Rectangle 774"/>
              <p:cNvSpPr/>
              <p:nvPr/>
            </p:nvSpPr>
            <p:spPr>
              <a:xfrm>
                <a:off x="9385029" y="1920598"/>
                <a:ext cx="21372" cy="26932"/>
              </a:xfrm>
              <a:custGeom>
                <a:avLst/>
                <a:gdLst/>
                <a:ahLst/>
                <a:cxnLst/>
                <a:rect l="0" t="0" r="r" b="b"/>
                <a:pathLst>
                  <a:path w="2337" h="2945">
                    <a:moveTo>
                      <a:pt x="0" y="2945"/>
                    </a:moveTo>
                    <a:lnTo>
                      <a:pt x="2337" y="0"/>
                    </a:lnTo>
                  </a:path>
                </a:pathLst>
              </a:custGeom>
              <a:noFill/>
              <a:ln w="9454" cap="rnd">
                <a:solidFill>
                  <a:srgbClr val="6E6443"/>
                </a:solidFill>
                <a:round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76" name="0754 Rectangle 775"/>
              <p:cNvSpPr/>
              <p:nvPr/>
            </p:nvSpPr>
            <p:spPr>
              <a:xfrm>
                <a:off x="9444228" y="2012014"/>
                <a:ext cx="31667" cy="13389"/>
              </a:xfrm>
              <a:custGeom>
                <a:avLst/>
                <a:gdLst/>
                <a:ahLst/>
                <a:cxnLst/>
                <a:rect l="0" t="0" r="r" b="b"/>
                <a:pathLst>
                  <a:path w="3463" h="1464">
                    <a:moveTo>
                      <a:pt x="0" y="1464"/>
                    </a:moveTo>
                    <a:lnTo>
                      <a:pt x="3463" y="0"/>
                    </a:lnTo>
                  </a:path>
                </a:pathLst>
              </a:custGeom>
              <a:noFill/>
              <a:ln w="9454" cap="rnd">
                <a:solidFill>
                  <a:srgbClr val="6E6443"/>
                </a:solidFill>
                <a:round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77" name="0755 Rectangle 776"/>
              <p:cNvSpPr/>
              <p:nvPr/>
            </p:nvSpPr>
            <p:spPr>
              <a:xfrm>
                <a:off x="9459834" y="2102388"/>
                <a:ext cx="34381" cy="91"/>
              </a:xfrm>
              <a:custGeom>
                <a:avLst/>
                <a:gdLst/>
                <a:ahLst/>
                <a:cxnLst/>
                <a:rect l="0" t="0" r="r" b="b"/>
                <a:pathLst>
                  <a:path w="3760" h="10">
                    <a:moveTo>
                      <a:pt x="0" y="0"/>
                    </a:moveTo>
                    <a:lnTo>
                      <a:pt x="3760" y="0"/>
                    </a:lnTo>
                  </a:path>
                </a:pathLst>
              </a:custGeom>
              <a:noFill/>
              <a:ln w="9454" cap="rnd">
                <a:solidFill>
                  <a:srgbClr val="6E6443"/>
                </a:solidFill>
                <a:round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78" name="0756 Rectangle 777"/>
              <p:cNvSpPr/>
              <p:nvPr/>
            </p:nvSpPr>
            <p:spPr>
              <a:xfrm>
                <a:off x="9435633" y="2197168"/>
                <a:ext cx="30173" cy="16483"/>
              </a:xfrm>
              <a:custGeom>
                <a:avLst/>
                <a:gdLst/>
                <a:ahLst/>
                <a:cxnLst/>
                <a:rect l="0" t="0" r="r" b="b"/>
                <a:pathLst>
                  <a:path w="3300" h="1803">
                    <a:moveTo>
                      <a:pt x="0" y="0"/>
                    </a:moveTo>
                    <a:lnTo>
                      <a:pt x="3300" y="1803"/>
                    </a:lnTo>
                  </a:path>
                </a:pathLst>
              </a:custGeom>
              <a:noFill/>
              <a:ln w="9454" cap="rnd">
                <a:solidFill>
                  <a:srgbClr val="6E6443"/>
                </a:solidFill>
                <a:round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</p:grpSp>
        <p:sp>
          <p:nvSpPr>
            <p:cNvPr id="779" name="Insight 2: Double- / check the relevance / of the search results"/>
            <p:cNvSpPr txBox="1"/>
            <p:nvPr/>
          </p:nvSpPr>
          <p:spPr>
            <a:xfrm>
              <a:off x="9564624" y="1938528"/>
              <a:ext cx="2194560" cy="673364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Ctr="0" anchor="t">
              <a:noAutofit/>
            </a:bodyPr>
            <a:lstStyle/>
            <a:p>
              <a:pPr algn="l">
                <a:lnSpc>
                  <a:spcPts val="1647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84" b="0" i="0">
                  <a:solidFill>
                    <a:srgbClr val="000000"/>
                  </a:solidFill>
                  <a:latin typeface="Comic Neue"/>
                </a:rPr>
                <a:t>Insight 2: Double-</a:t>
              </a:r>
            </a:p>
            <a:p>
              <a:pPr algn="l">
                <a:lnSpc>
                  <a:spcPts val="1647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84" b="0" i="0">
                  <a:solidFill>
                    <a:srgbClr val="000000"/>
                  </a:solidFill>
                  <a:latin typeface="Comic Neue"/>
                </a:rPr>
                <a:t>check the relevance</a:t>
              </a:r>
            </a:p>
            <a:p>
              <a:pPr algn="l">
                <a:lnSpc>
                  <a:spcPts val="1647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84" b="0" i="0">
                  <a:solidFill>
                    <a:srgbClr val="000000"/>
                  </a:solidFill>
                  <a:latin typeface="Comic Neue"/>
                </a:rPr>
                <a:t>of the search results</a:t>
              </a:r>
            </a:p>
          </p:txBody>
        </p:sp>
        <p:sp>
          <p:nvSpPr>
            <p:cNvPr id="780" name="from"/>
            <p:cNvSpPr txBox="1"/>
            <p:nvPr/>
          </p:nvSpPr>
          <p:spPr>
            <a:xfrm>
              <a:off x="11365992" y="2157984"/>
              <a:ext cx="685800" cy="322235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Ctr="0" anchor="t">
              <a:noAutofit/>
            </a:bodyPr>
            <a:lstStyle/>
            <a:p>
              <a:pPr algn="l">
                <a:lnSpc>
                  <a:spcPts val="2177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943" b="0" i="0">
                  <a:solidFill>
                    <a:srgbClr val="303030"/>
                  </a:solidFill>
                  <a:latin typeface="Liberation Serif"/>
                </a:rPr>
                <a:t>from</a:t>
              </a:r>
            </a:p>
          </p:txBody>
        </p:sp>
        <p:grpSp>
          <p:nvGrpSpPr>
            <p:cNvPr id="781" name="agent-king-1334-251"/>
            <p:cNvGrpSpPr/>
            <p:nvPr/>
          </p:nvGrpSpPr>
          <p:grpSpPr>
            <a:xfrm>
              <a:off x="11959180" y="2053772"/>
              <a:ext cx="477599" cy="479869"/>
              <a:chOff x="11959180" y="2053772"/>
              <a:chExt cx="477599" cy="479869"/>
            </a:xfrm>
          </p:grpSpPr>
          <p:sp>
            <p:nvSpPr>
              <p:cNvPr id="782" name="0759 Rectangle 781"/>
              <p:cNvSpPr/>
              <p:nvPr/>
            </p:nvSpPr>
            <p:spPr>
              <a:xfrm>
                <a:off x="11959180" y="2053772"/>
                <a:ext cx="477599" cy="479869"/>
              </a:xfrm>
              <a:custGeom>
                <a:avLst/>
                <a:gdLst/>
                <a:ahLst/>
                <a:cxnLst/>
                <a:rect l="0" t="0" r="r" b="b"/>
                <a:pathLst>
                  <a:path w="52231" h="52479">
                    <a:moveTo>
                      <a:pt x="52221" y="26397"/>
                    </a:moveTo>
                    <a:cubicBezTo>
                      <a:pt x="52212" y="30210"/>
                      <a:pt x="51459" y="34382"/>
                      <a:pt x="49854" y="37823"/>
                    </a:cubicBezTo>
                    <a:cubicBezTo>
                      <a:pt x="48250" y="41264"/>
                      <a:pt x="45584" y="44725"/>
                      <a:pt x="42593" y="47043"/>
                    </a:cubicBezTo>
                    <a:cubicBezTo>
                      <a:pt x="39602" y="49361"/>
                      <a:pt x="35611" y="50982"/>
                      <a:pt x="31910" y="51731"/>
                    </a:cubicBezTo>
                    <a:cubicBezTo>
                      <a:pt x="28210" y="52479"/>
                      <a:pt x="24090" y="52326"/>
                      <a:pt x="20391" y="51534"/>
                    </a:cubicBezTo>
                    <a:cubicBezTo>
                      <a:pt x="16691" y="50742"/>
                      <a:pt x="12731" y="49256"/>
                      <a:pt x="9714" y="46980"/>
                    </a:cubicBezTo>
                    <a:cubicBezTo>
                      <a:pt x="6696" y="44704"/>
                      <a:pt x="3890" y="41308"/>
                      <a:pt x="2287" y="37878"/>
                    </a:cubicBezTo>
                    <a:cubicBezTo>
                      <a:pt x="685" y="34447"/>
                      <a:pt x="0" y="30175"/>
                      <a:pt x="101" y="26397"/>
                    </a:cubicBezTo>
                    <a:cubicBezTo>
                      <a:pt x="201" y="22618"/>
                      <a:pt x="1244" y="18581"/>
                      <a:pt x="2890" y="15206"/>
                    </a:cubicBezTo>
                    <a:cubicBezTo>
                      <a:pt x="4537" y="11831"/>
                      <a:pt x="7078" y="8535"/>
                      <a:pt x="9980" y="6148"/>
                    </a:cubicBezTo>
                    <a:cubicBezTo>
                      <a:pt x="12883" y="3761"/>
                      <a:pt x="16642" y="1765"/>
                      <a:pt x="20305" y="884"/>
                    </a:cubicBezTo>
                    <a:cubicBezTo>
                      <a:pt x="23968" y="3"/>
                      <a:pt x="28283" y="0"/>
                      <a:pt x="31956" y="864"/>
                    </a:cubicBezTo>
                    <a:cubicBezTo>
                      <a:pt x="35628" y="1728"/>
                      <a:pt x="39347" y="3722"/>
                      <a:pt x="42339" y="6069"/>
                    </a:cubicBezTo>
                    <a:cubicBezTo>
                      <a:pt x="45332" y="8415"/>
                      <a:pt x="48264" y="11555"/>
                      <a:pt x="49911" y="14943"/>
                    </a:cubicBezTo>
                    <a:cubicBezTo>
                      <a:pt x="51558" y="18331"/>
                      <a:pt x="52231" y="22584"/>
                      <a:pt x="52221" y="26397"/>
                    </a:cubicBezTo>
                    <a:close/>
                  </a:path>
                </a:pathLst>
              </a:custGeom>
              <a:solidFill>
                <a:srgbClr val="D5C5DC"/>
              </a:solidFill>
              <a:ln w="54864" cap="rnd">
                <a:solidFill>
                  <a:srgbClr val="400076"/>
                </a:solidFill>
                <a:round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83" name="0760 Rectangle 782"/>
              <p:cNvSpPr/>
              <p:nvPr/>
            </p:nvSpPr>
            <p:spPr>
              <a:xfrm>
                <a:off x="12061302" y="2159356"/>
                <a:ext cx="273588" cy="271577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84" name="0761 Rectangle 783"/>
              <p:cNvSpPr/>
              <p:nvPr/>
            </p:nvSpPr>
            <p:spPr>
              <a:xfrm>
                <a:off x="12107570" y="2164385"/>
                <a:ext cx="20665" cy="20665"/>
              </a:xfrm>
              <a:prstGeom prst="rect">
                <a:avLst/>
              </a:prstGeom>
              <a:solidFill>
                <a:srgbClr val="151518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85" name="0762 Rectangle 784"/>
              <p:cNvSpPr/>
              <p:nvPr/>
            </p:nvSpPr>
            <p:spPr>
              <a:xfrm>
                <a:off x="12268505" y="2164385"/>
                <a:ext cx="20665" cy="20665"/>
              </a:xfrm>
              <a:prstGeom prst="rect">
                <a:avLst/>
              </a:prstGeom>
              <a:solidFill>
                <a:srgbClr val="151518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86" name="0763 Rectangle 785"/>
              <p:cNvSpPr/>
              <p:nvPr/>
            </p:nvSpPr>
            <p:spPr>
              <a:xfrm>
                <a:off x="12107570" y="2184502"/>
                <a:ext cx="20665" cy="20665"/>
              </a:xfrm>
              <a:prstGeom prst="rect">
                <a:avLst/>
              </a:prstGeom>
              <a:solidFill>
                <a:srgbClr val="151518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87" name="0764 Rectangle 786"/>
              <p:cNvSpPr/>
              <p:nvPr/>
            </p:nvSpPr>
            <p:spPr>
              <a:xfrm>
                <a:off x="12127687" y="2184502"/>
                <a:ext cx="20665" cy="20665"/>
              </a:xfrm>
              <a:prstGeom prst="rect">
                <a:avLst/>
              </a:prstGeom>
              <a:solidFill>
                <a:srgbClr val="FFF126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88" name="0765 Rectangle 787"/>
              <p:cNvSpPr/>
              <p:nvPr/>
            </p:nvSpPr>
            <p:spPr>
              <a:xfrm>
                <a:off x="12188038" y="2184502"/>
                <a:ext cx="20665" cy="20665"/>
              </a:xfrm>
              <a:prstGeom prst="rect">
                <a:avLst/>
              </a:prstGeom>
              <a:solidFill>
                <a:srgbClr val="151518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89" name="0766 Rectangle 788"/>
              <p:cNvSpPr/>
              <p:nvPr/>
            </p:nvSpPr>
            <p:spPr>
              <a:xfrm>
                <a:off x="12248388" y="2184502"/>
                <a:ext cx="20665" cy="20665"/>
              </a:xfrm>
              <a:prstGeom prst="rect">
                <a:avLst/>
              </a:prstGeom>
              <a:solidFill>
                <a:srgbClr val="FFF126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90" name="0767 Rectangle 789"/>
              <p:cNvSpPr/>
              <p:nvPr/>
            </p:nvSpPr>
            <p:spPr>
              <a:xfrm>
                <a:off x="12268505" y="2184502"/>
                <a:ext cx="20665" cy="20665"/>
              </a:xfrm>
              <a:prstGeom prst="rect">
                <a:avLst/>
              </a:prstGeom>
              <a:solidFill>
                <a:srgbClr val="151518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91" name="0768 Rectangle 790"/>
              <p:cNvSpPr/>
              <p:nvPr/>
            </p:nvSpPr>
            <p:spPr>
              <a:xfrm>
                <a:off x="12107570" y="2204618"/>
                <a:ext cx="20665" cy="20665"/>
              </a:xfrm>
              <a:prstGeom prst="rect">
                <a:avLst/>
              </a:prstGeom>
              <a:solidFill>
                <a:srgbClr val="151518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92" name="0769 Rectangle 791"/>
              <p:cNvSpPr/>
              <p:nvPr/>
            </p:nvSpPr>
            <p:spPr>
              <a:xfrm>
                <a:off x="12127687" y="2204618"/>
                <a:ext cx="40782" cy="20665"/>
              </a:xfrm>
              <a:prstGeom prst="rect">
                <a:avLst/>
              </a:prstGeom>
              <a:solidFill>
                <a:srgbClr val="FFF126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93" name="0770 Rectangle 792"/>
              <p:cNvSpPr/>
              <p:nvPr/>
            </p:nvSpPr>
            <p:spPr>
              <a:xfrm>
                <a:off x="12167921" y="2204618"/>
                <a:ext cx="20665" cy="20665"/>
              </a:xfrm>
              <a:prstGeom prst="rect">
                <a:avLst/>
              </a:prstGeom>
              <a:solidFill>
                <a:srgbClr val="151518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94" name="0771 Rectangle 793"/>
              <p:cNvSpPr/>
              <p:nvPr/>
            </p:nvSpPr>
            <p:spPr>
              <a:xfrm>
                <a:off x="12188038" y="2204618"/>
                <a:ext cx="20665" cy="20665"/>
              </a:xfrm>
              <a:prstGeom prst="rect">
                <a:avLst/>
              </a:prstGeom>
              <a:solidFill>
                <a:srgbClr val="FFF126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95" name="0772 Rectangle 794"/>
              <p:cNvSpPr/>
              <p:nvPr/>
            </p:nvSpPr>
            <p:spPr>
              <a:xfrm>
                <a:off x="12208154" y="2204618"/>
                <a:ext cx="20665" cy="20665"/>
              </a:xfrm>
              <a:prstGeom prst="rect">
                <a:avLst/>
              </a:prstGeom>
              <a:solidFill>
                <a:srgbClr val="151518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96" name="0773 Rectangle 795"/>
              <p:cNvSpPr/>
              <p:nvPr/>
            </p:nvSpPr>
            <p:spPr>
              <a:xfrm>
                <a:off x="12228271" y="2204618"/>
                <a:ext cx="40782" cy="20665"/>
              </a:xfrm>
              <a:prstGeom prst="rect">
                <a:avLst/>
              </a:prstGeom>
              <a:solidFill>
                <a:srgbClr val="FFF126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97" name="0774 Rectangle 796"/>
              <p:cNvSpPr/>
              <p:nvPr/>
            </p:nvSpPr>
            <p:spPr>
              <a:xfrm>
                <a:off x="12268505" y="2204618"/>
                <a:ext cx="20665" cy="20665"/>
              </a:xfrm>
              <a:prstGeom prst="rect">
                <a:avLst/>
              </a:prstGeom>
              <a:solidFill>
                <a:srgbClr val="151518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98" name="0775 Rectangle 797"/>
              <p:cNvSpPr/>
              <p:nvPr/>
            </p:nvSpPr>
            <p:spPr>
              <a:xfrm>
                <a:off x="12107570" y="2224735"/>
                <a:ext cx="20665" cy="20665"/>
              </a:xfrm>
              <a:prstGeom prst="rect">
                <a:avLst/>
              </a:prstGeom>
              <a:solidFill>
                <a:srgbClr val="151518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99" name="0776 Rectangle 798"/>
              <p:cNvSpPr/>
              <p:nvPr/>
            </p:nvSpPr>
            <p:spPr>
              <a:xfrm>
                <a:off x="12127687" y="2224735"/>
                <a:ext cx="141366" cy="20665"/>
              </a:xfrm>
              <a:prstGeom prst="rect">
                <a:avLst/>
              </a:prstGeom>
              <a:solidFill>
                <a:srgbClr val="FFF126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00" name="0777 Rectangle 799"/>
              <p:cNvSpPr/>
              <p:nvPr/>
            </p:nvSpPr>
            <p:spPr>
              <a:xfrm>
                <a:off x="12268505" y="2224735"/>
                <a:ext cx="20665" cy="20665"/>
              </a:xfrm>
              <a:prstGeom prst="rect">
                <a:avLst/>
              </a:prstGeom>
              <a:solidFill>
                <a:srgbClr val="151518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01" name="0778 Rectangle 800"/>
              <p:cNvSpPr/>
              <p:nvPr/>
            </p:nvSpPr>
            <p:spPr>
              <a:xfrm>
                <a:off x="12107570" y="2244852"/>
                <a:ext cx="20665" cy="20665"/>
              </a:xfrm>
              <a:prstGeom prst="rect">
                <a:avLst/>
              </a:prstGeom>
              <a:solidFill>
                <a:srgbClr val="151518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02" name="0779 Rectangle 801"/>
              <p:cNvSpPr/>
              <p:nvPr/>
            </p:nvSpPr>
            <p:spPr>
              <a:xfrm>
                <a:off x="12127687" y="2244852"/>
                <a:ext cx="20665" cy="20665"/>
              </a:xfrm>
              <a:prstGeom prst="rect">
                <a:avLst/>
              </a:prstGeom>
              <a:solidFill>
                <a:srgbClr val="FFF126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03" name="0780 Rectangle 802"/>
              <p:cNvSpPr/>
              <p:nvPr/>
            </p:nvSpPr>
            <p:spPr>
              <a:xfrm>
                <a:off x="12147804" y="2244852"/>
                <a:ext cx="20665" cy="20665"/>
              </a:xfrm>
              <a:prstGeom prst="rect">
                <a:avLst/>
              </a:prstGeom>
              <a:solidFill>
                <a:srgbClr val="FF263E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04" name="0781 Rectangle 803"/>
              <p:cNvSpPr/>
              <p:nvPr/>
            </p:nvSpPr>
            <p:spPr>
              <a:xfrm>
                <a:off x="12167921" y="2244852"/>
                <a:ext cx="20665" cy="20665"/>
              </a:xfrm>
              <a:prstGeom prst="rect">
                <a:avLst/>
              </a:prstGeom>
              <a:solidFill>
                <a:srgbClr val="FFF126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05" name="0782 Rectangle 804"/>
              <p:cNvSpPr/>
              <p:nvPr/>
            </p:nvSpPr>
            <p:spPr>
              <a:xfrm>
                <a:off x="12188038" y="2244852"/>
                <a:ext cx="20665" cy="20665"/>
              </a:xfrm>
              <a:prstGeom prst="rect">
                <a:avLst/>
              </a:prstGeom>
              <a:solidFill>
                <a:srgbClr val="FF263E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06" name="0783 Rectangle 805"/>
              <p:cNvSpPr/>
              <p:nvPr/>
            </p:nvSpPr>
            <p:spPr>
              <a:xfrm>
                <a:off x="12208154" y="2244852"/>
                <a:ext cx="20665" cy="20665"/>
              </a:xfrm>
              <a:prstGeom prst="rect">
                <a:avLst/>
              </a:prstGeom>
              <a:solidFill>
                <a:srgbClr val="FFF126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07" name="0784 Rectangle 806"/>
              <p:cNvSpPr/>
              <p:nvPr/>
            </p:nvSpPr>
            <p:spPr>
              <a:xfrm>
                <a:off x="12228271" y="2244852"/>
                <a:ext cx="20665" cy="20665"/>
              </a:xfrm>
              <a:prstGeom prst="rect">
                <a:avLst/>
              </a:prstGeom>
              <a:solidFill>
                <a:srgbClr val="FF263E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08" name="0785 Rectangle 807"/>
              <p:cNvSpPr/>
              <p:nvPr/>
            </p:nvSpPr>
            <p:spPr>
              <a:xfrm>
                <a:off x="12248388" y="2244852"/>
                <a:ext cx="20665" cy="20665"/>
              </a:xfrm>
              <a:prstGeom prst="rect">
                <a:avLst/>
              </a:prstGeom>
              <a:solidFill>
                <a:srgbClr val="FFF126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09" name="0786 Rectangle 808"/>
              <p:cNvSpPr/>
              <p:nvPr/>
            </p:nvSpPr>
            <p:spPr>
              <a:xfrm>
                <a:off x="12268505" y="2244852"/>
                <a:ext cx="20665" cy="20665"/>
              </a:xfrm>
              <a:prstGeom prst="rect">
                <a:avLst/>
              </a:prstGeom>
              <a:solidFill>
                <a:srgbClr val="151518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10" name="0787 Rectangle 809"/>
              <p:cNvSpPr/>
              <p:nvPr/>
            </p:nvSpPr>
            <p:spPr>
              <a:xfrm>
                <a:off x="12107570" y="2264969"/>
                <a:ext cx="20665" cy="20665"/>
              </a:xfrm>
              <a:prstGeom prst="rect">
                <a:avLst/>
              </a:prstGeom>
              <a:solidFill>
                <a:srgbClr val="151518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11" name="0788 Rectangle 810"/>
              <p:cNvSpPr/>
              <p:nvPr/>
            </p:nvSpPr>
            <p:spPr>
              <a:xfrm>
                <a:off x="12127687" y="2264969"/>
                <a:ext cx="141366" cy="20665"/>
              </a:xfrm>
              <a:prstGeom prst="rect">
                <a:avLst/>
              </a:prstGeom>
              <a:solidFill>
                <a:srgbClr val="FFF126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12" name="0789 Rectangle 811"/>
              <p:cNvSpPr/>
              <p:nvPr/>
            </p:nvSpPr>
            <p:spPr>
              <a:xfrm>
                <a:off x="12268505" y="2264969"/>
                <a:ext cx="20665" cy="20665"/>
              </a:xfrm>
              <a:prstGeom prst="rect">
                <a:avLst/>
              </a:prstGeom>
              <a:solidFill>
                <a:srgbClr val="151518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13" name="0790 Rectangle 812"/>
              <p:cNvSpPr/>
              <p:nvPr/>
            </p:nvSpPr>
            <p:spPr>
              <a:xfrm>
                <a:off x="12107570" y="2285086"/>
                <a:ext cx="20665" cy="20665"/>
              </a:xfrm>
              <a:prstGeom prst="rect">
                <a:avLst/>
              </a:prstGeom>
              <a:solidFill>
                <a:srgbClr val="151518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14" name="0791 Rectangle 813"/>
              <p:cNvSpPr/>
              <p:nvPr/>
            </p:nvSpPr>
            <p:spPr>
              <a:xfrm>
                <a:off x="12127687" y="2285086"/>
                <a:ext cx="141366" cy="20665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15" name="0792 Rectangle 814"/>
              <p:cNvSpPr/>
              <p:nvPr/>
            </p:nvSpPr>
            <p:spPr>
              <a:xfrm>
                <a:off x="12268505" y="2285086"/>
                <a:ext cx="20665" cy="20665"/>
              </a:xfrm>
              <a:prstGeom prst="rect">
                <a:avLst/>
              </a:prstGeom>
              <a:solidFill>
                <a:srgbClr val="151518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16" name="0793 Rectangle 815"/>
              <p:cNvSpPr/>
              <p:nvPr/>
            </p:nvSpPr>
            <p:spPr>
              <a:xfrm>
                <a:off x="12107570" y="2305202"/>
                <a:ext cx="20665" cy="20665"/>
              </a:xfrm>
              <a:prstGeom prst="rect">
                <a:avLst/>
              </a:prstGeom>
              <a:solidFill>
                <a:srgbClr val="151518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17" name="0794 Rectangle 816"/>
              <p:cNvSpPr/>
              <p:nvPr/>
            </p:nvSpPr>
            <p:spPr>
              <a:xfrm>
                <a:off x="12127687" y="2305202"/>
                <a:ext cx="20665" cy="20665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18" name="0795 Rectangle 817"/>
              <p:cNvSpPr/>
              <p:nvPr/>
            </p:nvSpPr>
            <p:spPr>
              <a:xfrm>
                <a:off x="12147804" y="2305202"/>
                <a:ext cx="20665" cy="20665"/>
              </a:xfrm>
              <a:prstGeom prst="rect">
                <a:avLst/>
              </a:prstGeom>
              <a:solidFill>
                <a:srgbClr val="151518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19" name="0796 Rectangle 818"/>
              <p:cNvSpPr/>
              <p:nvPr/>
            </p:nvSpPr>
            <p:spPr>
              <a:xfrm>
                <a:off x="12167921" y="2305202"/>
                <a:ext cx="40782" cy="20665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20" name="0797 Rectangle 819"/>
              <p:cNvSpPr/>
              <p:nvPr/>
            </p:nvSpPr>
            <p:spPr>
              <a:xfrm>
                <a:off x="12208154" y="2305202"/>
                <a:ext cx="20665" cy="20665"/>
              </a:xfrm>
              <a:prstGeom prst="rect">
                <a:avLst/>
              </a:prstGeom>
              <a:solidFill>
                <a:srgbClr val="151518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21" name="0798 Rectangle 820"/>
              <p:cNvSpPr/>
              <p:nvPr/>
            </p:nvSpPr>
            <p:spPr>
              <a:xfrm>
                <a:off x="12228271" y="2305202"/>
                <a:ext cx="40782" cy="20665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22" name="0799 Rectangle 821"/>
              <p:cNvSpPr/>
              <p:nvPr/>
            </p:nvSpPr>
            <p:spPr>
              <a:xfrm>
                <a:off x="12268505" y="2305202"/>
                <a:ext cx="20665" cy="20665"/>
              </a:xfrm>
              <a:prstGeom prst="rect">
                <a:avLst/>
              </a:prstGeom>
              <a:solidFill>
                <a:srgbClr val="151518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23" name="0800 Rectangle 822"/>
              <p:cNvSpPr/>
              <p:nvPr/>
            </p:nvSpPr>
            <p:spPr>
              <a:xfrm>
                <a:off x="12107570" y="2325319"/>
                <a:ext cx="20665" cy="20665"/>
              </a:xfrm>
              <a:prstGeom prst="rect">
                <a:avLst/>
              </a:prstGeom>
              <a:solidFill>
                <a:srgbClr val="151518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24" name="0801 Rectangle 823"/>
              <p:cNvSpPr/>
              <p:nvPr/>
            </p:nvSpPr>
            <p:spPr>
              <a:xfrm>
                <a:off x="12127687" y="2325319"/>
                <a:ext cx="121249" cy="20665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25" name="0802 Rectangle 824"/>
              <p:cNvSpPr/>
              <p:nvPr/>
            </p:nvSpPr>
            <p:spPr>
              <a:xfrm>
                <a:off x="12248388" y="2325319"/>
                <a:ext cx="20665" cy="20665"/>
              </a:xfrm>
              <a:prstGeom prst="rect">
                <a:avLst/>
              </a:prstGeom>
              <a:solidFill>
                <a:srgbClr val="061CDE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26" name="0803 Rectangle 825"/>
              <p:cNvSpPr/>
              <p:nvPr/>
            </p:nvSpPr>
            <p:spPr>
              <a:xfrm>
                <a:off x="12268505" y="2325319"/>
                <a:ext cx="20665" cy="20665"/>
              </a:xfrm>
              <a:prstGeom prst="rect">
                <a:avLst/>
              </a:prstGeom>
              <a:solidFill>
                <a:srgbClr val="151518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27" name="0804 Rectangle 826"/>
              <p:cNvSpPr/>
              <p:nvPr/>
            </p:nvSpPr>
            <p:spPr>
              <a:xfrm>
                <a:off x="12107570" y="2345436"/>
                <a:ext cx="20665" cy="20665"/>
              </a:xfrm>
              <a:prstGeom prst="rect">
                <a:avLst/>
              </a:prstGeom>
              <a:solidFill>
                <a:srgbClr val="151518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28" name="0805 Rectangle 827"/>
              <p:cNvSpPr/>
              <p:nvPr/>
            </p:nvSpPr>
            <p:spPr>
              <a:xfrm>
                <a:off x="12127687" y="2345436"/>
                <a:ext cx="60899" cy="20665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29" name="0806 Rectangle 828"/>
              <p:cNvSpPr/>
              <p:nvPr/>
            </p:nvSpPr>
            <p:spPr>
              <a:xfrm>
                <a:off x="12188038" y="2345436"/>
                <a:ext cx="20665" cy="20665"/>
              </a:xfrm>
              <a:prstGeom prst="rect">
                <a:avLst/>
              </a:prstGeom>
              <a:solidFill>
                <a:srgbClr val="151518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30" name="0807 Rectangle 829"/>
              <p:cNvSpPr/>
              <p:nvPr/>
            </p:nvSpPr>
            <p:spPr>
              <a:xfrm>
                <a:off x="12208154" y="2345436"/>
                <a:ext cx="20665" cy="20665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31" name="0808 Rectangle 830"/>
              <p:cNvSpPr/>
              <p:nvPr/>
            </p:nvSpPr>
            <p:spPr>
              <a:xfrm>
                <a:off x="12228271" y="2345436"/>
                <a:ext cx="40782" cy="20665"/>
              </a:xfrm>
              <a:prstGeom prst="rect">
                <a:avLst/>
              </a:prstGeom>
              <a:solidFill>
                <a:srgbClr val="061CDE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32" name="0809 Rectangle 831"/>
              <p:cNvSpPr/>
              <p:nvPr/>
            </p:nvSpPr>
            <p:spPr>
              <a:xfrm>
                <a:off x="12268505" y="2345436"/>
                <a:ext cx="20665" cy="20665"/>
              </a:xfrm>
              <a:prstGeom prst="rect">
                <a:avLst/>
              </a:prstGeom>
              <a:solidFill>
                <a:srgbClr val="151518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33" name="0810 Rectangle 832"/>
              <p:cNvSpPr/>
              <p:nvPr/>
            </p:nvSpPr>
            <p:spPr>
              <a:xfrm>
                <a:off x="12107570" y="2365553"/>
                <a:ext cx="20665" cy="20665"/>
              </a:xfrm>
              <a:prstGeom prst="rect">
                <a:avLst/>
              </a:prstGeom>
              <a:solidFill>
                <a:srgbClr val="151518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34" name="0811 Rectangle 833"/>
              <p:cNvSpPr/>
              <p:nvPr/>
            </p:nvSpPr>
            <p:spPr>
              <a:xfrm>
                <a:off x="12127687" y="2365553"/>
                <a:ext cx="20665" cy="20665"/>
              </a:xfrm>
              <a:prstGeom prst="rect">
                <a:avLst/>
              </a:prstGeom>
              <a:solidFill>
                <a:srgbClr val="061CDE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35" name="0812 Rectangle 834"/>
              <p:cNvSpPr/>
              <p:nvPr/>
            </p:nvSpPr>
            <p:spPr>
              <a:xfrm>
                <a:off x="12147804" y="2365553"/>
                <a:ext cx="60899" cy="20665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36" name="0813 Rectangle 835"/>
              <p:cNvSpPr/>
              <p:nvPr/>
            </p:nvSpPr>
            <p:spPr>
              <a:xfrm>
                <a:off x="12208154" y="2365553"/>
                <a:ext cx="60899" cy="20665"/>
              </a:xfrm>
              <a:prstGeom prst="rect">
                <a:avLst/>
              </a:prstGeom>
              <a:solidFill>
                <a:srgbClr val="061CDE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37" name="0814 Rectangle 836"/>
              <p:cNvSpPr/>
              <p:nvPr/>
            </p:nvSpPr>
            <p:spPr>
              <a:xfrm>
                <a:off x="12268505" y="2365553"/>
                <a:ext cx="20665" cy="20665"/>
              </a:xfrm>
              <a:prstGeom prst="rect">
                <a:avLst/>
              </a:prstGeom>
              <a:solidFill>
                <a:srgbClr val="151518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38" name="0815 Rectangle 837"/>
              <p:cNvSpPr/>
              <p:nvPr/>
            </p:nvSpPr>
            <p:spPr>
              <a:xfrm>
                <a:off x="12107570" y="2385670"/>
                <a:ext cx="20665" cy="20665"/>
              </a:xfrm>
              <a:prstGeom prst="rect">
                <a:avLst/>
              </a:prstGeom>
              <a:solidFill>
                <a:srgbClr val="151518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39" name="0816 Rectangle 838"/>
              <p:cNvSpPr/>
              <p:nvPr/>
            </p:nvSpPr>
            <p:spPr>
              <a:xfrm>
                <a:off x="12127687" y="2385670"/>
                <a:ext cx="141366" cy="20665"/>
              </a:xfrm>
              <a:prstGeom prst="rect">
                <a:avLst/>
              </a:prstGeom>
              <a:solidFill>
                <a:srgbClr val="061CDE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40" name="0817 Rectangle 839"/>
              <p:cNvSpPr/>
              <p:nvPr/>
            </p:nvSpPr>
            <p:spPr>
              <a:xfrm>
                <a:off x="12268505" y="2385670"/>
                <a:ext cx="20665" cy="20665"/>
              </a:xfrm>
              <a:prstGeom prst="rect">
                <a:avLst/>
              </a:prstGeom>
              <a:solidFill>
                <a:srgbClr val="151518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41" name="0818 Rectangle 840"/>
              <p:cNvSpPr/>
              <p:nvPr/>
            </p:nvSpPr>
            <p:spPr>
              <a:xfrm>
                <a:off x="12107570" y="2405786"/>
                <a:ext cx="181600" cy="20665"/>
              </a:xfrm>
              <a:prstGeom prst="rect">
                <a:avLst/>
              </a:prstGeom>
              <a:solidFill>
                <a:srgbClr val="151518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</p:grpSp>
        <p:sp>
          <p:nvSpPr>
            <p:cNvPr id="842" name="and"/>
            <p:cNvSpPr txBox="1"/>
            <p:nvPr/>
          </p:nvSpPr>
          <p:spPr>
            <a:xfrm>
              <a:off x="12563856" y="2148840"/>
              <a:ext cx="630936" cy="322235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Ctr="0" anchor="t">
              <a:noAutofit/>
            </a:bodyPr>
            <a:lstStyle/>
            <a:p>
              <a:pPr algn="l">
                <a:lnSpc>
                  <a:spcPts val="2177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943" b="0" i="0">
                  <a:solidFill>
                    <a:srgbClr val="303030"/>
                  </a:solidFill>
                  <a:latin typeface="Liberation Serif"/>
                </a:rPr>
                <a:t>and</a:t>
              </a:r>
            </a:p>
          </p:txBody>
        </p:sp>
        <p:grpSp>
          <p:nvGrpSpPr>
            <p:cNvPr id="843" name="agent-clown-1447-254"/>
            <p:cNvGrpSpPr/>
            <p:nvPr/>
          </p:nvGrpSpPr>
          <p:grpSpPr>
            <a:xfrm>
              <a:off x="12998802" y="2094319"/>
              <a:ext cx="461403" cy="455760"/>
              <a:chOff x="12998802" y="2094319"/>
              <a:chExt cx="461403" cy="455760"/>
            </a:xfrm>
          </p:grpSpPr>
          <p:sp>
            <p:nvSpPr>
              <p:cNvPr id="844" name="0820 Rectangle 843"/>
              <p:cNvSpPr/>
              <p:nvPr/>
            </p:nvSpPr>
            <p:spPr>
              <a:xfrm>
                <a:off x="12998802" y="2094319"/>
                <a:ext cx="461403" cy="455760"/>
              </a:xfrm>
              <a:custGeom>
                <a:avLst/>
                <a:gdLst/>
                <a:ahLst/>
                <a:cxnLst/>
                <a:rect l="0" t="0" r="r" b="b"/>
                <a:pathLst>
                  <a:path w="50460" h="49842">
                    <a:moveTo>
                      <a:pt x="50426" y="24963"/>
                    </a:moveTo>
                    <a:cubicBezTo>
                      <a:pt x="50393" y="28590"/>
                      <a:pt x="49489" y="32528"/>
                      <a:pt x="47930" y="35796"/>
                    </a:cubicBezTo>
                    <a:cubicBezTo>
                      <a:pt x="46371" y="39065"/>
                      <a:pt x="43904" y="42354"/>
                      <a:pt x="41073" y="44573"/>
                    </a:cubicBezTo>
                    <a:cubicBezTo>
                      <a:pt x="38242" y="46793"/>
                      <a:pt x="34465" y="48384"/>
                      <a:pt x="30946" y="49113"/>
                    </a:cubicBezTo>
                    <a:cubicBezTo>
                      <a:pt x="27427" y="49842"/>
                      <a:pt x="23515" y="49666"/>
                      <a:pt x="19959" y="48948"/>
                    </a:cubicBezTo>
                    <a:cubicBezTo>
                      <a:pt x="16403" y="48230"/>
                      <a:pt x="12406" y="47016"/>
                      <a:pt x="9610" y="44804"/>
                    </a:cubicBezTo>
                    <a:cubicBezTo>
                      <a:pt x="6815" y="42593"/>
                      <a:pt x="4767" y="38985"/>
                      <a:pt x="3184" y="35678"/>
                    </a:cubicBezTo>
                    <a:cubicBezTo>
                      <a:pt x="1600" y="32371"/>
                      <a:pt x="223" y="28588"/>
                      <a:pt x="112" y="24963"/>
                    </a:cubicBezTo>
                    <a:cubicBezTo>
                      <a:pt x="0" y="21337"/>
                      <a:pt x="929" y="17230"/>
                      <a:pt x="2513" y="13925"/>
                    </a:cubicBezTo>
                    <a:cubicBezTo>
                      <a:pt x="4098" y="10619"/>
                      <a:pt x="6721" y="7336"/>
                      <a:pt x="9618" y="5130"/>
                    </a:cubicBezTo>
                    <a:cubicBezTo>
                      <a:pt x="12515" y="2925"/>
                      <a:pt x="16346" y="1385"/>
                      <a:pt x="19894" y="693"/>
                    </a:cubicBezTo>
                    <a:cubicBezTo>
                      <a:pt x="23443" y="0"/>
                      <a:pt x="27419" y="148"/>
                      <a:pt x="30909" y="975"/>
                    </a:cubicBezTo>
                    <a:cubicBezTo>
                      <a:pt x="34399" y="1801"/>
                      <a:pt x="37964" y="3475"/>
                      <a:pt x="40834" y="5652"/>
                    </a:cubicBezTo>
                    <a:cubicBezTo>
                      <a:pt x="43704" y="7828"/>
                      <a:pt x="46530" y="10815"/>
                      <a:pt x="48129" y="14033"/>
                    </a:cubicBezTo>
                    <a:cubicBezTo>
                      <a:pt x="49728" y="17252"/>
                      <a:pt x="50460" y="21335"/>
                      <a:pt x="50426" y="24963"/>
                    </a:cubicBezTo>
                    <a:close/>
                  </a:path>
                </a:pathLst>
              </a:custGeom>
              <a:solidFill>
                <a:srgbClr val="D89CEC"/>
              </a:solidFill>
              <a:ln w="54864" cap="rnd">
                <a:solidFill>
                  <a:srgbClr val="400076"/>
                </a:solidFill>
                <a:round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45" name="0821 Rectangle 844"/>
              <p:cNvSpPr/>
              <p:nvPr/>
            </p:nvSpPr>
            <p:spPr>
              <a:xfrm>
                <a:off x="13099835" y="2192010"/>
                <a:ext cx="263066" cy="261132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46" name="0822 Rectangle 845"/>
              <p:cNvSpPr/>
              <p:nvPr/>
            </p:nvSpPr>
            <p:spPr>
              <a:xfrm>
                <a:off x="13183010" y="2196846"/>
                <a:ext cx="97264" cy="19892"/>
              </a:xfrm>
              <a:prstGeom prst="rect">
                <a:avLst/>
              </a:prstGeom>
              <a:solidFill>
                <a:srgbClr val="151518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47" name="0823 Rectangle 846"/>
              <p:cNvSpPr/>
              <p:nvPr/>
            </p:nvSpPr>
            <p:spPr>
              <a:xfrm>
                <a:off x="13144324" y="2216189"/>
                <a:ext cx="39235" cy="19892"/>
              </a:xfrm>
              <a:prstGeom prst="rect">
                <a:avLst/>
              </a:prstGeom>
              <a:solidFill>
                <a:srgbClr val="151518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48" name="0824 Rectangle 847"/>
              <p:cNvSpPr/>
              <p:nvPr/>
            </p:nvSpPr>
            <p:spPr>
              <a:xfrm>
                <a:off x="13183010" y="2216189"/>
                <a:ext cx="97264" cy="19892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49" name="0825 Rectangle 848"/>
              <p:cNvSpPr/>
              <p:nvPr/>
            </p:nvSpPr>
            <p:spPr>
              <a:xfrm>
                <a:off x="13279726" y="2216189"/>
                <a:ext cx="39235" cy="19892"/>
              </a:xfrm>
              <a:prstGeom prst="rect">
                <a:avLst/>
              </a:prstGeom>
              <a:solidFill>
                <a:srgbClr val="151518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50" name="0826 Rectangle 849"/>
              <p:cNvSpPr/>
              <p:nvPr/>
            </p:nvSpPr>
            <p:spPr>
              <a:xfrm>
                <a:off x="13124981" y="2235532"/>
                <a:ext cx="19892" cy="19892"/>
              </a:xfrm>
              <a:prstGeom prst="rect">
                <a:avLst/>
              </a:prstGeom>
              <a:solidFill>
                <a:srgbClr val="151518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51" name="0827 Rectangle 850"/>
              <p:cNvSpPr/>
              <p:nvPr/>
            </p:nvSpPr>
            <p:spPr>
              <a:xfrm>
                <a:off x="13144324" y="2235532"/>
                <a:ext cx="19892" cy="19892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52" name="0828 Rectangle 851"/>
              <p:cNvSpPr/>
              <p:nvPr/>
            </p:nvSpPr>
            <p:spPr>
              <a:xfrm>
                <a:off x="13163667" y="2235532"/>
                <a:ext cx="39235" cy="19892"/>
              </a:xfrm>
              <a:prstGeom prst="rect">
                <a:avLst/>
              </a:prstGeom>
              <a:solidFill>
                <a:srgbClr val="FF263E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53" name="0829 Rectangle 852"/>
              <p:cNvSpPr/>
              <p:nvPr/>
            </p:nvSpPr>
            <p:spPr>
              <a:xfrm>
                <a:off x="13202353" y="2235532"/>
                <a:ext cx="19892" cy="19892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54" name="0830 Rectangle 853"/>
              <p:cNvSpPr/>
              <p:nvPr/>
            </p:nvSpPr>
            <p:spPr>
              <a:xfrm>
                <a:off x="13221696" y="2235532"/>
                <a:ext cx="39235" cy="19892"/>
              </a:xfrm>
              <a:prstGeom prst="rect">
                <a:avLst/>
              </a:prstGeom>
              <a:solidFill>
                <a:srgbClr val="FF263E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55" name="0831 Rectangle 854"/>
              <p:cNvSpPr/>
              <p:nvPr/>
            </p:nvSpPr>
            <p:spPr>
              <a:xfrm>
                <a:off x="13260383" y="2235532"/>
                <a:ext cx="58578" cy="19892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56" name="0832 Rectangle 855"/>
              <p:cNvSpPr/>
              <p:nvPr/>
            </p:nvSpPr>
            <p:spPr>
              <a:xfrm>
                <a:off x="13318412" y="2235532"/>
                <a:ext cx="19892" cy="19892"/>
              </a:xfrm>
              <a:prstGeom prst="rect">
                <a:avLst/>
              </a:prstGeom>
              <a:solidFill>
                <a:srgbClr val="151518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57" name="0833 Rectangle 856"/>
              <p:cNvSpPr/>
              <p:nvPr/>
            </p:nvSpPr>
            <p:spPr>
              <a:xfrm>
                <a:off x="13124981" y="2254875"/>
                <a:ext cx="19892" cy="19892"/>
              </a:xfrm>
              <a:prstGeom prst="rect">
                <a:avLst/>
              </a:prstGeom>
              <a:solidFill>
                <a:srgbClr val="151518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58" name="0834 Rectangle 857"/>
              <p:cNvSpPr/>
              <p:nvPr/>
            </p:nvSpPr>
            <p:spPr>
              <a:xfrm>
                <a:off x="13144324" y="2254875"/>
                <a:ext cx="19892" cy="19892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59" name="0835 Rectangle 858"/>
              <p:cNvSpPr/>
              <p:nvPr/>
            </p:nvSpPr>
            <p:spPr>
              <a:xfrm>
                <a:off x="13163667" y="2254875"/>
                <a:ext cx="19892" cy="19892"/>
              </a:xfrm>
              <a:prstGeom prst="rect">
                <a:avLst/>
              </a:prstGeom>
              <a:solidFill>
                <a:srgbClr val="FF263E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60" name="0836 Rectangle 859"/>
              <p:cNvSpPr/>
              <p:nvPr/>
            </p:nvSpPr>
            <p:spPr>
              <a:xfrm>
                <a:off x="13183010" y="2254875"/>
                <a:ext cx="97264" cy="19892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61" name="0837 Rectangle 860"/>
              <p:cNvSpPr/>
              <p:nvPr/>
            </p:nvSpPr>
            <p:spPr>
              <a:xfrm>
                <a:off x="13279726" y="2254875"/>
                <a:ext cx="39235" cy="19892"/>
              </a:xfrm>
              <a:prstGeom prst="rect">
                <a:avLst/>
              </a:prstGeom>
              <a:solidFill>
                <a:srgbClr val="FF263E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62" name="0838 Rectangle 861"/>
              <p:cNvSpPr/>
              <p:nvPr/>
            </p:nvSpPr>
            <p:spPr>
              <a:xfrm>
                <a:off x="13318412" y="2254875"/>
                <a:ext cx="19892" cy="19892"/>
              </a:xfrm>
              <a:prstGeom prst="rect">
                <a:avLst/>
              </a:prstGeom>
              <a:solidFill>
                <a:srgbClr val="151518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63" name="0839 Rectangle 862"/>
              <p:cNvSpPr/>
              <p:nvPr/>
            </p:nvSpPr>
            <p:spPr>
              <a:xfrm>
                <a:off x="13105638" y="2274218"/>
                <a:ext cx="19892" cy="19892"/>
              </a:xfrm>
              <a:prstGeom prst="rect">
                <a:avLst/>
              </a:prstGeom>
              <a:solidFill>
                <a:srgbClr val="151518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64" name="0840 Rectangle 863"/>
              <p:cNvSpPr/>
              <p:nvPr/>
            </p:nvSpPr>
            <p:spPr>
              <a:xfrm>
                <a:off x="13124981" y="2274218"/>
                <a:ext cx="174636" cy="19892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65" name="0841 Rectangle 864"/>
              <p:cNvSpPr/>
              <p:nvPr/>
            </p:nvSpPr>
            <p:spPr>
              <a:xfrm>
                <a:off x="13299069" y="2274218"/>
                <a:ext cx="19892" cy="19892"/>
              </a:xfrm>
              <a:prstGeom prst="rect">
                <a:avLst/>
              </a:prstGeom>
              <a:solidFill>
                <a:srgbClr val="FF263E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66" name="0842 Rectangle 865"/>
              <p:cNvSpPr/>
              <p:nvPr/>
            </p:nvSpPr>
            <p:spPr>
              <a:xfrm>
                <a:off x="13318412" y="2274218"/>
                <a:ext cx="19892" cy="19892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67" name="0843 Rectangle 866"/>
              <p:cNvSpPr/>
              <p:nvPr/>
            </p:nvSpPr>
            <p:spPr>
              <a:xfrm>
                <a:off x="13337755" y="2274218"/>
                <a:ext cx="19892" cy="19892"/>
              </a:xfrm>
              <a:prstGeom prst="rect">
                <a:avLst/>
              </a:prstGeom>
              <a:solidFill>
                <a:srgbClr val="151518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68" name="0844 Rectangle 867"/>
              <p:cNvSpPr/>
              <p:nvPr/>
            </p:nvSpPr>
            <p:spPr>
              <a:xfrm>
                <a:off x="13105638" y="2293561"/>
                <a:ext cx="19892" cy="19892"/>
              </a:xfrm>
              <a:prstGeom prst="rect">
                <a:avLst/>
              </a:prstGeom>
              <a:solidFill>
                <a:srgbClr val="151518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69" name="0845 Rectangle 868"/>
              <p:cNvSpPr/>
              <p:nvPr/>
            </p:nvSpPr>
            <p:spPr>
              <a:xfrm>
                <a:off x="13124981" y="2293561"/>
                <a:ext cx="39235" cy="19892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70" name="0846 Rectangle 869"/>
              <p:cNvSpPr/>
              <p:nvPr/>
            </p:nvSpPr>
            <p:spPr>
              <a:xfrm>
                <a:off x="13163667" y="2293561"/>
                <a:ext cx="19892" cy="19892"/>
              </a:xfrm>
              <a:prstGeom prst="rect">
                <a:avLst/>
              </a:prstGeom>
              <a:solidFill>
                <a:srgbClr val="151518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71" name="0847 Rectangle 870"/>
              <p:cNvSpPr/>
              <p:nvPr/>
            </p:nvSpPr>
            <p:spPr>
              <a:xfrm>
                <a:off x="13183010" y="2293561"/>
                <a:ext cx="39235" cy="19892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72" name="0848 Rectangle 871"/>
              <p:cNvSpPr/>
              <p:nvPr/>
            </p:nvSpPr>
            <p:spPr>
              <a:xfrm>
                <a:off x="13221696" y="2293561"/>
                <a:ext cx="19892" cy="19892"/>
              </a:xfrm>
              <a:prstGeom prst="rect">
                <a:avLst/>
              </a:prstGeom>
              <a:solidFill>
                <a:srgbClr val="151518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73" name="0849 Rectangle 872"/>
              <p:cNvSpPr/>
              <p:nvPr/>
            </p:nvSpPr>
            <p:spPr>
              <a:xfrm>
                <a:off x="13241040" y="2293561"/>
                <a:ext cx="97264" cy="19892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74" name="0850 Rectangle 873"/>
              <p:cNvSpPr/>
              <p:nvPr/>
            </p:nvSpPr>
            <p:spPr>
              <a:xfrm>
                <a:off x="13337755" y="2293561"/>
                <a:ext cx="19892" cy="19892"/>
              </a:xfrm>
              <a:prstGeom prst="rect">
                <a:avLst/>
              </a:prstGeom>
              <a:solidFill>
                <a:srgbClr val="151518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75" name="0851 Rectangle 874"/>
              <p:cNvSpPr/>
              <p:nvPr/>
            </p:nvSpPr>
            <p:spPr>
              <a:xfrm>
                <a:off x="13105638" y="2312904"/>
                <a:ext cx="19892" cy="19892"/>
              </a:xfrm>
              <a:prstGeom prst="rect">
                <a:avLst/>
              </a:prstGeom>
              <a:solidFill>
                <a:srgbClr val="151518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76" name="0852 Rectangle 875"/>
              <p:cNvSpPr/>
              <p:nvPr/>
            </p:nvSpPr>
            <p:spPr>
              <a:xfrm>
                <a:off x="13124981" y="2312904"/>
                <a:ext cx="135950" cy="19892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77" name="0853 Rectangle 876"/>
              <p:cNvSpPr/>
              <p:nvPr/>
            </p:nvSpPr>
            <p:spPr>
              <a:xfrm>
                <a:off x="13260383" y="2312904"/>
                <a:ext cx="39235" cy="19892"/>
              </a:xfrm>
              <a:prstGeom prst="rect">
                <a:avLst/>
              </a:prstGeom>
              <a:solidFill>
                <a:srgbClr val="FF263E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78" name="0854 Rectangle 877"/>
              <p:cNvSpPr/>
              <p:nvPr/>
            </p:nvSpPr>
            <p:spPr>
              <a:xfrm>
                <a:off x="13299069" y="2312904"/>
                <a:ext cx="39235" cy="19892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79" name="0855 Rectangle 878"/>
              <p:cNvSpPr/>
              <p:nvPr/>
            </p:nvSpPr>
            <p:spPr>
              <a:xfrm>
                <a:off x="13337755" y="2312904"/>
                <a:ext cx="19892" cy="19892"/>
              </a:xfrm>
              <a:prstGeom prst="rect">
                <a:avLst/>
              </a:prstGeom>
              <a:solidFill>
                <a:srgbClr val="151518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80" name="0856 Rectangle 879"/>
              <p:cNvSpPr/>
              <p:nvPr/>
            </p:nvSpPr>
            <p:spPr>
              <a:xfrm>
                <a:off x="13105638" y="2332248"/>
                <a:ext cx="19892" cy="19892"/>
              </a:xfrm>
              <a:prstGeom prst="rect">
                <a:avLst/>
              </a:prstGeom>
              <a:solidFill>
                <a:srgbClr val="151518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81" name="0857 Rectangle 880"/>
              <p:cNvSpPr/>
              <p:nvPr/>
            </p:nvSpPr>
            <p:spPr>
              <a:xfrm>
                <a:off x="13124981" y="2332248"/>
                <a:ext cx="19892" cy="19892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82" name="0858 Rectangle 881"/>
              <p:cNvSpPr/>
              <p:nvPr/>
            </p:nvSpPr>
            <p:spPr>
              <a:xfrm>
                <a:off x="13144324" y="2332248"/>
                <a:ext cx="19892" cy="19892"/>
              </a:xfrm>
              <a:prstGeom prst="rect">
                <a:avLst/>
              </a:prstGeom>
              <a:solidFill>
                <a:srgbClr val="F682D5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83" name="0859 Rectangle 882"/>
              <p:cNvSpPr/>
              <p:nvPr/>
            </p:nvSpPr>
            <p:spPr>
              <a:xfrm>
                <a:off x="13163667" y="2332248"/>
                <a:ext cx="97264" cy="19892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84" name="0860 Rectangle 883"/>
              <p:cNvSpPr/>
              <p:nvPr/>
            </p:nvSpPr>
            <p:spPr>
              <a:xfrm>
                <a:off x="13260383" y="2332248"/>
                <a:ext cx="19892" cy="19892"/>
              </a:xfrm>
              <a:prstGeom prst="rect">
                <a:avLst/>
              </a:prstGeom>
              <a:solidFill>
                <a:srgbClr val="F682D5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85" name="0861 Rectangle 884"/>
              <p:cNvSpPr/>
              <p:nvPr/>
            </p:nvSpPr>
            <p:spPr>
              <a:xfrm>
                <a:off x="13279726" y="2332248"/>
                <a:ext cx="58578" cy="19892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86" name="0862 Rectangle 885"/>
              <p:cNvSpPr/>
              <p:nvPr/>
            </p:nvSpPr>
            <p:spPr>
              <a:xfrm>
                <a:off x="13337755" y="2332248"/>
                <a:ext cx="19892" cy="19892"/>
              </a:xfrm>
              <a:prstGeom prst="rect">
                <a:avLst/>
              </a:prstGeom>
              <a:solidFill>
                <a:srgbClr val="151518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87" name="0863 Rectangle 886"/>
              <p:cNvSpPr/>
              <p:nvPr/>
            </p:nvSpPr>
            <p:spPr>
              <a:xfrm>
                <a:off x="13105638" y="2351591"/>
                <a:ext cx="19892" cy="19892"/>
              </a:xfrm>
              <a:prstGeom prst="rect">
                <a:avLst/>
              </a:prstGeom>
              <a:solidFill>
                <a:srgbClr val="151518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88" name="0864 Rectangle 887"/>
              <p:cNvSpPr/>
              <p:nvPr/>
            </p:nvSpPr>
            <p:spPr>
              <a:xfrm>
                <a:off x="13124981" y="2351591"/>
                <a:ext cx="77921" cy="19892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89" name="0865 Rectangle 888"/>
              <p:cNvSpPr/>
              <p:nvPr/>
            </p:nvSpPr>
            <p:spPr>
              <a:xfrm>
                <a:off x="13202353" y="2351591"/>
                <a:ext cx="19892" cy="19892"/>
              </a:xfrm>
              <a:prstGeom prst="rect">
                <a:avLst/>
              </a:prstGeom>
              <a:solidFill>
                <a:srgbClr val="151518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90" name="0866 Rectangle 889"/>
              <p:cNvSpPr/>
              <p:nvPr/>
            </p:nvSpPr>
            <p:spPr>
              <a:xfrm>
                <a:off x="13221696" y="2351591"/>
                <a:ext cx="116607" cy="19892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91" name="0867 Rectangle 890"/>
              <p:cNvSpPr/>
              <p:nvPr/>
            </p:nvSpPr>
            <p:spPr>
              <a:xfrm>
                <a:off x="13337755" y="2351591"/>
                <a:ext cx="19892" cy="19892"/>
              </a:xfrm>
              <a:prstGeom prst="rect">
                <a:avLst/>
              </a:prstGeom>
              <a:solidFill>
                <a:srgbClr val="151518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92" name="0868 Rectangle 891"/>
              <p:cNvSpPr/>
              <p:nvPr/>
            </p:nvSpPr>
            <p:spPr>
              <a:xfrm>
                <a:off x="13105638" y="2370934"/>
                <a:ext cx="19892" cy="19892"/>
              </a:xfrm>
              <a:prstGeom prst="rect">
                <a:avLst/>
              </a:prstGeom>
              <a:solidFill>
                <a:srgbClr val="151518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93" name="0869 Rectangle 892"/>
              <p:cNvSpPr/>
              <p:nvPr/>
            </p:nvSpPr>
            <p:spPr>
              <a:xfrm>
                <a:off x="13124981" y="2370934"/>
                <a:ext cx="58578" cy="19892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94" name="0870 Rectangle 893"/>
              <p:cNvSpPr/>
              <p:nvPr/>
            </p:nvSpPr>
            <p:spPr>
              <a:xfrm>
                <a:off x="13183010" y="2370934"/>
                <a:ext cx="19892" cy="19892"/>
              </a:xfrm>
              <a:prstGeom prst="rect">
                <a:avLst/>
              </a:prstGeom>
              <a:solidFill>
                <a:srgbClr val="FF263E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95" name="0871 Rectangle 894"/>
              <p:cNvSpPr/>
              <p:nvPr/>
            </p:nvSpPr>
            <p:spPr>
              <a:xfrm>
                <a:off x="13202353" y="2370934"/>
                <a:ext cx="135950" cy="19892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96" name="0872 Rectangle 895"/>
              <p:cNvSpPr/>
              <p:nvPr/>
            </p:nvSpPr>
            <p:spPr>
              <a:xfrm>
                <a:off x="13337755" y="2370934"/>
                <a:ext cx="19892" cy="19892"/>
              </a:xfrm>
              <a:prstGeom prst="rect">
                <a:avLst/>
              </a:prstGeom>
              <a:solidFill>
                <a:srgbClr val="151518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97" name="0873 Rectangle 896"/>
              <p:cNvSpPr/>
              <p:nvPr/>
            </p:nvSpPr>
            <p:spPr>
              <a:xfrm>
                <a:off x="13105638" y="2390277"/>
                <a:ext cx="19892" cy="19892"/>
              </a:xfrm>
              <a:prstGeom prst="rect">
                <a:avLst/>
              </a:prstGeom>
              <a:solidFill>
                <a:srgbClr val="151518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98" name="0874 Rectangle 897"/>
              <p:cNvSpPr/>
              <p:nvPr/>
            </p:nvSpPr>
            <p:spPr>
              <a:xfrm>
                <a:off x="13124981" y="2390277"/>
                <a:ext cx="58578" cy="19892"/>
              </a:xfrm>
              <a:prstGeom prst="rect">
                <a:avLst/>
              </a:prstGeom>
              <a:solidFill>
                <a:srgbClr val="061CDE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99" name="0875 Rectangle 898"/>
              <p:cNvSpPr/>
              <p:nvPr/>
            </p:nvSpPr>
            <p:spPr>
              <a:xfrm>
                <a:off x="13183010" y="2390277"/>
                <a:ext cx="19892" cy="19892"/>
              </a:xfrm>
              <a:prstGeom prst="rect">
                <a:avLst/>
              </a:prstGeom>
              <a:solidFill>
                <a:srgbClr val="FF263E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00" name="0876 Rectangle 899"/>
              <p:cNvSpPr/>
              <p:nvPr/>
            </p:nvSpPr>
            <p:spPr>
              <a:xfrm>
                <a:off x="13202353" y="2390277"/>
                <a:ext cx="19892" cy="19892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01" name="0877 Rectangle 900"/>
              <p:cNvSpPr/>
              <p:nvPr/>
            </p:nvSpPr>
            <p:spPr>
              <a:xfrm>
                <a:off x="13221696" y="2390277"/>
                <a:ext cx="116607" cy="19892"/>
              </a:xfrm>
              <a:prstGeom prst="rect">
                <a:avLst/>
              </a:prstGeom>
              <a:solidFill>
                <a:srgbClr val="061CDE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02" name="0878 Rectangle 901"/>
              <p:cNvSpPr/>
              <p:nvPr/>
            </p:nvSpPr>
            <p:spPr>
              <a:xfrm>
                <a:off x="13337755" y="2390277"/>
                <a:ext cx="19892" cy="19892"/>
              </a:xfrm>
              <a:prstGeom prst="rect">
                <a:avLst/>
              </a:prstGeom>
              <a:solidFill>
                <a:srgbClr val="151518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03" name="0879 Rectangle 902"/>
              <p:cNvSpPr/>
              <p:nvPr/>
            </p:nvSpPr>
            <p:spPr>
              <a:xfrm>
                <a:off x="13105638" y="2409620"/>
                <a:ext cx="19892" cy="19892"/>
              </a:xfrm>
              <a:prstGeom prst="rect">
                <a:avLst/>
              </a:prstGeom>
              <a:solidFill>
                <a:srgbClr val="151518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04" name="0880 Rectangle 903"/>
              <p:cNvSpPr/>
              <p:nvPr/>
            </p:nvSpPr>
            <p:spPr>
              <a:xfrm>
                <a:off x="13124981" y="2409620"/>
                <a:ext cx="213322" cy="19892"/>
              </a:xfrm>
              <a:prstGeom prst="rect">
                <a:avLst/>
              </a:prstGeom>
              <a:solidFill>
                <a:srgbClr val="061CDE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05" name="0881 Rectangle 904"/>
              <p:cNvSpPr/>
              <p:nvPr/>
            </p:nvSpPr>
            <p:spPr>
              <a:xfrm>
                <a:off x="13337755" y="2409620"/>
                <a:ext cx="19892" cy="19892"/>
              </a:xfrm>
              <a:prstGeom prst="rect">
                <a:avLst/>
              </a:prstGeom>
              <a:solidFill>
                <a:srgbClr val="151518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06" name="0882 Rectangle 905"/>
              <p:cNvSpPr/>
              <p:nvPr/>
            </p:nvSpPr>
            <p:spPr>
              <a:xfrm>
                <a:off x="13105638" y="2428963"/>
                <a:ext cx="252009" cy="19892"/>
              </a:xfrm>
              <a:prstGeom prst="rect">
                <a:avLst/>
              </a:prstGeom>
              <a:solidFill>
                <a:srgbClr val="151518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</p:grpSp>
      </p:grpSp>
      <p:grpSp>
        <p:nvGrpSpPr>
          <p:cNvPr id="907" name="multi-agent-system-panel"/>
          <p:cNvGrpSpPr/>
          <p:nvPr/>
        </p:nvGrpSpPr>
        <p:grpSpPr>
          <a:xfrm>
            <a:off x="8823960" y="3264408"/>
            <a:ext cx="2596896" cy="3063240"/>
            <a:chOff x="8823960" y="3264408"/>
            <a:chExt cx="2596896" cy="3063240"/>
          </a:xfrm>
        </p:grpSpPr>
        <p:sp>
          <p:nvSpPr>
            <p:cNvPr id="908" name="0883 Rectangle 907"/>
            <p:cNvSpPr/>
            <p:nvPr/>
          </p:nvSpPr>
          <p:spPr>
            <a:xfrm>
              <a:off x="8823960" y="3264408"/>
              <a:ext cx="2596896" cy="3063240"/>
            </a:xfrm>
            <a:prstGeom prst="rect">
              <a:avLst/>
            </a:prstGeom>
            <a:solidFill>
              <a:srgbClr val="D7E6F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09" name="Multi-agent / System"/>
            <p:cNvSpPr txBox="1"/>
            <p:nvPr/>
          </p:nvSpPr>
          <p:spPr>
            <a:xfrm>
              <a:off x="8997696" y="3346704"/>
              <a:ext cx="2286000" cy="623987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Ctr="0" anchor="t">
              <a:noAutofit/>
            </a:bodyPr>
            <a:lstStyle/>
            <a:p>
              <a:pPr algn="l">
                <a:lnSpc>
                  <a:spcPts val="227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2232" b="1" i="0">
                  <a:solidFill>
                    <a:srgbClr val="303030"/>
                  </a:solidFill>
                  <a:latin typeface="Liberation Serif"/>
                </a:rPr>
                <a:t>Multi-agent</a:t>
              </a:r>
            </a:p>
            <a:p>
              <a:pPr algn="l">
                <a:lnSpc>
                  <a:spcPts val="227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2232" b="1" i="0">
                  <a:solidFill>
                    <a:srgbClr val="303030"/>
                  </a:solidFill>
                  <a:latin typeface="Liberation Serif"/>
                </a:rPr>
                <a:t>System</a:t>
              </a:r>
            </a:p>
          </p:txBody>
        </p:sp>
        <p:sp>
          <p:nvSpPr>
            <p:cNvPr id="910" name="𝒢"/>
            <p:cNvSpPr txBox="1"/>
            <p:nvPr/>
          </p:nvSpPr>
          <p:spPr>
            <a:xfrm>
              <a:off x="9966960" y="3639312"/>
              <a:ext cx="411480" cy="373441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Ctr="0" anchor="t">
              <a:noAutofit/>
            </a:bodyPr>
            <a:lstStyle/>
            <a:p>
              <a:pPr algn="l">
                <a:lnSpc>
                  <a:spcPts val="25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2304" b="0" i="0">
                  <a:solidFill>
                    <a:srgbClr val="303030"/>
                  </a:solidFill>
                  <a:latin typeface="Latin Modern Math"/>
                </a:rPr>
                <a:t>𝒢</a:t>
              </a:r>
            </a:p>
          </p:txBody>
        </p:sp>
        <p:sp>
          <p:nvSpPr>
            <p:cNvPr id="911" name="0886 Rectangle 910"/>
            <p:cNvSpPr/>
            <p:nvPr/>
          </p:nvSpPr>
          <p:spPr>
            <a:xfrm>
              <a:off x="9553761" y="4252065"/>
              <a:ext cx="1466121" cy="723260"/>
            </a:xfrm>
            <a:custGeom>
              <a:avLst/>
              <a:gdLst/>
              <a:ahLst/>
              <a:cxnLst/>
              <a:rect l="0" t="0" r="r" b="b"/>
              <a:pathLst>
                <a:path w="160337" h="79097">
                  <a:moveTo>
                    <a:pt x="0" y="31975"/>
                  </a:moveTo>
                  <a:lnTo>
                    <a:pt x="4084" y="27573"/>
                  </a:lnTo>
                  <a:lnTo>
                    <a:pt x="8443" y="23443"/>
                  </a:lnTo>
                  <a:lnTo>
                    <a:pt x="13059" y="19604"/>
                  </a:lnTo>
                  <a:lnTo>
                    <a:pt x="17914" y="16070"/>
                  </a:lnTo>
                  <a:lnTo>
                    <a:pt x="22987" y="12857"/>
                  </a:lnTo>
                  <a:lnTo>
                    <a:pt x="28256" y="9978"/>
                  </a:lnTo>
                  <a:lnTo>
                    <a:pt x="33701" y="7445"/>
                  </a:lnTo>
                  <a:lnTo>
                    <a:pt x="39297" y="5269"/>
                  </a:lnTo>
                  <a:lnTo>
                    <a:pt x="45022" y="3458"/>
                  </a:lnTo>
                  <a:lnTo>
                    <a:pt x="50852" y="2021"/>
                  </a:lnTo>
                  <a:lnTo>
                    <a:pt x="56763" y="963"/>
                  </a:lnTo>
                  <a:lnTo>
                    <a:pt x="62729" y="288"/>
                  </a:lnTo>
                  <a:lnTo>
                    <a:pt x="68727" y="0"/>
                  </a:lnTo>
                  <a:lnTo>
                    <a:pt x="74731" y="100"/>
                  </a:lnTo>
                  <a:lnTo>
                    <a:pt x="80716" y="586"/>
                  </a:lnTo>
                  <a:lnTo>
                    <a:pt x="86657" y="1458"/>
                  </a:lnTo>
                  <a:lnTo>
                    <a:pt x="92529" y="2712"/>
                  </a:lnTo>
                  <a:lnTo>
                    <a:pt x="98308" y="4342"/>
                  </a:lnTo>
                  <a:lnTo>
                    <a:pt x="103970" y="6341"/>
                  </a:lnTo>
                  <a:lnTo>
                    <a:pt x="109491" y="8702"/>
                  </a:lnTo>
                  <a:lnTo>
                    <a:pt x="114849" y="11414"/>
                  </a:lnTo>
                  <a:lnTo>
                    <a:pt x="120020" y="14466"/>
                  </a:lnTo>
                  <a:lnTo>
                    <a:pt x="124983" y="17845"/>
                  </a:lnTo>
                  <a:lnTo>
                    <a:pt x="129718" y="21538"/>
                  </a:lnTo>
                  <a:lnTo>
                    <a:pt x="134205" y="25529"/>
                  </a:lnTo>
                  <a:lnTo>
                    <a:pt x="138425" y="29800"/>
                  </a:lnTo>
                  <a:lnTo>
                    <a:pt x="142360" y="34336"/>
                  </a:lnTo>
                  <a:lnTo>
                    <a:pt x="145995" y="39115"/>
                  </a:lnTo>
                  <a:lnTo>
                    <a:pt x="149313" y="44120"/>
                  </a:lnTo>
                  <a:lnTo>
                    <a:pt x="152302" y="49328"/>
                  </a:lnTo>
                  <a:lnTo>
                    <a:pt x="160337" y="45055"/>
                  </a:lnTo>
                  <a:lnTo>
                    <a:pt x="148973" y="79097"/>
                  </a:lnTo>
                  <a:lnTo>
                    <a:pt x="121311" y="65806"/>
                  </a:lnTo>
                  <a:lnTo>
                    <a:pt x="129345" y="61534"/>
                  </a:lnTo>
                  <a:lnTo>
                    <a:pt x="127192" y="57782"/>
                  </a:lnTo>
                  <a:lnTo>
                    <a:pt x="124802" y="54177"/>
                  </a:lnTo>
                  <a:lnTo>
                    <a:pt x="122183" y="50733"/>
                  </a:lnTo>
                  <a:lnTo>
                    <a:pt x="119348" y="47466"/>
                  </a:lnTo>
                  <a:lnTo>
                    <a:pt x="116308" y="44388"/>
                  </a:lnTo>
                  <a:lnTo>
                    <a:pt x="113075" y="41514"/>
                  </a:lnTo>
                  <a:lnTo>
                    <a:pt x="109664" y="38853"/>
                  </a:lnTo>
                  <a:lnTo>
                    <a:pt x="106088" y="36419"/>
                  </a:lnTo>
                  <a:lnTo>
                    <a:pt x="102363" y="34220"/>
                  </a:lnTo>
                  <a:lnTo>
                    <a:pt x="98503" y="32266"/>
                  </a:lnTo>
                  <a:lnTo>
                    <a:pt x="94526" y="30565"/>
                  </a:lnTo>
                  <a:lnTo>
                    <a:pt x="90447" y="29125"/>
                  </a:lnTo>
                  <a:lnTo>
                    <a:pt x="86283" y="27951"/>
                  </a:lnTo>
                  <a:lnTo>
                    <a:pt x="82053" y="27047"/>
                  </a:lnTo>
                  <a:lnTo>
                    <a:pt x="77773" y="26419"/>
                  </a:lnTo>
                  <a:lnTo>
                    <a:pt x="73461" y="26069"/>
                  </a:lnTo>
                  <a:lnTo>
                    <a:pt x="69136" y="25997"/>
                  </a:lnTo>
                  <a:lnTo>
                    <a:pt x="64815" y="26204"/>
                  </a:lnTo>
                  <a:lnTo>
                    <a:pt x="60516" y="26690"/>
                  </a:lnTo>
                  <a:lnTo>
                    <a:pt x="56258" y="27453"/>
                  </a:lnTo>
                  <a:lnTo>
                    <a:pt x="52058" y="28488"/>
                  </a:lnTo>
                  <a:lnTo>
                    <a:pt x="47933" y="29793"/>
                  </a:lnTo>
                  <a:lnTo>
                    <a:pt x="43901" y="31360"/>
                  </a:lnTo>
                  <a:lnTo>
                    <a:pt x="39979" y="33185"/>
                  </a:lnTo>
                  <a:lnTo>
                    <a:pt x="36183" y="35259"/>
                  </a:lnTo>
                  <a:lnTo>
                    <a:pt x="32528" y="37574"/>
                  </a:lnTo>
                  <a:lnTo>
                    <a:pt x="29031" y="40120"/>
                  </a:lnTo>
                  <a:lnTo>
                    <a:pt x="25705" y="42886"/>
                  </a:lnTo>
                  <a:lnTo>
                    <a:pt x="22564" y="45861"/>
                  </a:lnTo>
                  <a:lnTo>
                    <a:pt x="19622" y="49033"/>
                  </a:lnTo>
                  <a:close/>
                </a:path>
              </a:pathLst>
            </a:custGeom>
            <a:solidFill>
              <a:srgbClr val="B9D5F1"/>
            </a:solidFill>
            <a:ln w="12801" cap="rnd">
              <a:solidFill>
                <a:srgbClr val="2675B8"/>
              </a:solidFill>
              <a:round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12" name="0887 Rectangle 911"/>
            <p:cNvSpPr/>
            <p:nvPr/>
          </p:nvSpPr>
          <p:spPr>
            <a:xfrm>
              <a:off x="9591102" y="4504191"/>
              <a:ext cx="91" cy="91"/>
            </a:xfrm>
            <a:custGeom>
              <a:avLst/>
              <a:gdLst/>
              <a:ahLst/>
              <a:cxnLst/>
              <a:rect l="0" t="0" r="r" b="b"/>
              <a:pathLst>
                <a:path w="10" h="10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noFill/>
            <a:ln w="7315" cap="rnd">
              <a:solidFill>
                <a:srgbClr val="2675B8"/>
              </a:solidFill>
              <a:round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13" name="0888 Rectangle 912"/>
            <p:cNvSpPr/>
            <p:nvPr/>
          </p:nvSpPr>
          <p:spPr>
            <a:xfrm>
              <a:off x="9571769" y="4372591"/>
              <a:ext cx="187508" cy="187508"/>
            </a:xfrm>
            <a:custGeom>
              <a:avLst/>
              <a:gdLst/>
              <a:ahLst/>
              <a:cxnLst/>
              <a:rect l="0" t="0" r="r" b="b"/>
              <a:pathLst>
                <a:path w="20506" h="20506">
                  <a:moveTo>
                    <a:pt x="0" y="20506"/>
                  </a:moveTo>
                  <a:lnTo>
                    <a:pt x="20506" y="0"/>
                  </a:lnTo>
                </a:path>
              </a:pathLst>
            </a:custGeom>
            <a:noFill/>
            <a:ln w="7315" cap="rnd">
              <a:solidFill>
                <a:srgbClr val="2675B8"/>
              </a:solidFill>
              <a:round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14" name="0889 Rectangle 913"/>
            <p:cNvSpPr/>
            <p:nvPr/>
          </p:nvSpPr>
          <p:spPr>
            <a:xfrm>
              <a:off x="9591336" y="4331991"/>
              <a:ext cx="245117" cy="245117"/>
            </a:xfrm>
            <a:custGeom>
              <a:avLst/>
              <a:gdLst/>
              <a:ahLst/>
              <a:cxnLst/>
              <a:rect l="0" t="0" r="r" b="b"/>
              <a:pathLst>
                <a:path w="26806" h="26806">
                  <a:moveTo>
                    <a:pt x="0" y="26806"/>
                  </a:moveTo>
                  <a:lnTo>
                    <a:pt x="26806" y="0"/>
                  </a:lnTo>
                </a:path>
              </a:pathLst>
            </a:custGeom>
            <a:noFill/>
            <a:ln w="7315" cap="rnd">
              <a:solidFill>
                <a:srgbClr val="2675B8"/>
              </a:solidFill>
              <a:round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15" name="0890 Rectangle 914"/>
            <p:cNvSpPr/>
            <p:nvPr/>
          </p:nvSpPr>
          <p:spPr>
            <a:xfrm>
              <a:off x="9610903" y="4305534"/>
              <a:ext cx="288583" cy="288583"/>
            </a:xfrm>
            <a:custGeom>
              <a:avLst/>
              <a:gdLst/>
              <a:ahLst/>
              <a:cxnLst/>
              <a:rect l="0" t="0" r="r" b="b"/>
              <a:pathLst>
                <a:path w="31560" h="31560">
                  <a:moveTo>
                    <a:pt x="0" y="31560"/>
                  </a:moveTo>
                  <a:lnTo>
                    <a:pt x="31560" y="0"/>
                  </a:lnTo>
                </a:path>
              </a:pathLst>
            </a:custGeom>
            <a:noFill/>
            <a:ln w="7315" cap="rnd">
              <a:solidFill>
                <a:srgbClr val="2675B8"/>
              </a:solidFill>
              <a:round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16" name="0891 Rectangle 915"/>
            <p:cNvSpPr/>
            <p:nvPr/>
          </p:nvSpPr>
          <p:spPr>
            <a:xfrm>
              <a:off x="9630470" y="4287171"/>
              <a:ext cx="323955" cy="323955"/>
            </a:xfrm>
            <a:custGeom>
              <a:avLst/>
              <a:gdLst/>
              <a:ahLst/>
              <a:cxnLst/>
              <a:rect l="0" t="0" r="r" b="b"/>
              <a:pathLst>
                <a:path w="35428" h="35428">
                  <a:moveTo>
                    <a:pt x="0" y="35428"/>
                  </a:moveTo>
                  <a:lnTo>
                    <a:pt x="35428" y="0"/>
                  </a:lnTo>
                </a:path>
              </a:pathLst>
            </a:custGeom>
            <a:noFill/>
            <a:ln w="7315" cap="rnd">
              <a:solidFill>
                <a:srgbClr val="2675B8"/>
              </a:solidFill>
              <a:round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17" name="0892 Rectangle 916"/>
            <p:cNvSpPr/>
            <p:nvPr/>
          </p:nvSpPr>
          <p:spPr>
            <a:xfrm>
              <a:off x="9650037" y="4274183"/>
              <a:ext cx="353953" cy="353953"/>
            </a:xfrm>
            <a:custGeom>
              <a:avLst/>
              <a:gdLst/>
              <a:ahLst/>
              <a:cxnLst/>
              <a:rect l="0" t="0" r="r" b="b"/>
              <a:pathLst>
                <a:path w="38709" h="38709">
                  <a:moveTo>
                    <a:pt x="0" y="38709"/>
                  </a:moveTo>
                  <a:lnTo>
                    <a:pt x="38709" y="0"/>
                  </a:lnTo>
                </a:path>
              </a:pathLst>
            </a:custGeom>
            <a:noFill/>
            <a:ln w="7315" cap="rnd">
              <a:solidFill>
                <a:srgbClr val="2675B8"/>
              </a:solidFill>
              <a:round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18" name="0893 Rectangle 917"/>
            <p:cNvSpPr/>
            <p:nvPr/>
          </p:nvSpPr>
          <p:spPr>
            <a:xfrm>
              <a:off x="9669604" y="4264993"/>
              <a:ext cx="380152" cy="380152"/>
            </a:xfrm>
            <a:custGeom>
              <a:avLst/>
              <a:gdLst/>
              <a:ahLst/>
              <a:cxnLst/>
              <a:rect l="0" t="0" r="r" b="b"/>
              <a:pathLst>
                <a:path w="41574" h="41574">
                  <a:moveTo>
                    <a:pt x="0" y="41574"/>
                  </a:moveTo>
                  <a:lnTo>
                    <a:pt x="41574" y="0"/>
                  </a:lnTo>
                </a:path>
              </a:pathLst>
            </a:custGeom>
            <a:noFill/>
            <a:ln w="7315" cap="rnd">
              <a:solidFill>
                <a:srgbClr val="2675B8"/>
              </a:solidFill>
              <a:round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19" name="0894 Rectangle 918"/>
            <p:cNvSpPr/>
            <p:nvPr/>
          </p:nvSpPr>
          <p:spPr>
            <a:xfrm>
              <a:off x="9689170" y="4258617"/>
              <a:ext cx="403538" cy="403538"/>
            </a:xfrm>
            <a:custGeom>
              <a:avLst/>
              <a:gdLst/>
              <a:ahLst/>
              <a:cxnLst/>
              <a:rect l="0" t="0" r="r" b="b"/>
              <a:pathLst>
                <a:path w="44131" h="44131">
                  <a:moveTo>
                    <a:pt x="0" y="44131"/>
                  </a:moveTo>
                  <a:lnTo>
                    <a:pt x="44131" y="0"/>
                  </a:lnTo>
                </a:path>
              </a:pathLst>
            </a:custGeom>
            <a:noFill/>
            <a:ln w="7315" cap="rnd">
              <a:solidFill>
                <a:srgbClr val="2675B8"/>
              </a:solidFill>
              <a:round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20" name="0895 Rectangle 919"/>
            <p:cNvSpPr/>
            <p:nvPr/>
          </p:nvSpPr>
          <p:spPr>
            <a:xfrm>
              <a:off x="9708737" y="4254404"/>
              <a:ext cx="424759" cy="424759"/>
            </a:xfrm>
            <a:custGeom>
              <a:avLst/>
              <a:gdLst/>
              <a:ahLst/>
              <a:cxnLst/>
              <a:rect l="0" t="0" r="r" b="b"/>
              <a:pathLst>
                <a:path w="46452" h="46452">
                  <a:moveTo>
                    <a:pt x="0" y="46452"/>
                  </a:moveTo>
                  <a:lnTo>
                    <a:pt x="46452" y="0"/>
                  </a:lnTo>
                </a:path>
              </a:pathLst>
            </a:custGeom>
            <a:noFill/>
            <a:ln w="7315" cap="rnd">
              <a:solidFill>
                <a:srgbClr val="2675B8"/>
              </a:solidFill>
              <a:round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21" name="0896 Rectangle 920"/>
            <p:cNvSpPr/>
            <p:nvPr/>
          </p:nvSpPr>
          <p:spPr>
            <a:xfrm>
              <a:off x="9728304" y="4252559"/>
              <a:ext cx="443614" cy="443614"/>
            </a:xfrm>
            <a:custGeom>
              <a:avLst/>
              <a:gdLst/>
              <a:ahLst/>
              <a:cxnLst/>
              <a:rect l="0" t="0" r="r" b="b"/>
              <a:pathLst>
                <a:path w="48514" h="48514">
                  <a:moveTo>
                    <a:pt x="0" y="48514"/>
                  </a:moveTo>
                  <a:lnTo>
                    <a:pt x="48514" y="0"/>
                  </a:lnTo>
                </a:path>
              </a:pathLst>
            </a:custGeom>
            <a:noFill/>
            <a:ln w="7315" cap="rnd">
              <a:solidFill>
                <a:srgbClr val="2675B8"/>
              </a:solidFill>
              <a:round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22" name="0897 Rectangle 921"/>
            <p:cNvSpPr/>
            <p:nvPr/>
          </p:nvSpPr>
          <p:spPr>
            <a:xfrm>
              <a:off x="9888934" y="4252502"/>
              <a:ext cx="319616" cy="319616"/>
            </a:xfrm>
            <a:custGeom>
              <a:avLst/>
              <a:gdLst/>
              <a:ahLst/>
              <a:cxnLst/>
              <a:rect l="0" t="0" r="r" b="b"/>
              <a:pathLst>
                <a:path w="34954" h="34954">
                  <a:moveTo>
                    <a:pt x="0" y="34954"/>
                  </a:moveTo>
                  <a:lnTo>
                    <a:pt x="34954" y="0"/>
                  </a:lnTo>
                </a:path>
              </a:pathLst>
            </a:custGeom>
            <a:noFill/>
            <a:ln w="7315" cap="rnd">
              <a:solidFill>
                <a:srgbClr val="2675B8"/>
              </a:solidFill>
              <a:round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23" name="0898 Rectangle 922"/>
            <p:cNvSpPr/>
            <p:nvPr/>
          </p:nvSpPr>
          <p:spPr>
            <a:xfrm>
              <a:off x="9961099" y="4253543"/>
              <a:ext cx="282986" cy="282986"/>
            </a:xfrm>
            <a:custGeom>
              <a:avLst/>
              <a:gdLst/>
              <a:ahLst/>
              <a:cxnLst/>
              <a:rect l="0" t="0" r="r" b="b"/>
              <a:pathLst>
                <a:path w="30948" h="30948">
                  <a:moveTo>
                    <a:pt x="0" y="30948"/>
                  </a:moveTo>
                  <a:lnTo>
                    <a:pt x="30948" y="0"/>
                  </a:lnTo>
                </a:path>
              </a:pathLst>
            </a:custGeom>
            <a:noFill/>
            <a:ln w="7315" cap="rnd">
              <a:solidFill>
                <a:srgbClr val="2675B8"/>
              </a:solidFill>
              <a:round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24" name="0899 Rectangle 923"/>
            <p:cNvSpPr/>
            <p:nvPr/>
          </p:nvSpPr>
          <p:spPr>
            <a:xfrm>
              <a:off x="10017882" y="4256294"/>
              <a:ext cx="260028" cy="260028"/>
            </a:xfrm>
            <a:custGeom>
              <a:avLst/>
              <a:gdLst/>
              <a:ahLst/>
              <a:cxnLst/>
              <a:rect l="0" t="0" r="r" b="b"/>
              <a:pathLst>
                <a:path w="28437" h="28437">
                  <a:moveTo>
                    <a:pt x="0" y="28437"/>
                  </a:moveTo>
                  <a:lnTo>
                    <a:pt x="28437" y="0"/>
                  </a:lnTo>
                </a:path>
              </a:pathLst>
            </a:custGeom>
            <a:noFill/>
            <a:ln w="7315" cap="rnd">
              <a:solidFill>
                <a:srgbClr val="2675B8"/>
              </a:solidFill>
              <a:round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25" name="0900 Rectangle 924"/>
            <p:cNvSpPr/>
            <p:nvPr/>
          </p:nvSpPr>
          <p:spPr>
            <a:xfrm>
              <a:off x="10067527" y="4260182"/>
              <a:ext cx="243072" cy="243072"/>
            </a:xfrm>
            <a:custGeom>
              <a:avLst/>
              <a:gdLst/>
              <a:ahLst/>
              <a:cxnLst/>
              <a:rect l="0" t="0" r="r" b="b"/>
              <a:pathLst>
                <a:path w="26583" h="26583">
                  <a:moveTo>
                    <a:pt x="0" y="26583"/>
                  </a:moveTo>
                  <a:lnTo>
                    <a:pt x="26583" y="0"/>
                  </a:lnTo>
                </a:path>
              </a:pathLst>
            </a:custGeom>
            <a:noFill/>
            <a:ln w="7315" cap="rnd">
              <a:solidFill>
                <a:srgbClr val="2675B8"/>
              </a:solidFill>
              <a:round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26" name="0901 Rectangle 925"/>
            <p:cNvSpPr/>
            <p:nvPr/>
          </p:nvSpPr>
          <p:spPr>
            <a:xfrm>
              <a:off x="10111760" y="4264863"/>
              <a:ext cx="230733" cy="230733"/>
            </a:xfrm>
            <a:custGeom>
              <a:avLst/>
              <a:gdLst/>
              <a:ahLst/>
              <a:cxnLst/>
              <a:rect l="0" t="0" r="r" b="b"/>
              <a:pathLst>
                <a:path w="25233" h="25233">
                  <a:moveTo>
                    <a:pt x="0" y="25233"/>
                  </a:moveTo>
                  <a:lnTo>
                    <a:pt x="25233" y="0"/>
                  </a:lnTo>
                </a:path>
              </a:pathLst>
            </a:custGeom>
            <a:noFill/>
            <a:ln w="7315" cap="rnd">
              <a:solidFill>
                <a:srgbClr val="2675B8"/>
              </a:solidFill>
              <a:round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27" name="0902 Rectangle 926"/>
            <p:cNvSpPr/>
            <p:nvPr/>
          </p:nvSpPr>
          <p:spPr>
            <a:xfrm>
              <a:off x="10152549" y="4271096"/>
              <a:ext cx="220287" cy="220287"/>
            </a:xfrm>
            <a:custGeom>
              <a:avLst/>
              <a:gdLst/>
              <a:ahLst/>
              <a:cxnLst/>
              <a:rect l="0" t="0" r="r" b="b"/>
              <a:pathLst>
                <a:path w="24091" h="24091">
                  <a:moveTo>
                    <a:pt x="0" y="24091"/>
                  </a:moveTo>
                  <a:lnTo>
                    <a:pt x="24091" y="0"/>
                  </a:lnTo>
                </a:path>
              </a:pathLst>
            </a:custGeom>
            <a:noFill/>
            <a:ln w="7315" cap="rnd">
              <a:solidFill>
                <a:srgbClr val="2675B8"/>
              </a:solidFill>
              <a:round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28" name="0903 Rectangle 927"/>
            <p:cNvSpPr/>
            <p:nvPr/>
          </p:nvSpPr>
          <p:spPr>
            <a:xfrm>
              <a:off x="10190651" y="4277698"/>
              <a:ext cx="212160" cy="212160"/>
            </a:xfrm>
            <a:custGeom>
              <a:avLst/>
              <a:gdLst/>
              <a:ahLst/>
              <a:cxnLst/>
              <a:rect l="0" t="0" r="r" b="b"/>
              <a:pathLst>
                <a:path w="23202" h="23202">
                  <a:moveTo>
                    <a:pt x="0" y="23202"/>
                  </a:moveTo>
                  <a:lnTo>
                    <a:pt x="23202" y="0"/>
                  </a:lnTo>
                </a:path>
              </a:pathLst>
            </a:custGeom>
            <a:noFill/>
            <a:ln w="7315" cap="rnd">
              <a:solidFill>
                <a:srgbClr val="2675B8"/>
              </a:solidFill>
              <a:round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29" name="0904 Rectangle 928"/>
            <p:cNvSpPr/>
            <p:nvPr/>
          </p:nvSpPr>
          <p:spPr>
            <a:xfrm>
              <a:off x="10226562" y="4285744"/>
              <a:ext cx="204779" cy="204779"/>
            </a:xfrm>
            <a:custGeom>
              <a:avLst/>
              <a:gdLst/>
              <a:ahLst/>
              <a:cxnLst/>
              <a:rect l="0" t="0" r="r" b="b"/>
              <a:pathLst>
                <a:path w="22395" h="22395">
                  <a:moveTo>
                    <a:pt x="0" y="22395"/>
                  </a:moveTo>
                  <a:lnTo>
                    <a:pt x="22395" y="0"/>
                  </a:lnTo>
                </a:path>
              </a:pathLst>
            </a:custGeom>
            <a:noFill/>
            <a:ln w="7315" cap="rnd">
              <a:solidFill>
                <a:srgbClr val="2675B8"/>
              </a:solidFill>
              <a:round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30" name="0905 Rectangle 929"/>
            <p:cNvSpPr/>
            <p:nvPr/>
          </p:nvSpPr>
          <p:spPr>
            <a:xfrm>
              <a:off x="10260387" y="4294168"/>
              <a:ext cx="199106" cy="199106"/>
            </a:xfrm>
            <a:custGeom>
              <a:avLst/>
              <a:gdLst/>
              <a:ahLst/>
              <a:cxnLst/>
              <a:rect l="0" t="0" r="r" b="b"/>
              <a:pathLst>
                <a:path w="21775" h="21775">
                  <a:moveTo>
                    <a:pt x="0" y="21775"/>
                  </a:moveTo>
                  <a:lnTo>
                    <a:pt x="21775" y="0"/>
                  </a:lnTo>
                </a:path>
              </a:pathLst>
            </a:custGeom>
            <a:noFill/>
            <a:ln w="7315" cap="rnd">
              <a:solidFill>
                <a:srgbClr val="2675B8"/>
              </a:solidFill>
              <a:round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31" name="0906 Rectangle 930"/>
            <p:cNvSpPr/>
            <p:nvPr/>
          </p:nvSpPr>
          <p:spPr>
            <a:xfrm>
              <a:off x="10292540" y="4303713"/>
              <a:ext cx="193984" cy="193984"/>
            </a:xfrm>
            <a:custGeom>
              <a:avLst/>
              <a:gdLst/>
              <a:ahLst/>
              <a:cxnLst/>
              <a:rect l="0" t="0" r="r" b="b"/>
              <a:pathLst>
                <a:path w="21214" h="21214">
                  <a:moveTo>
                    <a:pt x="0" y="21214"/>
                  </a:moveTo>
                  <a:lnTo>
                    <a:pt x="21214" y="0"/>
                  </a:lnTo>
                </a:path>
              </a:pathLst>
            </a:custGeom>
            <a:noFill/>
            <a:ln w="7315" cap="rnd">
              <a:solidFill>
                <a:srgbClr val="2675B8"/>
              </a:solidFill>
              <a:round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32" name="0907 Rectangle 931"/>
            <p:cNvSpPr/>
            <p:nvPr/>
          </p:nvSpPr>
          <p:spPr>
            <a:xfrm>
              <a:off x="10323314" y="4313732"/>
              <a:ext cx="189766" cy="189766"/>
            </a:xfrm>
            <a:custGeom>
              <a:avLst/>
              <a:gdLst/>
              <a:ahLst/>
              <a:cxnLst/>
              <a:rect l="0" t="0" r="r" b="b"/>
              <a:pathLst>
                <a:path w="20753" h="20753">
                  <a:moveTo>
                    <a:pt x="0" y="20753"/>
                  </a:moveTo>
                  <a:lnTo>
                    <a:pt x="20753" y="0"/>
                  </a:lnTo>
                </a:path>
              </a:pathLst>
            </a:custGeom>
            <a:noFill/>
            <a:ln w="7315" cap="rnd">
              <a:solidFill>
                <a:srgbClr val="2675B8"/>
              </a:solidFill>
              <a:round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33" name="0908 Rectangle 932"/>
            <p:cNvSpPr/>
            <p:nvPr/>
          </p:nvSpPr>
          <p:spPr>
            <a:xfrm>
              <a:off x="10352882" y="4324687"/>
              <a:ext cx="185819" cy="185819"/>
            </a:xfrm>
            <a:custGeom>
              <a:avLst/>
              <a:gdLst/>
              <a:ahLst/>
              <a:cxnLst/>
              <a:rect l="0" t="0" r="r" b="b"/>
              <a:pathLst>
                <a:path w="20321" h="20321">
                  <a:moveTo>
                    <a:pt x="0" y="20321"/>
                  </a:moveTo>
                  <a:lnTo>
                    <a:pt x="20321" y="0"/>
                  </a:lnTo>
                </a:path>
              </a:pathLst>
            </a:custGeom>
            <a:noFill/>
            <a:ln w="7315" cap="rnd">
              <a:solidFill>
                <a:srgbClr val="2675B8"/>
              </a:solidFill>
              <a:round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34" name="0909 Rectangle 933"/>
            <p:cNvSpPr/>
            <p:nvPr/>
          </p:nvSpPr>
          <p:spPr>
            <a:xfrm>
              <a:off x="10381380" y="4336131"/>
              <a:ext cx="182453" cy="182453"/>
            </a:xfrm>
            <a:custGeom>
              <a:avLst/>
              <a:gdLst/>
              <a:ahLst/>
              <a:cxnLst/>
              <a:rect l="0" t="0" r="r" b="b"/>
              <a:pathLst>
                <a:path w="19953" h="19953">
                  <a:moveTo>
                    <a:pt x="0" y="19953"/>
                  </a:moveTo>
                  <a:lnTo>
                    <a:pt x="19953" y="0"/>
                  </a:lnTo>
                </a:path>
              </a:pathLst>
            </a:custGeom>
            <a:noFill/>
            <a:ln w="7315" cap="rnd">
              <a:solidFill>
                <a:srgbClr val="2675B8"/>
              </a:solidFill>
              <a:round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35" name="0910 Rectangle 934"/>
            <p:cNvSpPr/>
            <p:nvPr/>
          </p:nvSpPr>
          <p:spPr>
            <a:xfrm>
              <a:off x="10408411" y="4348424"/>
              <a:ext cx="179705" cy="179705"/>
            </a:xfrm>
            <a:custGeom>
              <a:avLst/>
              <a:gdLst/>
              <a:ahLst/>
              <a:cxnLst/>
              <a:rect l="0" t="0" r="r" b="b"/>
              <a:pathLst>
                <a:path w="19653" h="19653">
                  <a:moveTo>
                    <a:pt x="0" y="19653"/>
                  </a:moveTo>
                  <a:lnTo>
                    <a:pt x="19653" y="0"/>
                  </a:lnTo>
                </a:path>
              </a:pathLst>
            </a:custGeom>
            <a:noFill/>
            <a:ln w="7315" cap="rnd">
              <a:solidFill>
                <a:srgbClr val="2675B8"/>
              </a:solidFill>
              <a:round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36" name="0911 Rectangle 935"/>
            <p:cNvSpPr/>
            <p:nvPr/>
          </p:nvSpPr>
          <p:spPr>
            <a:xfrm>
              <a:off x="10434537" y="4361164"/>
              <a:ext cx="177415" cy="177415"/>
            </a:xfrm>
            <a:custGeom>
              <a:avLst/>
              <a:gdLst/>
              <a:ahLst/>
              <a:cxnLst/>
              <a:rect l="0" t="0" r="r" b="b"/>
              <a:pathLst>
                <a:path w="19402" h="19402">
                  <a:moveTo>
                    <a:pt x="0" y="19402"/>
                  </a:moveTo>
                  <a:lnTo>
                    <a:pt x="19402" y="0"/>
                  </a:lnTo>
                </a:path>
              </a:pathLst>
            </a:custGeom>
            <a:noFill/>
            <a:ln w="7315" cap="rnd">
              <a:solidFill>
                <a:srgbClr val="2675B8"/>
              </a:solidFill>
              <a:round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37" name="0912 Rectangle 936"/>
            <p:cNvSpPr/>
            <p:nvPr/>
          </p:nvSpPr>
          <p:spPr>
            <a:xfrm>
              <a:off x="10459862" y="4374740"/>
              <a:ext cx="175091" cy="175091"/>
            </a:xfrm>
            <a:custGeom>
              <a:avLst/>
              <a:gdLst/>
              <a:ahLst/>
              <a:cxnLst/>
              <a:rect l="0" t="0" r="r" b="b"/>
              <a:pathLst>
                <a:path w="19148" h="19148">
                  <a:moveTo>
                    <a:pt x="0" y="19148"/>
                  </a:moveTo>
                  <a:lnTo>
                    <a:pt x="19148" y="0"/>
                  </a:lnTo>
                </a:path>
              </a:pathLst>
            </a:custGeom>
            <a:noFill/>
            <a:ln w="7315" cap="rnd">
              <a:solidFill>
                <a:srgbClr val="2675B8"/>
              </a:solidFill>
              <a:round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38" name="0913 Rectangle 937"/>
            <p:cNvSpPr/>
            <p:nvPr/>
          </p:nvSpPr>
          <p:spPr>
            <a:xfrm>
              <a:off x="10484145" y="4388678"/>
              <a:ext cx="173446" cy="173446"/>
            </a:xfrm>
            <a:custGeom>
              <a:avLst/>
              <a:gdLst/>
              <a:ahLst/>
              <a:cxnLst/>
              <a:rect l="0" t="0" r="r" b="b"/>
              <a:pathLst>
                <a:path w="18968" h="18968">
                  <a:moveTo>
                    <a:pt x="0" y="18968"/>
                  </a:moveTo>
                  <a:lnTo>
                    <a:pt x="18968" y="0"/>
                  </a:lnTo>
                </a:path>
              </a:pathLst>
            </a:custGeom>
            <a:noFill/>
            <a:ln w="7315" cap="rnd">
              <a:solidFill>
                <a:srgbClr val="2675B8"/>
              </a:solidFill>
              <a:round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39" name="0914 Rectangle 938"/>
            <p:cNvSpPr/>
            <p:nvPr/>
          </p:nvSpPr>
          <p:spPr>
            <a:xfrm>
              <a:off x="10507443" y="4403494"/>
              <a:ext cx="171908" cy="171908"/>
            </a:xfrm>
            <a:custGeom>
              <a:avLst/>
              <a:gdLst/>
              <a:ahLst/>
              <a:cxnLst/>
              <a:rect l="0" t="0" r="r" b="b"/>
              <a:pathLst>
                <a:path w="18800" h="18800">
                  <a:moveTo>
                    <a:pt x="0" y="18800"/>
                  </a:moveTo>
                  <a:lnTo>
                    <a:pt x="18800" y="0"/>
                  </a:lnTo>
                </a:path>
              </a:pathLst>
            </a:custGeom>
            <a:noFill/>
            <a:ln w="7315" cap="rnd">
              <a:solidFill>
                <a:srgbClr val="2675B8"/>
              </a:solidFill>
              <a:round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40" name="0915 Rectangle 939"/>
            <p:cNvSpPr/>
            <p:nvPr/>
          </p:nvSpPr>
          <p:spPr>
            <a:xfrm>
              <a:off x="10530087" y="4418560"/>
              <a:ext cx="170774" cy="170774"/>
            </a:xfrm>
            <a:custGeom>
              <a:avLst/>
              <a:gdLst/>
              <a:ahLst/>
              <a:cxnLst/>
              <a:rect l="0" t="0" r="r" b="b"/>
              <a:pathLst>
                <a:path w="18676" h="18676">
                  <a:moveTo>
                    <a:pt x="0" y="18676"/>
                  </a:moveTo>
                  <a:lnTo>
                    <a:pt x="18676" y="0"/>
                  </a:lnTo>
                </a:path>
              </a:pathLst>
            </a:custGeom>
            <a:noFill/>
            <a:ln w="7315" cap="rnd">
              <a:solidFill>
                <a:srgbClr val="2675B8"/>
              </a:solidFill>
              <a:round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41" name="0916 Rectangle 940"/>
            <p:cNvSpPr/>
            <p:nvPr/>
          </p:nvSpPr>
          <p:spPr>
            <a:xfrm>
              <a:off x="10551847" y="4434587"/>
              <a:ext cx="169563" cy="169563"/>
            </a:xfrm>
            <a:custGeom>
              <a:avLst/>
              <a:gdLst/>
              <a:ahLst/>
              <a:cxnLst/>
              <a:rect l="0" t="0" r="r" b="b"/>
              <a:pathLst>
                <a:path w="18544" h="18544">
                  <a:moveTo>
                    <a:pt x="0" y="18544"/>
                  </a:moveTo>
                  <a:lnTo>
                    <a:pt x="18544" y="0"/>
                  </a:lnTo>
                </a:path>
              </a:pathLst>
            </a:custGeom>
            <a:noFill/>
            <a:ln w="7315" cap="rnd">
              <a:solidFill>
                <a:srgbClr val="2675B8"/>
              </a:solidFill>
              <a:round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42" name="0917 Rectangle 941"/>
            <p:cNvSpPr/>
            <p:nvPr/>
          </p:nvSpPr>
          <p:spPr>
            <a:xfrm>
              <a:off x="10572657" y="4450732"/>
              <a:ext cx="169184" cy="169184"/>
            </a:xfrm>
            <a:custGeom>
              <a:avLst/>
              <a:gdLst/>
              <a:ahLst/>
              <a:cxnLst/>
              <a:rect l="0" t="0" r="r" b="b"/>
              <a:pathLst>
                <a:path w="18502" h="18502">
                  <a:moveTo>
                    <a:pt x="0" y="18502"/>
                  </a:moveTo>
                  <a:lnTo>
                    <a:pt x="18502" y="0"/>
                  </a:lnTo>
                </a:path>
              </a:pathLst>
            </a:custGeom>
            <a:noFill/>
            <a:ln w="7315" cap="rnd">
              <a:solidFill>
                <a:srgbClr val="2675B8"/>
              </a:solidFill>
              <a:round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43" name="0918 Rectangle 942"/>
            <p:cNvSpPr/>
            <p:nvPr/>
          </p:nvSpPr>
          <p:spPr>
            <a:xfrm>
              <a:off x="10592889" y="4467950"/>
              <a:ext cx="168310" cy="168310"/>
            </a:xfrm>
            <a:custGeom>
              <a:avLst/>
              <a:gdLst/>
              <a:ahLst/>
              <a:cxnLst/>
              <a:rect l="0" t="0" r="r" b="b"/>
              <a:pathLst>
                <a:path w="18407" h="18407">
                  <a:moveTo>
                    <a:pt x="0" y="18407"/>
                  </a:moveTo>
                  <a:lnTo>
                    <a:pt x="18407" y="0"/>
                  </a:lnTo>
                </a:path>
              </a:pathLst>
            </a:custGeom>
            <a:noFill/>
            <a:ln w="7315" cap="rnd">
              <a:solidFill>
                <a:srgbClr val="2675B8"/>
              </a:solidFill>
              <a:round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44" name="0919 Rectangle 943"/>
            <p:cNvSpPr/>
            <p:nvPr/>
          </p:nvSpPr>
          <p:spPr>
            <a:xfrm>
              <a:off x="10612247" y="4485167"/>
              <a:ext cx="168310" cy="168310"/>
            </a:xfrm>
            <a:custGeom>
              <a:avLst/>
              <a:gdLst/>
              <a:ahLst/>
              <a:cxnLst/>
              <a:rect l="0" t="0" r="r" b="b"/>
              <a:pathLst>
                <a:path w="18407" h="18407">
                  <a:moveTo>
                    <a:pt x="0" y="18407"/>
                  </a:moveTo>
                  <a:lnTo>
                    <a:pt x="18407" y="0"/>
                  </a:lnTo>
                </a:path>
              </a:pathLst>
            </a:custGeom>
            <a:noFill/>
            <a:ln w="7315" cap="rnd">
              <a:solidFill>
                <a:srgbClr val="2675B8"/>
              </a:solidFill>
              <a:round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45" name="0920 Rectangle 944"/>
            <p:cNvSpPr/>
            <p:nvPr/>
          </p:nvSpPr>
          <p:spPr>
            <a:xfrm>
              <a:off x="10630731" y="4503544"/>
              <a:ext cx="168026" cy="168026"/>
            </a:xfrm>
            <a:custGeom>
              <a:avLst/>
              <a:gdLst/>
              <a:ahLst/>
              <a:cxnLst/>
              <a:rect l="0" t="0" r="r" b="b"/>
              <a:pathLst>
                <a:path w="18376" h="18376">
                  <a:moveTo>
                    <a:pt x="0" y="18376"/>
                  </a:moveTo>
                  <a:lnTo>
                    <a:pt x="18376" y="0"/>
                  </a:lnTo>
                </a:path>
              </a:pathLst>
            </a:custGeom>
            <a:noFill/>
            <a:ln w="7315" cap="rnd">
              <a:solidFill>
                <a:srgbClr val="2675B8"/>
              </a:solidFill>
              <a:round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46" name="0921 Rectangle 945"/>
            <p:cNvSpPr/>
            <p:nvPr/>
          </p:nvSpPr>
          <p:spPr>
            <a:xfrm>
              <a:off x="10648658" y="4521944"/>
              <a:ext cx="168275" cy="168275"/>
            </a:xfrm>
            <a:custGeom>
              <a:avLst/>
              <a:gdLst/>
              <a:ahLst/>
              <a:cxnLst/>
              <a:rect l="0" t="0" r="r" b="b"/>
              <a:pathLst>
                <a:path w="18403" h="18403">
                  <a:moveTo>
                    <a:pt x="0" y="18403"/>
                  </a:moveTo>
                  <a:lnTo>
                    <a:pt x="18403" y="0"/>
                  </a:lnTo>
                </a:path>
              </a:pathLst>
            </a:custGeom>
            <a:noFill/>
            <a:ln w="7315" cap="rnd">
              <a:solidFill>
                <a:srgbClr val="2675B8"/>
              </a:solidFill>
              <a:round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47" name="0922 Rectangle 946"/>
            <p:cNvSpPr/>
            <p:nvPr/>
          </p:nvSpPr>
          <p:spPr>
            <a:xfrm>
              <a:off x="10665651" y="4541358"/>
              <a:ext cx="168443" cy="168443"/>
            </a:xfrm>
            <a:custGeom>
              <a:avLst/>
              <a:gdLst/>
              <a:ahLst/>
              <a:cxnLst/>
              <a:rect l="0" t="0" r="r" b="b"/>
              <a:pathLst>
                <a:path w="18421" h="18421">
                  <a:moveTo>
                    <a:pt x="0" y="18421"/>
                  </a:moveTo>
                  <a:lnTo>
                    <a:pt x="18421" y="0"/>
                  </a:lnTo>
                </a:path>
              </a:pathLst>
            </a:custGeom>
            <a:noFill/>
            <a:ln w="7315" cap="rnd">
              <a:solidFill>
                <a:srgbClr val="2675B8"/>
              </a:solidFill>
              <a:round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48" name="0923 Rectangle 947"/>
            <p:cNvSpPr/>
            <p:nvPr/>
          </p:nvSpPr>
          <p:spPr>
            <a:xfrm>
              <a:off x="10681826" y="4560941"/>
              <a:ext cx="169261" cy="169261"/>
            </a:xfrm>
            <a:custGeom>
              <a:avLst/>
              <a:gdLst/>
              <a:ahLst/>
              <a:cxnLst/>
              <a:rect l="0" t="0" r="r" b="b"/>
              <a:pathLst>
                <a:path w="18511" h="18511">
                  <a:moveTo>
                    <a:pt x="0" y="18511"/>
                  </a:moveTo>
                  <a:lnTo>
                    <a:pt x="18511" y="0"/>
                  </a:lnTo>
                </a:path>
              </a:pathLst>
            </a:custGeom>
            <a:noFill/>
            <a:ln w="7315" cap="rnd">
              <a:solidFill>
                <a:srgbClr val="2675B8"/>
              </a:solidFill>
              <a:round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49" name="0924 Rectangle 948"/>
            <p:cNvSpPr/>
            <p:nvPr/>
          </p:nvSpPr>
          <p:spPr>
            <a:xfrm>
              <a:off x="10697419" y="4581408"/>
              <a:ext cx="169778" cy="169778"/>
            </a:xfrm>
            <a:custGeom>
              <a:avLst/>
              <a:gdLst/>
              <a:ahLst/>
              <a:cxnLst/>
              <a:rect l="0" t="0" r="r" b="b"/>
              <a:pathLst>
                <a:path w="18567" h="18567">
                  <a:moveTo>
                    <a:pt x="0" y="18567"/>
                  </a:moveTo>
                  <a:lnTo>
                    <a:pt x="18567" y="0"/>
                  </a:lnTo>
                </a:path>
              </a:pathLst>
            </a:custGeom>
            <a:noFill/>
            <a:ln w="7315" cap="rnd">
              <a:solidFill>
                <a:srgbClr val="2675B8"/>
              </a:solidFill>
              <a:round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50" name="0925 Rectangle 949"/>
            <p:cNvSpPr/>
            <p:nvPr/>
          </p:nvSpPr>
          <p:spPr>
            <a:xfrm>
              <a:off x="10712003" y="4602185"/>
              <a:ext cx="170993" cy="170993"/>
            </a:xfrm>
            <a:custGeom>
              <a:avLst/>
              <a:gdLst/>
              <a:ahLst/>
              <a:cxnLst/>
              <a:rect l="0" t="0" r="r" b="b"/>
              <a:pathLst>
                <a:path w="18700" h="18700">
                  <a:moveTo>
                    <a:pt x="0" y="18700"/>
                  </a:moveTo>
                  <a:lnTo>
                    <a:pt x="18700" y="0"/>
                  </a:lnTo>
                </a:path>
              </a:pathLst>
            </a:custGeom>
            <a:noFill/>
            <a:ln w="7315" cap="rnd">
              <a:solidFill>
                <a:srgbClr val="2675B8"/>
              </a:solidFill>
              <a:round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51" name="0926 Rectangle 950"/>
            <p:cNvSpPr/>
            <p:nvPr/>
          </p:nvSpPr>
          <p:spPr>
            <a:xfrm>
              <a:off x="10666359" y="4848193"/>
              <a:ext cx="7205" cy="7205"/>
            </a:xfrm>
            <a:custGeom>
              <a:avLst/>
              <a:gdLst/>
              <a:ahLst/>
              <a:cxnLst/>
              <a:rect l="0" t="0" r="r" b="b"/>
              <a:pathLst>
                <a:path w="788" h="788">
                  <a:moveTo>
                    <a:pt x="0" y="788"/>
                  </a:moveTo>
                  <a:lnTo>
                    <a:pt x="788" y="0"/>
                  </a:lnTo>
                </a:path>
              </a:pathLst>
            </a:custGeom>
            <a:noFill/>
            <a:ln w="7315" cap="rnd">
              <a:solidFill>
                <a:srgbClr val="2675B8"/>
              </a:solidFill>
              <a:round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52" name="0927 Rectangle 951"/>
            <p:cNvSpPr/>
            <p:nvPr/>
          </p:nvSpPr>
          <p:spPr>
            <a:xfrm>
              <a:off x="10725750" y="4623735"/>
              <a:ext cx="172271" cy="172271"/>
            </a:xfrm>
            <a:custGeom>
              <a:avLst/>
              <a:gdLst/>
              <a:ahLst/>
              <a:cxnLst/>
              <a:rect l="0" t="0" r="r" b="b"/>
              <a:pathLst>
                <a:path w="18840" h="18840">
                  <a:moveTo>
                    <a:pt x="0" y="18840"/>
                  </a:moveTo>
                  <a:lnTo>
                    <a:pt x="18840" y="0"/>
                  </a:lnTo>
                </a:path>
              </a:pathLst>
            </a:custGeom>
            <a:noFill/>
            <a:ln w="7315" cap="rnd">
              <a:solidFill>
                <a:srgbClr val="2675B8"/>
              </a:solidFill>
              <a:round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53" name="0928 Rectangle 952"/>
            <p:cNvSpPr/>
            <p:nvPr/>
          </p:nvSpPr>
          <p:spPr>
            <a:xfrm>
              <a:off x="10691065" y="4645727"/>
              <a:ext cx="221541" cy="221541"/>
            </a:xfrm>
            <a:custGeom>
              <a:avLst/>
              <a:gdLst/>
              <a:ahLst/>
              <a:cxnLst/>
              <a:rect l="0" t="0" r="r" b="b"/>
              <a:pathLst>
                <a:path w="24228" h="24228">
                  <a:moveTo>
                    <a:pt x="0" y="24228"/>
                  </a:moveTo>
                  <a:lnTo>
                    <a:pt x="24228" y="0"/>
                  </a:lnTo>
                </a:path>
              </a:pathLst>
            </a:custGeom>
            <a:noFill/>
            <a:ln w="7315" cap="rnd">
              <a:solidFill>
                <a:srgbClr val="2675B8"/>
              </a:solidFill>
              <a:round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54" name="0929 Rectangle 953"/>
            <p:cNvSpPr/>
            <p:nvPr/>
          </p:nvSpPr>
          <p:spPr>
            <a:xfrm>
              <a:off x="10715771" y="4668413"/>
              <a:ext cx="210725" cy="210725"/>
            </a:xfrm>
            <a:custGeom>
              <a:avLst/>
              <a:gdLst/>
              <a:ahLst/>
              <a:cxnLst/>
              <a:rect l="0" t="0" r="r" b="b"/>
              <a:pathLst>
                <a:path w="23045" h="23045">
                  <a:moveTo>
                    <a:pt x="0" y="23045"/>
                  </a:moveTo>
                  <a:lnTo>
                    <a:pt x="23045" y="0"/>
                  </a:lnTo>
                </a:path>
              </a:pathLst>
            </a:custGeom>
            <a:noFill/>
            <a:ln w="7315" cap="rnd">
              <a:solidFill>
                <a:srgbClr val="2675B8"/>
              </a:solidFill>
              <a:round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55" name="0930 Rectangle 954"/>
            <p:cNvSpPr/>
            <p:nvPr/>
          </p:nvSpPr>
          <p:spPr>
            <a:xfrm>
              <a:off x="10740476" y="4691652"/>
              <a:ext cx="199356" cy="199356"/>
            </a:xfrm>
            <a:custGeom>
              <a:avLst/>
              <a:gdLst/>
              <a:ahLst/>
              <a:cxnLst/>
              <a:rect l="0" t="0" r="r" b="b"/>
              <a:pathLst>
                <a:path w="21802" h="21802">
                  <a:moveTo>
                    <a:pt x="0" y="21802"/>
                  </a:moveTo>
                  <a:lnTo>
                    <a:pt x="21802" y="0"/>
                  </a:lnTo>
                </a:path>
              </a:pathLst>
            </a:custGeom>
            <a:noFill/>
            <a:ln w="7315" cap="rnd">
              <a:solidFill>
                <a:srgbClr val="2675B8"/>
              </a:solidFill>
              <a:round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56" name="0931 Rectangle 955"/>
            <p:cNvSpPr/>
            <p:nvPr/>
          </p:nvSpPr>
          <p:spPr>
            <a:xfrm>
              <a:off x="10765182" y="4682076"/>
              <a:ext cx="220803" cy="220803"/>
            </a:xfrm>
            <a:custGeom>
              <a:avLst/>
              <a:gdLst/>
              <a:ahLst/>
              <a:cxnLst/>
              <a:rect l="0" t="0" r="r" b="b"/>
              <a:pathLst>
                <a:path w="24147" h="24147">
                  <a:moveTo>
                    <a:pt x="0" y="24147"/>
                  </a:moveTo>
                  <a:lnTo>
                    <a:pt x="24147" y="0"/>
                  </a:lnTo>
                </a:path>
              </a:pathLst>
            </a:custGeom>
            <a:noFill/>
            <a:ln w="7315" cap="rnd">
              <a:solidFill>
                <a:srgbClr val="2675B8"/>
              </a:solidFill>
              <a:round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57" name="0932 Rectangle 956"/>
            <p:cNvSpPr/>
            <p:nvPr/>
          </p:nvSpPr>
          <p:spPr>
            <a:xfrm>
              <a:off x="10789888" y="4695129"/>
              <a:ext cx="219619" cy="219619"/>
            </a:xfrm>
            <a:custGeom>
              <a:avLst/>
              <a:gdLst/>
              <a:ahLst/>
              <a:cxnLst/>
              <a:rect l="0" t="0" r="r" b="b"/>
              <a:pathLst>
                <a:path w="24018" h="24018">
                  <a:moveTo>
                    <a:pt x="0" y="24018"/>
                  </a:moveTo>
                  <a:lnTo>
                    <a:pt x="24018" y="0"/>
                  </a:lnTo>
                </a:path>
              </a:pathLst>
            </a:custGeom>
            <a:noFill/>
            <a:ln w="7315" cap="rnd">
              <a:solidFill>
                <a:srgbClr val="2675B8"/>
              </a:solidFill>
              <a:round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58" name="0933 Rectangle 957"/>
            <p:cNvSpPr/>
            <p:nvPr/>
          </p:nvSpPr>
          <p:spPr>
            <a:xfrm>
              <a:off x="10814594" y="4750035"/>
              <a:ext cx="176584" cy="176584"/>
            </a:xfrm>
            <a:custGeom>
              <a:avLst/>
              <a:gdLst/>
              <a:ahLst/>
              <a:cxnLst/>
              <a:rect l="0" t="0" r="r" b="b"/>
              <a:pathLst>
                <a:path w="19311" h="19311">
                  <a:moveTo>
                    <a:pt x="0" y="19311"/>
                  </a:moveTo>
                  <a:lnTo>
                    <a:pt x="19311" y="0"/>
                  </a:lnTo>
                </a:path>
              </a:pathLst>
            </a:custGeom>
            <a:noFill/>
            <a:ln w="7315" cap="rnd">
              <a:solidFill>
                <a:srgbClr val="2675B8"/>
              </a:solidFill>
              <a:round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59" name="0934 Rectangle 958"/>
            <p:cNvSpPr/>
            <p:nvPr/>
          </p:nvSpPr>
          <p:spPr>
            <a:xfrm>
              <a:off x="10839299" y="4804941"/>
              <a:ext cx="133548" cy="133548"/>
            </a:xfrm>
            <a:custGeom>
              <a:avLst/>
              <a:gdLst/>
              <a:ahLst/>
              <a:cxnLst/>
              <a:rect l="0" t="0" r="r" b="b"/>
              <a:pathLst>
                <a:path w="14605" h="14605">
                  <a:moveTo>
                    <a:pt x="0" y="14605"/>
                  </a:moveTo>
                  <a:lnTo>
                    <a:pt x="14605" y="0"/>
                  </a:lnTo>
                </a:path>
              </a:pathLst>
            </a:custGeom>
            <a:noFill/>
            <a:ln w="7315" cap="rnd">
              <a:solidFill>
                <a:srgbClr val="2675B8"/>
              </a:solidFill>
              <a:round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60" name="0935 Rectangle 959"/>
            <p:cNvSpPr/>
            <p:nvPr/>
          </p:nvSpPr>
          <p:spPr>
            <a:xfrm>
              <a:off x="10864005" y="4859847"/>
              <a:ext cx="90513" cy="90513"/>
            </a:xfrm>
            <a:custGeom>
              <a:avLst/>
              <a:gdLst/>
              <a:ahLst/>
              <a:cxnLst/>
              <a:rect l="0" t="0" r="r" b="b"/>
              <a:pathLst>
                <a:path w="9899" h="9899">
                  <a:moveTo>
                    <a:pt x="0" y="9899"/>
                  </a:moveTo>
                  <a:lnTo>
                    <a:pt x="9899" y="0"/>
                  </a:lnTo>
                </a:path>
              </a:pathLst>
            </a:custGeom>
            <a:noFill/>
            <a:ln w="7315" cap="rnd">
              <a:solidFill>
                <a:srgbClr val="2675B8"/>
              </a:solidFill>
              <a:round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61" name="0936 Rectangle 960"/>
            <p:cNvSpPr/>
            <p:nvPr/>
          </p:nvSpPr>
          <p:spPr>
            <a:xfrm>
              <a:off x="10888711" y="4914753"/>
              <a:ext cx="47477" cy="47477"/>
            </a:xfrm>
            <a:custGeom>
              <a:avLst/>
              <a:gdLst/>
              <a:ahLst/>
              <a:cxnLst/>
              <a:rect l="0" t="0" r="r" b="b"/>
              <a:pathLst>
                <a:path w="5192" h="5192">
                  <a:moveTo>
                    <a:pt x="0" y="5192"/>
                  </a:moveTo>
                  <a:lnTo>
                    <a:pt x="5192" y="0"/>
                  </a:lnTo>
                </a:path>
              </a:pathLst>
            </a:custGeom>
            <a:noFill/>
            <a:ln w="7315" cap="rnd">
              <a:solidFill>
                <a:srgbClr val="2675B8"/>
              </a:solidFill>
              <a:round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62" name="0937 Rectangle 961"/>
            <p:cNvSpPr/>
            <p:nvPr/>
          </p:nvSpPr>
          <p:spPr>
            <a:xfrm>
              <a:off x="10913417" y="4969658"/>
              <a:ext cx="4442" cy="4442"/>
            </a:xfrm>
            <a:custGeom>
              <a:avLst/>
              <a:gdLst/>
              <a:ahLst/>
              <a:cxnLst/>
              <a:rect l="0" t="0" r="r" b="b"/>
              <a:pathLst>
                <a:path w="486" h="486">
                  <a:moveTo>
                    <a:pt x="0" y="486"/>
                  </a:moveTo>
                  <a:lnTo>
                    <a:pt x="486" y="0"/>
                  </a:lnTo>
                </a:path>
              </a:pathLst>
            </a:custGeom>
            <a:noFill/>
            <a:ln w="7315" cap="rnd">
              <a:solidFill>
                <a:srgbClr val="2675B8"/>
              </a:solidFill>
              <a:round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63" name="0938 Rectangle 962"/>
            <p:cNvSpPr/>
            <p:nvPr/>
          </p:nvSpPr>
          <p:spPr>
            <a:xfrm>
              <a:off x="9797146" y="5113044"/>
              <a:ext cx="1248677" cy="891098"/>
            </a:xfrm>
            <a:custGeom>
              <a:avLst/>
              <a:gdLst/>
              <a:ahLst/>
              <a:cxnLst/>
              <a:rect l="0" t="0" r="r" b="b"/>
              <a:pathLst>
                <a:path w="136557" h="97452">
                  <a:moveTo>
                    <a:pt x="136557" y="454"/>
                  </a:moveTo>
                  <a:lnTo>
                    <a:pt x="136289" y="6073"/>
                  </a:lnTo>
                  <a:lnTo>
                    <a:pt x="135681" y="11667"/>
                  </a:lnTo>
                  <a:lnTo>
                    <a:pt x="134736" y="17213"/>
                  </a:lnTo>
                  <a:lnTo>
                    <a:pt x="133458" y="22692"/>
                  </a:lnTo>
                  <a:lnTo>
                    <a:pt x="131851" y="28083"/>
                  </a:lnTo>
                  <a:lnTo>
                    <a:pt x="129920" y="33368"/>
                  </a:lnTo>
                  <a:lnTo>
                    <a:pt x="127674" y="38526"/>
                  </a:lnTo>
                  <a:lnTo>
                    <a:pt x="125120" y="43539"/>
                  </a:lnTo>
                  <a:lnTo>
                    <a:pt x="122267" y="48388"/>
                  </a:lnTo>
                  <a:lnTo>
                    <a:pt x="119126" y="53056"/>
                  </a:lnTo>
                  <a:lnTo>
                    <a:pt x="115709" y="57526"/>
                  </a:lnTo>
                  <a:lnTo>
                    <a:pt x="112028" y="61780"/>
                  </a:lnTo>
                  <a:lnTo>
                    <a:pt x="108096" y="65804"/>
                  </a:lnTo>
                  <a:lnTo>
                    <a:pt x="103929" y="69584"/>
                  </a:lnTo>
                  <a:lnTo>
                    <a:pt x="99540" y="73104"/>
                  </a:lnTo>
                  <a:lnTo>
                    <a:pt x="94946" y="76352"/>
                  </a:lnTo>
                  <a:lnTo>
                    <a:pt x="90165" y="79317"/>
                  </a:lnTo>
                  <a:lnTo>
                    <a:pt x="85213" y="81987"/>
                  </a:lnTo>
                  <a:lnTo>
                    <a:pt x="80108" y="84353"/>
                  </a:lnTo>
                  <a:lnTo>
                    <a:pt x="74870" y="86406"/>
                  </a:lnTo>
                  <a:lnTo>
                    <a:pt x="69517" y="88138"/>
                  </a:lnTo>
                  <a:lnTo>
                    <a:pt x="64070" y="89543"/>
                  </a:lnTo>
                  <a:lnTo>
                    <a:pt x="58547" y="90617"/>
                  </a:lnTo>
                  <a:lnTo>
                    <a:pt x="52969" y="91355"/>
                  </a:lnTo>
                  <a:lnTo>
                    <a:pt x="47357" y="91754"/>
                  </a:lnTo>
                  <a:lnTo>
                    <a:pt x="41732" y="91812"/>
                  </a:lnTo>
                  <a:lnTo>
                    <a:pt x="36113" y="91531"/>
                  </a:lnTo>
                  <a:lnTo>
                    <a:pt x="30521" y="90910"/>
                  </a:lnTo>
                  <a:lnTo>
                    <a:pt x="24977" y="89953"/>
                  </a:lnTo>
                  <a:lnTo>
                    <a:pt x="19501" y="88662"/>
                  </a:lnTo>
                  <a:lnTo>
                    <a:pt x="17146" y="97452"/>
                  </a:lnTo>
                  <a:lnTo>
                    <a:pt x="0" y="65924"/>
                  </a:lnTo>
                  <a:lnTo>
                    <a:pt x="28586" y="54758"/>
                  </a:lnTo>
                  <a:lnTo>
                    <a:pt x="26230" y="63548"/>
                  </a:lnTo>
                  <a:lnTo>
                    <a:pt x="30175" y="64478"/>
                  </a:lnTo>
                  <a:lnTo>
                    <a:pt x="34169" y="65168"/>
                  </a:lnTo>
                  <a:lnTo>
                    <a:pt x="38198" y="65615"/>
                  </a:lnTo>
                  <a:lnTo>
                    <a:pt x="42246" y="65818"/>
                  </a:lnTo>
                  <a:lnTo>
                    <a:pt x="46299" y="65775"/>
                  </a:lnTo>
                  <a:lnTo>
                    <a:pt x="50342" y="65488"/>
                  </a:lnTo>
                  <a:lnTo>
                    <a:pt x="54360" y="64956"/>
                  </a:lnTo>
                  <a:lnTo>
                    <a:pt x="58339" y="64183"/>
                  </a:lnTo>
                  <a:lnTo>
                    <a:pt x="62264" y="63170"/>
                  </a:lnTo>
                  <a:lnTo>
                    <a:pt x="66120" y="61922"/>
                  </a:lnTo>
                  <a:lnTo>
                    <a:pt x="69894" y="60443"/>
                  </a:lnTo>
                  <a:lnTo>
                    <a:pt x="73571" y="58739"/>
                  </a:lnTo>
                  <a:lnTo>
                    <a:pt x="77139" y="56815"/>
                  </a:lnTo>
                  <a:lnTo>
                    <a:pt x="80583" y="54680"/>
                  </a:lnTo>
                  <a:lnTo>
                    <a:pt x="83893" y="52339"/>
                  </a:lnTo>
                  <a:lnTo>
                    <a:pt x="87054" y="49803"/>
                  </a:lnTo>
                  <a:lnTo>
                    <a:pt x="90057" y="47081"/>
                  </a:lnTo>
                  <a:lnTo>
                    <a:pt x="92890" y="44181"/>
                  </a:lnTo>
                  <a:lnTo>
                    <a:pt x="95542" y="41116"/>
                  </a:lnTo>
                  <a:lnTo>
                    <a:pt x="98003" y="37896"/>
                  </a:lnTo>
                  <a:lnTo>
                    <a:pt x="100266" y="34533"/>
                  </a:lnTo>
                  <a:lnTo>
                    <a:pt x="102321" y="31040"/>
                  </a:lnTo>
                  <a:lnTo>
                    <a:pt x="104161" y="27428"/>
                  </a:lnTo>
                  <a:lnTo>
                    <a:pt x="105780" y="23712"/>
                  </a:lnTo>
                  <a:lnTo>
                    <a:pt x="107170" y="19905"/>
                  </a:lnTo>
                  <a:lnTo>
                    <a:pt x="108328" y="16021"/>
                  </a:lnTo>
                  <a:lnTo>
                    <a:pt x="109249" y="12074"/>
                  </a:lnTo>
                  <a:lnTo>
                    <a:pt x="109930" y="8078"/>
                  </a:lnTo>
                  <a:lnTo>
                    <a:pt x="110368" y="4049"/>
                  </a:lnTo>
                  <a:lnTo>
                    <a:pt x="110561" y="0"/>
                  </a:lnTo>
                  <a:close/>
                </a:path>
              </a:pathLst>
            </a:custGeom>
            <a:solidFill>
              <a:srgbClr val="B9D5F1"/>
            </a:solidFill>
            <a:ln w="12801" cap="rnd">
              <a:solidFill>
                <a:srgbClr val="2675B8"/>
              </a:solidFill>
              <a:round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64" name="0939 Rectangle 963"/>
            <p:cNvSpPr/>
            <p:nvPr/>
          </p:nvSpPr>
          <p:spPr>
            <a:xfrm>
              <a:off x="9797146" y="5715856"/>
              <a:ext cx="91" cy="91"/>
            </a:xfrm>
            <a:custGeom>
              <a:avLst/>
              <a:gdLst/>
              <a:ahLst/>
              <a:cxnLst/>
              <a:rect l="0" t="0" r="r" b="b"/>
              <a:pathLst>
                <a:path w="10" h="10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noFill/>
            <a:ln w="7315" cap="rnd">
              <a:solidFill>
                <a:srgbClr val="2675B8"/>
              </a:solidFill>
              <a:round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65" name="0940 Rectangle 964"/>
            <p:cNvSpPr/>
            <p:nvPr/>
          </p:nvSpPr>
          <p:spPr>
            <a:xfrm>
              <a:off x="9810030" y="5692409"/>
              <a:ext cx="47139" cy="47139"/>
            </a:xfrm>
            <a:custGeom>
              <a:avLst/>
              <a:gdLst/>
              <a:ahLst/>
              <a:cxnLst/>
              <a:rect l="0" t="0" r="r" b="b"/>
              <a:pathLst>
                <a:path w="5155" h="5155">
                  <a:moveTo>
                    <a:pt x="0" y="5155"/>
                  </a:moveTo>
                  <a:lnTo>
                    <a:pt x="5155" y="0"/>
                  </a:lnTo>
                </a:path>
              </a:pathLst>
            </a:custGeom>
            <a:noFill/>
            <a:ln w="7315" cap="rnd">
              <a:solidFill>
                <a:srgbClr val="2675B8"/>
              </a:solidFill>
              <a:round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66" name="0941 Rectangle 965"/>
            <p:cNvSpPr/>
            <p:nvPr/>
          </p:nvSpPr>
          <p:spPr>
            <a:xfrm>
              <a:off x="9822914" y="5668962"/>
              <a:ext cx="94278" cy="94278"/>
            </a:xfrm>
            <a:custGeom>
              <a:avLst/>
              <a:gdLst/>
              <a:ahLst/>
              <a:cxnLst/>
              <a:rect l="0" t="0" r="r" b="b"/>
              <a:pathLst>
                <a:path w="10310" h="10310">
                  <a:moveTo>
                    <a:pt x="0" y="10310"/>
                  </a:moveTo>
                  <a:lnTo>
                    <a:pt x="10310" y="0"/>
                  </a:lnTo>
                </a:path>
              </a:pathLst>
            </a:custGeom>
            <a:noFill/>
            <a:ln w="7315" cap="rnd">
              <a:solidFill>
                <a:srgbClr val="2675B8"/>
              </a:solidFill>
              <a:round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67" name="0942 Rectangle 966"/>
            <p:cNvSpPr/>
            <p:nvPr/>
          </p:nvSpPr>
          <p:spPr>
            <a:xfrm>
              <a:off x="9835799" y="5645514"/>
              <a:ext cx="141417" cy="141417"/>
            </a:xfrm>
            <a:custGeom>
              <a:avLst/>
              <a:gdLst/>
              <a:ahLst/>
              <a:cxnLst/>
              <a:rect l="0" t="0" r="r" b="b"/>
              <a:pathLst>
                <a:path w="15466" h="15466">
                  <a:moveTo>
                    <a:pt x="0" y="15466"/>
                  </a:moveTo>
                  <a:lnTo>
                    <a:pt x="15466" y="0"/>
                  </a:lnTo>
                </a:path>
              </a:pathLst>
            </a:custGeom>
            <a:noFill/>
            <a:ln w="7315" cap="rnd">
              <a:solidFill>
                <a:srgbClr val="2675B8"/>
              </a:solidFill>
              <a:round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68" name="0943 Rectangle 967"/>
            <p:cNvSpPr/>
            <p:nvPr/>
          </p:nvSpPr>
          <p:spPr>
            <a:xfrm>
              <a:off x="9848683" y="5622067"/>
              <a:ext cx="188556" cy="188556"/>
            </a:xfrm>
            <a:custGeom>
              <a:avLst/>
              <a:gdLst/>
              <a:ahLst/>
              <a:cxnLst/>
              <a:rect l="0" t="0" r="r" b="b"/>
              <a:pathLst>
                <a:path w="20621" h="20621">
                  <a:moveTo>
                    <a:pt x="0" y="20621"/>
                  </a:moveTo>
                  <a:lnTo>
                    <a:pt x="20621" y="0"/>
                  </a:lnTo>
                </a:path>
              </a:pathLst>
            </a:custGeom>
            <a:noFill/>
            <a:ln w="7315" cap="rnd">
              <a:solidFill>
                <a:srgbClr val="2675B8"/>
              </a:solidFill>
              <a:round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69" name="0944 Rectangle 968"/>
            <p:cNvSpPr/>
            <p:nvPr/>
          </p:nvSpPr>
          <p:spPr>
            <a:xfrm>
              <a:off x="9861567" y="5645989"/>
              <a:ext cx="188325" cy="188325"/>
            </a:xfrm>
            <a:custGeom>
              <a:avLst/>
              <a:gdLst/>
              <a:ahLst/>
              <a:cxnLst/>
              <a:rect l="0" t="0" r="r" b="b"/>
              <a:pathLst>
                <a:path w="20596" h="20596">
                  <a:moveTo>
                    <a:pt x="0" y="20596"/>
                  </a:moveTo>
                  <a:lnTo>
                    <a:pt x="20596" y="0"/>
                  </a:lnTo>
                </a:path>
              </a:pathLst>
            </a:custGeom>
            <a:noFill/>
            <a:ln w="7315" cap="rnd">
              <a:solidFill>
                <a:srgbClr val="2675B8"/>
              </a:solidFill>
              <a:round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70" name="0945 Rectangle 969"/>
            <p:cNvSpPr/>
            <p:nvPr/>
          </p:nvSpPr>
          <p:spPr>
            <a:xfrm>
              <a:off x="9874452" y="5694380"/>
              <a:ext cx="163626" cy="163626"/>
            </a:xfrm>
            <a:custGeom>
              <a:avLst/>
              <a:gdLst/>
              <a:ahLst/>
              <a:cxnLst/>
              <a:rect l="0" t="0" r="r" b="b"/>
              <a:pathLst>
                <a:path w="17894" h="17894">
                  <a:moveTo>
                    <a:pt x="0" y="17894"/>
                  </a:moveTo>
                  <a:lnTo>
                    <a:pt x="17894" y="0"/>
                  </a:lnTo>
                </a:path>
              </a:pathLst>
            </a:custGeom>
            <a:noFill/>
            <a:ln w="7315" cap="rnd">
              <a:solidFill>
                <a:srgbClr val="2675B8"/>
              </a:solidFill>
              <a:round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71" name="0946 Rectangle 970"/>
            <p:cNvSpPr/>
            <p:nvPr/>
          </p:nvSpPr>
          <p:spPr>
            <a:xfrm>
              <a:off x="9887336" y="5701358"/>
              <a:ext cx="180340" cy="180340"/>
            </a:xfrm>
            <a:custGeom>
              <a:avLst/>
              <a:gdLst/>
              <a:ahLst/>
              <a:cxnLst/>
              <a:rect l="0" t="0" r="r" b="b"/>
              <a:pathLst>
                <a:path w="19722" h="19722">
                  <a:moveTo>
                    <a:pt x="0" y="19722"/>
                  </a:moveTo>
                  <a:lnTo>
                    <a:pt x="19722" y="0"/>
                  </a:lnTo>
                </a:path>
              </a:pathLst>
            </a:custGeom>
            <a:noFill/>
            <a:ln w="7315" cap="rnd">
              <a:solidFill>
                <a:srgbClr val="2675B8"/>
              </a:solidFill>
              <a:round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72" name="0947 Rectangle 971"/>
            <p:cNvSpPr/>
            <p:nvPr/>
          </p:nvSpPr>
          <p:spPr>
            <a:xfrm>
              <a:off x="9900220" y="5707035"/>
              <a:ext cx="198354" cy="198354"/>
            </a:xfrm>
            <a:custGeom>
              <a:avLst/>
              <a:gdLst/>
              <a:ahLst/>
              <a:cxnLst/>
              <a:rect l="0" t="0" r="r" b="b"/>
              <a:pathLst>
                <a:path w="21692" h="21692">
                  <a:moveTo>
                    <a:pt x="0" y="21692"/>
                  </a:moveTo>
                  <a:lnTo>
                    <a:pt x="21692" y="0"/>
                  </a:lnTo>
                </a:path>
              </a:pathLst>
            </a:custGeom>
            <a:noFill/>
            <a:ln w="7315" cap="rnd">
              <a:solidFill>
                <a:srgbClr val="2675B8"/>
              </a:solidFill>
              <a:round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73" name="0948 Rectangle 972"/>
            <p:cNvSpPr/>
            <p:nvPr/>
          </p:nvSpPr>
          <p:spPr>
            <a:xfrm>
              <a:off x="9913105" y="5711302"/>
              <a:ext cx="217780" cy="217780"/>
            </a:xfrm>
            <a:custGeom>
              <a:avLst/>
              <a:gdLst/>
              <a:ahLst/>
              <a:cxnLst/>
              <a:rect l="0" t="0" r="r" b="b"/>
              <a:pathLst>
                <a:path w="23817" h="23817">
                  <a:moveTo>
                    <a:pt x="0" y="23817"/>
                  </a:moveTo>
                  <a:lnTo>
                    <a:pt x="23817" y="0"/>
                  </a:lnTo>
                </a:path>
              </a:pathLst>
            </a:custGeom>
            <a:noFill/>
            <a:ln w="7315" cap="rnd">
              <a:solidFill>
                <a:srgbClr val="2675B8"/>
              </a:solidFill>
              <a:round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74" name="0949 Rectangle 973"/>
            <p:cNvSpPr/>
            <p:nvPr/>
          </p:nvSpPr>
          <p:spPr>
            <a:xfrm>
              <a:off x="9925989" y="5713947"/>
              <a:ext cx="238825" cy="238825"/>
            </a:xfrm>
            <a:custGeom>
              <a:avLst/>
              <a:gdLst/>
              <a:ahLst/>
              <a:cxnLst/>
              <a:rect l="0" t="0" r="r" b="b"/>
              <a:pathLst>
                <a:path w="26118" h="26118">
                  <a:moveTo>
                    <a:pt x="0" y="26118"/>
                  </a:moveTo>
                  <a:lnTo>
                    <a:pt x="26118" y="0"/>
                  </a:lnTo>
                </a:path>
              </a:pathLst>
            </a:custGeom>
            <a:noFill/>
            <a:ln w="7315" cap="rnd">
              <a:solidFill>
                <a:srgbClr val="2675B8"/>
              </a:solidFill>
              <a:round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75" name="0950 Rectangle 974"/>
            <p:cNvSpPr/>
            <p:nvPr/>
          </p:nvSpPr>
          <p:spPr>
            <a:xfrm>
              <a:off x="9938874" y="5945772"/>
              <a:ext cx="30693" cy="30693"/>
            </a:xfrm>
            <a:custGeom>
              <a:avLst/>
              <a:gdLst/>
              <a:ahLst/>
              <a:cxnLst/>
              <a:rect l="0" t="0" r="r" b="b"/>
              <a:pathLst>
                <a:path w="3357" h="3357">
                  <a:moveTo>
                    <a:pt x="0" y="3357"/>
                  </a:moveTo>
                  <a:lnTo>
                    <a:pt x="3357" y="0"/>
                  </a:lnTo>
                </a:path>
              </a:pathLst>
            </a:custGeom>
            <a:noFill/>
            <a:ln w="7315" cap="rnd">
              <a:solidFill>
                <a:srgbClr val="2675B8"/>
              </a:solidFill>
              <a:round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76" name="0951 Rectangle 975"/>
            <p:cNvSpPr/>
            <p:nvPr/>
          </p:nvSpPr>
          <p:spPr>
            <a:xfrm>
              <a:off x="9988497" y="5714700"/>
              <a:ext cx="212141" cy="212141"/>
            </a:xfrm>
            <a:custGeom>
              <a:avLst/>
              <a:gdLst/>
              <a:ahLst/>
              <a:cxnLst/>
              <a:rect l="0" t="0" r="r" b="b"/>
              <a:pathLst>
                <a:path w="23200" h="23200">
                  <a:moveTo>
                    <a:pt x="0" y="23200"/>
                  </a:moveTo>
                  <a:lnTo>
                    <a:pt x="23200" y="0"/>
                  </a:lnTo>
                </a:path>
              </a:pathLst>
            </a:custGeom>
            <a:noFill/>
            <a:ln w="7315" cap="rnd">
              <a:solidFill>
                <a:srgbClr val="2675B8"/>
              </a:solidFill>
              <a:round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77" name="0952 Rectangle 976"/>
            <p:cNvSpPr/>
            <p:nvPr/>
          </p:nvSpPr>
          <p:spPr>
            <a:xfrm>
              <a:off x="9951758" y="5995735"/>
              <a:ext cx="4421" cy="4421"/>
            </a:xfrm>
            <a:custGeom>
              <a:avLst/>
              <a:gdLst/>
              <a:ahLst/>
              <a:cxnLst/>
              <a:rect l="0" t="0" r="r" b="b"/>
              <a:pathLst>
                <a:path w="483" h="483">
                  <a:moveTo>
                    <a:pt x="0" y="483"/>
                  </a:moveTo>
                  <a:lnTo>
                    <a:pt x="483" y="0"/>
                  </a:lnTo>
                </a:path>
              </a:pathLst>
            </a:custGeom>
            <a:noFill/>
            <a:ln w="7315" cap="rnd">
              <a:solidFill>
                <a:srgbClr val="2675B8"/>
              </a:solidFill>
              <a:round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78" name="0953 Rectangle 977"/>
            <p:cNvSpPr/>
            <p:nvPr/>
          </p:nvSpPr>
          <p:spPr>
            <a:xfrm>
              <a:off x="10018095" y="5713197"/>
              <a:ext cx="220622" cy="220622"/>
            </a:xfrm>
            <a:custGeom>
              <a:avLst/>
              <a:gdLst/>
              <a:ahLst/>
              <a:cxnLst/>
              <a:rect l="0" t="0" r="r" b="b"/>
              <a:pathLst>
                <a:path w="24128" h="24128">
                  <a:moveTo>
                    <a:pt x="0" y="24128"/>
                  </a:moveTo>
                  <a:lnTo>
                    <a:pt x="24128" y="0"/>
                  </a:lnTo>
                </a:path>
              </a:pathLst>
            </a:custGeom>
            <a:noFill/>
            <a:ln w="7315" cap="rnd">
              <a:solidFill>
                <a:srgbClr val="2675B8"/>
              </a:solidFill>
              <a:round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79" name="0954 Rectangle 978"/>
            <p:cNvSpPr/>
            <p:nvPr/>
          </p:nvSpPr>
          <p:spPr>
            <a:xfrm>
              <a:off x="10806573" y="5113572"/>
              <a:ext cx="31769" cy="31769"/>
            </a:xfrm>
            <a:custGeom>
              <a:avLst/>
              <a:gdLst/>
              <a:ahLst/>
              <a:cxnLst/>
              <a:rect l="0" t="0" r="r" b="b"/>
              <a:pathLst>
                <a:path w="3474" h="3474">
                  <a:moveTo>
                    <a:pt x="0" y="3474"/>
                  </a:moveTo>
                  <a:lnTo>
                    <a:pt x="3474" y="0"/>
                  </a:lnTo>
                </a:path>
              </a:pathLst>
            </a:custGeom>
            <a:noFill/>
            <a:ln w="7315" cap="rnd">
              <a:solidFill>
                <a:srgbClr val="2675B8"/>
              </a:solidFill>
              <a:round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80" name="0955 Rectangle 979"/>
            <p:cNvSpPr/>
            <p:nvPr/>
          </p:nvSpPr>
          <p:spPr>
            <a:xfrm>
              <a:off x="10048883" y="5708945"/>
              <a:ext cx="230662" cy="230662"/>
            </a:xfrm>
            <a:custGeom>
              <a:avLst/>
              <a:gdLst/>
              <a:ahLst/>
              <a:cxnLst/>
              <a:rect l="0" t="0" r="r" b="b"/>
              <a:pathLst>
                <a:path w="25225" h="25225">
                  <a:moveTo>
                    <a:pt x="0" y="25225"/>
                  </a:moveTo>
                  <a:lnTo>
                    <a:pt x="25225" y="0"/>
                  </a:lnTo>
                </a:path>
              </a:pathLst>
            </a:custGeom>
            <a:noFill/>
            <a:ln w="7315" cap="rnd">
              <a:solidFill>
                <a:srgbClr val="2675B8"/>
              </a:solidFill>
              <a:round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81" name="0956 Rectangle 980"/>
            <p:cNvSpPr/>
            <p:nvPr/>
          </p:nvSpPr>
          <p:spPr>
            <a:xfrm>
              <a:off x="10802438" y="5114199"/>
              <a:ext cx="71853" cy="71853"/>
            </a:xfrm>
            <a:custGeom>
              <a:avLst/>
              <a:gdLst/>
              <a:ahLst/>
              <a:cxnLst/>
              <a:rect l="0" t="0" r="r" b="b"/>
              <a:pathLst>
                <a:path w="7858" h="7858">
                  <a:moveTo>
                    <a:pt x="0" y="7858"/>
                  </a:moveTo>
                  <a:lnTo>
                    <a:pt x="7858" y="0"/>
                  </a:lnTo>
                </a:path>
              </a:pathLst>
            </a:custGeom>
            <a:noFill/>
            <a:ln w="7315" cap="rnd">
              <a:solidFill>
                <a:srgbClr val="2675B8"/>
              </a:solidFill>
              <a:round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82" name="0957 Rectangle 981"/>
            <p:cNvSpPr/>
            <p:nvPr/>
          </p:nvSpPr>
          <p:spPr>
            <a:xfrm>
              <a:off x="10080286" y="5701251"/>
              <a:ext cx="243529" cy="243529"/>
            </a:xfrm>
            <a:custGeom>
              <a:avLst/>
              <a:gdLst/>
              <a:ahLst/>
              <a:cxnLst/>
              <a:rect l="0" t="0" r="r" b="b"/>
              <a:pathLst>
                <a:path w="26633" h="26633">
                  <a:moveTo>
                    <a:pt x="0" y="26633"/>
                  </a:moveTo>
                  <a:lnTo>
                    <a:pt x="26633" y="0"/>
                  </a:lnTo>
                </a:path>
              </a:pathLst>
            </a:custGeom>
            <a:noFill/>
            <a:ln w="7315" cap="rnd">
              <a:solidFill>
                <a:srgbClr val="2675B8"/>
              </a:solidFill>
              <a:round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83" name="0958 Rectangle 982"/>
            <p:cNvSpPr/>
            <p:nvPr/>
          </p:nvSpPr>
          <p:spPr>
            <a:xfrm>
              <a:off x="10794448" y="5114827"/>
              <a:ext cx="115791" cy="115791"/>
            </a:xfrm>
            <a:custGeom>
              <a:avLst/>
              <a:gdLst/>
              <a:ahLst/>
              <a:cxnLst/>
              <a:rect l="0" t="0" r="r" b="b"/>
              <a:pathLst>
                <a:path w="12663" h="12663">
                  <a:moveTo>
                    <a:pt x="0" y="12663"/>
                  </a:moveTo>
                  <a:lnTo>
                    <a:pt x="12663" y="0"/>
                  </a:lnTo>
                </a:path>
              </a:pathLst>
            </a:custGeom>
            <a:noFill/>
            <a:ln w="7315" cap="rnd">
              <a:solidFill>
                <a:srgbClr val="2675B8"/>
              </a:solidFill>
              <a:round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84" name="0959 Rectangle 983"/>
            <p:cNvSpPr/>
            <p:nvPr/>
          </p:nvSpPr>
          <p:spPr>
            <a:xfrm>
              <a:off x="10113208" y="5688528"/>
              <a:ext cx="259906" cy="259906"/>
            </a:xfrm>
            <a:custGeom>
              <a:avLst/>
              <a:gdLst/>
              <a:ahLst/>
              <a:cxnLst/>
              <a:rect l="0" t="0" r="r" b="b"/>
              <a:pathLst>
                <a:path w="28424" h="28424">
                  <a:moveTo>
                    <a:pt x="0" y="28424"/>
                  </a:moveTo>
                  <a:lnTo>
                    <a:pt x="28424" y="0"/>
                  </a:lnTo>
                </a:path>
              </a:pathLst>
            </a:custGeom>
            <a:noFill/>
            <a:ln w="7315" cap="rnd">
              <a:solidFill>
                <a:srgbClr val="2675B8"/>
              </a:solidFill>
              <a:round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85" name="0960 Rectangle 984"/>
            <p:cNvSpPr/>
            <p:nvPr/>
          </p:nvSpPr>
          <p:spPr>
            <a:xfrm>
              <a:off x="10781583" y="5115454"/>
              <a:ext cx="164605" cy="164605"/>
            </a:xfrm>
            <a:custGeom>
              <a:avLst/>
              <a:gdLst/>
              <a:ahLst/>
              <a:cxnLst/>
              <a:rect l="0" t="0" r="r" b="b"/>
              <a:pathLst>
                <a:path w="18001" h="18001">
                  <a:moveTo>
                    <a:pt x="0" y="18001"/>
                  </a:moveTo>
                  <a:lnTo>
                    <a:pt x="18001" y="0"/>
                  </a:lnTo>
                </a:path>
              </a:pathLst>
            </a:custGeom>
            <a:noFill/>
            <a:ln w="7315" cap="rnd">
              <a:solidFill>
                <a:srgbClr val="2675B8"/>
              </a:solidFill>
              <a:round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86" name="0961 Rectangle 985"/>
            <p:cNvSpPr/>
            <p:nvPr/>
          </p:nvSpPr>
          <p:spPr>
            <a:xfrm>
              <a:off x="10147219" y="5668171"/>
              <a:ext cx="282829" cy="282829"/>
            </a:xfrm>
            <a:custGeom>
              <a:avLst/>
              <a:gdLst/>
              <a:ahLst/>
              <a:cxnLst/>
              <a:rect l="0" t="0" r="r" b="b"/>
              <a:pathLst>
                <a:path w="30931" h="30931">
                  <a:moveTo>
                    <a:pt x="0" y="30931"/>
                  </a:moveTo>
                  <a:lnTo>
                    <a:pt x="30931" y="0"/>
                  </a:lnTo>
                </a:path>
              </a:pathLst>
            </a:custGeom>
            <a:noFill/>
            <a:ln w="7315" cap="rnd">
              <a:solidFill>
                <a:srgbClr val="2675B8"/>
              </a:solidFill>
              <a:round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87" name="0962 Rectangle 986"/>
            <p:cNvSpPr/>
            <p:nvPr/>
          </p:nvSpPr>
          <p:spPr>
            <a:xfrm>
              <a:off x="10761345" y="5116082"/>
              <a:ext cx="220791" cy="220791"/>
            </a:xfrm>
            <a:custGeom>
              <a:avLst/>
              <a:gdLst/>
              <a:ahLst/>
              <a:cxnLst/>
              <a:rect l="0" t="0" r="r" b="b"/>
              <a:pathLst>
                <a:path w="24146" h="24146">
                  <a:moveTo>
                    <a:pt x="0" y="24146"/>
                  </a:moveTo>
                  <a:lnTo>
                    <a:pt x="24146" y="0"/>
                  </a:lnTo>
                </a:path>
              </a:pathLst>
            </a:custGeom>
            <a:noFill/>
            <a:ln w="7315" cap="rnd">
              <a:solidFill>
                <a:srgbClr val="2675B8"/>
              </a:solidFill>
              <a:round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88" name="0963 Rectangle 987"/>
            <p:cNvSpPr/>
            <p:nvPr/>
          </p:nvSpPr>
          <p:spPr>
            <a:xfrm>
              <a:off x="10182253" y="5632881"/>
              <a:ext cx="319660" cy="319660"/>
            </a:xfrm>
            <a:custGeom>
              <a:avLst/>
              <a:gdLst/>
              <a:ahLst/>
              <a:cxnLst/>
              <a:rect l="0" t="0" r="r" b="b"/>
              <a:pathLst>
                <a:path w="34958" h="34958">
                  <a:moveTo>
                    <a:pt x="0" y="34958"/>
                  </a:moveTo>
                  <a:lnTo>
                    <a:pt x="34958" y="0"/>
                  </a:lnTo>
                </a:path>
              </a:pathLst>
            </a:custGeom>
            <a:noFill/>
            <a:ln w="7315" cap="rnd">
              <a:solidFill>
                <a:srgbClr val="2675B8"/>
              </a:solidFill>
              <a:round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89" name="0964 Rectangle 988"/>
            <p:cNvSpPr/>
            <p:nvPr/>
          </p:nvSpPr>
          <p:spPr>
            <a:xfrm>
              <a:off x="10725411" y="5116709"/>
              <a:ext cx="292673" cy="292673"/>
            </a:xfrm>
            <a:custGeom>
              <a:avLst/>
              <a:gdLst/>
              <a:ahLst/>
              <a:cxnLst/>
              <a:rect l="0" t="0" r="r" b="b"/>
              <a:pathLst>
                <a:path w="32007" h="32007">
                  <a:moveTo>
                    <a:pt x="0" y="32007"/>
                  </a:moveTo>
                  <a:lnTo>
                    <a:pt x="32007" y="0"/>
                  </a:lnTo>
                </a:path>
              </a:pathLst>
            </a:custGeom>
            <a:noFill/>
            <a:ln w="7315" cap="rnd">
              <a:solidFill>
                <a:srgbClr val="2675B8"/>
              </a:solidFill>
              <a:round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90" name="0965 Rectangle 989"/>
            <p:cNvSpPr/>
            <p:nvPr/>
          </p:nvSpPr>
          <p:spPr>
            <a:xfrm>
              <a:off x="10219216" y="5125966"/>
              <a:ext cx="826187" cy="826187"/>
            </a:xfrm>
            <a:custGeom>
              <a:avLst/>
              <a:gdLst/>
              <a:ahLst/>
              <a:cxnLst/>
              <a:rect l="0" t="0" r="r" b="b"/>
              <a:pathLst>
                <a:path w="90353" h="90353">
                  <a:moveTo>
                    <a:pt x="0" y="90353"/>
                  </a:moveTo>
                  <a:lnTo>
                    <a:pt x="90353" y="0"/>
                  </a:lnTo>
                </a:path>
              </a:pathLst>
            </a:custGeom>
            <a:noFill/>
            <a:ln w="7315" cap="rnd">
              <a:solidFill>
                <a:srgbClr val="2675B8"/>
              </a:solidFill>
              <a:round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91" name="0966 Rectangle 990"/>
            <p:cNvSpPr/>
            <p:nvPr/>
          </p:nvSpPr>
          <p:spPr>
            <a:xfrm>
              <a:off x="10257876" y="5164376"/>
              <a:ext cx="785694" cy="785694"/>
            </a:xfrm>
            <a:custGeom>
              <a:avLst/>
              <a:gdLst/>
              <a:ahLst/>
              <a:cxnLst/>
              <a:rect l="0" t="0" r="r" b="b"/>
              <a:pathLst>
                <a:path w="85925" h="85925">
                  <a:moveTo>
                    <a:pt x="0" y="85925"/>
                  </a:moveTo>
                  <a:lnTo>
                    <a:pt x="85925" y="0"/>
                  </a:lnTo>
                </a:path>
              </a:pathLst>
            </a:custGeom>
            <a:noFill/>
            <a:ln w="7315" cap="rnd">
              <a:solidFill>
                <a:srgbClr val="2675B8"/>
              </a:solidFill>
              <a:round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92" name="0967 Rectangle 991"/>
            <p:cNvSpPr/>
            <p:nvPr/>
          </p:nvSpPr>
          <p:spPr>
            <a:xfrm>
              <a:off x="10298362" y="5205123"/>
              <a:ext cx="741038" cy="741038"/>
            </a:xfrm>
            <a:custGeom>
              <a:avLst/>
              <a:gdLst/>
              <a:ahLst/>
              <a:cxnLst/>
              <a:rect l="0" t="0" r="r" b="b"/>
              <a:pathLst>
                <a:path w="81041" h="81041">
                  <a:moveTo>
                    <a:pt x="0" y="81041"/>
                  </a:moveTo>
                  <a:lnTo>
                    <a:pt x="81041" y="0"/>
                  </a:lnTo>
                </a:path>
              </a:pathLst>
            </a:custGeom>
            <a:noFill/>
            <a:ln w="7315" cap="rnd">
              <a:solidFill>
                <a:srgbClr val="2675B8"/>
              </a:solidFill>
              <a:round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93" name="0968 Rectangle 992"/>
            <p:cNvSpPr/>
            <p:nvPr/>
          </p:nvSpPr>
          <p:spPr>
            <a:xfrm>
              <a:off x="10341130" y="5248122"/>
              <a:ext cx="691846" cy="691846"/>
            </a:xfrm>
            <a:custGeom>
              <a:avLst/>
              <a:gdLst/>
              <a:ahLst/>
              <a:cxnLst/>
              <a:rect l="0" t="0" r="r" b="b"/>
              <a:pathLst>
                <a:path w="75661" h="75661">
                  <a:moveTo>
                    <a:pt x="0" y="75661"/>
                  </a:moveTo>
                  <a:lnTo>
                    <a:pt x="75661" y="0"/>
                  </a:lnTo>
                </a:path>
              </a:pathLst>
            </a:custGeom>
            <a:noFill/>
            <a:ln w="7315" cap="rnd">
              <a:solidFill>
                <a:srgbClr val="2675B8"/>
              </a:solidFill>
              <a:round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94" name="0969 Rectangle 993"/>
            <p:cNvSpPr/>
            <p:nvPr/>
          </p:nvSpPr>
          <p:spPr>
            <a:xfrm>
              <a:off x="10386834" y="5293996"/>
              <a:ext cx="636845" cy="636845"/>
            </a:xfrm>
            <a:custGeom>
              <a:avLst/>
              <a:gdLst/>
              <a:ahLst/>
              <a:cxnLst/>
              <a:rect l="0" t="0" r="r" b="b"/>
              <a:pathLst>
                <a:path w="69646" h="69646">
                  <a:moveTo>
                    <a:pt x="0" y="69646"/>
                  </a:moveTo>
                  <a:lnTo>
                    <a:pt x="69646" y="0"/>
                  </a:lnTo>
                </a:path>
              </a:pathLst>
            </a:custGeom>
            <a:noFill/>
            <a:ln w="7315" cap="rnd">
              <a:solidFill>
                <a:srgbClr val="2675B8"/>
              </a:solidFill>
              <a:round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95" name="0970 Rectangle 994"/>
            <p:cNvSpPr/>
            <p:nvPr/>
          </p:nvSpPr>
          <p:spPr>
            <a:xfrm>
              <a:off x="10436449" y="5343656"/>
              <a:ext cx="574145" cy="574145"/>
            </a:xfrm>
            <a:custGeom>
              <a:avLst/>
              <a:gdLst/>
              <a:ahLst/>
              <a:cxnLst/>
              <a:rect l="0" t="0" r="r" b="b"/>
              <a:pathLst>
                <a:path w="62789" h="62789">
                  <a:moveTo>
                    <a:pt x="0" y="62789"/>
                  </a:moveTo>
                  <a:lnTo>
                    <a:pt x="62789" y="0"/>
                  </a:lnTo>
                </a:path>
              </a:pathLst>
            </a:custGeom>
            <a:noFill/>
            <a:ln w="7315" cap="rnd">
              <a:solidFill>
                <a:srgbClr val="2675B8"/>
              </a:solidFill>
              <a:round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96" name="0971 Rectangle 995"/>
            <p:cNvSpPr/>
            <p:nvPr/>
          </p:nvSpPr>
          <p:spPr>
            <a:xfrm>
              <a:off x="10491511" y="5398512"/>
              <a:ext cx="500804" cy="500804"/>
            </a:xfrm>
            <a:custGeom>
              <a:avLst/>
              <a:gdLst/>
              <a:ahLst/>
              <a:cxnLst/>
              <a:rect l="0" t="0" r="r" b="b"/>
              <a:pathLst>
                <a:path w="54769" h="54769">
                  <a:moveTo>
                    <a:pt x="0" y="54769"/>
                  </a:moveTo>
                  <a:lnTo>
                    <a:pt x="54769" y="0"/>
                  </a:lnTo>
                </a:path>
              </a:pathLst>
            </a:custGeom>
            <a:noFill/>
            <a:ln w="7315" cap="rnd">
              <a:solidFill>
                <a:srgbClr val="2675B8"/>
              </a:solidFill>
              <a:round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97" name="0972 Rectangle 996"/>
            <p:cNvSpPr/>
            <p:nvPr/>
          </p:nvSpPr>
          <p:spPr>
            <a:xfrm>
              <a:off x="10554594" y="5460862"/>
              <a:ext cx="411947" cy="411947"/>
            </a:xfrm>
            <a:custGeom>
              <a:avLst/>
              <a:gdLst/>
              <a:ahLst/>
              <a:cxnLst/>
              <a:rect l="0" t="0" r="r" b="b"/>
              <a:pathLst>
                <a:path w="45051" h="45051">
                  <a:moveTo>
                    <a:pt x="0" y="45051"/>
                  </a:moveTo>
                  <a:lnTo>
                    <a:pt x="45051" y="0"/>
                  </a:lnTo>
                </a:path>
              </a:pathLst>
            </a:custGeom>
            <a:noFill/>
            <a:ln w="7315" cap="rnd">
              <a:solidFill>
                <a:srgbClr val="2675B8"/>
              </a:solidFill>
              <a:round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98" name="0973 Rectangle 997"/>
            <p:cNvSpPr/>
            <p:nvPr/>
          </p:nvSpPr>
          <p:spPr>
            <a:xfrm>
              <a:off x="10632265" y="5539273"/>
              <a:ext cx="292440" cy="292440"/>
            </a:xfrm>
            <a:custGeom>
              <a:avLst/>
              <a:gdLst/>
              <a:ahLst/>
              <a:cxnLst/>
              <a:rect l="0" t="0" r="r" b="b"/>
              <a:pathLst>
                <a:path w="31982" h="31982">
                  <a:moveTo>
                    <a:pt x="0" y="31982"/>
                  </a:moveTo>
                  <a:lnTo>
                    <a:pt x="31982" y="0"/>
                  </a:lnTo>
                </a:path>
              </a:pathLst>
            </a:custGeom>
            <a:noFill/>
            <a:ln w="7315" cap="rnd">
              <a:solidFill>
                <a:srgbClr val="2675B8"/>
              </a:solidFill>
              <a:round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99" name="0974 Rectangle 998"/>
            <p:cNvSpPr/>
            <p:nvPr/>
          </p:nvSpPr>
          <p:spPr>
            <a:xfrm>
              <a:off x="9345281" y="4310612"/>
              <a:ext cx="673308" cy="1433539"/>
            </a:xfrm>
            <a:custGeom>
              <a:avLst/>
              <a:gdLst/>
              <a:ahLst/>
              <a:cxnLst/>
              <a:rect l="0" t="0" r="r" b="b"/>
              <a:pathLst>
                <a:path w="73634" h="156774">
                  <a:moveTo>
                    <a:pt x="31974" y="156774"/>
                  </a:moveTo>
                  <a:lnTo>
                    <a:pt x="27726" y="152842"/>
                  </a:lnTo>
                  <a:lnTo>
                    <a:pt x="23731" y="148654"/>
                  </a:lnTo>
                  <a:lnTo>
                    <a:pt x="20003" y="144225"/>
                  </a:lnTo>
                  <a:lnTo>
                    <a:pt x="16559" y="139573"/>
                  </a:lnTo>
                  <a:lnTo>
                    <a:pt x="13411" y="134716"/>
                  </a:lnTo>
                  <a:lnTo>
                    <a:pt x="10571" y="129672"/>
                  </a:lnTo>
                  <a:lnTo>
                    <a:pt x="8050" y="124462"/>
                  </a:lnTo>
                  <a:lnTo>
                    <a:pt x="5858" y="119104"/>
                  </a:lnTo>
                  <a:lnTo>
                    <a:pt x="4004" y="113621"/>
                  </a:lnTo>
                  <a:lnTo>
                    <a:pt x="2494" y="108033"/>
                  </a:lnTo>
                  <a:lnTo>
                    <a:pt x="1336" y="102362"/>
                  </a:lnTo>
                  <a:lnTo>
                    <a:pt x="532" y="96630"/>
                  </a:lnTo>
                  <a:lnTo>
                    <a:pt x="86" y="90859"/>
                  </a:lnTo>
                  <a:lnTo>
                    <a:pt x="0" y="85071"/>
                  </a:lnTo>
                  <a:lnTo>
                    <a:pt x="274" y="79289"/>
                  </a:lnTo>
                  <a:lnTo>
                    <a:pt x="908" y="73535"/>
                  </a:lnTo>
                  <a:lnTo>
                    <a:pt x="1898" y="67832"/>
                  </a:lnTo>
                  <a:lnTo>
                    <a:pt x="3241" y="62202"/>
                  </a:lnTo>
                  <a:lnTo>
                    <a:pt x="4932" y="56666"/>
                  </a:lnTo>
                  <a:lnTo>
                    <a:pt x="6964" y="51246"/>
                  </a:lnTo>
                  <a:lnTo>
                    <a:pt x="9329" y="45963"/>
                  </a:lnTo>
                  <a:lnTo>
                    <a:pt x="12018" y="40837"/>
                  </a:lnTo>
                  <a:lnTo>
                    <a:pt x="15021" y="35889"/>
                  </a:lnTo>
                  <a:lnTo>
                    <a:pt x="18326" y="31137"/>
                  </a:lnTo>
                  <a:lnTo>
                    <a:pt x="21920" y="26599"/>
                  </a:lnTo>
                  <a:lnTo>
                    <a:pt x="25789" y="22295"/>
                  </a:lnTo>
                  <a:lnTo>
                    <a:pt x="29919" y="18239"/>
                  </a:lnTo>
                  <a:lnTo>
                    <a:pt x="34293" y="14448"/>
                  </a:lnTo>
                  <a:lnTo>
                    <a:pt x="38894" y="10936"/>
                  </a:lnTo>
                  <a:lnTo>
                    <a:pt x="43705" y="7717"/>
                  </a:lnTo>
                  <a:lnTo>
                    <a:pt x="38883" y="0"/>
                  </a:lnTo>
                  <a:lnTo>
                    <a:pt x="73634" y="8962"/>
                  </a:lnTo>
                  <a:lnTo>
                    <a:pt x="62305" y="37484"/>
                  </a:lnTo>
                  <a:lnTo>
                    <a:pt x="57483" y="29766"/>
                  </a:lnTo>
                  <a:lnTo>
                    <a:pt x="54017" y="32085"/>
                  </a:lnTo>
                  <a:lnTo>
                    <a:pt x="50702" y="34615"/>
                  </a:lnTo>
                  <a:lnTo>
                    <a:pt x="47551" y="37346"/>
                  </a:lnTo>
                  <a:lnTo>
                    <a:pt x="44576" y="40268"/>
                  </a:lnTo>
                  <a:lnTo>
                    <a:pt x="41788" y="43370"/>
                  </a:lnTo>
                  <a:lnTo>
                    <a:pt x="39199" y="46639"/>
                  </a:lnTo>
                  <a:lnTo>
                    <a:pt x="36818" y="50062"/>
                  </a:lnTo>
                  <a:lnTo>
                    <a:pt x="34655" y="53627"/>
                  </a:lnTo>
                  <a:lnTo>
                    <a:pt x="32717" y="57320"/>
                  </a:lnTo>
                  <a:lnTo>
                    <a:pt x="31013" y="61126"/>
                  </a:lnTo>
                  <a:lnTo>
                    <a:pt x="29550" y="65031"/>
                  </a:lnTo>
                  <a:lnTo>
                    <a:pt x="28332" y="69019"/>
                  </a:lnTo>
                  <a:lnTo>
                    <a:pt x="27364" y="73075"/>
                  </a:lnTo>
                  <a:lnTo>
                    <a:pt x="26651" y="77184"/>
                  </a:lnTo>
                  <a:lnTo>
                    <a:pt x="26194" y="81329"/>
                  </a:lnTo>
                  <a:lnTo>
                    <a:pt x="25997" y="85494"/>
                  </a:lnTo>
                  <a:lnTo>
                    <a:pt x="26058" y="89664"/>
                  </a:lnTo>
                  <a:lnTo>
                    <a:pt x="26380" y="93822"/>
                  </a:lnTo>
                  <a:lnTo>
                    <a:pt x="26959" y="97951"/>
                  </a:lnTo>
                  <a:lnTo>
                    <a:pt x="27794" y="102037"/>
                  </a:lnTo>
                  <a:lnTo>
                    <a:pt x="28881" y="106063"/>
                  </a:lnTo>
                  <a:lnTo>
                    <a:pt x="30217" y="110013"/>
                  </a:lnTo>
                  <a:lnTo>
                    <a:pt x="31796" y="113873"/>
                  </a:lnTo>
                  <a:lnTo>
                    <a:pt x="33612" y="117627"/>
                  </a:lnTo>
                  <a:lnTo>
                    <a:pt x="35658" y="121260"/>
                  </a:lnTo>
                  <a:lnTo>
                    <a:pt x="37926" y="124759"/>
                  </a:lnTo>
                  <a:lnTo>
                    <a:pt x="40408" y="128111"/>
                  </a:lnTo>
                  <a:lnTo>
                    <a:pt x="43093" y="131301"/>
                  </a:lnTo>
                  <a:lnTo>
                    <a:pt x="45971" y="134319"/>
                  </a:lnTo>
                  <a:lnTo>
                    <a:pt x="49032" y="137151"/>
                  </a:lnTo>
                  <a:close/>
                </a:path>
              </a:pathLst>
            </a:custGeom>
            <a:solidFill>
              <a:srgbClr val="B9D5F1"/>
            </a:solidFill>
            <a:ln w="12801" cap="rnd">
              <a:solidFill>
                <a:srgbClr val="2675B8"/>
              </a:solidFill>
              <a:round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00" name="0975 Rectangle 999"/>
            <p:cNvSpPr/>
            <p:nvPr/>
          </p:nvSpPr>
          <p:spPr>
            <a:xfrm>
              <a:off x="9700826" y="4310612"/>
              <a:ext cx="91" cy="91"/>
            </a:xfrm>
            <a:custGeom>
              <a:avLst/>
              <a:gdLst/>
              <a:ahLst/>
              <a:cxnLst/>
              <a:rect l="0" t="0" r="r" b="b"/>
              <a:pathLst>
                <a:path w="10" h="10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noFill/>
            <a:ln w="7315" cap="rnd">
              <a:solidFill>
                <a:srgbClr val="2675B8"/>
              </a:solidFill>
              <a:round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01" name="0976 Rectangle 1000"/>
            <p:cNvSpPr/>
            <p:nvPr/>
          </p:nvSpPr>
          <p:spPr>
            <a:xfrm>
              <a:off x="9714892" y="4318111"/>
              <a:ext cx="15011" cy="15011"/>
            </a:xfrm>
            <a:custGeom>
              <a:avLst/>
              <a:gdLst/>
              <a:ahLst/>
              <a:cxnLst/>
              <a:rect l="0" t="0" r="r" b="b"/>
              <a:pathLst>
                <a:path w="1642" h="1642">
                  <a:moveTo>
                    <a:pt x="0" y="1642"/>
                  </a:moveTo>
                  <a:lnTo>
                    <a:pt x="1642" y="0"/>
                  </a:lnTo>
                </a:path>
              </a:pathLst>
            </a:custGeom>
            <a:noFill/>
            <a:ln w="7315" cap="rnd">
              <a:solidFill>
                <a:srgbClr val="2675B8"/>
              </a:solidFill>
              <a:round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02" name="0977 Rectangle 1001"/>
            <p:cNvSpPr/>
            <p:nvPr/>
          </p:nvSpPr>
          <p:spPr>
            <a:xfrm>
              <a:off x="9728958" y="4325610"/>
              <a:ext cx="30023" cy="30023"/>
            </a:xfrm>
            <a:custGeom>
              <a:avLst/>
              <a:gdLst/>
              <a:ahLst/>
              <a:cxnLst/>
              <a:rect l="0" t="0" r="r" b="b"/>
              <a:pathLst>
                <a:path w="3283" h="3283">
                  <a:moveTo>
                    <a:pt x="0" y="3283"/>
                  </a:moveTo>
                  <a:lnTo>
                    <a:pt x="3283" y="0"/>
                  </a:lnTo>
                </a:path>
              </a:pathLst>
            </a:custGeom>
            <a:noFill/>
            <a:ln w="7315" cap="rnd">
              <a:solidFill>
                <a:srgbClr val="2675B8"/>
              </a:solidFill>
              <a:round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03" name="0978 Rectangle 1002"/>
            <p:cNvSpPr/>
            <p:nvPr/>
          </p:nvSpPr>
          <p:spPr>
            <a:xfrm>
              <a:off x="9483190" y="4391150"/>
              <a:ext cx="246826" cy="246826"/>
            </a:xfrm>
            <a:custGeom>
              <a:avLst/>
              <a:gdLst/>
              <a:ahLst/>
              <a:cxnLst/>
              <a:rect l="0" t="0" r="r" b="b"/>
              <a:pathLst>
                <a:path w="26993" h="26993">
                  <a:moveTo>
                    <a:pt x="0" y="26993"/>
                  </a:moveTo>
                  <a:lnTo>
                    <a:pt x="26993" y="0"/>
                  </a:lnTo>
                </a:path>
              </a:pathLst>
            </a:custGeom>
            <a:noFill/>
            <a:ln w="7315" cap="rnd">
              <a:solidFill>
                <a:srgbClr val="2675B8"/>
              </a:solidFill>
              <a:round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04" name="0979 Rectangle 1003"/>
            <p:cNvSpPr/>
            <p:nvPr/>
          </p:nvSpPr>
          <p:spPr>
            <a:xfrm>
              <a:off x="9743024" y="4333109"/>
              <a:ext cx="45034" cy="45034"/>
            </a:xfrm>
            <a:custGeom>
              <a:avLst/>
              <a:gdLst/>
              <a:ahLst/>
              <a:cxnLst/>
              <a:rect l="0" t="0" r="r" b="b"/>
              <a:pathLst>
                <a:path w="4925" h="4925">
                  <a:moveTo>
                    <a:pt x="0" y="4925"/>
                  </a:moveTo>
                  <a:lnTo>
                    <a:pt x="4925" y="0"/>
                  </a:lnTo>
                </a:path>
              </a:pathLst>
            </a:custGeom>
            <a:noFill/>
            <a:ln w="7315" cap="rnd">
              <a:solidFill>
                <a:srgbClr val="2675B8"/>
              </a:solidFill>
              <a:round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05" name="0980 Rectangle 1004"/>
            <p:cNvSpPr/>
            <p:nvPr/>
          </p:nvSpPr>
          <p:spPr>
            <a:xfrm>
              <a:off x="9434711" y="4340608"/>
              <a:ext cx="382424" cy="382424"/>
            </a:xfrm>
            <a:custGeom>
              <a:avLst/>
              <a:gdLst/>
              <a:ahLst/>
              <a:cxnLst/>
              <a:rect l="0" t="0" r="r" b="b"/>
              <a:pathLst>
                <a:path w="41822" h="41822">
                  <a:moveTo>
                    <a:pt x="0" y="41822"/>
                  </a:moveTo>
                  <a:lnTo>
                    <a:pt x="41822" y="0"/>
                  </a:lnTo>
                </a:path>
              </a:pathLst>
            </a:custGeom>
            <a:noFill/>
            <a:ln w="7315" cap="rnd">
              <a:solidFill>
                <a:srgbClr val="2675B8"/>
              </a:solidFill>
              <a:round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06" name="0981 Rectangle 1005"/>
            <p:cNvSpPr/>
            <p:nvPr/>
          </p:nvSpPr>
          <p:spPr>
            <a:xfrm>
              <a:off x="9405267" y="4348106"/>
              <a:ext cx="440945" cy="440945"/>
            </a:xfrm>
            <a:custGeom>
              <a:avLst/>
              <a:gdLst/>
              <a:ahLst/>
              <a:cxnLst/>
              <a:rect l="0" t="0" r="r" b="b"/>
              <a:pathLst>
                <a:path w="48222" h="48222">
                  <a:moveTo>
                    <a:pt x="0" y="48222"/>
                  </a:moveTo>
                  <a:lnTo>
                    <a:pt x="48222" y="0"/>
                  </a:lnTo>
                </a:path>
              </a:pathLst>
            </a:custGeom>
            <a:noFill/>
            <a:ln w="7315" cap="rnd">
              <a:solidFill>
                <a:srgbClr val="2675B8"/>
              </a:solidFill>
              <a:round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07" name="0982 Rectangle 1006"/>
            <p:cNvSpPr/>
            <p:nvPr/>
          </p:nvSpPr>
          <p:spPr>
            <a:xfrm>
              <a:off x="9385212" y="4355605"/>
              <a:ext cx="490077" cy="490077"/>
            </a:xfrm>
            <a:custGeom>
              <a:avLst/>
              <a:gdLst/>
              <a:ahLst/>
              <a:cxnLst/>
              <a:rect l="0" t="0" r="r" b="b"/>
              <a:pathLst>
                <a:path w="53596" h="53596">
                  <a:moveTo>
                    <a:pt x="0" y="53596"/>
                  </a:moveTo>
                  <a:lnTo>
                    <a:pt x="53596" y="0"/>
                  </a:lnTo>
                </a:path>
              </a:pathLst>
            </a:custGeom>
            <a:noFill/>
            <a:ln w="7315" cap="rnd">
              <a:solidFill>
                <a:srgbClr val="2675B8"/>
              </a:solidFill>
              <a:round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08" name="0983 Rectangle 1007"/>
            <p:cNvSpPr/>
            <p:nvPr/>
          </p:nvSpPr>
          <p:spPr>
            <a:xfrm>
              <a:off x="9370794" y="4363104"/>
              <a:ext cx="533573" cy="533573"/>
            </a:xfrm>
            <a:custGeom>
              <a:avLst/>
              <a:gdLst/>
              <a:ahLst/>
              <a:cxnLst/>
              <a:rect l="0" t="0" r="r" b="b"/>
              <a:pathLst>
                <a:path w="58352" h="58352">
                  <a:moveTo>
                    <a:pt x="0" y="58352"/>
                  </a:moveTo>
                  <a:lnTo>
                    <a:pt x="58352" y="0"/>
                  </a:lnTo>
                </a:path>
              </a:pathLst>
            </a:custGeom>
            <a:noFill/>
            <a:ln w="7315" cap="rnd">
              <a:solidFill>
                <a:srgbClr val="2675B8"/>
              </a:solidFill>
              <a:round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09" name="0984 Rectangle 1008"/>
            <p:cNvSpPr/>
            <p:nvPr/>
          </p:nvSpPr>
          <p:spPr>
            <a:xfrm>
              <a:off x="9360423" y="4370603"/>
              <a:ext cx="573021" cy="573021"/>
            </a:xfrm>
            <a:custGeom>
              <a:avLst/>
              <a:gdLst/>
              <a:ahLst/>
              <a:cxnLst/>
              <a:rect l="0" t="0" r="r" b="b"/>
              <a:pathLst>
                <a:path w="62666" h="62666">
                  <a:moveTo>
                    <a:pt x="0" y="62666"/>
                  </a:moveTo>
                  <a:lnTo>
                    <a:pt x="62666" y="0"/>
                  </a:lnTo>
                </a:path>
              </a:pathLst>
            </a:custGeom>
            <a:noFill/>
            <a:ln w="7315" cap="rnd">
              <a:solidFill>
                <a:srgbClr val="2675B8"/>
              </a:solidFill>
              <a:round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10" name="0985 Rectangle 1009"/>
            <p:cNvSpPr/>
            <p:nvPr/>
          </p:nvSpPr>
          <p:spPr>
            <a:xfrm>
              <a:off x="9353085" y="4378102"/>
              <a:ext cx="609436" cy="609436"/>
            </a:xfrm>
            <a:custGeom>
              <a:avLst/>
              <a:gdLst/>
              <a:ahLst/>
              <a:cxnLst/>
              <a:rect l="0" t="0" r="r" b="b"/>
              <a:pathLst>
                <a:path w="66649" h="66649">
                  <a:moveTo>
                    <a:pt x="0" y="66649"/>
                  </a:moveTo>
                  <a:lnTo>
                    <a:pt x="66649" y="0"/>
                  </a:lnTo>
                </a:path>
              </a:pathLst>
            </a:custGeom>
            <a:noFill/>
            <a:ln w="7315" cap="rnd">
              <a:solidFill>
                <a:srgbClr val="2675B8"/>
              </a:solidFill>
              <a:round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11" name="0986 Rectangle 1010"/>
            <p:cNvSpPr/>
            <p:nvPr/>
          </p:nvSpPr>
          <p:spPr>
            <a:xfrm>
              <a:off x="9348559" y="4385600"/>
              <a:ext cx="643039" cy="643039"/>
            </a:xfrm>
            <a:custGeom>
              <a:avLst/>
              <a:gdLst/>
              <a:ahLst/>
              <a:cxnLst/>
              <a:rect l="0" t="0" r="r" b="b"/>
              <a:pathLst>
                <a:path w="70324" h="70324">
                  <a:moveTo>
                    <a:pt x="0" y="70324"/>
                  </a:moveTo>
                  <a:lnTo>
                    <a:pt x="70324" y="0"/>
                  </a:lnTo>
                </a:path>
              </a:pathLst>
            </a:custGeom>
            <a:noFill/>
            <a:ln w="7315" cap="rnd">
              <a:solidFill>
                <a:srgbClr val="2675B8"/>
              </a:solidFill>
              <a:round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12" name="0987 Rectangle 1011"/>
            <p:cNvSpPr/>
            <p:nvPr/>
          </p:nvSpPr>
          <p:spPr>
            <a:xfrm>
              <a:off x="9346277" y="4396914"/>
              <a:ext cx="670583" cy="670583"/>
            </a:xfrm>
            <a:custGeom>
              <a:avLst/>
              <a:gdLst/>
              <a:ahLst/>
              <a:cxnLst/>
              <a:rect l="0" t="0" r="r" b="b"/>
              <a:pathLst>
                <a:path w="73336" h="73336">
                  <a:moveTo>
                    <a:pt x="0" y="73336"/>
                  </a:moveTo>
                  <a:lnTo>
                    <a:pt x="73336" y="0"/>
                  </a:lnTo>
                </a:path>
              </a:pathLst>
            </a:custGeom>
            <a:noFill/>
            <a:ln w="7315" cap="rnd">
              <a:solidFill>
                <a:srgbClr val="2675B8"/>
              </a:solidFill>
              <a:round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13" name="0988 Rectangle 1012"/>
            <p:cNvSpPr/>
            <p:nvPr/>
          </p:nvSpPr>
          <p:spPr>
            <a:xfrm>
              <a:off x="9345523" y="4768444"/>
              <a:ext cx="336383" cy="336383"/>
            </a:xfrm>
            <a:custGeom>
              <a:avLst/>
              <a:gdLst/>
              <a:ahLst/>
              <a:cxnLst/>
              <a:rect l="0" t="0" r="r" b="b"/>
              <a:pathLst>
                <a:path w="36787" h="36787">
                  <a:moveTo>
                    <a:pt x="0" y="36787"/>
                  </a:moveTo>
                  <a:lnTo>
                    <a:pt x="36787" y="0"/>
                  </a:lnTo>
                </a:path>
              </a:pathLst>
            </a:custGeom>
            <a:noFill/>
            <a:ln w="7315" cap="rnd">
              <a:solidFill>
                <a:srgbClr val="2675B8"/>
              </a:solidFill>
              <a:round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14" name="0989 Rectangle 1013"/>
            <p:cNvSpPr/>
            <p:nvPr/>
          </p:nvSpPr>
          <p:spPr>
            <a:xfrm>
              <a:off x="9860776" y="4457590"/>
              <a:ext cx="131984" cy="131984"/>
            </a:xfrm>
            <a:custGeom>
              <a:avLst/>
              <a:gdLst/>
              <a:ahLst/>
              <a:cxnLst/>
              <a:rect l="0" t="0" r="r" b="b"/>
              <a:pathLst>
                <a:path w="14434" h="14434">
                  <a:moveTo>
                    <a:pt x="0" y="14434"/>
                  </a:moveTo>
                  <a:lnTo>
                    <a:pt x="14434" y="0"/>
                  </a:lnTo>
                </a:path>
              </a:pathLst>
            </a:custGeom>
            <a:noFill/>
            <a:ln w="7315" cap="rnd">
              <a:solidFill>
                <a:srgbClr val="2675B8"/>
              </a:solidFill>
              <a:round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15" name="0990 Rectangle 1014"/>
            <p:cNvSpPr/>
            <p:nvPr/>
          </p:nvSpPr>
          <p:spPr>
            <a:xfrm>
              <a:off x="9346058" y="4848746"/>
              <a:ext cx="292123" cy="292123"/>
            </a:xfrm>
            <a:custGeom>
              <a:avLst/>
              <a:gdLst/>
              <a:ahLst/>
              <a:cxnLst/>
              <a:rect l="0" t="0" r="r" b="b"/>
              <a:pathLst>
                <a:path w="31947" h="31947">
                  <a:moveTo>
                    <a:pt x="0" y="31947"/>
                  </a:moveTo>
                  <a:lnTo>
                    <a:pt x="31947" y="0"/>
                  </a:lnTo>
                </a:path>
              </a:pathLst>
            </a:custGeom>
            <a:noFill/>
            <a:ln w="7315" cap="rnd">
              <a:solidFill>
                <a:srgbClr val="2675B8"/>
              </a:solidFill>
              <a:round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16" name="0991 Rectangle 1015"/>
            <p:cNvSpPr/>
            <p:nvPr/>
          </p:nvSpPr>
          <p:spPr>
            <a:xfrm>
              <a:off x="9883683" y="4518266"/>
              <a:ext cx="84978" cy="84978"/>
            </a:xfrm>
            <a:custGeom>
              <a:avLst/>
              <a:gdLst/>
              <a:ahLst/>
              <a:cxnLst/>
              <a:rect l="0" t="0" r="r" b="b"/>
              <a:pathLst>
                <a:path w="9293" h="9293">
                  <a:moveTo>
                    <a:pt x="0" y="9293"/>
                  </a:moveTo>
                  <a:lnTo>
                    <a:pt x="9293" y="0"/>
                  </a:lnTo>
                </a:path>
              </a:pathLst>
            </a:custGeom>
            <a:noFill/>
            <a:ln w="7315" cap="rnd">
              <a:solidFill>
                <a:srgbClr val="2675B8"/>
              </a:solidFill>
              <a:round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17" name="0992 Rectangle 1016"/>
            <p:cNvSpPr/>
            <p:nvPr/>
          </p:nvSpPr>
          <p:spPr>
            <a:xfrm>
              <a:off x="9348648" y="4909236"/>
              <a:ext cx="265618" cy="265618"/>
            </a:xfrm>
            <a:custGeom>
              <a:avLst/>
              <a:gdLst/>
              <a:ahLst/>
              <a:cxnLst/>
              <a:rect l="0" t="0" r="r" b="b"/>
              <a:pathLst>
                <a:path w="29048" h="29048">
                  <a:moveTo>
                    <a:pt x="0" y="29048"/>
                  </a:moveTo>
                  <a:lnTo>
                    <a:pt x="29048" y="0"/>
                  </a:lnTo>
                </a:path>
              </a:pathLst>
            </a:custGeom>
            <a:noFill/>
            <a:ln w="7315" cap="rnd">
              <a:solidFill>
                <a:srgbClr val="2675B8"/>
              </a:solidFill>
              <a:round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18" name="0993 Rectangle 1017"/>
            <p:cNvSpPr/>
            <p:nvPr/>
          </p:nvSpPr>
          <p:spPr>
            <a:xfrm>
              <a:off x="9897748" y="4578942"/>
              <a:ext cx="46812" cy="46812"/>
            </a:xfrm>
            <a:custGeom>
              <a:avLst/>
              <a:gdLst/>
              <a:ahLst/>
              <a:cxnLst/>
              <a:rect l="0" t="0" r="r" b="b"/>
              <a:pathLst>
                <a:path w="5119" h="5119">
                  <a:moveTo>
                    <a:pt x="0" y="5119"/>
                  </a:moveTo>
                  <a:lnTo>
                    <a:pt x="5119" y="0"/>
                  </a:lnTo>
                </a:path>
              </a:pathLst>
            </a:custGeom>
            <a:noFill/>
            <a:ln w="7315" cap="rnd">
              <a:solidFill>
                <a:srgbClr val="2675B8"/>
              </a:solidFill>
              <a:round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19" name="0994 Rectangle 1018"/>
            <p:cNvSpPr/>
            <p:nvPr/>
          </p:nvSpPr>
          <p:spPr>
            <a:xfrm>
              <a:off x="9352078" y="4960123"/>
              <a:ext cx="247877" cy="247877"/>
            </a:xfrm>
            <a:custGeom>
              <a:avLst/>
              <a:gdLst/>
              <a:ahLst/>
              <a:cxnLst/>
              <a:rect l="0" t="0" r="r" b="b"/>
              <a:pathLst>
                <a:path w="27108" h="27108">
                  <a:moveTo>
                    <a:pt x="0" y="27108"/>
                  </a:moveTo>
                  <a:lnTo>
                    <a:pt x="27108" y="0"/>
                  </a:lnTo>
                </a:path>
              </a:pathLst>
            </a:custGeom>
            <a:noFill/>
            <a:ln w="7315" cap="rnd">
              <a:solidFill>
                <a:srgbClr val="2675B8"/>
              </a:solidFill>
              <a:round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20" name="0995 Rectangle 1019"/>
            <p:cNvSpPr/>
            <p:nvPr/>
          </p:nvSpPr>
          <p:spPr>
            <a:xfrm>
              <a:off x="9911814" y="4639618"/>
              <a:ext cx="8646" cy="8646"/>
            </a:xfrm>
            <a:custGeom>
              <a:avLst/>
              <a:gdLst/>
              <a:ahLst/>
              <a:cxnLst/>
              <a:rect l="0" t="0" r="r" b="b"/>
              <a:pathLst>
                <a:path w="946" h="946">
                  <a:moveTo>
                    <a:pt x="0" y="946"/>
                  </a:moveTo>
                  <a:lnTo>
                    <a:pt x="946" y="0"/>
                  </a:lnTo>
                </a:path>
              </a:pathLst>
            </a:custGeom>
            <a:noFill/>
            <a:ln w="7315" cap="rnd">
              <a:solidFill>
                <a:srgbClr val="2675B8"/>
              </a:solidFill>
              <a:round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21" name="0996 Rectangle 1020"/>
            <p:cNvSpPr/>
            <p:nvPr/>
          </p:nvSpPr>
          <p:spPr>
            <a:xfrm>
              <a:off x="9356577" y="5005852"/>
              <a:ext cx="234225" cy="234225"/>
            </a:xfrm>
            <a:custGeom>
              <a:avLst/>
              <a:gdLst/>
              <a:ahLst/>
              <a:cxnLst/>
              <a:rect l="0" t="0" r="r" b="b"/>
              <a:pathLst>
                <a:path w="25615" h="25615">
                  <a:moveTo>
                    <a:pt x="0" y="25615"/>
                  </a:moveTo>
                  <a:lnTo>
                    <a:pt x="25615" y="0"/>
                  </a:lnTo>
                </a:path>
              </a:pathLst>
            </a:custGeom>
            <a:noFill/>
            <a:ln w="7315" cap="rnd">
              <a:solidFill>
                <a:srgbClr val="2675B8"/>
              </a:solidFill>
              <a:round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22" name="0997 Rectangle 1021"/>
            <p:cNvSpPr/>
            <p:nvPr/>
          </p:nvSpPr>
          <p:spPr>
            <a:xfrm>
              <a:off x="9362436" y="5047705"/>
              <a:ext cx="223089" cy="223089"/>
            </a:xfrm>
            <a:custGeom>
              <a:avLst/>
              <a:gdLst/>
              <a:ahLst/>
              <a:cxnLst/>
              <a:rect l="0" t="0" r="r" b="b"/>
              <a:pathLst>
                <a:path w="24397" h="24397">
                  <a:moveTo>
                    <a:pt x="0" y="24397"/>
                  </a:moveTo>
                  <a:lnTo>
                    <a:pt x="24397" y="0"/>
                  </a:lnTo>
                </a:path>
              </a:pathLst>
            </a:custGeom>
            <a:noFill/>
            <a:ln w="7315" cap="rnd">
              <a:solidFill>
                <a:srgbClr val="2675B8"/>
              </a:solidFill>
              <a:round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23" name="0998 Rectangle 1022"/>
            <p:cNvSpPr/>
            <p:nvPr/>
          </p:nvSpPr>
          <p:spPr>
            <a:xfrm>
              <a:off x="9368782" y="5086536"/>
              <a:ext cx="214489" cy="214489"/>
            </a:xfrm>
            <a:custGeom>
              <a:avLst/>
              <a:gdLst/>
              <a:ahLst/>
              <a:cxnLst/>
              <a:rect l="0" t="0" r="r" b="b"/>
              <a:pathLst>
                <a:path w="23457" h="23457">
                  <a:moveTo>
                    <a:pt x="0" y="23457"/>
                  </a:moveTo>
                  <a:lnTo>
                    <a:pt x="23457" y="0"/>
                  </a:lnTo>
                </a:path>
              </a:pathLst>
            </a:custGeom>
            <a:noFill/>
            <a:ln w="7315" cap="rnd">
              <a:solidFill>
                <a:srgbClr val="2675B8"/>
              </a:solidFill>
              <a:round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24" name="0999 Rectangle 1023"/>
            <p:cNvSpPr/>
            <p:nvPr/>
          </p:nvSpPr>
          <p:spPr>
            <a:xfrm>
              <a:off x="9376561" y="5122936"/>
              <a:ext cx="206886" cy="206886"/>
            </a:xfrm>
            <a:custGeom>
              <a:avLst/>
              <a:gdLst/>
              <a:ahLst/>
              <a:cxnLst/>
              <a:rect l="0" t="0" r="r" b="b"/>
              <a:pathLst>
                <a:path w="22625" h="22625">
                  <a:moveTo>
                    <a:pt x="0" y="22625"/>
                  </a:moveTo>
                  <a:lnTo>
                    <a:pt x="22625" y="0"/>
                  </a:lnTo>
                </a:path>
              </a:pathLst>
            </a:custGeom>
            <a:noFill/>
            <a:ln w="7315" cap="rnd">
              <a:solidFill>
                <a:srgbClr val="2675B8"/>
              </a:solidFill>
              <a:round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25" name="1000 Rectangle 1024"/>
            <p:cNvSpPr/>
            <p:nvPr/>
          </p:nvSpPr>
          <p:spPr>
            <a:xfrm>
              <a:off x="9384800" y="5157327"/>
              <a:ext cx="200831" cy="200831"/>
            </a:xfrm>
            <a:custGeom>
              <a:avLst/>
              <a:gdLst/>
              <a:ahLst/>
              <a:cxnLst/>
              <a:rect l="0" t="0" r="r" b="b"/>
              <a:pathLst>
                <a:path w="21963" h="21963">
                  <a:moveTo>
                    <a:pt x="0" y="21963"/>
                  </a:moveTo>
                  <a:lnTo>
                    <a:pt x="21963" y="0"/>
                  </a:lnTo>
                </a:path>
              </a:pathLst>
            </a:custGeom>
            <a:noFill/>
            <a:ln w="7315" cap="rnd">
              <a:solidFill>
                <a:srgbClr val="2675B8"/>
              </a:solidFill>
              <a:round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26" name="1001 Rectangle 1025"/>
            <p:cNvSpPr/>
            <p:nvPr/>
          </p:nvSpPr>
          <p:spPr>
            <a:xfrm>
              <a:off x="9394043" y="5190023"/>
              <a:ext cx="195468" cy="195468"/>
            </a:xfrm>
            <a:custGeom>
              <a:avLst/>
              <a:gdLst/>
              <a:ahLst/>
              <a:cxnLst/>
              <a:rect l="0" t="0" r="r" b="b"/>
              <a:pathLst>
                <a:path w="21377" h="21377">
                  <a:moveTo>
                    <a:pt x="0" y="21377"/>
                  </a:moveTo>
                  <a:lnTo>
                    <a:pt x="21377" y="0"/>
                  </a:lnTo>
                </a:path>
              </a:pathLst>
            </a:custGeom>
            <a:noFill/>
            <a:ln w="7315" cap="rnd">
              <a:solidFill>
                <a:srgbClr val="2675B8"/>
              </a:solidFill>
              <a:round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27" name="1002 Rectangle 1026"/>
            <p:cNvSpPr/>
            <p:nvPr/>
          </p:nvSpPr>
          <p:spPr>
            <a:xfrm>
              <a:off x="9403947" y="5221258"/>
              <a:ext cx="190906" cy="190906"/>
            </a:xfrm>
            <a:custGeom>
              <a:avLst/>
              <a:gdLst/>
              <a:ahLst/>
              <a:cxnLst/>
              <a:rect l="0" t="0" r="r" b="b"/>
              <a:pathLst>
                <a:path w="20878" h="20878">
                  <a:moveTo>
                    <a:pt x="0" y="20878"/>
                  </a:moveTo>
                  <a:lnTo>
                    <a:pt x="20878" y="0"/>
                  </a:lnTo>
                </a:path>
              </a:pathLst>
            </a:custGeom>
            <a:noFill/>
            <a:ln w="7315" cap="rnd">
              <a:solidFill>
                <a:srgbClr val="2675B8"/>
              </a:solidFill>
              <a:round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28" name="1003 Rectangle 1027"/>
            <p:cNvSpPr/>
            <p:nvPr/>
          </p:nvSpPr>
          <p:spPr>
            <a:xfrm>
              <a:off x="9414566" y="5251214"/>
              <a:ext cx="186907" cy="186907"/>
            </a:xfrm>
            <a:custGeom>
              <a:avLst/>
              <a:gdLst/>
              <a:ahLst/>
              <a:cxnLst/>
              <a:rect l="0" t="0" r="r" b="b"/>
              <a:pathLst>
                <a:path w="20440" h="20440">
                  <a:moveTo>
                    <a:pt x="0" y="20440"/>
                  </a:moveTo>
                  <a:lnTo>
                    <a:pt x="20440" y="0"/>
                  </a:lnTo>
                </a:path>
              </a:pathLst>
            </a:custGeom>
            <a:noFill/>
            <a:ln w="7315" cap="rnd">
              <a:solidFill>
                <a:srgbClr val="2675B8"/>
              </a:solidFill>
              <a:round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29" name="1004 Rectangle 1028"/>
            <p:cNvSpPr/>
            <p:nvPr/>
          </p:nvSpPr>
          <p:spPr>
            <a:xfrm>
              <a:off x="9425959" y="5280011"/>
              <a:ext cx="183292" cy="183292"/>
            </a:xfrm>
            <a:custGeom>
              <a:avLst/>
              <a:gdLst/>
              <a:ahLst/>
              <a:cxnLst/>
              <a:rect l="0" t="0" r="r" b="b"/>
              <a:pathLst>
                <a:path w="20045" h="20045">
                  <a:moveTo>
                    <a:pt x="0" y="20045"/>
                  </a:moveTo>
                  <a:lnTo>
                    <a:pt x="20045" y="0"/>
                  </a:lnTo>
                </a:path>
              </a:pathLst>
            </a:custGeom>
            <a:noFill/>
            <a:ln w="7315" cap="rnd">
              <a:solidFill>
                <a:srgbClr val="2675B8"/>
              </a:solidFill>
              <a:round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30" name="1005 Rectangle 1029"/>
            <p:cNvSpPr/>
            <p:nvPr/>
          </p:nvSpPr>
          <p:spPr>
            <a:xfrm>
              <a:off x="9437885" y="5307366"/>
              <a:ext cx="180587" cy="180587"/>
            </a:xfrm>
            <a:custGeom>
              <a:avLst/>
              <a:gdLst/>
              <a:ahLst/>
              <a:cxnLst/>
              <a:rect l="0" t="0" r="r" b="b"/>
              <a:pathLst>
                <a:path w="19749" h="19749">
                  <a:moveTo>
                    <a:pt x="0" y="19749"/>
                  </a:moveTo>
                  <a:lnTo>
                    <a:pt x="19749" y="0"/>
                  </a:lnTo>
                </a:path>
              </a:pathLst>
            </a:custGeom>
            <a:noFill/>
            <a:ln w="7315" cap="rnd">
              <a:solidFill>
                <a:srgbClr val="2675B8"/>
              </a:solidFill>
              <a:round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31" name="1006 Rectangle 1030"/>
            <p:cNvSpPr/>
            <p:nvPr/>
          </p:nvSpPr>
          <p:spPr>
            <a:xfrm>
              <a:off x="9450636" y="5333787"/>
              <a:ext cx="177992" cy="177992"/>
            </a:xfrm>
            <a:custGeom>
              <a:avLst/>
              <a:gdLst/>
              <a:ahLst/>
              <a:cxnLst/>
              <a:rect l="0" t="0" r="r" b="b"/>
              <a:pathLst>
                <a:path w="19465" h="19465">
                  <a:moveTo>
                    <a:pt x="0" y="19465"/>
                  </a:moveTo>
                  <a:lnTo>
                    <a:pt x="19465" y="0"/>
                  </a:lnTo>
                </a:path>
              </a:pathLst>
            </a:custGeom>
            <a:noFill/>
            <a:ln w="7315" cap="rnd">
              <a:solidFill>
                <a:srgbClr val="2675B8"/>
              </a:solidFill>
              <a:round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32" name="1007 Rectangle 1031"/>
            <p:cNvSpPr/>
            <p:nvPr/>
          </p:nvSpPr>
          <p:spPr>
            <a:xfrm>
              <a:off x="9463812" y="5359347"/>
              <a:ext cx="175832" cy="175832"/>
            </a:xfrm>
            <a:custGeom>
              <a:avLst/>
              <a:gdLst/>
              <a:ahLst/>
              <a:cxnLst/>
              <a:rect l="0" t="0" r="r" b="b"/>
              <a:pathLst>
                <a:path w="19229" h="19229">
                  <a:moveTo>
                    <a:pt x="0" y="19229"/>
                  </a:moveTo>
                  <a:lnTo>
                    <a:pt x="19229" y="0"/>
                  </a:lnTo>
                </a:path>
              </a:pathLst>
            </a:custGeom>
            <a:noFill/>
            <a:ln w="7315" cap="rnd">
              <a:solidFill>
                <a:srgbClr val="2675B8"/>
              </a:solidFill>
              <a:round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33" name="1008 Rectangle 1032"/>
            <p:cNvSpPr/>
            <p:nvPr/>
          </p:nvSpPr>
          <p:spPr>
            <a:xfrm>
              <a:off x="9477820" y="5383998"/>
              <a:ext cx="173749" cy="173749"/>
            </a:xfrm>
            <a:custGeom>
              <a:avLst/>
              <a:gdLst/>
              <a:ahLst/>
              <a:cxnLst/>
              <a:rect l="0" t="0" r="r" b="b"/>
              <a:pathLst>
                <a:path w="19001" h="19001">
                  <a:moveTo>
                    <a:pt x="0" y="19001"/>
                  </a:moveTo>
                  <a:lnTo>
                    <a:pt x="19001" y="0"/>
                  </a:lnTo>
                </a:path>
              </a:pathLst>
            </a:custGeom>
            <a:noFill/>
            <a:ln w="7315" cap="rnd">
              <a:solidFill>
                <a:srgbClr val="2675B8"/>
              </a:solidFill>
              <a:round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34" name="1009 Rectangle 1033"/>
            <p:cNvSpPr/>
            <p:nvPr/>
          </p:nvSpPr>
          <p:spPr>
            <a:xfrm>
              <a:off x="9492204" y="5407509"/>
              <a:ext cx="172429" cy="172429"/>
            </a:xfrm>
            <a:custGeom>
              <a:avLst/>
              <a:gdLst/>
              <a:ahLst/>
              <a:cxnLst/>
              <a:rect l="0" t="0" r="r" b="b"/>
              <a:pathLst>
                <a:path w="18857" h="18857">
                  <a:moveTo>
                    <a:pt x="0" y="18857"/>
                  </a:moveTo>
                  <a:lnTo>
                    <a:pt x="18857" y="0"/>
                  </a:lnTo>
                </a:path>
              </a:pathLst>
            </a:custGeom>
            <a:noFill/>
            <a:ln w="7315" cap="rnd">
              <a:solidFill>
                <a:srgbClr val="2675B8"/>
              </a:solidFill>
              <a:round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35" name="1010 Rectangle 1034"/>
            <p:cNvSpPr/>
            <p:nvPr/>
          </p:nvSpPr>
          <p:spPr>
            <a:xfrm>
              <a:off x="9507397" y="5430315"/>
              <a:ext cx="171006" cy="171006"/>
            </a:xfrm>
            <a:custGeom>
              <a:avLst/>
              <a:gdLst/>
              <a:ahLst/>
              <a:cxnLst/>
              <a:rect l="0" t="0" r="r" b="b"/>
              <a:pathLst>
                <a:path w="18701" h="18701">
                  <a:moveTo>
                    <a:pt x="0" y="18701"/>
                  </a:moveTo>
                  <a:lnTo>
                    <a:pt x="18701" y="0"/>
                  </a:lnTo>
                </a:path>
              </a:pathLst>
            </a:custGeom>
            <a:noFill/>
            <a:ln w="7315" cap="rnd">
              <a:solidFill>
                <a:srgbClr val="2675B8"/>
              </a:solidFill>
              <a:round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36" name="1011 Rectangle 1035"/>
            <p:cNvSpPr/>
            <p:nvPr/>
          </p:nvSpPr>
          <p:spPr>
            <a:xfrm>
              <a:off x="9522958" y="5452449"/>
              <a:ext cx="169888" cy="169888"/>
            </a:xfrm>
            <a:custGeom>
              <a:avLst/>
              <a:gdLst/>
              <a:ahLst/>
              <a:cxnLst/>
              <a:rect l="0" t="0" r="r" b="b"/>
              <a:pathLst>
                <a:path w="18579" h="18579">
                  <a:moveTo>
                    <a:pt x="0" y="18579"/>
                  </a:moveTo>
                  <a:lnTo>
                    <a:pt x="18579" y="0"/>
                  </a:lnTo>
                </a:path>
              </a:pathLst>
            </a:custGeom>
            <a:noFill/>
            <a:ln w="7315" cap="rnd">
              <a:solidFill>
                <a:srgbClr val="2675B8"/>
              </a:solidFill>
              <a:round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37" name="1012 Rectangle 1036"/>
            <p:cNvSpPr/>
            <p:nvPr/>
          </p:nvSpPr>
          <p:spPr>
            <a:xfrm>
              <a:off x="9539284" y="5473465"/>
              <a:ext cx="169122" cy="169122"/>
            </a:xfrm>
            <a:custGeom>
              <a:avLst/>
              <a:gdLst/>
              <a:ahLst/>
              <a:cxnLst/>
              <a:rect l="0" t="0" r="r" b="b"/>
              <a:pathLst>
                <a:path w="18495" h="18495">
                  <a:moveTo>
                    <a:pt x="0" y="18495"/>
                  </a:moveTo>
                  <a:lnTo>
                    <a:pt x="18495" y="0"/>
                  </a:lnTo>
                </a:path>
              </a:pathLst>
            </a:custGeom>
            <a:noFill/>
            <a:ln w="7315" cap="rnd">
              <a:solidFill>
                <a:srgbClr val="2675B8"/>
              </a:solidFill>
              <a:round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38" name="1013 Rectangle 1037"/>
            <p:cNvSpPr/>
            <p:nvPr/>
          </p:nvSpPr>
          <p:spPr>
            <a:xfrm>
              <a:off x="9555999" y="5493798"/>
              <a:ext cx="168650" cy="168650"/>
            </a:xfrm>
            <a:custGeom>
              <a:avLst/>
              <a:gdLst/>
              <a:ahLst/>
              <a:cxnLst/>
              <a:rect l="0" t="0" r="r" b="b"/>
              <a:pathLst>
                <a:path w="18444" h="18444">
                  <a:moveTo>
                    <a:pt x="0" y="18444"/>
                  </a:moveTo>
                  <a:lnTo>
                    <a:pt x="18444" y="0"/>
                  </a:lnTo>
                </a:path>
              </a:pathLst>
            </a:custGeom>
            <a:noFill/>
            <a:ln w="7315" cap="rnd">
              <a:solidFill>
                <a:srgbClr val="2675B8"/>
              </a:solidFill>
              <a:round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39" name="1014 Rectangle 1038"/>
            <p:cNvSpPr/>
            <p:nvPr/>
          </p:nvSpPr>
          <p:spPr>
            <a:xfrm>
              <a:off x="9573427" y="5513520"/>
              <a:ext cx="168076" cy="168076"/>
            </a:xfrm>
            <a:custGeom>
              <a:avLst/>
              <a:gdLst/>
              <a:ahLst/>
              <a:cxnLst/>
              <a:rect l="0" t="0" r="r" b="b"/>
              <a:pathLst>
                <a:path w="18381" h="18381">
                  <a:moveTo>
                    <a:pt x="0" y="18381"/>
                  </a:moveTo>
                  <a:lnTo>
                    <a:pt x="18381" y="0"/>
                  </a:lnTo>
                </a:path>
              </a:pathLst>
            </a:custGeom>
            <a:noFill/>
            <a:ln w="7315" cap="rnd">
              <a:solidFill>
                <a:srgbClr val="2675B8"/>
              </a:solidFill>
              <a:round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40" name="1015 Rectangle 1039"/>
            <p:cNvSpPr/>
            <p:nvPr/>
          </p:nvSpPr>
          <p:spPr>
            <a:xfrm>
              <a:off x="9591284" y="5532239"/>
              <a:ext cx="168076" cy="168076"/>
            </a:xfrm>
            <a:custGeom>
              <a:avLst/>
              <a:gdLst/>
              <a:ahLst/>
              <a:cxnLst/>
              <a:rect l="0" t="0" r="r" b="b"/>
              <a:pathLst>
                <a:path w="18381" h="18381">
                  <a:moveTo>
                    <a:pt x="0" y="18381"/>
                  </a:moveTo>
                  <a:lnTo>
                    <a:pt x="18381" y="0"/>
                  </a:lnTo>
                </a:path>
              </a:pathLst>
            </a:custGeom>
            <a:noFill/>
            <a:ln w="7315" cap="rnd">
              <a:solidFill>
                <a:srgbClr val="2675B8"/>
              </a:solidFill>
              <a:round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41" name="1016 Rectangle 1040"/>
            <p:cNvSpPr/>
            <p:nvPr/>
          </p:nvSpPr>
          <p:spPr>
            <a:xfrm>
              <a:off x="9609800" y="5550219"/>
              <a:ext cx="168155" cy="168155"/>
            </a:xfrm>
            <a:custGeom>
              <a:avLst/>
              <a:gdLst/>
              <a:ahLst/>
              <a:cxnLst/>
              <a:rect l="0" t="0" r="r" b="b"/>
              <a:pathLst>
                <a:path w="18390" h="18390">
                  <a:moveTo>
                    <a:pt x="0" y="18390"/>
                  </a:moveTo>
                  <a:lnTo>
                    <a:pt x="18390" y="0"/>
                  </a:lnTo>
                </a:path>
              </a:pathLst>
            </a:custGeom>
            <a:noFill/>
            <a:ln w="7315" cap="rnd">
              <a:solidFill>
                <a:srgbClr val="2675B8"/>
              </a:solidFill>
              <a:round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42" name="1017 Rectangle 1041"/>
            <p:cNvSpPr/>
            <p:nvPr/>
          </p:nvSpPr>
          <p:spPr>
            <a:xfrm>
              <a:off x="9628796" y="5613688"/>
              <a:ext cx="122267" cy="122267"/>
            </a:xfrm>
            <a:custGeom>
              <a:avLst/>
              <a:gdLst/>
              <a:ahLst/>
              <a:cxnLst/>
              <a:rect l="0" t="0" r="r" b="b"/>
              <a:pathLst>
                <a:path w="13371" h="13371">
                  <a:moveTo>
                    <a:pt x="0" y="13371"/>
                  </a:moveTo>
                  <a:lnTo>
                    <a:pt x="13371" y="0"/>
                  </a:lnTo>
                </a:path>
              </a:pathLst>
            </a:custGeom>
            <a:noFill/>
            <a:ln w="7315" cap="rnd">
              <a:solidFill>
                <a:srgbClr val="2675B8"/>
              </a:solidFill>
              <a:round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43" name="Iteration"/>
            <p:cNvSpPr txBox="1"/>
            <p:nvPr/>
          </p:nvSpPr>
          <p:spPr>
            <a:xfrm>
              <a:off x="9646920" y="4937760"/>
              <a:ext cx="1517904" cy="352958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Ctr="0" anchor="t">
              <a:noAutofit/>
            </a:bodyPr>
            <a:lstStyle/>
            <a:p>
              <a:pPr algn="ctr">
                <a:lnSpc>
                  <a:spcPts val="241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2160" b="0" i="1">
                  <a:solidFill>
                    <a:srgbClr val="383838"/>
                  </a:solidFill>
                  <a:latin typeface="Liberation Serif"/>
                </a:rPr>
                <a:t>Iteration</a:t>
              </a:r>
            </a:p>
          </p:txBody>
        </p:sp>
        <p:grpSp>
          <p:nvGrpSpPr>
            <p:cNvPr id="1044" name="participating-agent-bottle"/>
            <p:cNvGrpSpPr/>
            <p:nvPr/>
          </p:nvGrpSpPr>
          <p:grpSpPr>
            <a:xfrm>
              <a:off x="8979408" y="4114800"/>
              <a:ext cx="768096" cy="768096"/>
              <a:chOff x="8979408" y="4114800"/>
              <a:chExt cx="768096" cy="768096"/>
            </a:xfrm>
          </p:grpSpPr>
          <p:sp>
            <p:nvSpPr>
              <p:cNvPr id="1045" name="1019 Oval 1044"/>
              <p:cNvSpPr/>
              <p:nvPr/>
            </p:nvSpPr>
            <p:spPr>
              <a:xfrm>
                <a:off x="8979408" y="4114800"/>
                <a:ext cx="768096" cy="768096"/>
              </a:xfrm>
              <a:prstGeom prst="ellipse">
                <a:avLst/>
              </a:prstGeom>
              <a:solidFill>
                <a:srgbClr val="D4E77D"/>
              </a:solidFill>
              <a:ln w="20116" cap="rnd">
                <a:solidFill>
                  <a:srgbClr val="080C0C"/>
                </a:solidFill>
                <a:round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46" name="1020 Rectangle 1045"/>
              <p:cNvSpPr/>
              <p:nvPr/>
            </p:nvSpPr>
            <p:spPr>
              <a:xfrm>
                <a:off x="9109956" y="4247212"/>
                <a:ext cx="507000" cy="503272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47" name="1021 Rectangle 1046"/>
              <p:cNvSpPr/>
              <p:nvPr/>
            </p:nvSpPr>
            <p:spPr>
              <a:xfrm>
                <a:off x="9307537" y="4256532"/>
                <a:ext cx="75107" cy="37828"/>
              </a:xfrm>
              <a:prstGeom prst="rect">
                <a:avLst/>
              </a:prstGeom>
              <a:solidFill>
                <a:srgbClr val="151518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48" name="1022 Rectangle 1047"/>
              <p:cNvSpPr/>
              <p:nvPr/>
            </p:nvSpPr>
            <p:spPr>
              <a:xfrm>
                <a:off x="9270258" y="4293811"/>
                <a:ext cx="37828" cy="37828"/>
              </a:xfrm>
              <a:prstGeom prst="rect">
                <a:avLst/>
              </a:prstGeom>
              <a:solidFill>
                <a:srgbClr val="151518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49" name="1023 Rectangle 1048"/>
              <p:cNvSpPr/>
              <p:nvPr/>
            </p:nvSpPr>
            <p:spPr>
              <a:xfrm>
                <a:off x="9307537" y="4293811"/>
                <a:ext cx="75107" cy="37828"/>
              </a:xfrm>
              <a:prstGeom prst="rect">
                <a:avLst/>
              </a:prstGeom>
              <a:solidFill>
                <a:srgbClr val="FFF126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50" name="1024 Rectangle 1049"/>
              <p:cNvSpPr/>
              <p:nvPr/>
            </p:nvSpPr>
            <p:spPr>
              <a:xfrm>
                <a:off x="9382096" y="4293811"/>
                <a:ext cx="37828" cy="37828"/>
              </a:xfrm>
              <a:prstGeom prst="rect">
                <a:avLst/>
              </a:prstGeom>
              <a:solidFill>
                <a:srgbClr val="151518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51" name="1025 Rectangle 1050"/>
              <p:cNvSpPr/>
              <p:nvPr/>
            </p:nvSpPr>
            <p:spPr>
              <a:xfrm>
                <a:off x="9307537" y="4331091"/>
                <a:ext cx="37828" cy="37828"/>
              </a:xfrm>
              <a:prstGeom prst="rect">
                <a:avLst/>
              </a:prstGeom>
              <a:solidFill>
                <a:srgbClr val="151518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52" name="1026 Rectangle 1051"/>
              <p:cNvSpPr/>
              <p:nvPr/>
            </p:nvSpPr>
            <p:spPr>
              <a:xfrm>
                <a:off x="9344816" y="4331091"/>
                <a:ext cx="37828" cy="37828"/>
              </a:xfrm>
              <a:prstGeom prst="rect">
                <a:avLst/>
              </a:prstGeom>
              <a:solidFill>
                <a:srgbClr val="FFF126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53" name="1027 Rectangle 1052"/>
              <p:cNvSpPr/>
              <p:nvPr/>
            </p:nvSpPr>
            <p:spPr>
              <a:xfrm>
                <a:off x="9382096" y="4331091"/>
                <a:ext cx="37828" cy="37828"/>
              </a:xfrm>
              <a:prstGeom prst="rect">
                <a:avLst/>
              </a:prstGeom>
              <a:solidFill>
                <a:srgbClr val="151518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54" name="1028 Rectangle 1053"/>
              <p:cNvSpPr/>
              <p:nvPr/>
            </p:nvSpPr>
            <p:spPr>
              <a:xfrm>
                <a:off x="9307537" y="4368370"/>
                <a:ext cx="37828" cy="37828"/>
              </a:xfrm>
              <a:prstGeom prst="rect">
                <a:avLst/>
              </a:prstGeom>
              <a:solidFill>
                <a:srgbClr val="151518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55" name="1029 Rectangle 1054"/>
              <p:cNvSpPr/>
              <p:nvPr/>
            </p:nvSpPr>
            <p:spPr>
              <a:xfrm>
                <a:off x="9344816" y="4368370"/>
                <a:ext cx="37828" cy="37828"/>
              </a:xfrm>
              <a:prstGeom prst="rect">
                <a:avLst/>
              </a:prstGeom>
              <a:solidFill>
                <a:srgbClr val="FFF126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56" name="1030 Rectangle 1055"/>
              <p:cNvSpPr/>
              <p:nvPr/>
            </p:nvSpPr>
            <p:spPr>
              <a:xfrm>
                <a:off x="9382096" y="4368370"/>
                <a:ext cx="37828" cy="37828"/>
              </a:xfrm>
              <a:prstGeom prst="rect">
                <a:avLst/>
              </a:prstGeom>
              <a:solidFill>
                <a:srgbClr val="151518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57" name="1031 Rectangle 1056"/>
              <p:cNvSpPr/>
              <p:nvPr/>
            </p:nvSpPr>
            <p:spPr>
              <a:xfrm>
                <a:off x="9232978" y="4405650"/>
                <a:ext cx="112387" cy="37828"/>
              </a:xfrm>
              <a:prstGeom prst="rect">
                <a:avLst/>
              </a:prstGeom>
              <a:solidFill>
                <a:srgbClr val="151518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58" name="1032 Rectangle 1057"/>
              <p:cNvSpPr/>
              <p:nvPr/>
            </p:nvSpPr>
            <p:spPr>
              <a:xfrm>
                <a:off x="9344816" y="4405650"/>
                <a:ext cx="37828" cy="37828"/>
              </a:xfrm>
              <a:prstGeom prst="rect">
                <a:avLst/>
              </a:prstGeom>
              <a:solidFill>
                <a:srgbClr val="FFF126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59" name="1033 Rectangle 1058"/>
              <p:cNvSpPr/>
              <p:nvPr/>
            </p:nvSpPr>
            <p:spPr>
              <a:xfrm>
                <a:off x="9382096" y="4405650"/>
                <a:ext cx="112387" cy="37828"/>
              </a:xfrm>
              <a:prstGeom prst="rect">
                <a:avLst/>
              </a:prstGeom>
              <a:solidFill>
                <a:srgbClr val="151518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60" name="1034 Rectangle 1059"/>
              <p:cNvSpPr/>
              <p:nvPr/>
            </p:nvSpPr>
            <p:spPr>
              <a:xfrm>
                <a:off x="9195699" y="4442929"/>
                <a:ext cx="37828" cy="37828"/>
              </a:xfrm>
              <a:prstGeom prst="rect">
                <a:avLst/>
              </a:prstGeom>
              <a:solidFill>
                <a:srgbClr val="151518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61" name="1035 Rectangle 1060"/>
              <p:cNvSpPr/>
              <p:nvPr/>
            </p:nvSpPr>
            <p:spPr>
              <a:xfrm>
                <a:off x="9232978" y="4442929"/>
                <a:ext cx="37828" cy="37828"/>
              </a:xfrm>
              <a:prstGeom prst="rect">
                <a:avLst/>
              </a:prstGeom>
              <a:solidFill>
                <a:srgbClr val="F682D5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62" name="1036 Rectangle 1061"/>
              <p:cNvSpPr/>
              <p:nvPr/>
            </p:nvSpPr>
            <p:spPr>
              <a:xfrm>
                <a:off x="9270258" y="4442929"/>
                <a:ext cx="149666" cy="37828"/>
              </a:xfrm>
              <a:prstGeom prst="rect">
                <a:avLst/>
              </a:prstGeom>
              <a:solidFill>
                <a:srgbClr val="FFF126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63" name="1037 Rectangle 1062"/>
              <p:cNvSpPr/>
              <p:nvPr/>
            </p:nvSpPr>
            <p:spPr>
              <a:xfrm>
                <a:off x="9419375" y="4442929"/>
                <a:ext cx="75107" cy="37828"/>
              </a:xfrm>
              <a:prstGeom prst="rect">
                <a:avLst/>
              </a:prstGeom>
              <a:solidFill>
                <a:srgbClr val="F682D5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64" name="1038 Rectangle 1063"/>
              <p:cNvSpPr/>
              <p:nvPr/>
            </p:nvSpPr>
            <p:spPr>
              <a:xfrm>
                <a:off x="9493934" y="4442929"/>
                <a:ext cx="37828" cy="37828"/>
              </a:xfrm>
              <a:prstGeom prst="rect">
                <a:avLst/>
              </a:prstGeom>
              <a:solidFill>
                <a:srgbClr val="151518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65" name="1039 Rectangle 1064"/>
              <p:cNvSpPr/>
              <p:nvPr/>
            </p:nvSpPr>
            <p:spPr>
              <a:xfrm>
                <a:off x="9158419" y="4480208"/>
                <a:ext cx="37828" cy="37828"/>
              </a:xfrm>
              <a:prstGeom prst="rect">
                <a:avLst/>
              </a:prstGeom>
              <a:solidFill>
                <a:srgbClr val="151518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66" name="1040 Rectangle 1065"/>
              <p:cNvSpPr/>
              <p:nvPr/>
            </p:nvSpPr>
            <p:spPr>
              <a:xfrm>
                <a:off x="9195699" y="4480208"/>
                <a:ext cx="336063" cy="37828"/>
              </a:xfrm>
              <a:prstGeom prst="rect">
                <a:avLst/>
              </a:prstGeom>
              <a:solidFill>
                <a:srgbClr val="F682D5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67" name="1041 Rectangle 1066"/>
              <p:cNvSpPr/>
              <p:nvPr/>
            </p:nvSpPr>
            <p:spPr>
              <a:xfrm>
                <a:off x="9531213" y="4480208"/>
                <a:ext cx="37828" cy="37828"/>
              </a:xfrm>
              <a:prstGeom prst="rect">
                <a:avLst/>
              </a:prstGeom>
              <a:solidFill>
                <a:srgbClr val="151518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68" name="1042 Rectangle 1067"/>
              <p:cNvSpPr/>
              <p:nvPr/>
            </p:nvSpPr>
            <p:spPr>
              <a:xfrm>
                <a:off x="9158419" y="4517488"/>
                <a:ext cx="37828" cy="37828"/>
              </a:xfrm>
              <a:prstGeom prst="rect">
                <a:avLst/>
              </a:prstGeom>
              <a:solidFill>
                <a:srgbClr val="151518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69" name="1043 Rectangle 1068"/>
              <p:cNvSpPr/>
              <p:nvPr/>
            </p:nvSpPr>
            <p:spPr>
              <a:xfrm>
                <a:off x="9195699" y="4517488"/>
                <a:ext cx="37828" cy="37828"/>
              </a:xfrm>
              <a:prstGeom prst="rect">
                <a:avLst/>
              </a:prstGeom>
              <a:solidFill>
                <a:srgbClr val="F682D5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70" name="1044 Rectangle 1069"/>
              <p:cNvSpPr/>
              <p:nvPr/>
            </p:nvSpPr>
            <p:spPr>
              <a:xfrm>
                <a:off x="9232978" y="4517488"/>
                <a:ext cx="186946" cy="37828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71" name="1045 Rectangle 1070"/>
              <p:cNvSpPr/>
              <p:nvPr/>
            </p:nvSpPr>
            <p:spPr>
              <a:xfrm>
                <a:off x="9419375" y="4517488"/>
                <a:ext cx="112387" cy="37828"/>
              </a:xfrm>
              <a:prstGeom prst="rect">
                <a:avLst/>
              </a:prstGeom>
              <a:solidFill>
                <a:srgbClr val="F682D5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72" name="1046 Rectangle 1071"/>
              <p:cNvSpPr/>
              <p:nvPr/>
            </p:nvSpPr>
            <p:spPr>
              <a:xfrm>
                <a:off x="9531213" y="4517488"/>
                <a:ext cx="37828" cy="37828"/>
              </a:xfrm>
              <a:prstGeom prst="rect">
                <a:avLst/>
              </a:prstGeom>
              <a:solidFill>
                <a:srgbClr val="151518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73" name="1047 Rectangle 1072"/>
              <p:cNvSpPr/>
              <p:nvPr/>
            </p:nvSpPr>
            <p:spPr>
              <a:xfrm>
                <a:off x="9158419" y="4554767"/>
                <a:ext cx="37828" cy="37828"/>
              </a:xfrm>
              <a:prstGeom prst="rect">
                <a:avLst/>
              </a:prstGeom>
              <a:solidFill>
                <a:srgbClr val="151518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74" name="1048 Rectangle 1073"/>
              <p:cNvSpPr/>
              <p:nvPr/>
            </p:nvSpPr>
            <p:spPr>
              <a:xfrm>
                <a:off x="9195699" y="4554767"/>
                <a:ext cx="37828" cy="37828"/>
              </a:xfrm>
              <a:prstGeom prst="rect">
                <a:avLst/>
              </a:prstGeom>
              <a:solidFill>
                <a:srgbClr val="F682D5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75" name="1049 Rectangle 1074"/>
              <p:cNvSpPr/>
              <p:nvPr/>
            </p:nvSpPr>
            <p:spPr>
              <a:xfrm>
                <a:off x="9232978" y="4554767"/>
                <a:ext cx="37828" cy="37828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76" name="1050 Rectangle 1075"/>
              <p:cNvSpPr/>
              <p:nvPr/>
            </p:nvSpPr>
            <p:spPr>
              <a:xfrm>
                <a:off x="9270258" y="4554767"/>
                <a:ext cx="37828" cy="37828"/>
              </a:xfrm>
              <a:prstGeom prst="rect">
                <a:avLst/>
              </a:prstGeom>
              <a:solidFill>
                <a:srgbClr val="151518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77" name="1051 Rectangle 1076"/>
              <p:cNvSpPr/>
              <p:nvPr/>
            </p:nvSpPr>
            <p:spPr>
              <a:xfrm>
                <a:off x="9307537" y="4554767"/>
                <a:ext cx="37828" cy="37828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78" name="1052 Rectangle 1077"/>
              <p:cNvSpPr/>
              <p:nvPr/>
            </p:nvSpPr>
            <p:spPr>
              <a:xfrm>
                <a:off x="9344816" y="4554767"/>
                <a:ext cx="37828" cy="37828"/>
              </a:xfrm>
              <a:prstGeom prst="rect">
                <a:avLst/>
              </a:prstGeom>
              <a:solidFill>
                <a:srgbClr val="151518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79" name="1053 Rectangle 1078"/>
              <p:cNvSpPr/>
              <p:nvPr/>
            </p:nvSpPr>
            <p:spPr>
              <a:xfrm>
                <a:off x="9382096" y="4554767"/>
                <a:ext cx="37828" cy="37828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80" name="1054 Rectangle 1079"/>
              <p:cNvSpPr/>
              <p:nvPr/>
            </p:nvSpPr>
            <p:spPr>
              <a:xfrm>
                <a:off x="9419375" y="4554767"/>
                <a:ext cx="112387" cy="37828"/>
              </a:xfrm>
              <a:prstGeom prst="rect">
                <a:avLst/>
              </a:prstGeom>
              <a:solidFill>
                <a:srgbClr val="F682D5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81" name="1055 Rectangle 1080"/>
              <p:cNvSpPr/>
              <p:nvPr/>
            </p:nvSpPr>
            <p:spPr>
              <a:xfrm>
                <a:off x="9531213" y="4554767"/>
                <a:ext cx="37828" cy="37828"/>
              </a:xfrm>
              <a:prstGeom prst="rect">
                <a:avLst/>
              </a:prstGeom>
              <a:solidFill>
                <a:srgbClr val="151518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82" name="1056 Rectangle 1081"/>
              <p:cNvSpPr/>
              <p:nvPr/>
            </p:nvSpPr>
            <p:spPr>
              <a:xfrm>
                <a:off x="9158419" y="4592046"/>
                <a:ext cx="37828" cy="37828"/>
              </a:xfrm>
              <a:prstGeom prst="rect">
                <a:avLst/>
              </a:prstGeom>
              <a:solidFill>
                <a:srgbClr val="151518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83" name="1057 Rectangle 1082"/>
              <p:cNvSpPr/>
              <p:nvPr/>
            </p:nvSpPr>
            <p:spPr>
              <a:xfrm>
                <a:off x="9195699" y="4592046"/>
                <a:ext cx="37828" cy="37828"/>
              </a:xfrm>
              <a:prstGeom prst="rect">
                <a:avLst/>
              </a:prstGeom>
              <a:solidFill>
                <a:srgbClr val="F682D5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84" name="1058 Rectangle 1083"/>
              <p:cNvSpPr/>
              <p:nvPr/>
            </p:nvSpPr>
            <p:spPr>
              <a:xfrm>
                <a:off x="9232978" y="4592046"/>
                <a:ext cx="186946" cy="37828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85" name="1059 Rectangle 1084"/>
              <p:cNvSpPr/>
              <p:nvPr/>
            </p:nvSpPr>
            <p:spPr>
              <a:xfrm>
                <a:off x="9419375" y="4592046"/>
                <a:ext cx="112387" cy="37828"/>
              </a:xfrm>
              <a:prstGeom prst="rect">
                <a:avLst/>
              </a:prstGeom>
              <a:solidFill>
                <a:srgbClr val="F682D5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86" name="1060 Rectangle 1085"/>
              <p:cNvSpPr/>
              <p:nvPr/>
            </p:nvSpPr>
            <p:spPr>
              <a:xfrm>
                <a:off x="9531213" y="4592046"/>
                <a:ext cx="37828" cy="37828"/>
              </a:xfrm>
              <a:prstGeom prst="rect">
                <a:avLst/>
              </a:prstGeom>
              <a:solidFill>
                <a:srgbClr val="151518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87" name="1061 Rectangle 1086"/>
              <p:cNvSpPr/>
              <p:nvPr/>
            </p:nvSpPr>
            <p:spPr>
              <a:xfrm>
                <a:off x="9158419" y="4629326"/>
                <a:ext cx="37828" cy="37828"/>
              </a:xfrm>
              <a:prstGeom prst="rect">
                <a:avLst/>
              </a:prstGeom>
              <a:solidFill>
                <a:srgbClr val="151518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88" name="1062 Rectangle 1087"/>
              <p:cNvSpPr/>
              <p:nvPr/>
            </p:nvSpPr>
            <p:spPr>
              <a:xfrm>
                <a:off x="9195699" y="4629326"/>
                <a:ext cx="37828" cy="37828"/>
              </a:xfrm>
              <a:prstGeom prst="rect">
                <a:avLst/>
              </a:prstGeom>
              <a:solidFill>
                <a:srgbClr val="F682D5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89" name="1063 Rectangle 1088"/>
              <p:cNvSpPr/>
              <p:nvPr/>
            </p:nvSpPr>
            <p:spPr>
              <a:xfrm>
                <a:off x="9232978" y="4629326"/>
                <a:ext cx="75107" cy="37828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90" name="1064 Rectangle 1089"/>
              <p:cNvSpPr/>
              <p:nvPr/>
            </p:nvSpPr>
            <p:spPr>
              <a:xfrm>
                <a:off x="9307537" y="4629326"/>
                <a:ext cx="37828" cy="37828"/>
              </a:xfrm>
              <a:prstGeom prst="rect">
                <a:avLst/>
              </a:prstGeom>
              <a:solidFill>
                <a:srgbClr val="151518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91" name="1065 Rectangle 1090"/>
              <p:cNvSpPr/>
              <p:nvPr/>
            </p:nvSpPr>
            <p:spPr>
              <a:xfrm>
                <a:off x="9344816" y="4629326"/>
                <a:ext cx="75107" cy="37828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92" name="1066 Rectangle 1091"/>
              <p:cNvSpPr/>
              <p:nvPr/>
            </p:nvSpPr>
            <p:spPr>
              <a:xfrm>
                <a:off x="9419375" y="4629326"/>
                <a:ext cx="112387" cy="37828"/>
              </a:xfrm>
              <a:prstGeom prst="rect">
                <a:avLst/>
              </a:prstGeom>
              <a:solidFill>
                <a:srgbClr val="F682D5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93" name="1067 Rectangle 1092"/>
              <p:cNvSpPr/>
              <p:nvPr/>
            </p:nvSpPr>
            <p:spPr>
              <a:xfrm>
                <a:off x="9531213" y="4629326"/>
                <a:ext cx="37828" cy="37828"/>
              </a:xfrm>
              <a:prstGeom prst="rect">
                <a:avLst/>
              </a:prstGeom>
              <a:solidFill>
                <a:srgbClr val="151518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94" name="1068 Rectangle 1093"/>
              <p:cNvSpPr/>
              <p:nvPr/>
            </p:nvSpPr>
            <p:spPr>
              <a:xfrm>
                <a:off x="9158419" y="4666605"/>
                <a:ext cx="37828" cy="37828"/>
              </a:xfrm>
              <a:prstGeom prst="rect">
                <a:avLst/>
              </a:prstGeom>
              <a:solidFill>
                <a:srgbClr val="151518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95" name="1069 Rectangle 1094"/>
              <p:cNvSpPr/>
              <p:nvPr/>
            </p:nvSpPr>
            <p:spPr>
              <a:xfrm>
                <a:off x="9195699" y="4666605"/>
                <a:ext cx="75107" cy="37828"/>
              </a:xfrm>
              <a:prstGeom prst="rect">
                <a:avLst/>
              </a:prstGeom>
              <a:solidFill>
                <a:srgbClr val="F682D5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96" name="1070 Rectangle 1095"/>
              <p:cNvSpPr/>
              <p:nvPr/>
            </p:nvSpPr>
            <p:spPr>
              <a:xfrm>
                <a:off x="9270258" y="4666605"/>
                <a:ext cx="112387" cy="37828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97" name="1071 Rectangle 1096"/>
              <p:cNvSpPr/>
              <p:nvPr/>
            </p:nvSpPr>
            <p:spPr>
              <a:xfrm>
                <a:off x="9382096" y="4666605"/>
                <a:ext cx="149666" cy="37828"/>
              </a:xfrm>
              <a:prstGeom prst="rect">
                <a:avLst/>
              </a:prstGeom>
              <a:solidFill>
                <a:srgbClr val="F682D5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98" name="1072 Rectangle 1097"/>
              <p:cNvSpPr/>
              <p:nvPr/>
            </p:nvSpPr>
            <p:spPr>
              <a:xfrm>
                <a:off x="9531213" y="4666605"/>
                <a:ext cx="37828" cy="37828"/>
              </a:xfrm>
              <a:prstGeom prst="rect">
                <a:avLst/>
              </a:prstGeom>
              <a:solidFill>
                <a:srgbClr val="151518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99" name="1073 Rectangle 1098"/>
              <p:cNvSpPr/>
              <p:nvPr/>
            </p:nvSpPr>
            <p:spPr>
              <a:xfrm>
                <a:off x="9158419" y="4703885"/>
                <a:ext cx="410622" cy="37828"/>
              </a:xfrm>
              <a:prstGeom prst="rect">
                <a:avLst/>
              </a:prstGeom>
              <a:solidFill>
                <a:srgbClr val="151518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</p:grpSp>
        <p:grpSp>
          <p:nvGrpSpPr>
            <p:cNvPr id="1100" name="participating-agent-clown"/>
            <p:cNvGrpSpPr/>
            <p:nvPr/>
          </p:nvGrpSpPr>
          <p:grpSpPr>
            <a:xfrm>
              <a:off x="10405872" y="4105656"/>
              <a:ext cx="768096" cy="768096"/>
              <a:chOff x="10405872" y="4105656"/>
              <a:chExt cx="768096" cy="768096"/>
            </a:xfrm>
          </p:grpSpPr>
          <p:sp>
            <p:nvSpPr>
              <p:cNvPr id="1101" name="1074 Oval 1100"/>
              <p:cNvSpPr/>
              <p:nvPr/>
            </p:nvSpPr>
            <p:spPr>
              <a:xfrm>
                <a:off x="10405872" y="4105656"/>
                <a:ext cx="768096" cy="768096"/>
              </a:xfrm>
              <a:prstGeom prst="ellipse">
                <a:avLst/>
              </a:prstGeom>
              <a:solidFill>
                <a:srgbClr val="37A0A3"/>
              </a:solidFill>
              <a:ln w="20116" cap="rnd">
                <a:solidFill>
                  <a:srgbClr val="080C0C"/>
                </a:solidFill>
                <a:round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102" name="1075 Rectangle 1101"/>
              <p:cNvSpPr/>
              <p:nvPr/>
            </p:nvSpPr>
            <p:spPr>
              <a:xfrm>
                <a:off x="10536420" y="4238068"/>
                <a:ext cx="507000" cy="503272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103" name="1076 Rectangle 1102"/>
              <p:cNvSpPr/>
              <p:nvPr/>
            </p:nvSpPr>
            <p:spPr>
              <a:xfrm>
                <a:off x="10696722" y="4247388"/>
                <a:ext cx="186946" cy="37828"/>
              </a:xfrm>
              <a:prstGeom prst="rect">
                <a:avLst/>
              </a:prstGeom>
              <a:solidFill>
                <a:srgbClr val="151518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104" name="1077 Rectangle 1103"/>
              <p:cNvSpPr/>
              <p:nvPr/>
            </p:nvSpPr>
            <p:spPr>
              <a:xfrm>
                <a:off x="10622163" y="4284667"/>
                <a:ext cx="75107" cy="37828"/>
              </a:xfrm>
              <a:prstGeom prst="rect">
                <a:avLst/>
              </a:prstGeom>
              <a:solidFill>
                <a:srgbClr val="151518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105" name="1078 Rectangle 1104"/>
              <p:cNvSpPr/>
              <p:nvPr/>
            </p:nvSpPr>
            <p:spPr>
              <a:xfrm>
                <a:off x="10696722" y="4284667"/>
                <a:ext cx="186946" cy="37828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106" name="1079 Rectangle 1105"/>
              <p:cNvSpPr/>
              <p:nvPr/>
            </p:nvSpPr>
            <p:spPr>
              <a:xfrm>
                <a:off x="10883118" y="4284667"/>
                <a:ext cx="75107" cy="37828"/>
              </a:xfrm>
              <a:prstGeom prst="rect">
                <a:avLst/>
              </a:prstGeom>
              <a:solidFill>
                <a:srgbClr val="151518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107" name="1080 Rectangle 1106"/>
              <p:cNvSpPr/>
              <p:nvPr/>
            </p:nvSpPr>
            <p:spPr>
              <a:xfrm>
                <a:off x="10584883" y="4321947"/>
                <a:ext cx="37828" cy="37828"/>
              </a:xfrm>
              <a:prstGeom prst="rect">
                <a:avLst/>
              </a:prstGeom>
              <a:solidFill>
                <a:srgbClr val="151518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108" name="1081 Rectangle 1107"/>
              <p:cNvSpPr/>
              <p:nvPr/>
            </p:nvSpPr>
            <p:spPr>
              <a:xfrm>
                <a:off x="10622163" y="4321947"/>
                <a:ext cx="37828" cy="37828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109" name="1082 Rectangle 1108"/>
              <p:cNvSpPr/>
              <p:nvPr/>
            </p:nvSpPr>
            <p:spPr>
              <a:xfrm>
                <a:off x="10659442" y="4321947"/>
                <a:ext cx="75107" cy="37828"/>
              </a:xfrm>
              <a:prstGeom prst="rect">
                <a:avLst/>
              </a:prstGeom>
              <a:solidFill>
                <a:srgbClr val="FF263E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110" name="1083 Rectangle 1109"/>
              <p:cNvSpPr/>
              <p:nvPr/>
            </p:nvSpPr>
            <p:spPr>
              <a:xfrm>
                <a:off x="10734001" y="4321947"/>
                <a:ext cx="37828" cy="37828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111" name="1084 Rectangle 1110"/>
              <p:cNvSpPr/>
              <p:nvPr/>
            </p:nvSpPr>
            <p:spPr>
              <a:xfrm>
                <a:off x="10771280" y="4321947"/>
                <a:ext cx="75107" cy="37828"/>
              </a:xfrm>
              <a:prstGeom prst="rect">
                <a:avLst/>
              </a:prstGeom>
              <a:solidFill>
                <a:srgbClr val="FF263E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112" name="1085 Rectangle 1111"/>
              <p:cNvSpPr/>
              <p:nvPr/>
            </p:nvSpPr>
            <p:spPr>
              <a:xfrm>
                <a:off x="10845839" y="4321947"/>
                <a:ext cx="112387" cy="37828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113" name="1086 Rectangle 1112"/>
              <p:cNvSpPr/>
              <p:nvPr/>
            </p:nvSpPr>
            <p:spPr>
              <a:xfrm>
                <a:off x="10957677" y="4321947"/>
                <a:ext cx="37828" cy="37828"/>
              </a:xfrm>
              <a:prstGeom prst="rect">
                <a:avLst/>
              </a:prstGeom>
              <a:solidFill>
                <a:srgbClr val="151518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114" name="1087 Rectangle 1113"/>
              <p:cNvSpPr/>
              <p:nvPr/>
            </p:nvSpPr>
            <p:spPr>
              <a:xfrm>
                <a:off x="10584883" y="4359226"/>
                <a:ext cx="37828" cy="37828"/>
              </a:xfrm>
              <a:prstGeom prst="rect">
                <a:avLst/>
              </a:prstGeom>
              <a:solidFill>
                <a:srgbClr val="151518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115" name="1088 Rectangle 1114"/>
              <p:cNvSpPr/>
              <p:nvPr/>
            </p:nvSpPr>
            <p:spPr>
              <a:xfrm>
                <a:off x="10622163" y="4359226"/>
                <a:ext cx="37828" cy="37828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116" name="1089 Rectangle 1115"/>
              <p:cNvSpPr/>
              <p:nvPr/>
            </p:nvSpPr>
            <p:spPr>
              <a:xfrm>
                <a:off x="10659442" y="4359226"/>
                <a:ext cx="37828" cy="37828"/>
              </a:xfrm>
              <a:prstGeom prst="rect">
                <a:avLst/>
              </a:prstGeom>
              <a:solidFill>
                <a:srgbClr val="FF263E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117" name="1090 Rectangle 1116"/>
              <p:cNvSpPr/>
              <p:nvPr/>
            </p:nvSpPr>
            <p:spPr>
              <a:xfrm>
                <a:off x="10696722" y="4359226"/>
                <a:ext cx="186946" cy="37828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118" name="1091 Rectangle 1117"/>
              <p:cNvSpPr/>
              <p:nvPr/>
            </p:nvSpPr>
            <p:spPr>
              <a:xfrm>
                <a:off x="10883118" y="4359226"/>
                <a:ext cx="75107" cy="37828"/>
              </a:xfrm>
              <a:prstGeom prst="rect">
                <a:avLst/>
              </a:prstGeom>
              <a:solidFill>
                <a:srgbClr val="FF263E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119" name="1092 Rectangle 1118"/>
              <p:cNvSpPr/>
              <p:nvPr/>
            </p:nvSpPr>
            <p:spPr>
              <a:xfrm>
                <a:off x="10957677" y="4359226"/>
                <a:ext cx="37828" cy="37828"/>
              </a:xfrm>
              <a:prstGeom prst="rect">
                <a:avLst/>
              </a:prstGeom>
              <a:solidFill>
                <a:srgbClr val="151518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120" name="1093 Rectangle 1119"/>
              <p:cNvSpPr/>
              <p:nvPr/>
            </p:nvSpPr>
            <p:spPr>
              <a:xfrm>
                <a:off x="10547604" y="4396506"/>
                <a:ext cx="37828" cy="37828"/>
              </a:xfrm>
              <a:prstGeom prst="rect">
                <a:avLst/>
              </a:prstGeom>
              <a:solidFill>
                <a:srgbClr val="151518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121" name="1094 Rectangle 1120"/>
              <p:cNvSpPr/>
              <p:nvPr/>
            </p:nvSpPr>
            <p:spPr>
              <a:xfrm>
                <a:off x="10584883" y="4396506"/>
                <a:ext cx="336063" cy="37828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122" name="1095 Rectangle 1121"/>
              <p:cNvSpPr/>
              <p:nvPr/>
            </p:nvSpPr>
            <p:spPr>
              <a:xfrm>
                <a:off x="10920398" y="4396506"/>
                <a:ext cx="37828" cy="37828"/>
              </a:xfrm>
              <a:prstGeom prst="rect">
                <a:avLst/>
              </a:prstGeom>
              <a:solidFill>
                <a:srgbClr val="FF263E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123" name="1096 Rectangle 1122"/>
              <p:cNvSpPr/>
              <p:nvPr/>
            </p:nvSpPr>
            <p:spPr>
              <a:xfrm>
                <a:off x="10957677" y="4396506"/>
                <a:ext cx="37828" cy="37828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124" name="1097 Rectangle 1123"/>
              <p:cNvSpPr/>
              <p:nvPr/>
            </p:nvSpPr>
            <p:spPr>
              <a:xfrm>
                <a:off x="10994957" y="4396506"/>
                <a:ext cx="37828" cy="37828"/>
              </a:xfrm>
              <a:prstGeom prst="rect">
                <a:avLst/>
              </a:prstGeom>
              <a:solidFill>
                <a:srgbClr val="151518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125" name="1098 Rectangle 1124"/>
              <p:cNvSpPr/>
              <p:nvPr/>
            </p:nvSpPr>
            <p:spPr>
              <a:xfrm>
                <a:off x="10547604" y="4433785"/>
                <a:ext cx="37828" cy="37828"/>
              </a:xfrm>
              <a:prstGeom prst="rect">
                <a:avLst/>
              </a:prstGeom>
              <a:solidFill>
                <a:srgbClr val="151518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126" name="1099 Rectangle 1125"/>
              <p:cNvSpPr/>
              <p:nvPr/>
            </p:nvSpPr>
            <p:spPr>
              <a:xfrm>
                <a:off x="10584883" y="4433785"/>
                <a:ext cx="75107" cy="37828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127" name="1100 Rectangle 1126"/>
              <p:cNvSpPr/>
              <p:nvPr/>
            </p:nvSpPr>
            <p:spPr>
              <a:xfrm>
                <a:off x="10659442" y="4433785"/>
                <a:ext cx="37828" cy="37828"/>
              </a:xfrm>
              <a:prstGeom prst="rect">
                <a:avLst/>
              </a:prstGeom>
              <a:solidFill>
                <a:srgbClr val="151518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128" name="1101 Rectangle 1127"/>
              <p:cNvSpPr/>
              <p:nvPr/>
            </p:nvSpPr>
            <p:spPr>
              <a:xfrm>
                <a:off x="10696722" y="4433785"/>
                <a:ext cx="75107" cy="37828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129" name="1102 Rectangle 1128"/>
              <p:cNvSpPr/>
              <p:nvPr/>
            </p:nvSpPr>
            <p:spPr>
              <a:xfrm>
                <a:off x="10771280" y="4433785"/>
                <a:ext cx="37828" cy="37828"/>
              </a:xfrm>
              <a:prstGeom prst="rect">
                <a:avLst/>
              </a:prstGeom>
              <a:solidFill>
                <a:srgbClr val="151518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130" name="1103 Rectangle 1129"/>
              <p:cNvSpPr/>
              <p:nvPr/>
            </p:nvSpPr>
            <p:spPr>
              <a:xfrm>
                <a:off x="10808560" y="4433785"/>
                <a:ext cx="186946" cy="37828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131" name="1104 Rectangle 1130"/>
              <p:cNvSpPr/>
              <p:nvPr/>
            </p:nvSpPr>
            <p:spPr>
              <a:xfrm>
                <a:off x="10994957" y="4433785"/>
                <a:ext cx="37828" cy="37828"/>
              </a:xfrm>
              <a:prstGeom prst="rect">
                <a:avLst/>
              </a:prstGeom>
              <a:solidFill>
                <a:srgbClr val="151518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132" name="1105 Rectangle 1131"/>
              <p:cNvSpPr/>
              <p:nvPr/>
            </p:nvSpPr>
            <p:spPr>
              <a:xfrm>
                <a:off x="10547604" y="4471064"/>
                <a:ext cx="37828" cy="37828"/>
              </a:xfrm>
              <a:prstGeom prst="rect">
                <a:avLst/>
              </a:prstGeom>
              <a:solidFill>
                <a:srgbClr val="151518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133" name="1106 Rectangle 1132"/>
              <p:cNvSpPr/>
              <p:nvPr/>
            </p:nvSpPr>
            <p:spPr>
              <a:xfrm>
                <a:off x="10584883" y="4471064"/>
                <a:ext cx="261504" cy="37828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134" name="1107 Rectangle 1133"/>
              <p:cNvSpPr/>
              <p:nvPr/>
            </p:nvSpPr>
            <p:spPr>
              <a:xfrm>
                <a:off x="10845839" y="4471064"/>
                <a:ext cx="75107" cy="37828"/>
              </a:xfrm>
              <a:prstGeom prst="rect">
                <a:avLst/>
              </a:prstGeom>
              <a:solidFill>
                <a:srgbClr val="FF263E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135" name="1108 Rectangle 1134"/>
              <p:cNvSpPr/>
              <p:nvPr/>
            </p:nvSpPr>
            <p:spPr>
              <a:xfrm>
                <a:off x="10920398" y="4471064"/>
                <a:ext cx="75107" cy="37828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136" name="1109 Rectangle 1135"/>
              <p:cNvSpPr/>
              <p:nvPr/>
            </p:nvSpPr>
            <p:spPr>
              <a:xfrm>
                <a:off x="10994957" y="4471064"/>
                <a:ext cx="37828" cy="37828"/>
              </a:xfrm>
              <a:prstGeom prst="rect">
                <a:avLst/>
              </a:prstGeom>
              <a:solidFill>
                <a:srgbClr val="151518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137" name="1110 Rectangle 1136"/>
              <p:cNvSpPr/>
              <p:nvPr/>
            </p:nvSpPr>
            <p:spPr>
              <a:xfrm>
                <a:off x="10547604" y="4508344"/>
                <a:ext cx="37828" cy="37828"/>
              </a:xfrm>
              <a:prstGeom prst="rect">
                <a:avLst/>
              </a:prstGeom>
              <a:solidFill>
                <a:srgbClr val="151518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138" name="1111 Rectangle 1137"/>
              <p:cNvSpPr/>
              <p:nvPr/>
            </p:nvSpPr>
            <p:spPr>
              <a:xfrm>
                <a:off x="10584883" y="4508344"/>
                <a:ext cx="37828" cy="37828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139" name="1112 Rectangle 1138"/>
              <p:cNvSpPr/>
              <p:nvPr/>
            </p:nvSpPr>
            <p:spPr>
              <a:xfrm>
                <a:off x="10622163" y="4508344"/>
                <a:ext cx="37828" cy="37828"/>
              </a:xfrm>
              <a:prstGeom prst="rect">
                <a:avLst/>
              </a:prstGeom>
              <a:solidFill>
                <a:srgbClr val="F682D5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140" name="1113 Rectangle 1139"/>
              <p:cNvSpPr/>
              <p:nvPr/>
            </p:nvSpPr>
            <p:spPr>
              <a:xfrm>
                <a:off x="10659442" y="4508344"/>
                <a:ext cx="186946" cy="37828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141" name="1114 Rectangle 1140"/>
              <p:cNvSpPr/>
              <p:nvPr/>
            </p:nvSpPr>
            <p:spPr>
              <a:xfrm>
                <a:off x="10845839" y="4508344"/>
                <a:ext cx="37828" cy="37828"/>
              </a:xfrm>
              <a:prstGeom prst="rect">
                <a:avLst/>
              </a:prstGeom>
              <a:solidFill>
                <a:srgbClr val="F682D5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142" name="1115 Rectangle 1141"/>
              <p:cNvSpPr/>
              <p:nvPr/>
            </p:nvSpPr>
            <p:spPr>
              <a:xfrm>
                <a:off x="10883118" y="4508344"/>
                <a:ext cx="112387" cy="37828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143" name="1116 Rectangle 1142"/>
              <p:cNvSpPr/>
              <p:nvPr/>
            </p:nvSpPr>
            <p:spPr>
              <a:xfrm>
                <a:off x="10994957" y="4508344"/>
                <a:ext cx="37828" cy="37828"/>
              </a:xfrm>
              <a:prstGeom prst="rect">
                <a:avLst/>
              </a:prstGeom>
              <a:solidFill>
                <a:srgbClr val="151518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144" name="1117 Rectangle 1143"/>
              <p:cNvSpPr/>
              <p:nvPr/>
            </p:nvSpPr>
            <p:spPr>
              <a:xfrm>
                <a:off x="10547604" y="4545623"/>
                <a:ext cx="37828" cy="37828"/>
              </a:xfrm>
              <a:prstGeom prst="rect">
                <a:avLst/>
              </a:prstGeom>
              <a:solidFill>
                <a:srgbClr val="151518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145" name="1118 Rectangle 1144"/>
              <p:cNvSpPr/>
              <p:nvPr/>
            </p:nvSpPr>
            <p:spPr>
              <a:xfrm>
                <a:off x="10584883" y="4545623"/>
                <a:ext cx="149666" cy="37828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146" name="1119 Rectangle 1145"/>
              <p:cNvSpPr/>
              <p:nvPr/>
            </p:nvSpPr>
            <p:spPr>
              <a:xfrm>
                <a:off x="10734001" y="4545623"/>
                <a:ext cx="37828" cy="37828"/>
              </a:xfrm>
              <a:prstGeom prst="rect">
                <a:avLst/>
              </a:prstGeom>
              <a:solidFill>
                <a:srgbClr val="151518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147" name="1120 Rectangle 1146"/>
              <p:cNvSpPr/>
              <p:nvPr/>
            </p:nvSpPr>
            <p:spPr>
              <a:xfrm>
                <a:off x="10771280" y="4545623"/>
                <a:ext cx="224225" cy="37828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148" name="1121 Rectangle 1147"/>
              <p:cNvSpPr/>
              <p:nvPr/>
            </p:nvSpPr>
            <p:spPr>
              <a:xfrm>
                <a:off x="10994957" y="4545623"/>
                <a:ext cx="37828" cy="37828"/>
              </a:xfrm>
              <a:prstGeom prst="rect">
                <a:avLst/>
              </a:prstGeom>
              <a:solidFill>
                <a:srgbClr val="151518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149" name="1122 Rectangle 1148"/>
              <p:cNvSpPr/>
              <p:nvPr/>
            </p:nvSpPr>
            <p:spPr>
              <a:xfrm>
                <a:off x="10547604" y="4582902"/>
                <a:ext cx="37828" cy="37828"/>
              </a:xfrm>
              <a:prstGeom prst="rect">
                <a:avLst/>
              </a:prstGeom>
              <a:solidFill>
                <a:srgbClr val="151518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150" name="1123 Rectangle 1149"/>
              <p:cNvSpPr/>
              <p:nvPr/>
            </p:nvSpPr>
            <p:spPr>
              <a:xfrm>
                <a:off x="10584883" y="4582902"/>
                <a:ext cx="112387" cy="37828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151" name="1124 Rectangle 1150"/>
              <p:cNvSpPr/>
              <p:nvPr/>
            </p:nvSpPr>
            <p:spPr>
              <a:xfrm>
                <a:off x="10696722" y="4582902"/>
                <a:ext cx="37828" cy="37828"/>
              </a:xfrm>
              <a:prstGeom prst="rect">
                <a:avLst/>
              </a:prstGeom>
              <a:solidFill>
                <a:srgbClr val="FF263E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152" name="1125 Rectangle 1151"/>
              <p:cNvSpPr/>
              <p:nvPr/>
            </p:nvSpPr>
            <p:spPr>
              <a:xfrm>
                <a:off x="10734001" y="4582902"/>
                <a:ext cx="261504" cy="37828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153" name="1126 Rectangle 1152"/>
              <p:cNvSpPr/>
              <p:nvPr/>
            </p:nvSpPr>
            <p:spPr>
              <a:xfrm>
                <a:off x="10994957" y="4582902"/>
                <a:ext cx="37828" cy="37828"/>
              </a:xfrm>
              <a:prstGeom prst="rect">
                <a:avLst/>
              </a:prstGeom>
              <a:solidFill>
                <a:srgbClr val="151518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154" name="1127 Rectangle 1153"/>
              <p:cNvSpPr/>
              <p:nvPr/>
            </p:nvSpPr>
            <p:spPr>
              <a:xfrm>
                <a:off x="10547604" y="4620182"/>
                <a:ext cx="37828" cy="37828"/>
              </a:xfrm>
              <a:prstGeom prst="rect">
                <a:avLst/>
              </a:prstGeom>
              <a:solidFill>
                <a:srgbClr val="151518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155" name="1128 Rectangle 1154"/>
              <p:cNvSpPr/>
              <p:nvPr/>
            </p:nvSpPr>
            <p:spPr>
              <a:xfrm>
                <a:off x="10584883" y="4620182"/>
                <a:ext cx="112387" cy="37828"/>
              </a:xfrm>
              <a:prstGeom prst="rect">
                <a:avLst/>
              </a:prstGeom>
              <a:solidFill>
                <a:srgbClr val="061CDE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156" name="1129 Rectangle 1155"/>
              <p:cNvSpPr/>
              <p:nvPr/>
            </p:nvSpPr>
            <p:spPr>
              <a:xfrm>
                <a:off x="10696722" y="4620182"/>
                <a:ext cx="37828" cy="37828"/>
              </a:xfrm>
              <a:prstGeom prst="rect">
                <a:avLst/>
              </a:prstGeom>
              <a:solidFill>
                <a:srgbClr val="FF263E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157" name="1130 Rectangle 1156"/>
              <p:cNvSpPr/>
              <p:nvPr/>
            </p:nvSpPr>
            <p:spPr>
              <a:xfrm>
                <a:off x="10734001" y="4620182"/>
                <a:ext cx="37828" cy="37828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158" name="1131 Rectangle 1157"/>
              <p:cNvSpPr/>
              <p:nvPr/>
            </p:nvSpPr>
            <p:spPr>
              <a:xfrm>
                <a:off x="10771280" y="4620182"/>
                <a:ext cx="224225" cy="37828"/>
              </a:xfrm>
              <a:prstGeom prst="rect">
                <a:avLst/>
              </a:prstGeom>
              <a:solidFill>
                <a:srgbClr val="061CDE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159" name="1132 Rectangle 1158"/>
              <p:cNvSpPr/>
              <p:nvPr/>
            </p:nvSpPr>
            <p:spPr>
              <a:xfrm>
                <a:off x="10994957" y="4620182"/>
                <a:ext cx="37828" cy="37828"/>
              </a:xfrm>
              <a:prstGeom prst="rect">
                <a:avLst/>
              </a:prstGeom>
              <a:solidFill>
                <a:srgbClr val="151518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160" name="1133 Rectangle 1159"/>
              <p:cNvSpPr/>
              <p:nvPr/>
            </p:nvSpPr>
            <p:spPr>
              <a:xfrm>
                <a:off x="10547604" y="4657461"/>
                <a:ext cx="37828" cy="37828"/>
              </a:xfrm>
              <a:prstGeom prst="rect">
                <a:avLst/>
              </a:prstGeom>
              <a:solidFill>
                <a:srgbClr val="151518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161" name="1134 Rectangle 1160"/>
              <p:cNvSpPr/>
              <p:nvPr/>
            </p:nvSpPr>
            <p:spPr>
              <a:xfrm>
                <a:off x="10584883" y="4657461"/>
                <a:ext cx="410622" cy="37828"/>
              </a:xfrm>
              <a:prstGeom prst="rect">
                <a:avLst/>
              </a:prstGeom>
              <a:solidFill>
                <a:srgbClr val="061CDE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162" name="1135 Rectangle 1161"/>
              <p:cNvSpPr/>
              <p:nvPr/>
            </p:nvSpPr>
            <p:spPr>
              <a:xfrm>
                <a:off x="10994957" y="4657461"/>
                <a:ext cx="37828" cy="37828"/>
              </a:xfrm>
              <a:prstGeom prst="rect">
                <a:avLst/>
              </a:prstGeom>
              <a:solidFill>
                <a:srgbClr val="151518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163" name="1136 Rectangle 1162"/>
              <p:cNvSpPr/>
              <p:nvPr/>
            </p:nvSpPr>
            <p:spPr>
              <a:xfrm>
                <a:off x="10547604" y="4694741"/>
                <a:ext cx="485181" cy="37828"/>
              </a:xfrm>
              <a:prstGeom prst="rect">
                <a:avLst/>
              </a:prstGeom>
              <a:solidFill>
                <a:srgbClr val="151518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</p:grpSp>
        <p:grpSp>
          <p:nvGrpSpPr>
            <p:cNvPr id="1164" name="participating-agent-yellow"/>
            <p:cNvGrpSpPr/>
            <p:nvPr/>
          </p:nvGrpSpPr>
          <p:grpSpPr>
            <a:xfrm>
              <a:off x="8979408" y="5358384"/>
              <a:ext cx="768096" cy="768096"/>
              <a:chOff x="8979408" y="5358384"/>
              <a:chExt cx="768096" cy="768096"/>
            </a:xfrm>
          </p:grpSpPr>
          <p:sp>
            <p:nvSpPr>
              <p:cNvPr id="1165" name="1137 Oval 1164"/>
              <p:cNvSpPr/>
              <p:nvPr/>
            </p:nvSpPr>
            <p:spPr>
              <a:xfrm>
                <a:off x="8979408" y="5358384"/>
                <a:ext cx="768096" cy="768096"/>
              </a:xfrm>
              <a:prstGeom prst="ellipse">
                <a:avLst/>
              </a:prstGeom>
              <a:solidFill>
                <a:srgbClr val="8CCF7E"/>
              </a:solidFill>
              <a:ln w="20116" cap="rnd">
                <a:solidFill>
                  <a:srgbClr val="080C0C"/>
                </a:solidFill>
                <a:round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166" name="1138 Rectangle 1165"/>
              <p:cNvSpPr/>
              <p:nvPr/>
            </p:nvSpPr>
            <p:spPr>
              <a:xfrm>
                <a:off x="9109956" y="5490796"/>
                <a:ext cx="507000" cy="503272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167" name="1139 Rectangle 1166"/>
              <p:cNvSpPr/>
              <p:nvPr/>
            </p:nvSpPr>
            <p:spPr>
              <a:xfrm>
                <a:off x="9232978" y="5500116"/>
                <a:ext cx="261504" cy="37828"/>
              </a:xfrm>
              <a:prstGeom prst="rect">
                <a:avLst/>
              </a:prstGeom>
              <a:solidFill>
                <a:srgbClr val="151518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168" name="1140 Rectangle 1167"/>
              <p:cNvSpPr/>
              <p:nvPr/>
            </p:nvSpPr>
            <p:spPr>
              <a:xfrm>
                <a:off x="9195699" y="5537395"/>
                <a:ext cx="37828" cy="37828"/>
              </a:xfrm>
              <a:prstGeom prst="rect">
                <a:avLst/>
              </a:prstGeom>
              <a:solidFill>
                <a:srgbClr val="151518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169" name="1141 Rectangle 1168"/>
              <p:cNvSpPr/>
              <p:nvPr/>
            </p:nvSpPr>
            <p:spPr>
              <a:xfrm>
                <a:off x="9232978" y="5537395"/>
                <a:ext cx="261504" cy="37828"/>
              </a:xfrm>
              <a:prstGeom prst="rect">
                <a:avLst/>
              </a:prstGeom>
              <a:solidFill>
                <a:srgbClr val="FFF126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170" name="1142 Rectangle 1169"/>
              <p:cNvSpPr/>
              <p:nvPr/>
            </p:nvSpPr>
            <p:spPr>
              <a:xfrm>
                <a:off x="9493934" y="5537395"/>
                <a:ext cx="37828" cy="37828"/>
              </a:xfrm>
              <a:prstGeom prst="rect">
                <a:avLst/>
              </a:prstGeom>
              <a:solidFill>
                <a:srgbClr val="151518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171" name="1143 Rectangle 1170"/>
              <p:cNvSpPr/>
              <p:nvPr/>
            </p:nvSpPr>
            <p:spPr>
              <a:xfrm>
                <a:off x="9158419" y="5574675"/>
                <a:ext cx="37828" cy="37828"/>
              </a:xfrm>
              <a:prstGeom prst="rect">
                <a:avLst/>
              </a:prstGeom>
              <a:solidFill>
                <a:srgbClr val="151518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172" name="1144 Rectangle 1171"/>
              <p:cNvSpPr/>
              <p:nvPr/>
            </p:nvSpPr>
            <p:spPr>
              <a:xfrm>
                <a:off x="9195699" y="5574675"/>
                <a:ext cx="336063" cy="37828"/>
              </a:xfrm>
              <a:prstGeom prst="rect">
                <a:avLst/>
              </a:prstGeom>
              <a:solidFill>
                <a:srgbClr val="FFF126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173" name="1145 Rectangle 1172"/>
              <p:cNvSpPr/>
              <p:nvPr/>
            </p:nvSpPr>
            <p:spPr>
              <a:xfrm>
                <a:off x="9531213" y="5574675"/>
                <a:ext cx="37828" cy="37828"/>
              </a:xfrm>
              <a:prstGeom prst="rect">
                <a:avLst/>
              </a:prstGeom>
              <a:solidFill>
                <a:srgbClr val="151518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174" name="1146 Rectangle 1173"/>
              <p:cNvSpPr/>
              <p:nvPr/>
            </p:nvSpPr>
            <p:spPr>
              <a:xfrm>
                <a:off x="9158419" y="5611954"/>
                <a:ext cx="37828" cy="37828"/>
              </a:xfrm>
              <a:prstGeom prst="rect">
                <a:avLst/>
              </a:prstGeom>
              <a:solidFill>
                <a:srgbClr val="151518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175" name="1147 Rectangle 1174"/>
              <p:cNvSpPr/>
              <p:nvPr/>
            </p:nvSpPr>
            <p:spPr>
              <a:xfrm>
                <a:off x="9195699" y="5611954"/>
                <a:ext cx="336063" cy="37828"/>
              </a:xfrm>
              <a:prstGeom prst="rect">
                <a:avLst/>
              </a:prstGeom>
              <a:solidFill>
                <a:srgbClr val="FFF126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176" name="1148 Rectangle 1175"/>
              <p:cNvSpPr/>
              <p:nvPr/>
            </p:nvSpPr>
            <p:spPr>
              <a:xfrm>
                <a:off x="9531213" y="5611954"/>
                <a:ext cx="37828" cy="37828"/>
              </a:xfrm>
              <a:prstGeom prst="rect">
                <a:avLst/>
              </a:prstGeom>
              <a:solidFill>
                <a:srgbClr val="151518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177" name="1149 Rectangle 1176"/>
              <p:cNvSpPr/>
              <p:nvPr/>
            </p:nvSpPr>
            <p:spPr>
              <a:xfrm>
                <a:off x="9121140" y="5649234"/>
                <a:ext cx="37828" cy="37828"/>
              </a:xfrm>
              <a:prstGeom prst="rect">
                <a:avLst/>
              </a:prstGeom>
              <a:solidFill>
                <a:srgbClr val="151518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178" name="1150 Rectangle 1177"/>
              <p:cNvSpPr/>
              <p:nvPr/>
            </p:nvSpPr>
            <p:spPr>
              <a:xfrm>
                <a:off x="9158419" y="5649234"/>
                <a:ext cx="75107" cy="37828"/>
              </a:xfrm>
              <a:prstGeom prst="rect">
                <a:avLst/>
              </a:prstGeom>
              <a:solidFill>
                <a:srgbClr val="FFF126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179" name="1151 Rectangle 1178"/>
              <p:cNvSpPr/>
              <p:nvPr/>
            </p:nvSpPr>
            <p:spPr>
              <a:xfrm>
                <a:off x="9232978" y="5649234"/>
                <a:ext cx="37828" cy="37828"/>
              </a:xfrm>
              <a:prstGeom prst="rect">
                <a:avLst/>
              </a:prstGeom>
              <a:solidFill>
                <a:srgbClr val="151518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180" name="1152 Rectangle 1179"/>
              <p:cNvSpPr/>
              <p:nvPr/>
            </p:nvSpPr>
            <p:spPr>
              <a:xfrm>
                <a:off x="9270258" y="5649234"/>
                <a:ext cx="75107" cy="37828"/>
              </a:xfrm>
              <a:prstGeom prst="rect">
                <a:avLst/>
              </a:prstGeom>
              <a:solidFill>
                <a:srgbClr val="FFF126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181" name="1153 Rectangle 1180"/>
              <p:cNvSpPr/>
              <p:nvPr/>
            </p:nvSpPr>
            <p:spPr>
              <a:xfrm>
                <a:off x="9344816" y="5649234"/>
                <a:ext cx="37828" cy="37828"/>
              </a:xfrm>
              <a:prstGeom prst="rect">
                <a:avLst/>
              </a:prstGeom>
              <a:solidFill>
                <a:srgbClr val="151518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182" name="1154 Rectangle 1181"/>
              <p:cNvSpPr/>
              <p:nvPr/>
            </p:nvSpPr>
            <p:spPr>
              <a:xfrm>
                <a:off x="9382096" y="5649234"/>
                <a:ext cx="186946" cy="37828"/>
              </a:xfrm>
              <a:prstGeom prst="rect">
                <a:avLst/>
              </a:prstGeom>
              <a:solidFill>
                <a:srgbClr val="FFF126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183" name="1155 Rectangle 1182"/>
              <p:cNvSpPr/>
              <p:nvPr/>
            </p:nvSpPr>
            <p:spPr>
              <a:xfrm>
                <a:off x="9568493" y="5649234"/>
                <a:ext cx="37828" cy="37828"/>
              </a:xfrm>
              <a:prstGeom prst="rect">
                <a:avLst/>
              </a:prstGeom>
              <a:solidFill>
                <a:srgbClr val="151518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184" name="1156 Rectangle 1183"/>
              <p:cNvSpPr/>
              <p:nvPr/>
            </p:nvSpPr>
            <p:spPr>
              <a:xfrm>
                <a:off x="9121140" y="5686513"/>
                <a:ext cx="37828" cy="37828"/>
              </a:xfrm>
              <a:prstGeom prst="rect">
                <a:avLst/>
              </a:prstGeom>
              <a:solidFill>
                <a:srgbClr val="151518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185" name="1157 Rectangle 1184"/>
              <p:cNvSpPr/>
              <p:nvPr/>
            </p:nvSpPr>
            <p:spPr>
              <a:xfrm>
                <a:off x="9158419" y="5686513"/>
                <a:ext cx="75107" cy="37828"/>
              </a:xfrm>
              <a:prstGeom prst="rect">
                <a:avLst/>
              </a:prstGeom>
              <a:solidFill>
                <a:srgbClr val="FFF126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186" name="1158 Rectangle 1185"/>
              <p:cNvSpPr/>
              <p:nvPr/>
            </p:nvSpPr>
            <p:spPr>
              <a:xfrm>
                <a:off x="9232978" y="5686513"/>
                <a:ext cx="37828" cy="37828"/>
              </a:xfrm>
              <a:prstGeom prst="rect">
                <a:avLst/>
              </a:prstGeom>
              <a:solidFill>
                <a:srgbClr val="151518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187" name="1159 Rectangle 1186"/>
              <p:cNvSpPr/>
              <p:nvPr/>
            </p:nvSpPr>
            <p:spPr>
              <a:xfrm>
                <a:off x="9270258" y="5686513"/>
                <a:ext cx="75107" cy="37828"/>
              </a:xfrm>
              <a:prstGeom prst="rect">
                <a:avLst/>
              </a:prstGeom>
              <a:solidFill>
                <a:srgbClr val="FFF126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188" name="1160 Rectangle 1187"/>
              <p:cNvSpPr/>
              <p:nvPr/>
            </p:nvSpPr>
            <p:spPr>
              <a:xfrm>
                <a:off x="9344816" y="5686513"/>
                <a:ext cx="37828" cy="37828"/>
              </a:xfrm>
              <a:prstGeom prst="rect">
                <a:avLst/>
              </a:prstGeom>
              <a:solidFill>
                <a:srgbClr val="151518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189" name="1161 Rectangle 1188"/>
              <p:cNvSpPr/>
              <p:nvPr/>
            </p:nvSpPr>
            <p:spPr>
              <a:xfrm>
                <a:off x="9382096" y="5686513"/>
                <a:ext cx="75107" cy="37828"/>
              </a:xfrm>
              <a:prstGeom prst="rect">
                <a:avLst/>
              </a:prstGeom>
              <a:solidFill>
                <a:srgbClr val="FFF126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190" name="1162 Rectangle 1189"/>
              <p:cNvSpPr/>
              <p:nvPr/>
            </p:nvSpPr>
            <p:spPr>
              <a:xfrm>
                <a:off x="9456654" y="5686513"/>
                <a:ext cx="37828" cy="37828"/>
              </a:xfrm>
              <a:prstGeom prst="rect">
                <a:avLst/>
              </a:prstGeom>
              <a:solidFill>
                <a:srgbClr val="151518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191" name="1163 Rectangle 1190"/>
              <p:cNvSpPr/>
              <p:nvPr/>
            </p:nvSpPr>
            <p:spPr>
              <a:xfrm>
                <a:off x="9493934" y="5686513"/>
                <a:ext cx="75107" cy="37828"/>
              </a:xfrm>
              <a:prstGeom prst="rect">
                <a:avLst/>
              </a:prstGeom>
              <a:solidFill>
                <a:srgbClr val="FFF126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192" name="1164 Rectangle 1191"/>
              <p:cNvSpPr/>
              <p:nvPr/>
            </p:nvSpPr>
            <p:spPr>
              <a:xfrm>
                <a:off x="9568493" y="5686513"/>
                <a:ext cx="37828" cy="37828"/>
              </a:xfrm>
              <a:prstGeom prst="rect">
                <a:avLst/>
              </a:prstGeom>
              <a:solidFill>
                <a:srgbClr val="151518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193" name="1165 Rectangle 1192"/>
              <p:cNvSpPr/>
              <p:nvPr/>
            </p:nvSpPr>
            <p:spPr>
              <a:xfrm>
                <a:off x="9121140" y="5723792"/>
                <a:ext cx="37828" cy="37828"/>
              </a:xfrm>
              <a:prstGeom prst="rect">
                <a:avLst/>
              </a:prstGeom>
              <a:solidFill>
                <a:srgbClr val="151518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194" name="1166 Rectangle 1193"/>
              <p:cNvSpPr/>
              <p:nvPr/>
            </p:nvSpPr>
            <p:spPr>
              <a:xfrm>
                <a:off x="9158419" y="5723792"/>
                <a:ext cx="298784" cy="37828"/>
              </a:xfrm>
              <a:prstGeom prst="rect">
                <a:avLst/>
              </a:prstGeom>
              <a:solidFill>
                <a:srgbClr val="FFF126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195" name="1167 Rectangle 1194"/>
              <p:cNvSpPr/>
              <p:nvPr/>
            </p:nvSpPr>
            <p:spPr>
              <a:xfrm>
                <a:off x="9456654" y="5723792"/>
                <a:ext cx="37828" cy="37828"/>
              </a:xfrm>
              <a:prstGeom prst="rect">
                <a:avLst/>
              </a:prstGeom>
              <a:solidFill>
                <a:srgbClr val="151518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196" name="1168 Rectangle 1195"/>
              <p:cNvSpPr/>
              <p:nvPr/>
            </p:nvSpPr>
            <p:spPr>
              <a:xfrm>
                <a:off x="9493934" y="5723792"/>
                <a:ext cx="75107" cy="37828"/>
              </a:xfrm>
              <a:prstGeom prst="rect">
                <a:avLst/>
              </a:prstGeom>
              <a:solidFill>
                <a:srgbClr val="FFF126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197" name="1169 Rectangle 1196"/>
              <p:cNvSpPr/>
              <p:nvPr/>
            </p:nvSpPr>
            <p:spPr>
              <a:xfrm>
                <a:off x="9568493" y="5723792"/>
                <a:ext cx="37828" cy="37828"/>
              </a:xfrm>
              <a:prstGeom prst="rect">
                <a:avLst/>
              </a:prstGeom>
              <a:solidFill>
                <a:srgbClr val="151518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198" name="1170 Rectangle 1197"/>
              <p:cNvSpPr/>
              <p:nvPr/>
            </p:nvSpPr>
            <p:spPr>
              <a:xfrm>
                <a:off x="9121140" y="5761072"/>
                <a:ext cx="37828" cy="37828"/>
              </a:xfrm>
              <a:prstGeom prst="rect">
                <a:avLst/>
              </a:prstGeom>
              <a:solidFill>
                <a:srgbClr val="151518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199" name="1171 Rectangle 1198"/>
              <p:cNvSpPr/>
              <p:nvPr/>
            </p:nvSpPr>
            <p:spPr>
              <a:xfrm>
                <a:off x="9158419" y="5761072"/>
                <a:ext cx="37828" cy="37828"/>
              </a:xfrm>
              <a:prstGeom prst="rect">
                <a:avLst/>
              </a:prstGeom>
              <a:solidFill>
                <a:srgbClr val="FFF126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200" name="1172 Rectangle 1199"/>
              <p:cNvSpPr/>
              <p:nvPr/>
            </p:nvSpPr>
            <p:spPr>
              <a:xfrm>
                <a:off x="9195699" y="5761072"/>
                <a:ext cx="37828" cy="37828"/>
              </a:xfrm>
              <a:prstGeom prst="rect">
                <a:avLst/>
              </a:prstGeom>
              <a:solidFill>
                <a:srgbClr val="F682D5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201" name="1173 Rectangle 1200"/>
              <p:cNvSpPr/>
              <p:nvPr/>
            </p:nvSpPr>
            <p:spPr>
              <a:xfrm>
                <a:off x="9232978" y="5761072"/>
                <a:ext cx="149666" cy="37828"/>
              </a:xfrm>
              <a:prstGeom prst="rect">
                <a:avLst/>
              </a:prstGeom>
              <a:solidFill>
                <a:srgbClr val="FFF126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202" name="1174 Rectangle 1201"/>
              <p:cNvSpPr/>
              <p:nvPr/>
            </p:nvSpPr>
            <p:spPr>
              <a:xfrm>
                <a:off x="9382096" y="5761072"/>
                <a:ext cx="37828" cy="37828"/>
              </a:xfrm>
              <a:prstGeom prst="rect">
                <a:avLst/>
              </a:prstGeom>
              <a:solidFill>
                <a:srgbClr val="F682D5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203" name="1175 Rectangle 1202"/>
              <p:cNvSpPr/>
              <p:nvPr/>
            </p:nvSpPr>
            <p:spPr>
              <a:xfrm>
                <a:off x="9419375" y="5761072"/>
                <a:ext cx="37828" cy="37828"/>
              </a:xfrm>
              <a:prstGeom prst="rect">
                <a:avLst/>
              </a:prstGeom>
              <a:solidFill>
                <a:srgbClr val="FFF126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204" name="1176 Rectangle 1203"/>
              <p:cNvSpPr/>
              <p:nvPr/>
            </p:nvSpPr>
            <p:spPr>
              <a:xfrm>
                <a:off x="9456654" y="5761072"/>
                <a:ext cx="37828" cy="37828"/>
              </a:xfrm>
              <a:prstGeom prst="rect">
                <a:avLst/>
              </a:prstGeom>
              <a:solidFill>
                <a:srgbClr val="151518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205" name="1177 Rectangle 1204"/>
              <p:cNvSpPr/>
              <p:nvPr/>
            </p:nvSpPr>
            <p:spPr>
              <a:xfrm>
                <a:off x="9493934" y="5761072"/>
                <a:ext cx="75107" cy="37828"/>
              </a:xfrm>
              <a:prstGeom prst="rect">
                <a:avLst/>
              </a:prstGeom>
              <a:solidFill>
                <a:srgbClr val="FFF126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206" name="1178 Rectangle 1205"/>
              <p:cNvSpPr/>
              <p:nvPr/>
            </p:nvSpPr>
            <p:spPr>
              <a:xfrm>
                <a:off x="9568493" y="5761072"/>
                <a:ext cx="37828" cy="37828"/>
              </a:xfrm>
              <a:prstGeom prst="rect">
                <a:avLst/>
              </a:prstGeom>
              <a:solidFill>
                <a:srgbClr val="151518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207" name="1179 Rectangle 1206"/>
              <p:cNvSpPr/>
              <p:nvPr/>
            </p:nvSpPr>
            <p:spPr>
              <a:xfrm>
                <a:off x="9121140" y="5798351"/>
                <a:ext cx="37828" cy="37828"/>
              </a:xfrm>
              <a:prstGeom prst="rect">
                <a:avLst/>
              </a:prstGeom>
              <a:solidFill>
                <a:srgbClr val="151518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208" name="1180 Rectangle 1207"/>
              <p:cNvSpPr/>
              <p:nvPr/>
            </p:nvSpPr>
            <p:spPr>
              <a:xfrm>
                <a:off x="9158419" y="5798351"/>
                <a:ext cx="112387" cy="37828"/>
              </a:xfrm>
              <a:prstGeom prst="rect">
                <a:avLst/>
              </a:prstGeom>
              <a:solidFill>
                <a:srgbClr val="FFF126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209" name="1181 Rectangle 1208"/>
              <p:cNvSpPr/>
              <p:nvPr/>
            </p:nvSpPr>
            <p:spPr>
              <a:xfrm>
                <a:off x="9270258" y="5798351"/>
                <a:ext cx="75107" cy="37828"/>
              </a:xfrm>
              <a:prstGeom prst="rect">
                <a:avLst/>
              </a:prstGeom>
              <a:solidFill>
                <a:srgbClr val="151518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210" name="1182 Rectangle 1209"/>
              <p:cNvSpPr/>
              <p:nvPr/>
            </p:nvSpPr>
            <p:spPr>
              <a:xfrm>
                <a:off x="9344816" y="5798351"/>
                <a:ext cx="224225" cy="37828"/>
              </a:xfrm>
              <a:prstGeom prst="rect">
                <a:avLst/>
              </a:prstGeom>
              <a:solidFill>
                <a:srgbClr val="FFF126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211" name="1183 Rectangle 1210"/>
              <p:cNvSpPr/>
              <p:nvPr/>
            </p:nvSpPr>
            <p:spPr>
              <a:xfrm>
                <a:off x="9568493" y="5798351"/>
                <a:ext cx="37828" cy="37828"/>
              </a:xfrm>
              <a:prstGeom prst="rect">
                <a:avLst/>
              </a:prstGeom>
              <a:solidFill>
                <a:srgbClr val="151518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212" name="1184 Rectangle 1211"/>
              <p:cNvSpPr/>
              <p:nvPr/>
            </p:nvSpPr>
            <p:spPr>
              <a:xfrm>
                <a:off x="9121140" y="5835630"/>
                <a:ext cx="37828" cy="37828"/>
              </a:xfrm>
              <a:prstGeom prst="rect">
                <a:avLst/>
              </a:prstGeom>
              <a:solidFill>
                <a:srgbClr val="151518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213" name="1185 Rectangle 1212"/>
              <p:cNvSpPr/>
              <p:nvPr/>
            </p:nvSpPr>
            <p:spPr>
              <a:xfrm>
                <a:off x="9158419" y="5835630"/>
                <a:ext cx="410622" cy="37828"/>
              </a:xfrm>
              <a:prstGeom prst="rect">
                <a:avLst/>
              </a:prstGeom>
              <a:solidFill>
                <a:srgbClr val="FFF126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214" name="1186 Rectangle 1213"/>
              <p:cNvSpPr/>
              <p:nvPr/>
            </p:nvSpPr>
            <p:spPr>
              <a:xfrm>
                <a:off x="9568493" y="5835630"/>
                <a:ext cx="37828" cy="37828"/>
              </a:xfrm>
              <a:prstGeom prst="rect">
                <a:avLst/>
              </a:prstGeom>
              <a:solidFill>
                <a:srgbClr val="151518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215" name="1187 Rectangle 1214"/>
              <p:cNvSpPr/>
              <p:nvPr/>
            </p:nvSpPr>
            <p:spPr>
              <a:xfrm>
                <a:off x="9121140" y="5872910"/>
                <a:ext cx="37828" cy="37828"/>
              </a:xfrm>
              <a:prstGeom prst="rect">
                <a:avLst/>
              </a:prstGeom>
              <a:solidFill>
                <a:srgbClr val="151518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216" name="1188 Rectangle 1215"/>
              <p:cNvSpPr/>
              <p:nvPr/>
            </p:nvSpPr>
            <p:spPr>
              <a:xfrm>
                <a:off x="9158419" y="5872910"/>
                <a:ext cx="298784" cy="37828"/>
              </a:xfrm>
              <a:prstGeom prst="rect">
                <a:avLst/>
              </a:prstGeom>
              <a:solidFill>
                <a:srgbClr val="FFF126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217" name="1189 Rectangle 1216"/>
              <p:cNvSpPr/>
              <p:nvPr/>
            </p:nvSpPr>
            <p:spPr>
              <a:xfrm>
                <a:off x="9456654" y="5872910"/>
                <a:ext cx="75107" cy="37828"/>
              </a:xfrm>
              <a:prstGeom prst="rect">
                <a:avLst/>
              </a:prstGeom>
              <a:solidFill>
                <a:srgbClr val="E1A00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218" name="1190 Rectangle 1217"/>
              <p:cNvSpPr/>
              <p:nvPr/>
            </p:nvSpPr>
            <p:spPr>
              <a:xfrm>
                <a:off x="9531213" y="5872910"/>
                <a:ext cx="37828" cy="37828"/>
              </a:xfrm>
              <a:prstGeom prst="rect">
                <a:avLst/>
              </a:prstGeom>
              <a:solidFill>
                <a:srgbClr val="FFF126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219" name="1191 Rectangle 1218"/>
              <p:cNvSpPr/>
              <p:nvPr/>
            </p:nvSpPr>
            <p:spPr>
              <a:xfrm>
                <a:off x="9568493" y="5872910"/>
                <a:ext cx="37828" cy="37828"/>
              </a:xfrm>
              <a:prstGeom prst="rect">
                <a:avLst/>
              </a:prstGeom>
              <a:solidFill>
                <a:srgbClr val="151518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220" name="1192 Rectangle 1219"/>
              <p:cNvSpPr/>
              <p:nvPr/>
            </p:nvSpPr>
            <p:spPr>
              <a:xfrm>
                <a:off x="9121140" y="5910189"/>
                <a:ext cx="37828" cy="37828"/>
              </a:xfrm>
              <a:prstGeom prst="rect">
                <a:avLst/>
              </a:prstGeom>
              <a:solidFill>
                <a:srgbClr val="151518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221" name="1193 Rectangle 1220"/>
              <p:cNvSpPr/>
              <p:nvPr/>
            </p:nvSpPr>
            <p:spPr>
              <a:xfrm>
                <a:off x="9158419" y="5910189"/>
                <a:ext cx="298784" cy="37828"/>
              </a:xfrm>
              <a:prstGeom prst="rect">
                <a:avLst/>
              </a:prstGeom>
              <a:solidFill>
                <a:srgbClr val="FFF126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222" name="1194 Rectangle 1221"/>
              <p:cNvSpPr/>
              <p:nvPr/>
            </p:nvSpPr>
            <p:spPr>
              <a:xfrm>
                <a:off x="9456654" y="5910189"/>
                <a:ext cx="75107" cy="37828"/>
              </a:xfrm>
              <a:prstGeom prst="rect">
                <a:avLst/>
              </a:prstGeom>
              <a:solidFill>
                <a:srgbClr val="E1A00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223" name="1195 Rectangle 1222"/>
              <p:cNvSpPr/>
              <p:nvPr/>
            </p:nvSpPr>
            <p:spPr>
              <a:xfrm>
                <a:off x="9531213" y="5910189"/>
                <a:ext cx="37828" cy="37828"/>
              </a:xfrm>
              <a:prstGeom prst="rect">
                <a:avLst/>
              </a:prstGeom>
              <a:solidFill>
                <a:srgbClr val="FFF126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224" name="1196 Rectangle 1223"/>
              <p:cNvSpPr/>
              <p:nvPr/>
            </p:nvSpPr>
            <p:spPr>
              <a:xfrm>
                <a:off x="9568493" y="5910189"/>
                <a:ext cx="37828" cy="37828"/>
              </a:xfrm>
              <a:prstGeom prst="rect">
                <a:avLst/>
              </a:prstGeom>
              <a:solidFill>
                <a:srgbClr val="151518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225" name="1197 Rectangle 1224"/>
              <p:cNvSpPr/>
              <p:nvPr/>
            </p:nvSpPr>
            <p:spPr>
              <a:xfrm>
                <a:off x="9121140" y="5947469"/>
                <a:ext cx="485181" cy="37828"/>
              </a:xfrm>
              <a:prstGeom prst="rect">
                <a:avLst/>
              </a:prstGeom>
              <a:solidFill>
                <a:srgbClr val="151518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</p:grpSp>
        <p:grpSp>
          <p:nvGrpSpPr>
            <p:cNvPr id="1226" name="participating-agent-king"/>
            <p:cNvGrpSpPr/>
            <p:nvPr/>
          </p:nvGrpSpPr>
          <p:grpSpPr>
            <a:xfrm>
              <a:off x="10405872" y="5358384"/>
              <a:ext cx="768096" cy="768096"/>
              <a:chOff x="10405872" y="5358384"/>
              <a:chExt cx="768096" cy="768096"/>
            </a:xfrm>
          </p:grpSpPr>
          <p:sp>
            <p:nvSpPr>
              <p:cNvPr id="1227" name="1198 Oval 1226"/>
              <p:cNvSpPr/>
              <p:nvPr/>
            </p:nvSpPr>
            <p:spPr>
              <a:xfrm>
                <a:off x="10405872" y="5358384"/>
                <a:ext cx="768096" cy="768096"/>
              </a:xfrm>
              <a:prstGeom prst="ellipse">
                <a:avLst/>
              </a:prstGeom>
              <a:solidFill>
                <a:srgbClr val="1D5B82"/>
              </a:solidFill>
              <a:ln w="20116" cap="rnd">
                <a:solidFill>
                  <a:srgbClr val="080C0C"/>
                </a:solidFill>
                <a:round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228" name="1199 Rectangle 1227"/>
              <p:cNvSpPr/>
              <p:nvPr/>
            </p:nvSpPr>
            <p:spPr>
              <a:xfrm>
                <a:off x="10536420" y="5490796"/>
                <a:ext cx="507000" cy="503272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229" name="1200 Rectangle 1228"/>
              <p:cNvSpPr/>
              <p:nvPr/>
            </p:nvSpPr>
            <p:spPr>
              <a:xfrm>
                <a:off x="10622163" y="5500116"/>
                <a:ext cx="37828" cy="37828"/>
              </a:xfrm>
              <a:prstGeom prst="rect">
                <a:avLst/>
              </a:prstGeom>
              <a:solidFill>
                <a:srgbClr val="151518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230" name="1201 Rectangle 1229"/>
              <p:cNvSpPr/>
              <p:nvPr/>
            </p:nvSpPr>
            <p:spPr>
              <a:xfrm>
                <a:off x="10920398" y="5500116"/>
                <a:ext cx="37828" cy="37828"/>
              </a:xfrm>
              <a:prstGeom prst="rect">
                <a:avLst/>
              </a:prstGeom>
              <a:solidFill>
                <a:srgbClr val="151518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231" name="1202 Rectangle 1230"/>
              <p:cNvSpPr/>
              <p:nvPr/>
            </p:nvSpPr>
            <p:spPr>
              <a:xfrm>
                <a:off x="10622163" y="5537395"/>
                <a:ext cx="37828" cy="37828"/>
              </a:xfrm>
              <a:prstGeom prst="rect">
                <a:avLst/>
              </a:prstGeom>
              <a:solidFill>
                <a:srgbClr val="151518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232" name="1203 Rectangle 1231"/>
              <p:cNvSpPr/>
              <p:nvPr/>
            </p:nvSpPr>
            <p:spPr>
              <a:xfrm>
                <a:off x="10659442" y="5537395"/>
                <a:ext cx="37828" cy="37828"/>
              </a:xfrm>
              <a:prstGeom prst="rect">
                <a:avLst/>
              </a:prstGeom>
              <a:solidFill>
                <a:srgbClr val="FFF126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233" name="1204 Rectangle 1232"/>
              <p:cNvSpPr/>
              <p:nvPr/>
            </p:nvSpPr>
            <p:spPr>
              <a:xfrm>
                <a:off x="10771280" y="5537395"/>
                <a:ext cx="37828" cy="37828"/>
              </a:xfrm>
              <a:prstGeom prst="rect">
                <a:avLst/>
              </a:prstGeom>
              <a:solidFill>
                <a:srgbClr val="151518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234" name="1205 Rectangle 1233"/>
              <p:cNvSpPr/>
              <p:nvPr/>
            </p:nvSpPr>
            <p:spPr>
              <a:xfrm>
                <a:off x="10883118" y="5537395"/>
                <a:ext cx="37828" cy="37828"/>
              </a:xfrm>
              <a:prstGeom prst="rect">
                <a:avLst/>
              </a:prstGeom>
              <a:solidFill>
                <a:srgbClr val="FFF126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235" name="1206 Rectangle 1234"/>
              <p:cNvSpPr/>
              <p:nvPr/>
            </p:nvSpPr>
            <p:spPr>
              <a:xfrm>
                <a:off x="10920398" y="5537395"/>
                <a:ext cx="37828" cy="37828"/>
              </a:xfrm>
              <a:prstGeom prst="rect">
                <a:avLst/>
              </a:prstGeom>
              <a:solidFill>
                <a:srgbClr val="151518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236" name="1207 Rectangle 1235"/>
              <p:cNvSpPr/>
              <p:nvPr/>
            </p:nvSpPr>
            <p:spPr>
              <a:xfrm>
                <a:off x="10622163" y="5574675"/>
                <a:ext cx="37828" cy="37828"/>
              </a:xfrm>
              <a:prstGeom prst="rect">
                <a:avLst/>
              </a:prstGeom>
              <a:solidFill>
                <a:srgbClr val="151518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237" name="1208 Rectangle 1236"/>
              <p:cNvSpPr/>
              <p:nvPr/>
            </p:nvSpPr>
            <p:spPr>
              <a:xfrm>
                <a:off x="10659442" y="5574675"/>
                <a:ext cx="75107" cy="37828"/>
              </a:xfrm>
              <a:prstGeom prst="rect">
                <a:avLst/>
              </a:prstGeom>
              <a:solidFill>
                <a:srgbClr val="FFF126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238" name="1209 Rectangle 1237"/>
              <p:cNvSpPr/>
              <p:nvPr/>
            </p:nvSpPr>
            <p:spPr>
              <a:xfrm>
                <a:off x="10734001" y="5574675"/>
                <a:ext cx="37828" cy="37828"/>
              </a:xfrm>
              <a:prstGeom prst="rect">
                <a:avLst/>
              </a:prstGeom>
              <a:solidFill>
                <a:srgbClr val="151518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239" name="1210 Rectangle 1238"/>
              <p:cNvSpPr/>
              <p:nvPr/>
            </p:nvSpPr>
            <p:spPr>
              <a:xfrm>
                <a:off x="10771280" y="5574675"/>
                <a:ext cx="37828" cy="37828"/>
              </a:xfrm>
              <a:prstGeom prst="rect">
                <a:avLst/>
              </a:prstGeom>
              <a:solidFill>
                <a:srgbClr val="FFF126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240" name="1211 Rectangle 1239"/>
              <p:cNvSpPr/>
              <p:nvPr/>
            </p:nvSpPr>
            <p:spPr>
              <a:xfrm>
                <a:off x="10808560" y="5574675"/>
                <a:ext cx="37828" cy="37828"/>
              </a:xfrm>
              <a:prstGeom prst="rect">
                <a:avLst/>
              </a:prstGeom>
              <a:solidFill>
                <a:srgbClr val="151518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241" name="1212 Rectangle 1240"/>
              <p:cNvSpPr/>
              <p:nvPr/>
            </p:nvSpPr>
            <p:spPr>
              <a:xfrm>
                <a:off x="10845839" y="5574675"/>
                <a:ext cx="75107" cy="37828"/>
              </a:xfrm>
              <a:prstGeom prst="rect">
                <a:avLst/>
              </a:prstGeom>
              <a:solidFill>
                <a:srgbClr val="FFF126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242" name="1213 Rectangle 1241"/>
              <p:cNvSpPr/>
              <p:nvPr/>
            </p:nvSpPr>
            <p:spPr>
              <a:xfrm>
                <a:off x="10920398" y="5574675"/>
                <a:ext cx="37828" cy="37828"/>
              </a:xfrm>
              <a:prstGeom prst="rect">
                <a:avLst/>
              </a:prstGeom>
              <a:solidFill>
                <a:srgbClr val="151518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243" name="1214 Rectangle 1242"/>
              <p:cNvSpPr/>
              <p:nvPr/>
            </p:nvSpPr>
            <p:spPr>
              <a:xfrm>
                <a:off x="10622163" y="5611954"/>
                <a:ext cx="37828" cy="37828"/>
              </a:xfrm>
              <a:prstGeom prst="rect">
                <a:avLst/>
              </a:prstGeom>
              <a:solidFill>
                <a:srgbClr val="151518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244" name="1215 Rectangle 1243"/>
              <p:cNvSpPr/>
              <p:nvPr/>
            </p:nvSpPr>
            <p:spPr>
              <a:xfrm>
                <a:off x="10659442" y="5611954"/>
                <a:ext cx="261504" cy="37828"/>
              </a:xfrm>
              <a:prstGeom prst="rect">
                <a:avLst/>
              </a:prstGeom>
              <a:solidFill>
                <a:srgbClr val="FFF126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245" name="1216 Rectangle 1244"/>
              <p:cNvSpPr/>
              <p:nvPr/>
            </p:nvSpPr>
            <p:spPr>
              <a:xfrm>
                <a:off x="10920398" y="5611954"/>
                <a:ext cx="37828" cy="37828"/>
              </a:xfrm>
              <a:prstGeom prst="rect">
                <a:avLst/>
              </a:prstGeom>
              <a:solidFill>
                <a:srgbClr val="151518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246" name="1217 Rectangle 1245"/>
              <p:cNvSpPr/>
              <p:nvPr/>
            </p:nvSpPr>
            <p:spPr>
              <a:xfrm>
                <a:off x="10622163" y="5649234"/>
                <a:ext cx="37828" cy="37828"/>
              </a:xfrm>
              <a:prstGeom prst="rect">
                <a:avLst/>
              </a:prstGeom>
              <a:solidFill>
                <a:srgbClr val="151518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247" name="1218 Rectangle 1246"/>
              <p:cNvSpPr/>
              <p:nvPr/>
            </p:nvSpPr>
            <p:spPr>
              <a:xfrm>
                <a:off x="10659442" y="5649234"/>
                <a:ext cx="37828" cy="37828"/>
              </a:xfrm>
              <a:prstGeom prst="rect">
                <a:avLst/>
              </a:prstGeom>
              <a:solidFill>
                <a:srgbClr val="FFF126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248" name="1219 Rectangle 1247"/>
              <p:cNvSpPr/>
              <p:nvPr/>
            </p:nvSpPr>
            <p:spPr>
              <a:xfrm>
                <a:off x="10696722" y="5649234"/>
                <a:ext cx="37828" cy="37828"/>
              </a:xfrm>
              <a:prstGeom prst="rect">
                <a:avLst/>
              </a:prstGeom>
              <a:solidFill>
                <a:srgbClr val="FF263E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249" name="1220 Rectangle 1248"/>
              <p:cNvSpPr/>
              <p:nvPr/>
            </p:nvSpPr>
            <p:spPr>
              <a:xfrm>
                <a:off x="10734001" y="5649234"/>
                <a:ext cx="37828" cy="37828"/>
              </a:xfrm>
              <a:prstGeom prst="rect">
                <a:avLst/>
              </a:prstGeom>
              <a:solidFill>
                <a:srgbClr val="FFF126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250" name="1221 Rectangle 1249"/>
              <p:cNvSpPr/>
              <p:nvPr/>
            </p:nvSpPr>
            <p:spPr>
              <a:xfrm>
                <a:off x="10771280" y="5649234"/>
                <a:ext cx="37828" cy="37828"/>
              </a:xfrm>
              <a:prstGeom prst="rect">
                <a:avLst/>
              </a:prstGeom>
              <a:solidFill>
                <a:srgbClr val="FF263E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251" name="1222 Rectangle 1250"/>
              <p:cNvSpPr/>
              <p:nvPr/>
            </p:nvSpPr>
            <p:spPr>
              <a:xfrm>
                <a:off x="10808560" y="5649234"/>
                <a:ext cx="37828" cy="37828"/>
              </a:xfrm>
              <a:prstGeom prst="rect">
                <a:avLst/>
              </a:prstGeom>
              <a:solidFill>
                <a:srgbClr val="FFF126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252" name="1223 Rectangle 1251"/>
              <p:cNvSpPr/>
              <p:nvPr/>
            </p:nvSpPr>
            <p:spPr>
              <a:xfrm>
                <a:off x="10845839" y="5649234"/>
                <a:ext cx="37828" cy="37828"/>
              </a:xfrm>
              <a:prstGeom prst="rect">
                <a:avLst/>
              </a:prstGeom>
              <a:solidFill>
                <a:srgbClr val="FF263E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253" name="1224 Rectangle 1252"/>
              <p:cNvSpPr/>
              <p:nvPr/>
            </p:nvSpPr>
            <p:spPr>
              <a:xfrm>
                <a:off x="10883118" y="5649234"/>
                <a:ext cx="37828" cy="37828"/>
              </a:xfrm>
              <a:prstGeom prst="rect">
                <a:avLst/>
              </a:prstGeom>
              <a:solidFill>
                <a:srgbClr val="FFF126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254" name="1225 Rectangle 1253"/>
              <p:cNvSpPr/>
              <p:nvPr/>
            </p:nvSpPr>
            <p:spPr>
              <a:xfrm>
                <a:off x="10920398" y="5649234"/>
                <a:ext cx="37828" cy="37828"/>
              </a:xfrm>
              <a:prstGeom prst="rect">
                <a:avLst/>
              </a:prstGeom>
              <a:solidFill>
                <a:srgbClr val="151518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255" name="1226 Rectangle 1254"/>
              <p:cNvSpPr/>
              <p:nvPr/>
            </p:nvSpPr>
            <p:spPr>
              <a:xfrm>
                <a:off x="10622163" y="5686513"/>
                <a:ext cx="37828" cy="37828"/>
              </a:xfrm>
              <a:prstGeom prst="rect">
                <a:avLst/>
              </a:prstGeom>
              <a:solidFill>
                <a:srgbClr val="151518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256" name="1227 Rectangle 1255"/>
              <p:cNvSpPr/>
              <p:nvPr/>
            </p:nvSpPr>
            <p:spPr>
              <a:xfrm>
                <a:off x="10659442" y="5686513"/>
                <a:ext cx="261504" cy="37828"/>
              </a:xfrm>
              <a:prstGeom prst="rect">
                <a:avLst/>
              </a:prstGeom>
              <a:solidFill>
                <a:srgbClr val="FFF126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257" name="1228 Rectangle 1256"/>
              <p:cNvSpPr/>
              <p:nvPr/>
            </p:nvSpPr>
            <p:spPr>
              <a:xfrm>
                <a:off x="10920398" y="5686513"/>
                <a:ext cx="37828" cy="37828"/>
              </a:xfrm>
              <a:prstGeom prst="rect">
                <a:avLst/>
              </a:prstGeom>
              <a:solidFill>
                <a:srgbClr val="151518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258" name="1229 Rectangle 1257"/>
              <p:cNvSpPr/>
              <p:nvPr/>
            </p:nvSpPr>
            <p:spPr>
              <a:xfrm>
                <a:off x="10622163" y="5723792"/>
                <a:ext cx="37828" cy="37828"/>
              </a:xfrm>
              <a:prstGeom prst="rect">
                <a:avLst/>
              </a:prstGeom>
              <a:solidFill>
                <a:srgbClr val="151518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259" name="1230 Rectangle 1258"/>
              <p:cNvSpPr/>
              <p:nvPr/>
            </p:nvSpPr>
            <p:spPr>
              <a:xfrm>
                <a:off x="10659442" y="5723792"/>
                <a:ext cx="261504" cy="37828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260" name="1231 Rectangle 1259"/>
              <p:cNvSpPr/>
              <p:nvPr/>
            </p:nvSpPr>
            <p:spPr>
              <a:xfrm>
                <a:off x="10920398" y="5723792"/>
                <a:ext cx="37828" cy="37828"/>
              </a:xfrm>
              <a:prstGeom prst="rect">
                <a:avLst/>
              </a:prstGeom>
              <a:solidFill>
                <a:srgbClr val="151518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261" name="1232 Rectangle 1260"/>
              <p:cNvSpPr/>
              <p:nvPr/>
            </p:nvSpPr>
            <p:spPr>
              <a:xfrm>
                <a:off x="10622163" y="5761072"/>
                <a:ext cx="37828" cy="37828"/>
              </a:xfrm>
              <a:prstGeom prst="rect">
                <a:avLst/>
              </a:prstGeom>
              <a:solidFill>
                <a:srgbClr val="151518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262" name="1233 Rectangle 1261"/>
              <p:cNvSpPr/>
              <p:nvPr/>
            </p:nvSpPr>
            <p:spPr>
              <a:xfrm>
                <a:off x="10659442" y="5761072"/>
                <a:ext cx="37828" cy="37828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263" name="1234 Rectangle 1262"/>
              <p:cNvSpPr/>
              <p:nvPr/>
            </p:nvSpPr>
            <p:spPr>
              <a:xfrm>
                <a:off x="10696722" y="5761072"/>
                <a:ext cx="37828" cy="37828"/>
              </a:xfrm>
              <a:prstGeom prst="rect">
                <a:avLst/>
              </a:prstGeom>
              <a:solidFill>
                <a:srgbClr val="151518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264" name="1235 Rectangle 1263"/>
              <p:cNvSpPr/>
              <p:nvPr/>
            </p:nvSpPr>
            <p:spPr>
              <a:xfrm>
                <a:off x="10734001" y="5761072"/>
                <a:ext cx="75107" cy="37828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265" name="1236 Rectangle 1264"/>
              <p:cNvSpPr/>
              <p:nvPr/>
            </p:nvSpPr>
            <p:spPr>
              <a:xfrm>
                <a:off x="10808560" y="5761072"/>
                <a:ext cx="37828" cy="37828"/>
              </a:xfrm>
              <a:prstGeom prst="rect">
                <a:avLst/>
              </a:prstGeom>
              <a:solidFill>
                <a:srgbClr val="151518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266" name="1237 Rectangle 1265"/>
              <p:cNvSpPr/>
              <p:nvPr/>
            </p:nvSpPr>
            <p:spPr>
              <a:xfrm>
                <a:off x="10845839" y="5761072"/>
                <a:ext cx="75107" cy="37828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267" name="1238 Rectangle 1266"/>
              <p:cNvSpPr/>
              <p:nvPr/>
            </p:nvSpPr>
            <p:spPr>
              <a:xfrm>
                <a:off x="10920398" y="5761072"/>
                <a:ext cx="37828" cy="37828"/>
              </a:xfrm>
              <a:prstGeom prst="rect">
                <a:avLst/>
              </a:prstGeom>
              <a:solidFill>
                <a:srgbClr val="151518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268" name="1239 Rectangle 1267"/>
              <p:cNvSpPr/>
              <p:nvPr/>
            </p:nvSpPr>
            <p:spPr>
              <a:xfrm>
                <a:off x="10622163" y="5798351"/>
                <a:ext cx="37828" cy="37828"/>
              </a:xfrm>
              <a:prstGeom prst="rect">
                <a:avLst/>
              </a:prstGeom>
              <a:solidFill>
                <a:srgbClr val="151518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269" name="1240 Rectangle 1268"/>
              <p:cNvSpPr/>
              <p:nvPr/>
            </p:nvSpPr>
            <p:spPr>
              <a:xfrm>
                <a:off x="10659442" y="5798351"/>
                <a:ext cx="224225" cy="37828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270" name="1241 Rectangle 1269"/>
              <p:cNvSpPr/>
              <p:nvPr/>
            </p:nvSpPr>
            <p:spPr>
              <a:xfrm>
                <a:off x="10883118" y="5798351"/>
                <a:ext cx="37828" cy="37828"/>
              </a:xfrm>
              <a:prstGeom prst="rect">
                <a:avLst/>
              </a:prstGeom>
              <a:solidFill>
                <a:srgbClr val="061CDE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271" name="1242 Rectangle 1270"/>
              <p:cNvSpPr/>
              <p:nvPr/>
            </p:nvSpPr>
            <p:spPr>
              <a:xfrm>
                <a:off x="10920398" y="5798351"/>
                <a:ext cx="37828" cy="37828"/>
              </a:xfrm>
              <a:prstGeom prst="rect">
                <a:avLst/>
              </a:prstGeom>
              <a:solidFill>
                <a:srgbClr val="151518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272" name="1243 Rectangle 1271"/>
              <p:cNvSpPr/>
              <p:nvPr/>
            </p:nvSpPr>
            <p:spPr>
              <a:xfrm>
                <a:off x="10622163" y="5835630"/>
                <a:ext cx="37828" cy="37828"/>
              </a:xfrm>
              <a:prstGeom prst="rect">
                <a:avLst/>
              </a:prstGeom>
              <a:solidFill>
                <a:srgbClr val="151518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273" name="1244 Rectangle 1272"/>
              <p:cNvSpPr/>
              <p:nvPr/>
            </p:nvSpPr>
            <p:spPr>
              <a:xfrm>
                <a:off x="10659442" y="5835630"/>
                <a:ext cx="112387" cy="37828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274" name="1245 Rectangle 1273"/>
              <p:cNvSpPr/>
              <p:nvPr/>
            </p:nvSpPr>
            <p:spPr>
              <a:xfrm>
                <a:off x="10771280" y="5835630"/>
                <a:ext cx="37828" cy="37828"/>
              </a:xfrm>
              <a:prstGeom prst="rect">
                <a:avLst/>
              </a:prstGeom>
              <a:solidFill>
                <a:srgbClr val="151518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275" name="1246 Rectangle 1274"/>
              <p:cNvSpPr/>
              <p:nvPr/>
            </p:nvSpPr>
            <p:spPr>
              <a:xfrm>
                <a:off x="10808560" y="5835630"/>
                <a:ext cx="37828" cy="37828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276" name="1247 Rectangle 1275"/>
              <p:cNvSpPr/>
              <p:nvPr/>
            </p:nvSpPr>
            <p:spPr>
              <a:xfrm>
                <a:off x="10845839" y="5835630"/>
                <a:ext cx="75107" cy="37828"/>
              </a:xfrm>
              <a:prstGeom prst="rect">
                <a:avLst/>
              </a:prstGeom>
              <a:solidFill>
                <a:srgbClr val="061CDE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277" name="1248 Rectangle 1276"/>
              <p:cNvSpPr/>
              <p:nvPr/>
            </p:nvSpPr>
            <p:spPr>
              <a:xfrm>
                <a:off x="10920398" y="5835630"/>
                <a:ext cx="37828" cy="37828"/>
              </a:xfrm>
              <a:prstGeom prst="rect">
                <a:avLst/>
              </a:prstGeom>
              <a:solidFill>
                <a:srgbClr val="151518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278" name="1249 Rectangle 1277"/>
              <p:cNvSpPr/>
              <p:nvPr/>
            </p:nvSpPr>
            <p:spPr>
              <a:xfrm>
                <a:off x="10622163" y="5872910"/>
                <a:ext cx="37828" cy="37828"/>
              </a:xfrm>
              <a:prstGeom prst="rect">
                <a:avLst/>
              </a:prstGeom>
              <a:solidFill>
                <a:srgbClr val="151518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279" name="1250 Rectangle 1278"/>
              <p:cNvSpPr/>
              <p:nvPr/>
            </p:nvSpPr>
            <p:spPr>
              <a:xfrm>
                <a:off x="10659442" y="5872910"/>
                <a:ext cx="37828" cy="37828"/>
              </a:xfrm>
              <a:prstGeom prst="rect">
                <a:avLst/>
              </a:prstGeom>
              <a:solidFill>
                <a:srgbClr val="061CDE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280" name="1251 Rectangle 1279"/>
              <p:cNvSpPr/>
              <p:nvPr/>
            </p:nvSpPr>
            <p:spPr>
              <a:xfrm>
                <a:off x="10696722" y="5872910"/>
                <a:ext cx="112387" cy="37828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281" name="1252 Rectangle 1280"/>
              <p:cNvSpPr/>
              <p:nvPr/>
            </p:nvSpPr>
            <p:spPr>
              <a:xfrm>
                <a:off x="10808560" y="5872910"/>
                <a:ext cx="112387" cy="37828"/>
              </a:xfrm>
              <a:prstGeom prst="rect">
                <a:avLst/>
              </a:prstGeom>
              <a:solidFill>
                <a:srgbClr val="061CDE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282" name="1253 Rectangle 1281"/>
              <p:cNvSpPr/>
              <p:nvPr/>
            </p:nvSpPr>
            <p:spPr>
              <a:xfrm>
                <a:off x="10920398" y="5872910"/>
                <a:ext cx="37828" cy="37828"/>
              </a:xfrm>
              <a:prstGeom prst="rect">
                <a:avLst/>
              </a:prstGeom>
              <a:solidFill>
                <a:srgbClr val="151518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283" name="1254 Rectangle 1282"/>
              <p:cNvSpPr/>
              <p:nvPr/>
            </p:nvSpPr>
            <p:spPr>
              <a:xfrm>
                <a:off x="10622163" y="5910189"/>
                <a:ext cx="37828" cy="37828"/>
              </a:xfrm>
              <a:prstGeom prst="rect">
                <a:avLst/>
              </a:prstGeom>
              <a:solidFill>
                <a:srgbClr val="151518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284" name="1255 Rectangle 1283"/>
              <p:cNvSpPr/>
              <p:nvPr/>
            </p:nvSpPr>
            <p:spPr>
              <a:xfrm>
                <a:off x="10659442" y="5910189"/>
                <a:ext cx="261504" cy="37828"/>
              </a:xfrm>
              <a:prstGeom prst="rect">
                <a:avLst/>
              </a:prstGeom>
              <a:solidFill>
                <a:srgbClr val="061CDE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285" name="1256 Rectangle 1284"/>
              <p:cNvSpPr/>
              <p:nvPr/>
            </p:nvSpPr>
            <p:spPr>
              <a:xfrm>
                <a:off x="10920398" y="5910189"/>
                <a:ext cx="37828" cy="37828"/>
              </a:xfrm>
              <a:prstGeom prst="rect">
                <a:avLst/>
              </a:prstGeom>
              <a:solidFill>
                <a:srgbClr val="151518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286" name="1257 Rectangle 1285"/>
              <p:cNvSpPr/>
              <p:nvPr/>
            </p:nvSpPr>
            <p:spPr>
              <a:xfrm>
                <a:off x="10622163" y="5947469"/>
                <a:ext cx="336063" cy="37828"/>
              </a:xfrm>
              <a:prstGeom prst="rect">
                <a:avLst/>
              </a:prstGeom>
              <a:solidFill>
                <a:srgbClr val="151518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</p:grpSp>
      </p:grpSp>
      <p:grpSp>
        <p:nvGrpSpPr>
          <p:cNvPr id="1287" name="solution-and-feedback-panel"/>
          <p:cNvGrpSpPr/>
          <p:nvPr/>
        </p:nvGrpSpPr>
        <p:grpSpPr>
          <a:xfrm>
            <a:off x="11576304" y="3264408"/>
            <a:ext cx="2578608" cy="3063240"/>
            <a:chOff x="11576304" y="3264408"/>
            <a:chExt cx="2578608" cy="3063240"/>
          </a:xfrm>
        </p:grpSpPr>
        <p:sp>
          <p:nvSpPr>
            <p:cNvPr id="1288" name="1258 Rectangle 1287"/>
            <p:cNvSpPr/>
            <p:nvPr/>
          </p:nvSpPr>
          <p:spPr>
            <a:xfrm>
              <a:off x="11576304" y="3264408"/>
              <a:ext cx="2487168" cy="3063240"/>
            </a:xfrm>
            <a:prstGeom prst="rect">
              <a:avLst/>
            </a:prstGeom>
            <a:solidFill>
              <a:srgbClr val="D7E6F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grpSp>
          <p:nvGrpSpPr>
            <p:cNvPr id="1289" name="clipboard-1284-368"/>
            <p:cNvGrpSpPr/>
            <p:nvPr/>
          </p:nvGrpSpPr>
          <p:grpSpPr>
            <a:xfrm>
              <a:off x="11740896" y="3355848"/>
              <a:ext cx="438912" cy="466344"/>
              <a:chOff x="11740896" y="3355848"/>
              <a:chExt cx="438912" cy="466344"/>
            </a:xfrm>
          </p:grpSpPr>
          <p:sp>
            <p:nvSpPr>
              <p:cNvPr id="1290" name="1259 Rounded Rectangle 1289"/>
              <p:cNvSpPr/>
              <p:nvPr/>
            </p:nvSpPr>
            <p:spPr>
              <a:xfrm>
                <a:off x="11740896" y="3410712"/>
                <a:ext cx="320040" cy="411480"/>
              </a:xfrm>
              <a:prstGeom prst="roundRect">
                <a:avLst>
                  <a:gd name="adj" fmla="val 14285"/>
                </a:avLst>
              </a:prstGeom>
              <a:solidFill>
                <a:srgbClr val="D99269"/>
              </a:solidFill>
              <a:ln w="18288" cap="rnd">
                <a:solidFill>
                  <a:srgbClr val="262A28"/>
                </a:solidFill>
                <a:round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291" name="1260 Rounded Rectangle 1290"/>
              <p:cNvSpPr/>
              <p:nvPr/>
            </p:nvSpPr>
            <p:spPr>
              <a:xfrm>
                <a:off x="11795760" y="3447288"/>
                <a:ext cx="210312" cy="320040"/>
              </a:xfrm>
              <a:prstGeom prst="roundRect">
                <a:avLst>
                  <a:gd name="adj" fmla="val 8695"/>
                </a:avLst>
              </a:prstGeom>
              <a:solidFill>
                <a:srgbClr val="E8F4F2"/>
              </a:solidFill>
              <a:ln w="14630" cap="rnd">
                <a:solidFill>
                  <a:srgbClr val="26312D"/>
                </a:solidFill>
                <a:round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292" name="1261 Rounded Rectangle 1291"/>
              <p:cNvSpPr/>
              <p:nvPr/>
            </p:nvSpPr>
            <p:spPr>
              <a:xfrm>
                <a:off x="11814048" y="3364992"/>
                <a:ext cx="192024" cy="109728"/>
              </a:xfrm>
              <a:prstGeom prst="roundRect">
                <a:avLst>
                  <a:gd name="adj" fmla="val 25000"/>
                </a:avLst>
              </a:prstGeom>
              <a:solidFill>
                <a:srgbClr val="FFD565"/>
              </a:solidFill>
              <a:ln w="13716" cap="rnd">
                <a:solidFill>
                  <a:srgbClr val="222B2B"/>
                </a:solidFill>
                <a:round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293" name="1262 Oval 1292"/>
              <p:cNvSpPr/>
              <p:nvPr/>
            </p:nvSpPr>
            <p:spPr>
              <a:xfrm>
                <a:off x="11848795" y="3390595"/>
                <a:ext cx="40234" cy="40234"/>
              </a:xfrm>
              <a:prstGeom prst="ellipse">
                <a:avLst/>
              </a:prstGeom>
              <a:solidFill>
                <a:srgbClr val="83A6B0"/>
              </a:solidFill>
              <a:ln w="10058" cap="rnd">
                <a:solidFill>
                  <a:srgbClr val="222B2B"/>
                </a:solidFill>
                <a:round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294" name="1263 Oval 1293"/>
              <p:cNvSpPr/>
              <p:nvPr/>
            </p:nvSpPr>
            <p:spPr>
              <a:xfrm>
                <a:off x="11940235" y="3390595"/>
                <a:ext cx="40234" cy="40234"/>
              </a:xfrm>
              <a:prstGeom prst="ellipse">
                <a:avLst/>
              </a:prstGeom>
              <a:solidFill>
                <a:srgbClr val="83A6B0"/>
              </a:solidFill>
              <a:ln w="10058" cap="rnd">
                <a:solidFill>
                  <a:srgbClr val="222B2B"/>
                </a:solidFill>
                <a:round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295" name="1264 Rectangle 1294"/>
              <p:cNvSpPr/>
              <p:nvPr/>
            </p:nvSpPr>
            <p:spPr>
              <a:xfrm>
                <a:off x="11832336" y="3529584"/>
                <a:ext cx="137160" cy="91"/>
              </a:xfrm>
              <a:custGeom>
                <a:avLst/>
                <a:gdLst/>
                <a:ahLst/>
                <a:cxnLst/>
                <a:rect l="0" t="0" r="r" b="b"/>
                <a:pathLst>
                  <a:path w="15000" h="10">
                    <a:moveTo>
                      <a:pt x="0" y="0"/>
                    </a:moveTo>
                    <a:lnTo>
                      <a:pt x="15000" y="0"/>
                    </a:lnTo>
                  </a:path>
                </a:pathLst>
              </a:custGeom>
              <a:noFill/>
              <a:ln w="14630" cap="rnd">
                <a:solidFill>
                  <a:srgbClr val="334143"/>
                </a:solidFill>
                <a:round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296" name="1265 Rectangle 1295"/>
              <p:cNvSpPr/>
              <p:nvPr/>
            </p:nvSpPr>
            <p:spPr>
              <a:xfrm>
                <a:off x="11832336" y="3575304"/>
                <a:ext cx="137160" cy="91"/>
              </a:xfrm>
              <a:custGeom>
                <a:avLst/>
                <a:gdLst/>
                <a:ahLst/>
                <a:cxnLst/>
                <a:rect l="0" t="0" r="r" b="b"/>
                <a:pathLst>
                  <a:path w="15000" h="10">
                    <a:moveTo>
                      <a:pt x="0" y="0"/>
                    </a:moveTo>
                    <a:lnTo>
                      <a:pt x="15000" y="0"/>
                    </a:lnTo>
                  </a:path>
                </a:pathLst>
              </a:custGeom>
              <a:noFill/>
              <a:ln w="14630" cap="rnd">
                <a:solidFill>
                  <a:srgbClr val="334143"/>
                </a:solidFill>
                <a:round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297" name="1266 Rectangle 1296"/>
              <p:cNvSpPr/>
              <p:nvPr/>
            </p:nvSpPr>
            <p:spPr>
              <a:xfrm>
                <a:off x="11832336" y="3621024"/>
                <a:ext cx="137160" cy="91"/>
              </a:xfrm>
              <a:custGeom>
                <a:avLst/>
                <a:gdLst/>
                <a:ahLst/>
                <a:cxnLst/>
                <a:rect l="0" t="0" r="r" b="b"/>
                <a:pathLst>
                  <a:path w="15000" h="10">
                    <a:moveTo>
                      <a:pt x="0" y="0"/>
                    </a:moveTo>
                    <a:lnTo>
                      <a:pt x="15000" y="0"/>
                    </a:lnTo>
                  </a:path>
                </a:pathLst>
              </a:custGeom>
              <a:noFill/>
              <a:ln w="14630" cap="rnd">
                <a:solidFill>
                  <a:srgbClr val="334143"/>
                </a:solidFill>
                <a:round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298" name="1267 Rectangle 1297"/>
              <p:cNvSpPr/>
              <p:nvPr/>
            </p:nvSpPr>
            <p:spPr>
              <a:xfrm>
                <a:off x="11832336" y="3666744"/>
                <a:ext cx="137160" cy="91"/>
              </a:xfrm>
              <a:custGeom>
                <a:avLst/>
                <a:gdLst/>
                <a:ahLst/>
                <a:cxnLst/>
                <a:rect l="0" t="0" r="r" b="b"/>
                <a:pathLst>
                  <a:path w="15000" h="10">
                    <a:moveTo>
                      <a:pt x="0" y="0"/>
                    </a:moveTo>
                    <a:lnTo>
                      <a:pt x="15000" y="0"/>
                    </a:lnTo>
                  </a:path>
                </a:pathLst>
              </a:custGeom>
              <a:noFill/>
              <a:ln w="14630" cap="rnd">
                <a:solidFill>
                  <a:srgbClr val="334143"/>
                </a:solidFill>
                <a:round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299" name="1268 Rectangle 1298"/>
              <p:cNvSpPr/>
              <p:nvPr/>
            </p:nvSpPr>
            <p:spPr>
              <a:xfrm>
                <a:off x="11832336" y="3712464"/>
                <a:ext cx="91440" cy="91"/>
              </a:xfrm>
              <a:custGeom>
                <a:avLst/>
                <a:gdLst/>
                <a:ahLst/>
                <a:cxnLst/>
                <a:rect l="0" t="0" r="r" b="b"/>
                <a:pathLst>
                  <a:path w="10000" h="10">
                    <a:moveTo>
                      <a:pt x="0" y="0"/>
                    </a:moveTo>
                    <a:lnTo>
                      <a:pt x="10000" y="0"/>
                    </a:lnTo>
                  </a:path>
                </a:pathLst>
              </a:custGeom>
              <a:noFill/>
              <a:ln w="14630" cap="rnd">
                <a:solidFill>
                  <a:srgbClr val="334143"/>
                </a:solidFill>
                <a:round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300" name="1269 Oval 1299"/>
              <p:cNvSpPr/>
              <p:nvPr/>
            </p:nvSpPr>
            <p:spPr>
              <a:xfrm>
                <a:off x="12033504" y="3355848"/>
                <a:ext cx="146304" cy="146304"/>
              </a:xfrm>
              <a:prstGeom prst="ellipse">
                <a:avLst/>
              </a:prstGeom>
              <a:solidFill>
                <a:srgbClr val="89DDA0"/>
              </a:solidFill>
              <a:ln w="13716" cap="rnd">
                <a:solidFill>
                  <a:srgbClr val="293631"/>
                </a:solidFill>
                <a:round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301" name="1270 Rectangle 1300"/>
              <p:cNvSpPr/>
              <p:nvPr/>
            </p:nvSpPr>
            <p:spPr>
              <a:xfrm>
                <a:off x="12070080" y="3383280"/>
                <a:ext cx="82296" cy="82296"/>
              </a:xfrm>
              <a:custGeom>
                <a:avLst/>
                <a:gdLst/>
                <a:ahLst/>
                <a:cxnLst/>
                <a:rect l="0" t="0" r="r" b="b"/>
                <a:pathLst>
                  <a:path w="9000" h="9000">
                    <a:moveTo>
                      <a:pt x="0" y="5000"/>
                    </a:moveTo>
                    <a:lnTo>
                      <a:pt x="4000" y="9000"/>
                    </a:lnTo>
                    <a:lnTo>
                      <a:pt x="9000" y="0"/>
                    </a:lnTo>
                  </a:path>
                </a:pathLst>
              </a:custGeom>
              <a:noFill/>
              <a:ln w="18288" cap="rnd">
                <a:solidFill>
                  <a:srgbClr val="283B2D"/>
                </a:solidFill>
                <a:round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</p:grpSp>
        <p:sp>
          <p:nvSpPr>
            <p:cNvPr id="1302" name="Output / Solution"/>
            <p:cNvSpPr txBox="1"/>
            <p:nvPr/>
          </p:nvSpPr>
          <p:spPr>
            <a:xfrm>
              <a:off x="12252960" y="3282696"/>
              <a:ext cx="1737360" cy="635325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Ctr="0" anchor="t">
              <a:noAutofit/>
            </a:bodyPr>
            <a:lstStyle/>
            <a:p>
              <a:pPr algn="l">
                <a:lnSpc>
                  <a:spcPts val="2321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2232" b="1" i="0">
                  <a:solidFill>
                    <a:srgbClr val="303030"/>
                  </a:solidFill>
                  <a:latin typeface="Liberation Serif"/>
                </a:rPr>
                <a:t>Output</a:t>
              </a:r>
            </a:p>
            <a:p>
              <a:pPr algn="l">
                <a:lnSpc>
                  <a:spcPts val="2321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2232" b="1" i="0">
                  <a:solidFill>
                    <a:srgbClr val="303030"/>
                  </a:solidFill>
                  <a:latin typeface="Liberation Serif"/>
                </a:rPr>
                <a:t>Solution</a:t>
              </a:r>
            </a:p>
          </p:txBody>
        </p:sp>
        <p:sp>
          <p:nvSpPr>
            <p:cNvPr id="1303" name="Since both are confirmed / as film directors from / their respective countries, / the answ"/>
            <p:cNvSpPr txBox="1"/>
            <p:nvPr/>
          </p:nvSpPr>
          <p:spPr>
            <a:xfrm>
              <a:off x="11750040" y="3959352"/>
              <a:ext cx="2295144" cy="898672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Ctr="0" anchor="t">
              <a:noAutofit/>
            </a:bodyPr>
            <a:lstStyle/>
            <a:p>
              <a:pPr algn="l">
                <a:lnSpc>
                  <a:spcPts val="167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84" b="0" i="0">
                  <a:solidFill>
                    <a:srgbClr val="000000"/>
                  </a:solidFill>
                  <a:latin typeface="Comic Neue"/>
                </a:rPr>
                <a:t>Since both are confirmed</a:t>
              </a:r>
            </a:p>
            <a:p>
              <a:pPr algn="l">
                <a:lnSpc>
                  <a:spcPts val="167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84" b="0" i="0">
                  <a:solidFill>
                    <a:srgbClr val="000000"/>
                  </a:solidFill>
                  <a:latin typeface="Comic Neue"/>
                </a:rPr>
                <a:t>as film directors from</a:t>
              </a:r>
            </a:p>
            <a:p>
              <a:pPr algn="l">
                <a:lnSpc>
                  <a:spcPts val="167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84" b="0" i="0">
                  <a:solidFill>
                    <a:srgbClr val="000000"/>
                  </a:solidFill>
                  <a:latin typeface="Comic Neue"/>
                </a:rPr>
                <a:t>their respective countries,</a:t>
              </a:r>
            </a:p>
            <a:p>
              <a:pPr algn="l">
                <a:lnSpc>
                  <a:spcPts val="167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84" b="0" i="0">
                  <a:solidFill>
                    <a:srgbClr val="000000"/>
                  </a:solidFill>
                  <a:latin typeface="Comic Neue"/>
                </a:rPr>
                <a:t>the answer is Yes.</a:t>
              </a:r>
            </a:p>
          </p:txBody>
        </p:sp>
        <p:grpSp>
          <p:nvGrpSpPr>
            <p:cNvPr id="1304" name="feedback-icon-1286-551"/>
            <p:cNvGrpSpPr/>
            <p:nvPr/>
          </p:nvGrpSpPr>
          <p:grpSpPr>
            <a:xfrm>
              <a:off x="11759184" y="5038344"/>
              <a:ext cx="394289" cy="542147"/>
              <a:chOff x="11759184" y="5038344"/>
              <a:chExt cx="394289" cy="542147"/>
            </a:xfrm>
          </p:grpSpPr>
          <p:sp>
            <p:nvSpPr>
              <p:cNvPr id="1305" name="1273 Rounded Rectangle 1304"/>
              <p:cNvSpPr/>
              <p:nvPr/>
            </p:nvSpPr>
            <p:spPr>
              <a:xfrm>
                <a:off x="11759184" y="5158039"/>
                <a:ext cx="70409" cy="197145"/>
              </a:xfrm>
              <a:prstGeom prst="roundRect">
                <a:avLst>
                  <a:gd name="adj" fmla="val 20000"/>
                </a:avLst>
              </a:prstGeom>
              <a:solidFill>
                <a:srgbClr val="8BD0AE"/>
              </a:solidFill>
              <a:ln w="11265" cap="rnd">
                <a:solidFill>
                  <a:srgbClr val="303734"/>
                </a:solidFill>
                <a:round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306" name="1274 Rectangle 1305"/>
              <p:cNvSpPr/>
              <p:nvPr/>
            </p:nvSpPr>
            <p:spPr>
              <a:xfrm>
                <a:off x="11829593" y="5038344"/>
                <a:ext cx="218267" cy="316840"/>
              </a:xfrm>
              <a:custGeom>
                <a:avLst/>
                <a:gdLst/>
                <a:ahLst/>
                <a:cxnLst/>
                <a:rect l="0" t="0" r="r" b="b"/>
                <a:pathLst>
                  <a:path w="23870" h="34650">
                    <a:moveTo>
                      <a:pt x="0" y="13860"/>
                    </a:moveTo>
                    <a:lnTo>
                      <a:pt x="6160" y="10010"/>
                    </a:lnTo>
                    <a:lnTo>
                      <a:pt x="10010" y="770"/>
                    </a:lnTo>
                    <a:lnTo>
                      <a:pt x="13860" y="0"/>
                    </a:lnTo>
                    <a:lnTo>
                      <a:pt x="16170" y="3080"/>
                    </a:lnTo>
                    <a:lnTo>
                      <a:pt x="13860" y="13090"/>
                    </a:lnTo>
                    <a:lnTo>
                      <a:pt x="21560" y="13090"/>
                    </a:lnTo>
                    <a:lnTo>
                      <a:pt x="23870" y="15400"/>
                    </a:lnTo>
                    <a:lnTo>
                      <a:pt x="21560" y="18480"/>
                    </a:lnTo>
                    <a:lnTo>
                      <a:pt x="23870" y="20790"/>
                    </a:lnTo>
                    <a:lnTo>
                      <a:pt x="21560" y="23870"/>
                    </a:lnTo>
                    <a:lnTo>
                      <a:pt x="23100" y="26950"/>
                    </a:lnTo>
                    <a:lnTo>
                      <a:pt x="20020" y="30030"/>
                    </a:lnTo>
                    <a:lnTo>
                      <a:pt x="19250" y="34650"/>
                    </a:lnTo>
                    <a:lnTo>
                      <a:pt x="0" y="34650"/>
                    </a:lnTo>
                    <a:close/>
                  </a:path>
                </a:pathLst>
              </a:custGeom>
              <a:solidFill>
                <a:srgbClr val="FFDECC"/>
              </a:solidFill>
              <a:ln w="12673" cap="rnd">
                <a:solidFill>
                  <a:srgbClr val="303734"/>
                </a:solidFill>
                <a:round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307" name="1275 Rounded Rectangle 1306"/>
              <p:cNvSpPr/>
              <p:nvPr/>
            </p:nvSpPr>
            <p:spPr>
              <a:xfrm>
                <a:off x="11921124" y="5355184"/>
                <a:ext cx="63368" cy="91531"/>
              </a:xfrm>
              <a:prstGeom prst="roundRect">
                <a:avLst>
                  <a:gd name="adj" fmla="val 22222"/>
                </a:avLst>
              </a:prstGeom>
              <a:solidFill>
                <a:srgbClr val="F48199"/>
              </a:solidFill>
              <a:ln w="10561" cap="rnd">
                <a:solidFill>
                  <a:srgbClr val="303734"/>
                </a:solidFill>
                <a:round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308" name="1276 Rectangle 1307"/>
              <p:cNvSpPr/>
              <p:nvPr/>
            </p:nvSpPr>
            <p:spPr>
              <a:xfrm>
                <a:off x="11984492" y="5291816"/>
                <a:ext cx="147858" cy="260513"/>
              </a:xfrm>
              <a:custGeom>
                <a:avLst/>
                <a:gdLst/>
                <a:ahLst/>
                <a:cxnLst/>
                <a:rect l="0" t="0" r="r" b="b"/>
                <a:pathLst>
                  <a:path w="16170" h="28490">
                    <a:moveTo>
                      <a:pt x="770" y="0"/>
                    </a:moveTo>
                    <a:lnTo>
                      <a:pt x="11550" y="0"/>
                    </a:lnTo>
                    <a:lnTo>
                      <a:pt x="14630" y="2310"/>
                    </a:lnTo>
                    <a:lnTo>
                      <a:pt x="12320" y="5390"/>
                    </a:lnTo>
                    <a:lnTo>
                      <a:pt x="16170" y="7700"/>
                    </a:lnTo>
                    <a:lnTo>
                      <a:pt x="13090" y="10780"/>
                    </a:lnTo>
                    <a:lnTo>
                      <a:pt x="16170" y="13090"/>
                    </a:lnTo>
                    <a:lnTo>
                      <a:pt x="13090" y="16170"/>
                    </a:lnTo>
                    <a:lnTo>
                      <a:pt x="10010" y="16170"/>
                    </a:lnTo>
                    <a:lnTo>
                      <a:pt x="13860" y="26180"/>
                    </a:lnTo>
                    <a:lnTo>
                      <a:pt x="10010" y="28490"/>
                    </a:lnTo>
                    <a:lnTo>
                      <a:pt x="6160" y="25410"/>
                    </a:lnTo>
                    <a:lnTo>
                      <a:pt x="1540" y="15400"/>
                    </a:lnTo>
                    <a:lnTo>
                      <a:pt x="0" y="14630"/>
                    </a:lnTo>
                    <a:close/>
                  </a:path>
                </a:pathLst>
              </a:custGeom>
              <a:solidFill>
                <a:srgbClr val="FFDECC"/>
              </a:solidFill>
              <a:ln w="12673" cap="rnd">
                <a:solidFill>
                  <a:srgbClr val="303734"/>
                </a:solidFill>
                <a:round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309" name="1277 Rectangle 1308"/>
              <p:cNvSpPr/>
              <p:nvPr/>
            </p:nvSpPr>
            <p:spPr>
              <a:xfrm>
                <a:off x="12054901" y="5038344"/>
                <a:ext cx="21123" cy="42245"/>
              </a:xfrm>
              <a:custGeom>
                <a:avLst/>
                <a:gdLst/>
                <a:ahLst/>
                <a:cxnLst/>
                <a:rect l="0" t="0" r="r" b="b"/>
                <a:pathLst>
                  <a:path w="2310" h="4620">
                    <a:moveTo>
                      <a:pt x="0" y="4620"/>
                    </a:moveTo>
                    <a:lnTo>
                      <a:pt x="2310" y="0"/>
                    </a:lnTo>
                  </a:path>
                </a:pathLst>
              </a:custGeom>
              <a:noFill/>
              <a:ln w="21122" cap="rnd">
                <a:solidFill>
                  <a:srgbClr val="528B79"/>
                </a:solidFill>
                <a:round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310" name="1278 Rectangle 1309"/>
              <p:cNvSpPr/>
              <p:nvPr/>
            </p:nvSpPr>
            <p:spPr>
              <a:xfrm>
                <a:off x="12111228" y="5108753"/>
                <a:ext cx="42245" cy="28164"/>
              </a:xfrm>
              <a:custGeom>
                <a:avLst/>
                <a:gdLst/>
                <a:ahLst/>
                <a:cxnLst/>
                <a:rect l="0" t="0" r="r" b="b"/>
                <a:pathLst>
                  <a:path w="4620" h="3080">
                    <a:moveTo>
                      <a:pt x="0" y="3080"/>
                    </a:moveTo>
                    <a:lnTo>
                      <a:pt x="4620" y="0"/>
                    </a:lnTo>
                  </a:path>
                </a:pathLst>
              </a:custGeom>
              <a:noFill/>
              <a:ln w="21122" cap="rnd">
                <a:solidFill>
                  <a:srgbClr val="528B79"/>
                </a:solidFill>
                <a:round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311" name="1279 Rectangle 1310"/>
              <p:cNvSpPr/>
              <p:nvPr/>
            </p:nvSpPr>
            <p:spPr>
              <a:xfrm>
                <a:off x="12104187" y="5186202"/>
                <a:ext cx="49286" cy="14082"/>
              </a:xfrm>
              <a:custGeom>
                <a:avLst/>
                <a:gdLst/>
                <a:ahLst/>
                <a:cxnLst/>
                <a:rect l="0" t="0" r="r" b="b"/>
                <a:pathLst>
                  <a:path w="5390" h="1540">
                    <a:moveTo>
                      <a:pt x="0" y="1540"/>
                    </a:moveTo>
                    <a:lnTo>
                      <a:pt x="5390" y="0"/>
                    </a:lnTo>
                  </a:path>
                </a:pathLst>
              </a:custGeom>
              <a:noFill/>
              <a:ln w="21122" cap="rnd">
                <a:solidFill>
                  <a:srgbClr val="528B79"/>
                </a:solidFill>
                <a:round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312" name="1280 Rectangle 1311"/>
              <p:cNvSpPr/>
              <p:nvPr/>
            </p:nvSpPr>
            <p:spPr>
              <a:xfrm>
                <a:off x="11815511" y="5453756"/>
                <a:ext cx="28164" cy="21123"/>
              </a:xfrm>
              <a:custGeom>
                <a:avLst/>
                <a:gdLst/>
                <a:ahLst/>
                <a:cxnLst/>
                <a:rect l="0" t="0" r="r" b="b"/>
                <a:pathLst>
                  <a:path w="3080" h="2310">
                    <a:moveTo>
                      <a:pt x="3080" y="0"/>
                    </a:moveTo>
                    <a:lnTo>
                      <a:pt x="0" y="2310"/>
                    </a:lnTo>
                  </a:path>
                </a:pathLst>
              </a:custGeom>
              <a:noFill/>
              <a:ln w="21122" cap="rnd">
                <a:solidFill>
                  <a:srgbClr val="D86074"/>
                </a:solidFill>
                <a:round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313" name="1281 Rectangle 1312"/>
              <p:cNvSpPr/>
              <p:nvPr/>
            </p:nvSpPr>
            <p:spPr>
              <a:xfrm>
                <a:off x="11871838" y="5503042"/>
                <a:ext cx="14082" cy="42245"/>
              </a:xfrm>
              <a:custGeom>
                <a:avLst/>
                <a:gdLst/>
                <a:ahLst/>
                <a:cxnLst/>
                <a:rect l="0" t="0" r="r" b="b"/>
                <a:pathLst>
                  <a:path w="1540" h="4620">
                    <a:moveTo>
                      <a:pt x="1540" y="0"/>
                    </a:moveTo>
                    <a:lnTo>
                      <a:pt x="0" y="4620"/>
                    </a:lnTo>
                  </a:path>
                </a:pathLst>
              </a:custGeom>
              <a:noFill/>
              <a:ln w="21122" cap="rnd">
                <a:solidFill>
                  <a:srgbClr val="D86074"/>
                </a:solidFill>
                <a:round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314" name="1282 Rectangle 1313"/>
              <p:cNvSpPr/>
              <p:nvPr/>
            </p:nvSpPr>
            <p:spPr>
              <a:xfrm>
                <a:off x="11956329" y="5538246"/>
                <a:ext cx="7041" cy="42245"/>
              </a:xfrm>
              <a:custGeom>
                <a:avLst/>
                <a:gdLst/>
                <a:ahLst/>
                <a:cxnLst/>
                <a:rect l="0" t="0" r="r" b="b"/>
                <a:pathLst>
                  <a:path w="770" h="4620">
                    <a:moveTo>
                      <a:pt x="0" y="0"/>
                    </a:moveTo>
                    <a:lnTo>
                      <a:pt x="770" y="4620"/>
                    </a:lnTo>
                  </a:path>
                </a:pathLst>
              </a:custGeom>
              <a:noFill/>
              <a:ln w="21122" cap="rnd">
                <a:solidFill>
                  <a:srgbClr val="D86074"/>
                </a:solidFill>
                <a:round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</p:grpSp>
        <p:sp>
          <p:nvSpPr>
            <p:cNvPr id="1315" name="Environment / Feedback"/>
            <p:cNvSpPr txBox="1"/>
            <p:nvPr/>
          </p:nvSpPr>
          <p:spPr>
            <a:xfrm>
              <a:off x="12234672" y="4956048"/>
              <a:ext cx="1920240" cy="622981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Ctr="0" anchor="t">
              <a:noAutofit/>
            </a:bodyPr>
            <a:lstStyle/>
            <a:p>
              <a:pPr algn="l">
                <a:lnSpc>
                  <a:spcPts val="227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2124" b="1" i="0">
                  <a:solidFill>
                    <a:srgbClr val="303030"/>
                  </a:solidFill>
                  <a:latin typeface="Liberation Serif"/>
                </a:rPr>
                <a:t>Environment</a:t>
              </a:r>
            </a:p>
            <a:p>
              <a:pPr algn="l">
                <a:lnSpc>
                  <a:spcPts val="227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2124" b="1" i="0">
                  <a:solidFill>
                    <a:srgbClr val="303030"/>
                  </a:solidFill>
                  <a:latin typeface="Liberation Serif"/>
                </a:rPr>
                <a:t>Feedback</a:t>
              </a:r>
            </a:p>
          </p:txBody>
        </p:sp>
        <p:sp>
          <p:nvSpPr>
            <p:cNvPr id="1316" name="· Execution: Success / · Token cost: 3,345 / · Tool calls: 3 ..."/>
            <p:cNvSpPr txBox="1"/>
            <p:nvPr/>
          </p:nvSpPr>
          <p:spPr>
            <a:xfrm>
              <a:off x="11804904" y="5586984"/>
              <a:ext cx="2231136" cy="656356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Ctr="0" anchor="t">
              <a:noAutofit/>
            </a:bodyPr>
            <a:lstStyle/>
            <a:p>
              <a:pPr algn="l">
                <a:lnSpc>
                  <a:spcPts val="160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12" b="0" i="0">
                  <a:solidFill>
                    <a:srgbClr val="303030"/>
                  </a:solidFill>
                  <a:latin typeface="Comic Neue"/>
                </a:rPr>
                <a:t>· Execution: Success</a:t>
              </a:r>
            </a:p>
            <a:p>
              <a:pPr algn="l">
                <a:lnSpc>
                  <a:spcPts val="160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12" b="0" i="0">
                  <a:solidFill>
                    <a:srgbClr val="303030"/>
                  </a:solidFill>
                  <a:latin typeface="Comic Neue"/>
                </a:rPr>
                <a:t>· Token cost: 3,345</a:t>
              </a:r>
            </a:p>
            <a:p>
              <a:pPr algn="l">
                <a:lnSpc>
                  <a:spcPts val="160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12" b="0" i="0">
                  <a:solidFill>
                    <a:srgbClr val="303030"/>
                  </a:solidFill>
                  <a:latin typeface="Comic Neue"/>
                </a:rPr>
                <a:t>· Tool calls: 3 ...</a:t>
              </a:r>
            </a:p>
          </p:txBody>
        </p:sp>
      </p:grpSp>
      <p:grpSp>
        <p:nvGrpSpPr>
          <p:cNvPr id="1317" name="trajectory-condensation-panel"/>
          <p:cNvGrpSpPr/>
          <p:nvPr/>
        </p:nvGrpSpPr>
        <p:grpSpPr>
          <a:xfrm>
            <a:off x="8759952" y="6812280"/>
            <a:ext cx="5349240" cy="2953512"/>
            <a:chOff x="8759952" y="6812280"/>
            <a:chExt cx="5349240" cy="2953512"/>
          </a:xfrm>
        </p:grpSpPr>
        <p:sp>
          <p:nvSpPr>
            <p:cNvPr id="1318" name="1285 Rectangle 1317"/>
            <p:cNvSpPr/>
            <p:nvPr/>
          </p:nvSpPr>
          <p:spPr>
            <a:xfrm>
              <a:off x="8924544" y="6976872"/>
              <a:ext cx="5184648" cy="2788920"/>
            </a:xfrm>
            <a:prstGeom prst="rect">
              <a:avLst/>
            </a:prstGeom>
            <a:solidFill>
              <a:srgbClr val="DDD0E3">
                <a:alpha val="66000"/>
              </a:srgbClr>
            </a:solidFill>
            <a:ln w="21945" cap="rnd">
              <a:solidFill>
                <a:srgbClr val="BB8EB0"/>
              </a:solidFill>
              <a:round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19" name="1286 Rectangle 1318"/>
            <p:cNvSpPr/>
            <p:nvPr/>
          </p:nvSpPr>
          <p:spPr>
            <a:xfrm>
              <a:off x="8842248" y="6894576"/>
              <a:ext cx="5184648" cy="2788920"/>
            </a:xfrm>
            <a:prstGeom prst="rect">
              <a:avLst/>
            </a:prstGeom>
            <a:solidFill>
              <a:srgbClr val="DDD0E3">
                <a:alpha val="66000"/>
              </a:srgbClr>
            </a:solidFill>
            <a:ln w="21945" cap="rnd">
              <a:solidFill>
                <a:srgbClr val="BB8EB0"/>
              </a:solidFill>
              <a:round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20" name="1287 Rectangle 1319"/>
            <p:cNvSpPr/>
            <p:nvPr/>
          </p:nvSpPr>
          <p:spPr>
            <a:xfrm>
              <a:off x="8759952" y="6812280"/>
              <a:ext cx="5184648" cy="2788920"/>
            </a:xfrm>
            <a:prstGeom prst="rect">
              <a:avLst/>
            </a:prstGeom>
            <a:solidFill>
              <a:srgbClr val="DDD0E3">
                <a:alpha val="66000"/>
              </a:srgbClr>
            </a:solidFill>
            <a:ln w="21945" cap="rnd">
              <a:solidFill>
                <a:srgbClr val="BB8EB0"/>
              </a:solidFill>
              <a:round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21" name="Trajectory Condensation"/>
            <p:cNvSpPr txBox="1"/>
            <p:nvPr/>
          </p:nvSpPr>
          <p:spPr>
            <a:xfrm>
              <a:off x="10634472" y="7068312"/>
              <a:ext cx="3374136" cy="36320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Ctr="0" anchor="t">
              <a:noAutofit/>
            </a:bodyPr>
            <a:lstStyle/>
            <a:p>
              <a:pPr algn="l">
                <a:lnSpc>
                  <a:spcPts val="249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2232" b="1" i="0">
                  <a:solidFill>
                    <a:srgbClr val="303030"/>
                  </a:solidFill>
                  <a:latin typeface="Liberation Serif"/>
                </a:rPr>
                <a:t>Trajectory Condensation</a:t>
              </a:r>
            </a:p>
          </p:txBody>
        </p:sp>
        <p:sp>
          <p:nvSpPr>
            <p:cNvPr id="1322" name="1289 Rectangle 1321"/>
            <p:cNvSpPr/>
            <p:nvPr/>
          </p:nvSpPr>
          <p:spPr>
            <a:xfrm>
              <a:off x="9136198" y="7333816"/>
              <a:ext cx="1945101" cy="1967916"/>
            </a:xfrm>
            <a:custGeom>
              <a:avLst/>
              <a:gdLst/>
              <a:ahLst/>
              <a:cxnLst/>
              <a:rect l="0" t="0" r="r" b="b"/>
              <a:pathLst>
                <a:path w="212719" h="215214">
                  <a:moveTo>
                    <a:pt x="212719" y="107964"/>
                  </a:moveTo>
                  <a:cubicBezTo>
                    <a:pt x="212719" y="123372"/>
                    <a:pt x="208444" y="140137"/>
                    <a:pt x="201838" y="154188"/>
                  </a:cubicBezTo>
                  <a:cubicBezTo>
                    <a:pt x="195232" y="168239"/>
                    <a:pt x="185202" y="182978"/>
                    <a:pt x="173084" y="192269"/>
                  </a:cubicBezTo>
                  <a:cubicBezTo>
                    <a:pt x="160965" y="201559"/>
                    <a:pt x="144283" y="206673"/>
                    <a:pt x="129127" y="209933"/>
                  </a:cubicBezTo>
                  <a:cubicBezTo>
                    <a:pt x="113971" y="213193"/>
                    <a:pt x="96878" y="215214"/>
                    <a:pt x="82147" y="211827"/>
                  </a:cubicBezTo>
                  <a:cubicBezTo>
                    <a:pt x="67416" y="208441"/>
                    <a:pt x="52794" y="199216"/>
                    <a:pt x="40740" y="189613"/>
                  </a:cubicBezTo>
                  <a:cubicBezTo>
                    <a:pt x="28686" y="180010"/>
                    <a:pt x="16586" y="167818"/>
                    <a:pt x="9823" y="154210"/>
                  </a:cubicBezTo>
                  <a:cubicBezTo>
                    <a:pt x="3059" y="140602"/>
                    <a:pt x="315" y="123455"/>
                    <a:pt x="157" y="107964"/>
                  </a:cubicBezTo>
                  <a:cubicBezTo>
                    <a:pt x="0" y="92473"/>
                    <a:pt x="2363" y="75183"/>
                    <a:pt x="8878" y="61263"/>
                  </a:cubicBezTo>
                  <a:cubicBezTo>
                    <a:pt x="15394" y="47344"/>
                    <a:pt x="27032" y="33946"/>
                    <a:pt x="39250" y="24446"/>
                  </a:cubicBezTo>
                  <a:cubicBezTo>
                    <a:pt x="51467" y="14946"/>
                    <a:pt x="67117" y="7719"/>
                    <a:pt x="82184" y="4262"/>
                  </a:cubicBezTo>
                  <a:cubicBezTo>
                    <a:pt x="97251" y="805"/>
                    <a:pt x="114876" y="0"/>
                    <a:pt x="129650" y="3704"/>
                  </a:cubicBezTo>
                  <a:cubicBezTo>
                    <a:pt x="144424" y="7409"/>
                    <a:pt x="158797" y="16815"/>
                    <a:pt x="170828" y="26488"/>
                  </a:cubicBezTo>
                  <a:cubicBezTo>
                    <a:pt x="182859" y="36161"/>
                    <a:pt x="194856" y="48161"/>
                    <a:pt x="201837" y="61741"/>
                  </a:cubicBezTo>
                  <a:cubicBezTo>
                    <a:pt x="208819" y="75320"/>
                    <a:pt x="212719" y="92556"/>
                    <a:pt x="212719" y="107964"/>
                  </a:cubicBezTo>
                  <a:close/>
                </a:path>
              </a:pathLst>
            </a:custGeom>
            <a:solidFill>
              <a:srgbClr val="F3E2F1"/>
            </a:solidFill>
            <a:ln w="41148" cap="rnd">
              <a:solidFill>
                <a:srgbClr val="400076"/>
              </a:solidFill>
              <a:round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23" name="1290 Rectangle 1322"/>
            <p:cNvSpPr/>
            <p:nvPr/>
          </p:nvSpPr>
          <p:spPr>
            <a:xfrm>
              <a:off x="9721326" y="7717395"/>
              <a:ext cx="291565" cy="194377"/>
            </a:xfrm>
            <a:custGeom>
              <a:avLst/>
              <a:gdLst/>
              <a:ahLst/>
              <a:cxnLst/>
              <a:rect l="0" t="0" r="r" b="b"/>
              <a:pathLst>
                <a:path w="31886" h="21257">
                  <a:moveTo>
                    <a:pt x="31886" y="0"/>
                  </a:moveTo>
                  <a:lnTo>
                    <a:pt x="0" y="21257"/>
                  </a:lnTo>
                </a:path>
              </a:pathLst>
            </a:custGeom>
            <a:noFill/>
            <a:ln w="29260" cap="rnd">
              <a:solidFill>
                <a:srgbClr val="6D706D"/>
              </a:solidFill>
              <a:round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24" name="1291 Rectangle 1323"/>
            <p:cNvSpPr/>
            <p:nvPr/>
          </p:nvSpPr>
          <p:spPr>
            <a:xfrm>
              <a:off x="9706110" y="7843399"/>
              <a:ext cx="90386" cy="78517"/>
            </a:xfrm>
            <a:custGeom>
              <a:avLst/>
              <a:gdLst/>
              <a:ahLst/>
              <a:cxnLst/>
              <a:rect l="0" t="0" r="r" b="b"/>
              <a:pathLst>
                <a:path w="9885" h="8587">
                  <a:moveTo>
                    <a:pt x="0" y="8587"/>
                  </a:moveTo>
                  <a:lnTo>
                    <a:pt x="5092" y="0"/>
                  </a:lnTo>
                  <a:lnTo>
                    <a:pt x="5616" y="4843"/>
                  </a:lnTo>
                  <a:lnTo>
                    <a:pt x="9885" y="7189"/>
                  </a:lnTo>
                  <a:close/>
                </a:path>
              </a:pathLst>
            </a:custGeom>
            <a:solidFill>
              <a:srgbClr val="6D706D"/>
            </a:solidFill>
            <a:ln w="19019" cap="rnd">
              <a:solidFill>
                <a:srgbClr val="6D706D"/>
              </a:solidFill>
              <a:round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25" name="1292 Rectangle 1324"/>
            <p:cNvSpPr/>
            <p:nvPr/>
          </p:nvSpPr>
          <p:spPr>
            <a:xfrm>
              <a:off x="9685287" y="8116655"/>
              <a:ext cx="259573" cy="164808"/>
            </a:xfrm>
            <a:custGeom>
              <a:avLst/>
              <a:gdLst/>
              <a:ahLst/>
              <a:cxnLst/>
              <a:rect l="0" t="0" r="r" b="b"/>
              <a:pathLst>
                <a:path w="28387" h="18024">
                  <a:moveTo>
                    <a:pt x="0" y="0"/>
                  </a:moveTo>
                  <a:lnTo>
                    <a:pt x="28387" y="18024"/>
                  </a:lnTo>
                </a:path>
              </a:pathLst>
            </a:custGeom>
            <a:noFill/>
            <a:ln w="29260" cap="rnd">
              <a:solidFill>
                <a:srgbClr val="6D706D"/>
              </a:solidFill>
              <a:round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26" name="1293 Rectangle 1325"/>
            <p:cNvSpPr/>
            <p:nvPr/>
          </p:nvSpPr>
          <p:spPr>
            <a:xfrm>
              <a:off x="9869650" y="8213806"/>
              <a:ext cx="90649" cy="77459"/>
            </a:xfrm>
            <a:custGeom>
              <a:avLst/>
              <a:gdLst/>
              <a:ahLst/>
              <a:cxnLst/>
              <a:rect l="0" t="0" r="r" b="b"/>
              <a:pathLst>
                <a:path w="9913" h="8471">
                  <a:moveTo>
                    <a:pt x="9913" y="8471"/>
                  </a:moveTo>
                  <a:lnTo>
                    <a:pt x="0" y="7294"/>
                  </a:lnTo>
                  <a:lnTo>
                    <a:pt x="4215" y="4853"/>
                  </a:lnTo>
                  <a:lnTo>
                    <a:pt x="4631" y="0"/>
                  </a:lnTo>
                  <a:close/>
                </a:path>
              </a:pathLst>
            </a:custGeom>
            <a:solidFill>
              <a:srgbClr val="6D706D"/>
            </a:solidFill>
            <a:ln w="19019" cap="rnd">
              <a:solidFill>
                <a:srgbClr val="6D706D"/>
              </a:solidFill>
              <a:round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27" name="1294 Rectangle 1326"/>
            <p:cNvSpPr/>
            <p:nvPr/>
          </p:nvSpPr>
          <p:spPr>
            <a:xfrm>
              <a:off x="10273571" y="8459309"/>
              <a:ext cx="250043" cy="107711"/>
            </a:xfrm>
            <a:custGeom>
              <a:avLst/>
              <a:gdLst/>
              <a:ahLst/>
              <a:cxnLst/>
              <a:rect l="0" t="0" r="r" b="b"/>
              <a:pathLst>
                <a:path w="27345" h="11779">
                  <a:moveTo>
                    <a:pt x="0" y="0"/>
                  </a:moveTo>
                  <a:lnTo>
                    <a:pt x="27345" y="11779"/>
                  </a:lnTo>
                </a:path>
              </a:pathLst>
            </a:custGeom>
            <a:noFill/>
            <a:ln w="29260" cap="rnd">
              <a:solidFill>
                <a:srgbClr val="6D706D"/>
              </a:solidFill>
              <a:round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28" name="1295 Rectangle 1327"/>
            <p:cNvSpPr/>
            <p:nvPr/>
          </p:nvSpPr>
          <p:spPr>
            <a:xfrm>
              <a:off x="10449201" y="8505417"/>
              <a:ext cx="91210" cy="72558"/>
            </a:xfrm>
            <a:custGeom>
              <a:avLst/>
              <a:gdLst/>
              <a:ahLst/>
              <a:cxnLst/>
              <a:rect l="0" t="0" r="r" b="b"/>
              <a:pathLst>
                <a:path w="9975" h="7935">
                  <a:moveTo>
                    <a:pt x="9975" y="7528"/>
                  </a:moveTo>
                  <a:lnTo>
                    <a:pt x="0" y="7935"/>
                  </a:lnTo>
                  <a:lnTo>
                    <a:pt x="3776" y="4858"/>
                  </a:lnTo>
                  <a:lnTo>
                    <a:pt x="3418" y="0"/>
                  </a:lnTo>
                  <a:close/>
                </a:path>
              </a:pathLst>
            </a:custGeom>
            <a:solidFill>
              <a:srgbClr val="6D706D"/>
            </a:solidFill>
            <a:ln w="19019" cap="rnd">
              <a:solidFill>
                <a:srgbClr val="6D706D"/>
              </a:solidFill>
              <a:round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grpSp>
          <p:nvGrpSpPr>
            <p:cNvPr id="1329" name="agent-king-1110-834"/>
            <p:cNvGrpSpPr/>
            <p:nvPr/>
          </p:nvGrpSpPr>
          <p:grpSpPr>
            <a:xfrm>
              <a:off x="9993311" y="7466387"/>
              <a:ext cx="309524" cy="314892"/>
              <a:chOff x="9993311" y="7466387"/>
              <a:chExt cx="309524" cy="314892"/>
            </a:xfrm>
          </p:grpSpPr>
          <p:sp>
            <p:nvSpPr>
              <p:cNvPr id="1330" name="1296 Rectangle 1329"/>
              <p:cNvSpPr/>
              <p:nvPr/>
            </p:nvSpPr>
            <p:spPr>
              <a:xfrm>
                <a:off x="9993311" y="7466387"/>
                <a:ext cx="309524" cy="314892"/>
              </a:xfrm>
              <a:custGeom>
                <a:avLst/>
                <a:gdLst/>
                <a:ahLst/>
                <a:cxnLst/>
                <a:rect l="0" t="0" r="r" b="b"/>
                <a:pathLst>
                  <a:path w="33850" h="34437">
                    <a:moveTo>
                      <a:pt x="33847" y="17466"/>
                    </a:moveTo>
                    <a:cubicBezTo>
                      <a:pt x="33850" y="19902"/>
                      <a:pt x="33308" y="22541"/>
                      <a:pt x="32305" y="24780"/>
                    </a:cubicBezTo>
                    <a:cubicBezTo>
                      <a:pt x="31303" y="27019"/>
                      <a:pt x="29735" y="29371"/>
                      <a:pt x="27831" y="30899"/>
                    </a:cubicBezTo>
                    <a:cubicBezTo>
                      <a:pt x="25927" y="32428"/>
                      <a:pt x="23288" y="33463"/>
                      <a:pt x="20881" y="33950"/>
                    </a:cubicBezTo>
                    <a:cubicBezTo>
                      <a:pt x="18473" y="34437"/>
                      <a:pt x="15811" y="34313"/>
                      <a:pt x="13385" y="33820"/>
                    </a:cubicBezTo>
                    <a:cubicBezTo>
                      <a:pt x="10960" y="33327"/>
                      <a:pt x="8236" y="32502"/>
                      <a:pt x="6330" y="30994"/>
                    </a:cubicBezTo>
                    <a:cubicBezTo>
                      <a:pt x="4423" y="29487"/>
                      <a:pt x="3000" y="27027"/>
                      <a:pt x="1946" y="24773"/>
                    </a:cubicBezTo>
                    <a:cubicBezTo>
                      <a:pt x="891" y="22518"/>
                      <a:pt x="0" y="19900"/>
                      <a:pt x="4" y="17466"/>
                    </a:cubicBezTo>
                    <a:cubicBezTo>
                      <a:pt x="7" y="15032"/>
                      <a:pt x="855" y="12352"/>
                      <a:pt x="1967" y="10170"/>
                    </a:cubicBezTo>
                    <a:cubicBezTo>
                      <a:pt x="3079" y="7987"/>
                      <a:pt x="4791" y="5962"/>
                      <a:pt x="6675" y="4371"/>
                    </a:cubicBezTo>
                    <a:cubicBezTo>
                      <a:pt x="8560" y="2780"/>
                      <a:pt x="10893" y="1249"/>
                      <a:pt x="13274" y="625"/>
                    </a:cubicBezTo>
                    <a:cubicBezTo>
                      <a:pt x="15655" y="0"/>
                      <a:pt x="18552" y="36"/>
                      <a:pt x="20962" y="624"/>
                    </a:cubicBezTo>
                    <a:cubicBezTo>
                      <a:pt x="23373" y="1211"/>
                      <a:pt x="25849" y="2561"/>
                      <a:pt x="27737" y="4151"/>
                    </a:cubicBezTo>
                    <a:cubicBezTo>
                      <a:pt x="29624" y="5740"/>
                      <a:pt x="31269" y="7942"/>
                      <a:pt x="32287" y="10161"/>
                    </a:cubicBezTo>
                    <a:cubicBezTo>
                      <a:pt x="33306" y="12380"/>
                      <a:pt x="33844" y="15029"/>
                      <a:pt x="33847" y="17466"/>
                    </a:cubicBezTo>
                    <a:close/>
                  </a:path>
                </a:pathLst>
              </a:custGeom>
              <a:solidFill>
                <a:srgbClr val="D3BFDC"/>
              </a:solidFill>
              <a:ln w="27432" cap="rnd">
                <a:solidFill>
                  <a:srgbClr val="400076"/>
                </a:solidFill>
                <a:round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331" name="1297 Rectangle 1330"/>
              <p:cNvSpPr/>
              <p:nvPr/>
            </p:nvSpPr>
            <p:spPr>
              <a:xfrm>
                <a:off x="10060398" y="7537311"/>
                <a:ext cx="178885" cy="177569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332" name="1298 Rectangle 1331"/>
              <p:cNvSpPr/>
              <p:nvPr/>
            </p:nvSpPr>
            <p:spPr>
              <a:xfrm>
                <a:off x="10090650" y="7540600"/>
                <a:ext cx="13702" cy="13702"/>
              </a:xfrm>
              <a:prstGeom prst="rect">
                <a:avLst/>
              </a:prstGeom>
              <a:solidFill>
                <a:srgbClr val="151518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333" name="1299 Rectangle 1332"/>
              <p:cNvSpPr/>
              <p:nvPr/>
            </p:nvSpPr>
            <p:spPr>
              <a:xfrm>
                <a:off x="10195877" y="7540600"/>
                <a:ext cx="13702" cy="13702"/>
              </a:xfrm>
              <a:prstGeom prst="rect">
                <a:avLst/>
              </a:prstGeom>
              <a:solidFill>
                <a:srgbClr val="151518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334" name="1300 Rectangle 1333"/>
              <p:cNvSpPr/>
              <p:nvPr/>
            </p:nvSpPr>
            <p:spPr>
              <a:xfrm>
                <a:off x="10090650" y="7553753"/>
                <a:ext cx="13702" cy="13702"/>
              </a:xfrm>
              <a:prstGeom prst="rect">
                <a:avLst/>
              </a:prstGeom>
              <a:solidFill>
                <a:srgbClr val="151518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335" name="1301 Rectangle 1334"/>
              <p:cNvSpPr/>
              <p:nvPr/>
            </p:nvSpPr>
            <p:spPr>
              <a:xfrm>
                <a:off x="10103803" y="7553753"/>
                <a:ext cx="13702" cy="13702"/>
              </a:xfrm>
              <a:prstGeom prst="rect">
                <a:avLst/>
              </a:prstGeom>
              <a:solidFill>
                <a:srgbClr val="FFF126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336" name="1302 Rectangle 1335"/>
              <p:cNvSpPr/>
              <p:nvPr/>
            </p:nvSpPr>
            <p:spPr>
              <a:xfrm>
                <a:off x="10143263" y="7553753"/>
                <a:ext cx="13702" cy="13702"/>
              </a:xfrm>
              <a:prstGeom prst="rect">
                <a:avLst/>
              </a:prstGeom>
              <a:solidFill>
                <a:srgbClr val="151518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337" name="1303 Rectangle 1336"/>
              <p:cNvSpPr/>
              <p:nvPr/>
            </p:nvSpPr>
            <p:spPr>
              <a:xfrm>
                <a:off x="10182723" y="7553753"/>
                <a:ext cx="13702" cy="13702"/>
              </a:xfrm>
              <a:prstGeom prst="rect">
                <a:avLst/>
              </a:prstGeom>
              <a:solidFill>
                <a:srgbClr val="FFF126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338" name="1304 Rectangle 1337"/>
              <p:cNvSpPr/>
              <p:nvPr/>
            </p:nvSpPr>
            <p:spPr>
              <a:xfrm>
                <a:off x="10195877" y="7553753"/>
                <a:ext cx="13702" cy="13702"/>
              </a:xfrm>
              <a:prstGeom prst="rect">
                <a:avLst/>
              </a:prstGeom>
              <a:solidFill>
                <a:srgbClr val="151518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339" name="1305 Rectangle 1338"/>
              <p:cNvSpPr/>
              <p:nvPr/>
            </p:nvSpPr>
            <p:spPr>
              <a:xfrm>
                <a:off x="10090650" y="7566906"/>
                <a:ext cx="13702" cy="13702"/>
              </a:xfrm>
              <a:prstGeom prst="rect">
                <a:avLst/>
              </a:prstGeom>
              <a:solidFill>
                <a:srgbClr val="151518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340" name="1306 Rectangle 1339"/>
              <p:cNvSpPr/>
              <p:nvPr/>
            </p:nvSpPr>
            <p:spPr>
              <a:xfrm>
                <a:off x="10103803" y="7566906"/>
                <a:ext cx="26855" cy="13702"/>
              </a:xfrm>
              <a:prstGeom prst="rect">
                <a:avLst/>
              </a:prstGeom>
              <a:solidFill>
                <a:srgbClr val="FFF126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341" name="1307 Rectangle 1340"/>
              <p:cNvSpPr/>
              <p:nvPr/>
            </p:nvSpPr>
            <p:spPr>
              <a:xfrm>
                <a:off x="10130110" y="7566906"/>
                <a:ext cx="13702" cy="13702"/>
              </a:xfrm>
              <a:prstGeom prst="rect">
                <a:avLst/>
              </a:prstGeom>
              <a:solidFill>
                <a:srgbClr val="151518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342" name="1308 Rectangle 1341"/>
              <p:cNvSpPr/>
              <p:nvPr/>
            </p:nvSpPr>
            <p:spPr>
              <a:xfrm>
                <a:off x="10143263" y="7566906"/>
                <a:ext cx="13702" cy="13702"/>
              </a:xfrm>
              <a:prstGeom prst="rect">
                <a:avLst/>
              </a:prstGeom>
              <a:solidFill>
                <a:srgbClr val="FFF126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343" name="1309 Rectangle 1342"/>
              <p:cNvSpPr/>
              <p:nvPr/>
            </p:nvSpPr>
            <p:spPr>
              <a:xfrm>
                <a:off x="10156417" y="7566906"/>
                <a:ext cx="13702" cy="13702"/>
              </a:xfrm>
              <a:prstGeom prst="rect">
                <a:avLst/>
              </a:prstGeom>
              <a:solidFill>
                <a:srgbClr val="151518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344" name="1310 Rectangle 1343"/>
              <p:cNvSpPr/>
              <p:nvPr/>
            </p:nvSpPr>
            <p:spPr>
              <a:xfrm>
                <a:off x="10169570" y="7566906"/>
                <a:ext cx="26855" cy="13702"/>
              </a:xfrm>
              <a:prstGeom prst="rect">
                <a:avLst/>
              </a:prstGeom>
              <a:solidFill>
                <a:srgbClr val="FFF126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345" name="1311 Rectangle 1344"/>
              <p:cNvSpPr/>
              <p:nvPr/>
            </p:nvSpPr>
            <p:spPr>
              <a:xfrm>
                <a:off x="10195877" y="7566906"/>
                <a:ext cx="13702" cy="13702"/>
              </a:xfrm>
              <a:prstGeom prst="rect">
                <a:avLst/>
              </a:prstGeom>
              <a:solidFill>
                <a:srgbClr val="151518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346" name="1312 Rectangle 1345"/>
              <p:cNvSpPr/>
              <p:nvPr/>
            </p:nvSpPr>
            <p:spPr>
              <a:xfrm>
                <a:off x="10090650" y="7580059"/>
                <a:ext cx="13702" cy="13702"/>
              </a:xfrm>
              <a:prstGeom prst="rect">
                <a:avLst/>
              </a:prstGeom>
              <a:solidFill>
                <a:srgbClr val="151518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347" name="1313 Rectangle 1346"/>
              <p:cNvSpPr/>
              <p:nvPr/>
            </p:nvSpPr>
            <p:spPr>
              <a:xfrm>
                <a:off x="10103803" y="7580059"/>
                <a:ext cx="92622" cy="13702"/>
              </a:xfrm>
              <a:prstGeom prst="rect">
                <a:avLst/>
              </a:prstGeom>
              <a:solidFill>
                <a:srgbClr val="FFF126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348" name="1314 Rectangle 1347"/>
              <p:cNvSpPr/>
              <p:nvPr/>
            </p:nvSpPr>
            <p:spPr>
              <a:xfrm>
                <a:off x="10195877" y="7580059"/>
                <a:ext cx="13702" cy="13702"/>
              </a:xfrm>
              <a:prstGeom prst="rect">
                <a:avLst/>
              </a:prstGeom>
              <a:solidFill>
                <a:srgbClr val="151518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349" name="1315 Rectangle 1348"/>
              <p:cNvSpPr/>
              <p:nvPr/>
            </p:nvSpPr>
            <p:spPr>
              <a:xfrm>
                <a:off x="10090650" y="7593213"/>
                <a:ext cx="13702" cy="13702"/>
              </a:xfrm>
              <a:prstGeom prst="rect">
                <a:avLst/>
              </a:prstGeom>
              <a:solidFill>
                <a:srgbClr val="151518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350" name="1316 Rectangle 1349"/>
              <p:cNvSpPr/>
              <p:nvPr/>
            </p:nvSpPr>
            <p:spPr>
              <a:xfrm>
                <a:off x="10103803" y="7593213"/>
                <a:ext cx="13702" cy="13702"/>
              </a:xfrm>
              <a:prstGeom prst="rect">
                <a:avLst/>
              </a:prstGeom>
              <a:solidFill>
                <a:srgbClr val="FFF126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351" name="1317 Rectangle 1350"/>
              <p:cNvSpPr/>
              <p:nvPr/>
            </p:nvSpPr>
            <p:spPr>
              <a:xfrm>
                <a:off x="10116957" y="7593213"/>
                <a:ext cx="13702" cy="13702"/>
              </a:xfrm>
              <a:prstGeom prst="rect">
                <a:avLst/>
              </a:prstGeom>
              <a:solidFill>
                <a:srgbClr val="FF263E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352" name="1318 Rectangle 1351"/>
              <p:cNvSpPr/>
              <p:nvPr/>
            </p:nvSpPr>
            <p:spPr>
              <a:xfrm>
                <a:off x="10130110" y="7593213"/>
                <a:ext cx="13702" cy="13702"/>
              </a:xfrm>
              <a:prstGeom prst="rect">
                <a:avLst/>
              </a:prstGeom>
              <a:solidFill>
                <a:srgbClr val="FFF126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353" name="1319 Rectangle 1352"/>
              <p:cNvSpPr/>
              <p:nvPr/>
            </p:nvSpPr>
            <p:spPr>
              <a:xfrm>
                <a:off x="10143263" y="7593213"/>
                <a:ext cx="13702" cy="13702"/>
              </a:xfrm>
              <a:prstGeom prst="rect">
                <a:avLst/>
              </a:prstGeom>
              <a:solidFill>
                <a:srgbClr val="FF263E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354" name="1320 Rectangle 1353"/>
              <p:cNvSpPr/>
              <p:nvPr/>
            </p:nvSpPr>
            <p:spPr>
              <a:xfrm>
                <a:off x="10156417" y="7593213"/>
                <a:ext cx="13702" cy="13702"/>
              </a:xfrm>
              <a:prstGeom prst="rect">
                <a:avLst/>
              </a:prstGeom>
              <a:solidFill>
                <a:srgbClr val="FFF126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355" name="1321 Rectangle 1354"/>
              <p:cNvSpPr/>
              <p:nvPr/>
            </p:nvSpPr>
            <p:spPr>
              <a:xfrm>
                <a:off x="10169570" y="7593213"/>
                <a:ext cx="13702" cy="13702"/>
              </a:xfrm>
              <a:prstGeom prst="rect">
                <a:avLst/>
              </a:prstGeom>
              <a:solidFill>
                <a:srgbClr val="FF263E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356" name="1322 Rectangle 1355"/>
              <p:cNvSpPr/>
              <p:nvPr/>
            </p:nvSpPr>
            <p:spPr>
              <a:xfrm>
                <a:off x="10182723" y="7593213"/>
                <a:ext cx="13702" cy="13702"/>
              </a:xfrm>
              <a:prstGeom prst="rect">
                <a:avLst/>
              </a:prstGeom>
              <a:solidFill>
                <a:srgbClr val="FFF126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357" name="1323 Rectangle 1356"/>
              <p:cNvSpPr/>
              <p:nvPr/>
            </p:nvSpPr>
            <p:spPr>
              <a:xfrm>
                <a:off x="10195877" y="7593213"/>
                <a:ext cx="13702" cy="13702"/>
              </a:xfrm>
              <a:prstGeom prst="rect">
                <a:avLst/>
              </a:prstGeom>
              <a:solidFill>
                <a:srgbClr val="151518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358" name="1324 Rectangle 1357"/>
              <p:cNvSpPr/>
              <p:nvPr/>
            </p:nvSpPr>
            <p:spPr>
              <a:xfrm>
                <a:off x="10090650" y="7606366"/>
                <a:ext cx="13702" cy="13702"/>
              </a:xfrm>
              <a:prstGeom prst="rect">
                <a:avLst/>
              </a:prstGeom>
              <a:solidFill>
                <a:srgbClr val="151518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359" name="1325 Rectangle 1358"/>
              <p:cNvSpPr/>
              <p:nvPr/>
            </p:nvSpPr>
            <p:spPr>
              <a:xfrm>
                <a:off x="10103803" y="7606366"/>
                <a:ext cx="92622" cy="13702"/>
              </a:xfrm>
              <a:prstGeom prst="rect">
                <a:avLst/>
              </a:prstGeom>
              <a:solidFill>
                <a:srgbClr val="FFF126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360" name="1326 Rectangle 1359"/>
              <p:cNvSpPr/>
              <p:nvPr/>
            </p:nvSpPr>
            <p:spPr>
              <a:xfrm>
                <a:off x="10195877" y="7606366"/>
                <a:ext cx="13702" cy="13702"/>
              </a:xfrm>
              <a:prstGeom prst="rect">
                <a:avLst/>
              </a:prstGeom>
              <a:solidFill>
                <a:srgbClr val="151518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361" name="1327 Rectangle 1360"/>
              <p:cNvSpPr/>
              <p:nvPr/>
            </p:nvSpPr>
            <p:spPr>
              <a:xfrm>
                <a:off x="10090650" y="7619519"/>
                <a:ext cx="13702" cy="13702"/>
              </a:xfrm>
              <a:prstGeom prst="rect">
                <a:avLst/>
              </a:prstGeom>
              <a:solidFill>
                <a:srgbClr val="151518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362" name="1328 Rectangle 1361"/>
              <p:cNvSpPr/>
              <p:nvPr/>
            </p:nvSpPr>
            <p:spPr>
              <a:xfrm>
                <a:off x="10103803" y="7619519"/>
                <a:ext cx="92622" cy="13702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363" name="1329 Rectangle 1362"/>
              <p:cNvSpPr/>
              <p:nvPr/>
            </p:nvSpPr>
            <p:spPr>
              <a:xfrm>
                <a:off x="10195877" y="7619519"/>
                <a:ext cx="13702" cy="13702"/>
              </a:xfrm>
              <a:prstGeom prst="rect">
                <a:avLst/>
              </a:prstGeom>
              <a:solidFill>
                <a:srgbClr val="151518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364" name="1330 Rectangle 1363"/>
              <p:cNvSpPr/>
              <p:nvPr/>
            </p:nvSpPr>
            <p:spPr>
              <a:xfrm>
                <a:off x="10090650" y="7632673"/>
                <a:ext cx="13702" cy="13702"/>
              </a:xfrm>
              <a:prstGeom prst="rect">
                <a:avLst/>
              </a:prstGeom>
              <a:solidFill>
                <a:srgbClr val="151518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365" name="1331 Rectangle 1364"/>
              <p:cNvSpPr/>
              <p:nvPr/>
            </p:nvSpPr>
            <p:spPr>
              <a:xfrm>
                <a:off x="10103803" y="7632673"/>
                <a:ext cx="13702" cy="13702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366" name="1332 Rectangle 1365"/>
              <p:cNvSpPr/>
              <p:nvPr/>
            </p:nvSpPr>
            <p:spPr>
              <a:xfrm>
                <a:off x="10116957" y="7632673"/>
                <a:ext cx="13702" cy="13702"/>
              </a:xfrm>
              <a:prstGeom prst="rect">
                <a:avLst/>
              </a:prstGeom>
              <a:solidFill>
                <a:srgbClr val="151518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367" name="1333 Rectangle 1366"/>
              <p:cNvSpPr/>
              <p:nvPr/>
            </p:nvSpPr>
            <p:spPr>
              <a:xfrm>
                <a:off x="10130110" y="7632673"/>
                <a:ext cx="26855" cy="13702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368" name="1334 Rectangle 1367"/>
              <p:cNvSpPr/>
              <p:nvPr/>
            </p:nvSpPr>
            <p:spPr>
              <a:xfrm>
                <a:off x="10156417" y="7632673"/>
                <a:ext cx="13702" cy="13702"/>
              </a:xfrm>
              <a:prstGeom prst="rect">
                <a:avLst/>
              </a:prstGeom>
              <a:solidFill>
                <a:srgbClr val="151518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369" name="1335 Rectangle 1368"/>
              <p:cNvSpPr/>
              <p:nvPr/>
            </p:nvSpPr>
            <p:spPr>
              <a:xfrm>
                <a:off x="10169570" y="7632673"/>
                <a:ext cx="26855" cy="13702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370" name="1336 Rectangle 1369"/>
              <p:cNvSpPr/>
              <p:nvPr/>
            </p:nvSpPr>
            <p:spPr>
              <a:xfrm>
                <a:off x="10195877" y="7632673"/>
                <a:ext cx="13702" cy="13702"/>
              </a:xfrm>
              <a:prstGeom prst="rect">
                <a:avLst/>
              </a:prstGeom>
              <a:solidFill>
                <a:srgbClr val="151518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371" name="1337 Rectangle 1370"/>
              <p:cNvSpPr/>
              <p:nvPr/>
            </p:nvSpPr>
            <p:spPr>
              <a:xfrm>
                <a:off x="10090650" y="7645826"/>
                <a:ext cx="13702" cy="13702"/>
              </a:xfrm>
              <a:prstGeom prst="rect">
                <a:avLst/>
              </a:prstGeom>
              <a:solidFill>
                <a:srgbClr val="151518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372" name="1338 Rectangle 1371"/>
              <p:cNvSpPr/>
              <p:nvPr/>
            </p:nvSpPr>
            <p:spPr>
              <a:xfrm>
                <a:off x="10103803" y="7645826"/>
                <a:ext cx="79468" cy="13702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373" name="1339 Rectangle 1372"/>
              <p:cNvSpPr/>
              <p:nvPr/>
            </p:nvSpPr>
            <p:spPr>
              <a:xfrm>
                <a:off x="10182723" y="7645826"/>
                <a:ext cx="13702" cy="13702"/>
              </a:xfrm>
              <a:prstGeom prst="rect">
                <a:avLst/>
              </a:prstGeom>
              <a:solidFill>
                <a:srgbClr val="061CDE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374" name="1340 Rectangle 1373"/>
              <p:cNvSpPr/>
              <p:nvPr/>
            </p:nvSpPr>
            <p:spPr>
              <a:xfrm>
                <a:off x="10195877" y="7645826"/>
                <a:ext cx="13702" cy="13702"/>
              </a:xfrm>
              <a:prstGeom prst="rect">
                <a:avLst/>
              </a:prstGeom>
              <a:solidFill>
                <a:srgbClr val="151518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375" name="1341 Rectangle 1374"/>
              <p:cNvSpPr/>
              <p:nvPr/>
            </p:nvSpPr>
            <p:spPr>
              <a:xfrm>
                <a:off x="10090650" y="7658979"/>
                <a:ext cx="13702" cy="13702"/>
              </a:xfrm>
              <a:prstGeom prst="rect">
                <a:avLst/>
              </a:prstGeom>
              <a:solidFill>
                <a:srgbClr val="151518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376" name="1342 Rectangle 1375"/>
              <p:cNvSpPr/>
              <p:nvPr/>
            </p:nvSpPr>
            <p:spPr>
              <a:xfrm>
                <a:off x="10103803" y="7658979"/>
                <a:ext cx="40009" cy="13702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377" name="1343 Rectangle 1376"/>
              <p:cNvSpPr/>
              <p:nvPr/>
            </p:nvSpPr>
            <p:spPr>
              <a:xfrm>
                <a:off x="10143263" y="7658979"/>
                <a:ext cx="13702" cy="13702"/>
              </a:xfrm>
              <a:prstGeom prst="rect">
                <a:avLst/>
              </a:prstGeom>
              <a:solidFill>
                <a:srgbClr val="151518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378" name="1344 Rectangle 1377"/>
              <p:cNvSpPr/>
              <p:nvPr/>
            </p:nvSpPr>
            <p:spPr>
              <a:xfrm>
                <a:off x="10156417" y="7658979"/>
                <a:ext cx="13702" cy="13702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379" name="1345 Rectangle 1378"/>
              <p:cNvSpPr/>
              <p:nvPr/>
            </p:nvSpPr>
            <p:spPr>
              <a:xfrm>
                <a:off x="10169570" y="7658979"/>
                <a:ext cx="26855" cy="13702"/>
              </a:xfrm>
              <a:prstGeom prst="rect">
                <a:avLst/>
              </a:prstGeom>
              <a:solidFill>
                <a:srgbClr val="061CDE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380" name="1346 Rectangle 1379"/>
              <p:cNvSpPr/>
              <p:nvPr/>
            </p:nvSpPr>
            <p:spPr>
              <a:xfrm>
                <a:off x="10195877" y="7658979"/>
                <a:ext cx="13702" cy="13702"/>
              </a:xfrm>
              <a:prstGeom prst="rect">
                <a:avLst/>
              </a:prstGeom>
              <a:solidFill>
                <a:srgbClr val="151518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381" name="1347 Rectangle 1380"/>
              <p:cNvSpPr/>
              <p:nvPr/>
            </p:nvSpPr>
            <p:spPr>
              <a:xfrm>
                <a:off x="10090650" y="7672133"/>
                <a:ext cx="13702" cy="13702"/>
              </a:xfrm>
              <a:prstGeom prst="rect">
                <a:avLst/>
              </a:prstGeom>
              <a:solidFill>
                <a:srgbClr val="151518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382" name="1348 Rectangle 1381"/>
              <p:cNvSpPr/>
              <p:nvPr/>
            </p:nvSpPr>
            <p:spPr>
              <a:xfrm>
                <a:off x="10103803" y="7672133"/>
                <a:ext cx="13702" cy="13702"/>
              </a:xfrm>
              <a:prstGeom prst="rect">
                <a:avLst/>
              </a:prstGeom>
              <a:solidFill>
                <a:srgbClr val="061CDE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383" name="1349 Rectangle 1382"/>
              <p:cNvSpPr/>
              <p:nvPr/>
            </p:nvSpPr>
            <p:spPr>
              <a:xfrm>
                <a:off x="10116957" y="7672133"/>
                <a:ext cx="40009" cy="13702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384" name="1350 Rectangle 1383"/>
              <p:cNvSpPr/>
              <p:nvPr/>
            </p:nvSpPr>
            <p:spPr>
              <a:xfrm>
                <a:off x="10156417" y="7672133"/>
                <a:ext cx="40009" cy="13702"/>
              </a:xfrm>
              <a:prstGeom prst="rect">
                <a:avLst/>
              </a:prstGeom>
              <a:solidFill>
                <a:srgbClr val="061CDE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385" name="1351 Rectangle 1384"/>
              <p:cNvSpPr/>
              <p:nvPr/>
            </p:nvSpPr>
            <p:spPr>
              <a:xfrm>
                <a:off x="10195877" y="7672133"/>
                <a:ext cx="13702" cy="13702"/>
              </a:xfrm>
              <a:prstGeom prst="rect">
                <a:avLst/>
              </a:prstGeom>
              <a:solidFill>
                <a:srgbClr val="151518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386" name="1352 Rectangle 1385"/>
              <p:cNvSpPr/>
              <p:nvPr/>
            </p:nvSpPr>
            <p:spPr>
              <a:xfrm>
                <a:off x="10090650" y="7685286"/>
                <a:ext cx="13702" cy="13702"/>
              </a:xfrm>
              <a:prstGeom prst="rect">
                <a:avLst/>
              </a:prstGeom>
              <a:solidFill>
                <a:srgbClr val="151518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387" name="1353 Rectangle 1386"/>
              <p:cNvSpPr/>
              <p:nvPr/>
            </p:nvSpPr>
            <p:spPr>
              <a:xfrm>
                <a:off x="10103803" y="7685286"/>
                <a:ext cx="92622" cy="13702"/>
              </a:xfrm>
              <a:prstGeom prst="rect">
                <a:avLst/>
              </a:prstGeom>
              <a:solidFill>
                <a:srgbClr val="061CDE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388" name="1354 Rectangle 1387"/>
              <p:cNvSpPr/>
              <p:nvPr/>
            </p:nvSpPr>
            <p:spPr>
              <a:xfrm>
                <a:off x="10195877" y="7685286"/>
                <a:ext cx="13702" cy="13702"/>
              </a:xfrm>
              <a:prstGeom prst="rect">
                <a:avLst/>
              </a:prstGeom>
              <a:solidFill>
                <a:srgbClr val="151518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389" name="1355 Rectangle 1388"/>
              <p:cNvSpPr/>
              <p:nvPr/>
            </p:nvSpPr>
            <p:spPr>
              <a:xfrm>
                <a:off x="10090650" y="7698439"/>
                <a:ext cx="118928" cy="13702"/>
              </a:xfrm>
              <a:prstGeom prst="rect">
                <a:avLst/>
              </a:prstGeom>
              <a:solidFill>
                <a:srgbClr val="151518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</p:grpSp>
        <p:grpSp>
          <p:nvGrpSpPr>
            <p:cNvPr id="1390" name="agent-clown-1044-878"/>
            <p:cNvGrpSpPr/>
            <p:nvPr/>
          </p:nvGrpSpPr>
          <p:grpSpPr>
            <a:xfrm>
              <a:off x="9390611" y="7872100"/>
              <a:ext cx="309334" cy="314151"/>
              <a:chOff x="9390611" y="7872100"/>
              <a:chExt cx="309334" cy="314151"/>
            </a:xfrm>
          </p:grpSpPr>
          <p:sp>
            <p:nvSpPr>
              <p:cNvPr id="1391" name="1356 Rectangle 1390"/>
              <p:cNvSpPr/>
              <p:nvPr/>
            </p:nvSpPr>
            <p:spPr>
              <a:xfrm>
                <a:off x="9390611" y="7872100"/>
                <a:ext cx="309334" cy="314151"/>
              </a:xfrm>
              <a:custGeom>
                <a:avLst/>
                <a:gdLst/>
                <a:ahLst/>
                <a:cxnLst/>
                <a:rect l="0" t="0" r="r" b="b"/>
                <a:pathLst>
                  <a:path w="33829" h="34356">
                    <a:moveTo>
                      <a:pt x="33744" y="17097"/>
                    </a:moveTo>
                    <a:cubicBezTo>
                      <a:pt x="33659" y="19555"/>
                      <a:pt x="33119" y="22146"/>
                      <a:pt x="32091" y="24349"/>
                    </a:cubicBezTo>
                    <a:cubicBezTo>
                      <a:pt x="31062" y="26553"/>
                      <a:pt x="29447" y="28737"/>
                      <a:pt x="27573" y="30317"/>
                    </a:cubicBezTo>
                    <a:cubicBezTo>
                      <a:pt x="25699" y="31896"/>
                      <a:pt x="23230" y="33292"/>
                      <a:pt x="20848" y="33824"/>
                    </a:cubicBezTo>
                    <a:cubicBezTo>
                      <a:pt x="18467" y="34356"/>
                      <a:pt x="15714" y="34048"/>
                      <a:pt x="13284" y="33509"/>
                    </a:cubicBezTo>
                    <a:cubicBezTo>
                      <a:pt x="10855" y="32970"/>
                      <a:pt x="8209" y="32090"/>
                      <a:pt x="6270" y="30589"/>
                    </a:cubicBezTo>
                    <a:cubicBezTo>
                      <a:pt x="4332" y="29088"/>
                      <a:pt x="2694" y="26750"/>
                      <a:pt x="1654" y="24502"/>
                    </a:cubicBezTo>
                    <a:cubicBezTo>
                      <a:pt x="614" y="22253"/>
                      <a:pt x="59" y="19579"/>
                      <a:pt x="30" y="17097"/>
                    </a:cubicBezTo>
                    <a:cubicBezTo>
                      <a:pt x="0" y="14614"/>
                      <a:pt x="393" y="11801"/>
                      <a:pt x="1477" y="9606"/>
                    </a:cubicBezTo>
                    <a:cubicBezTo>
                      <a:pt x="2560" y="7412"/>
                      <a:pt x="4566" y="5434"/>
                      <a:pt x="6530" y="3930"/>
                    </a:cubicBezTo>
                    <a:cubicBezTo>
                      <a:pt x="8494" y="2425"/>
                      <a:pt x="10881" y="1145"/>
                      <a:pt x="13261" y="581"/>
                    </a:cubicBezTo>
                    <a:cubicBezTo>
                      <a:pt x="15640" y="17"/>
                      <a:pt x="18419" y="0"/>
                      <a:pt x="20808" y="545"/>
                    </a:cubicBezTo>
                    <a:cubicBezTo>
                      <a:pt x="23197" y="1089"/>
                      <a:pt x="25630" y="2340"/>
                      <a:pt x="27595" y="3849"/>
                    </a:cubicBezTo>
                    <a:cubicBezTo>
                      <a:pt x="29560" y="5358"/>
                      <a:pt x="31575" y="7391"/>
                      <a:pt x="32600" y="9599"/>
                    </a:cubicBezTo>
                    <a:cubicBezTo>
                      <a:pt x="33625" y="11807"/>
                      <a:pt x="33829" y="14638"/>
                      <a:pt x="33744" y="17097"/>
                    </a:cubicBezTo>
                    <a:close/>
                  </a:path>
                </a:pathLst>
              </a:custGeom>
              <a:solidFill>
                <a:srgbClr val="D3BFDC"/>
              </a:solidFill>
              <a:ln w="27432" cap="rnd">
                <a:solidFill>
                  <a:srgbClr val="400076"/>
                </a:solidFill>
                <a:round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392" name="1357 Rectangle 1391"/>
              <p:cNvSpPr/>
              <p:nvPr/>
            </p:nvSpPr>
            <p:spPr>
              <a:xfrm>
                <a:off x="9456894" y="7939647"/>
                <a:ext cx="178885" cy="177569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393" name="1358 Rectangle 1392"/>
              <p:cNvSpPr/>
              <p:nvPr/>
            </p:nvSpPr>
            <p:spPr>
              <a:xfrm>
                <a:off x="9513453" y="7942936"/>
                <a:ext cx="66315" cy="13702"/>
              </a:xfrm>
              <a:prstGeom prst="rect">
                <a:avLst/>
              </a:prstGeom>
              <a:solidFill>
                <a:srgbClr val="151518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394" name="1359 Rectangle 1393"/>
              <p:cNvSpPr/>
              <p:nvPr/>
            </p:nvSpPr>
            <p:spPr>
              <a:xfrm>
                <a:off x="9487146" y="7956089"/>
                <a:ext cx="26855" cy="13702"/>
              </a:xfrm>
              <a:prstGeom prst="rect">
                <a:avLst/>
              </a:prstGeom>
              <a:solidFill>
                <a:srgbClr val="151518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395" name="1360 Rectangle 1394"/>
              <p:cNvSpPr/>
              <p:nvPr/>
            </p:nvSpPr>
            <p:spPr>
              <a:xfrm>
                <a:off x="9513453" y="7956089"/>
                <a:ext cx="66315" cy="13702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396" name="1361 Rectangle 1395"/>
              <p:cNvSpPr/>
              <p:nvPr/>
            </p:nvSpPr>
            <p:spPr>
              <a:xfrm>
                <a:off x="9579219" y="7956089"/>
                <a:ext cx="26855" cy="13702"/>
              </a:xfrm>
              <a:prstGeom prst="rect">
                <a:avLst/>
              </a:prstGeom>
              <a:solidFill>
                <a:srgbClr val="151518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397" name="1362 Rectangle 1396"/>
              <p:cNvSpPr/>
              <p:nvPr/>
            </p:nvSpPr>
            <p:spPr>
              <a:xfrm>
                <a:off x="9473993" y="7969242"/>
                <a:ext cx="13702" cy="13702"/>
              </a:xfrm>
              <a:prstGeom prst="rect">
                <a:avLst/>
              </a:prstGeom>
              <a:solidFill>
                <a:srgbClr val="151518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398" name="1363 Rectangle 1397"/>
              <p:cNvSpPr/>
              <p:nvPr/>
            </p:nvSpPr>
            <p:spPr>
              <a:xfrm>
                <a:off x="9487146" y="7969242"/>
                <a:ext cx="13702" cy="13702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399" name="1364 Rectangle 1398"/>
              <p:cNvSpPr/>
              <p:nvPr/>
            </p:nvSpPr>
            <p:spPr>
              <a:xfrm>
                <a:off x="9500299" y="7969242"/>
                <a:ext cx="26855" cy="13702"/>
              </a:xfrm>
              <a:prstGeom prst="rect">
                <a:avLst/>
              </a:prstGeom>
              <a:solidFill>
                <a:srgbClr val="FF263E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400" name="1365 Rectangle 1399"/>
              <p:cNvSpPr/>
              <p:nvPr/>
            </p:nvSpPr>
            <p:spPr>
              <a:xfrm>
                <a:off x="9526606" y="7969242"/>
                <a:ext cx="13702" cy="13702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401" name="1366 Rectangle 1400"/>
              <p:cNvSpPr/>
              <p:nvPr/>
            </p:nvSpPr>
            <p:spPr>
              <a:xfrm>
                <a:off x="9539759" y="7969242"/>
                <a:ext cx="26855" cy="13702"/>
              </a:xfrm>
              <a:prstGeom prst="rect">
                <a:avLst/>
              </a:prstGeom>
              <a:solidFill>
                <a:srgbClr val="FF263E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402" name="1367 Rectangle 1401"/>
              <p:cNvSpPr/>
              <p:nvPr/>
            </p:nvSpPr>
            <p:spPr>
              <a:xfrm>
                <a:off x="9566066" y="7969242"/>
                <a:ext cx="40009" cy="13702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403" name="1368 Rectangle 1402"/>
              <p:cNvSpPr/>
              <p:nvPr/>
            </p:nvSpPr>
            <p:spPr>
              <a:xfrm>
                <a:off x="9605526" y="7969242"/>
                <a:ext cx="13702" cy="13702"/>
              </a:xfrm>
              <a:prstGeom prst="rect">
                <a:avLst/>
              </a:prstGeom>
              <a:solidFill>
                <a:srgbClr val="151518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404" name="1369 Rectangle 1403"/>
              <p:cNvSpPr/>
              <p:nvPr/>
            </p:nvSpPr>
            <p:spPr>
              <a:xfrm>
                <a:off x="9473993" y="7982395"/>
                <a:ext cx="13702" cy="13702"/>
              </a:xfrm>
              <a:prstGeom prst="rect">
                <a:avLst/>
              </a:prstGeom>
              <a:solidFill>
                <a:srgbClr val="151518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405" name="1370 Rectangle 1404"/>
              <p:cNvSpPr/>
              <p:nvPr/>
            </p:nvSpPr>
            <p:spPr>
              <a:xfrm>
                <a:off x="9487146" y="7982395"/>
                <a:ext cx="13702" cy="13702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406" name="1371 Rectangle 1405"/>
              <p:cNvSpPr/>
              <p:nvPr/>
            </p:nvSpPr>
            <p:spPr>
              <a:xfrm>
                <a:off x="9500299" y="7982395"/>
                <a:ext cx="13702" cy="13702"/>
              </a:xfrm>
              <a:prstGeom prst="rect">
                <a:avLst/>
              </a:prstGeom>
              <a:solidFill>
                <a:srgbClr val="FF263E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407" name="1372 Rectangle 1406"/>
              <p:cNvSpPr/>
              <p:nvPr/>
            </p:nvSpPr>
            <p:spPr>
              <a:xfrm>
                <a:off x="9513453" y="7982395"/>
                <a:ext cx="66315" cy="13702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408" name="1373 Rectangle 1407"/>
              <p:cNvSpPr/>
              <p:nvPr/>
            </p:nvSpPr>
            <p:spPr>
              <a:xfrm>
                <a:off x="9579219" y="7982395"/>
                <a:ext cx="26855" cy="13702"/>
              </a:xfrm>
              <a:prstGeom prst="rect">
                <a:avLst/>
              </a:prstGeom>
              <a:solidFill>
                <a:srgbClr val="FF263E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409" name="1374 Rectangle 1408"/>
              <p:cNvSpPr/>
              <p:nvPr/>
            </p:nvSpPr>
            <p:spPr>
              <a:xfrm>
                <a:off x="9605526" y="7982395"/>
                <a:ext cx="13702" cy="13702"/>
              </a:xfrm>
              <a:prstGeom prst="rect">
                <a:avLst/>
              </a:prstGeom>
              <a:solidFill>
                <a:srgbClr val="151518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410" name="1375 Rectangle 1409"/>
              <p:cNvSpPr/>
              <p:nvPr/>
            </p:nvSpPr>
            <p:spPr>
              <a:xfrm>
                <a:off x="9460840" y="7995549"/>
                <a:ext cx="13702" cy="13702"/>
              </a:xfrm>
              <a:prstGeom prst="rect">
                <a:avLst/>
              </a:prstGeom>
              <a:solidFill>
                <a:srgbClr val="151518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411" name="1376 Rectangle 1410"/>
              <p:cNvSpPr/>
              <p:nvPr/>
            </p:nvSpPr>
            <p:spPr>
              <a:xfrm>
                <a:off x="9473993" y="7995549"/>
                <a:ext cx="118928" cy="13702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412" name="1377 Rectangle 1411"/>
              <p:cNvSpPr/>
              <p:nvPr/>
            </p:nvSpPr>
            <p:spPr>
              <a:xfrm>
                <a:off x="9592373" y="7995549"/>
                <a:ext cx="13702" cy="13702"/>
              </a:xfrm>
              <a:prstGeom prst="rect">
                <a:avLst/>
              </a:prstGeom>
              <a:solidFill>
                <a:srgbClr val="FF263E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413" name="1378 Rectangle 1412"/>
              <p:cNvSpPr/>
              <p:nvPr/>
            </p:nvSpPr>
            <p:spPr>
              <a:xfrm>
                <a:off x="9605526" y="7995549"/>
                <a:ext cx="13702" cy="13702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414" name="1379 Rectangle 1413"/>
              <p:cNvSpPr/>
              <p:nvPr/>
            </p:nvSpPr>
            <p:spPr>
              <a:xfrm>
                <a:off x="9618679" y="7995549"/>
                <a:ext cx="13702" cy="13702"/>
              </a:xfrm>
              <a:prstGeom prst="rect">
                <a:avLst/>
              </a:prstGeom>
              <a:solidFill>
                <a:srgbClr val="151518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415" name="1380 Rectangle 1414"/>
              <p:cNvSpPr/>
              <p:nvPr/>
            </p:nvSpPr>
            <p:spPr>
              <a:xfrm>
                <a:off x="9460840" y="8008702"/>
                <a:ext cx="13702" cy="13702"/>
              </a:xfrm>
              <a:prstGeom prst="rect">
                <a:avLst/>
              </a:prstGeom>
              <a:solidFill>
                <a:srgbClr val="151518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416" name="1381 Rectangle 1415"/>
              <p:cNvSpPr/>
              <p:nvPr/>
            </p:nvSpPr>
            <p:spPr>
              <a:xfrm>
                <a:off x="9473993" y="8008702"/>
                <a:ext cx="26855" cy="13702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417" name="1382 Rectangle 1416"/>
              <p:cNvSpPr/>
              <p:nvPr/>
            </p:nvSpPr>
            <p:spPr>
              <a:xfrm>
                <a:off x="9500299" y="8008702"/>
                <a:ext cx="13702" cy="13702"/>
              </a:xfrm>
              <a:prstGeom prst="rect">
                <a:avLst/>
              </a:prstGeom>
              <a:solidFill>
                <a:srgbClr val="151518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418" name="1383 Rectangle 1417"/>
              <p:cNvSpPr/>
              <p:nvPr/>
            </p:nvSpPr>
            <p:spPr>
              <a:xfrm>
                <a:off x="9513453" y="8008702"/>
                <a:ext cx="26855" cy="13702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419" name="1384 Rectangle 1418"/>
              <p:cNvSpPr/>
              <p:nvPr/>
            </p:nvSpPr>
            <p:spPr>
              <a:xfrm>
                <a:off x="9539759" y="8008702"/>
                <a:ext cx="13702" cy="13702"/>
              </a:xfrm>
              <a:prstGeom prst="rect">
                <a:avLst/>
              </a:prstGeom>
              <a:solidFill>
                <a:srgbClr val="151518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420" name="1385 Rectangle 1419"/>
              <p:cNvSpPr/>
              <p:nvPr/>
            </p:nvSpPr>
            <p:spPr>
              <a:xfrm>
                <a:off x="9552913" y="8008702"/>
                <a:ext cx="66315" cy="13702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421" name="1386 Rectangle 1420"/>
              <p:cNvSpPr/>
              <p:nvPr/>
            </p:nvSpPr>
            <p:spPr>
              <a:xfrm>
                <a:off x="9618679" y="8008702"/>
                <a:ext cx="13702" cy="13702"/>
              </a:xfrm>
              <a:prstGeom prst="rect">
                <a:avLst/>
              </a:prstGeom>
              <a:solidFill>
                <a:srgbClr val="151518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422" name="1387 Rectangle 1421"/>
              <p:cNvSpPr/>
              <p:nvPr/>
            </p:nvSpPr>
            <p:spPr>
              <a:xfrm>
                <a:off x="9460840" y="8021855"/>
                <a:ext cx="13702" cy="13702"/>
              </a:xfrm>
              <a:prstGeom prst="rect">
                <a:avLst/>
              </a:prstGeom>
              <a:solidFill>
                <a:srgbClr val="151518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423" name="1388 Rectangle 1422"/>
              <p:cNvSpPr/>
              <p:nvPr/>
            </p:nvSpPr>
            <p:spPr>
              <a:xfrm>
                <a:off x="9473993" y="8021855"/>
                <a:ext cx="92622" cy="13702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424" name="1389 Rectangle 1423"/>
              <p:cNvSpPr/>
              <p:nvPr/>
            </p:nvSpPr>
            <p:spPr>
              <a:xfrm>
                <a:off x="9566066" y="8021855"/>
                <a:ext cx="26855" cy="13702"/>
              </a:xfrm>
              <a:prstGeom prst="rect">
                <a:avLst/>
              </a:prstGeom>
              <a:solidFill>
                <a:srgbClr val="FF263E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425" name="1390 Rectangle 1424"/>
              <p:cNvSpPr/>
              <p:nvPr/>
            </p:nvSpPr>
            <p:spPr>
              <a:xfrm>
                <a:off x="9592373" y="8021855"/>
                <a:ext cx="26855" cy="13702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426" name="1391 Rectangle 1425"/>
              <p:cNvSpPr/>
              <p:nvPr/>
            </p:nvSpPr>
            <p:spPr>
              <a:xfrm>
                <a:off x="9618679" y="8021855"/>
                <a:ext cx="13702" cy="13702"/>
              </a:xfrm>
              <a:prstGeom prst="rect">
                <a:avLst/>
              </a:prstGeom>
              <a:solidFill>
                <a:srgbClr val="151518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427" name="1392 Rectangle 1426"/>
              <p:cNvSpPr/>
              <p:nvPr/>
            </p:nvSpPr>
            <p:spPr>
              <a:xfrm>
                <a:off x="9460840" y="8035009"/>
                <a:ext cx="13702" cy="13702"/>
              </a:xfrm>
              <a:prstGeom prst="rect">
                <a:avLst/>
              </a:prstGeom>
              <a:solidFill>
                <a:srgbClr val="151518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428" name="1393 Rectangle 1427"/>
              <p:cNvSpPr/>
              <p:nvPr/>
            </p:nvSpPr>
            <p:spPr>
              <a:xfrm>
                <a:off x="9473993" y="8035009"/>
                <a:ext cx="13702" cy="13702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429" name="1394 Rectangle 1428"/>
              <p:cNvSpPr/>
              <p:nvPr/>
            </p:nvSpPr>
            <p:spPr>
              <a:xfrm>
                <a:off x="9487146" y="8035009"/>
                <a:ext cx="13702" cy="13702"/>
              </a:xfrm>
              <a:prstGeom prst="rect">
                <a:avLst/>
              </a:prstGeom>
              <a:solidFill>
                <a:srgbClr val="F682D5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430" name="1395 Rectangle 1429"/>
              <p:cNvSpPr/>
              <p:nvPr/>
            </p:nvSpPr>
            <p:spPr>
              <a:xfrm>
                <a:off x="9500299" y="8035009"/>
                <a:ext cx="66315" cy="13702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431" name="1396 Rectangle 1430"/>
              <p:cNvSpPr/>
              <p:nvPr/>
            </p:nvSpPr>
            <p:spPr>
              <a:xfrm>
                <a:off x="9566066" y="8035009"/>
                <a:ext cx="13702" cy="13702"/>
              </a:xfrm>
              <a:prstGeom prst="rect">
                <a:avLst/>
              </a:prstGeom>
              <a:solidFill>
                <a:srgbClr val="F682D5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432" name="1397 Rectangle 1431"/>
              <p:cNvSpPr/>
              <p:nvPr/>
            </p:nvSpPr>
            <p:spPr>
              <a:xfrm>
                <a:off x="9579219" y="8035009"/>
                <a:ext cx="40009" cy="13702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433" name="1398 Rectangle 1432"/>
              <p:cNvSpPr/>
              <p:nvPr/>
            </p:nvSpPr>
            <p:spPr>
              <a:xfrm>
                <a:off x="9618679" y="8035009"/>
                <a:ext cx="13702" cy="13702"/>
              </a:xfrm>
              <a:prstGeom prst="rect">
                <a:avLst/>
              </a:prstGeom>
              <a:solidFill>
                <a:srgbClr val="151518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434" name="1399 Rectangle 1433"/>
              <p:cNvSpPr/>
              <p:nvPr/>
            </p:nvSpPr>
            <p:spPr>
              <a:xfrm>
                <a:off x="9460840" y="8048162"/>
                <a:ext cx="13702" cy="13702"/>
              </a:xfrm>
              <a:prstGeom prst="rect">
                <a:avLst/>
              </a:prstGeom>
              <a:solidFill>
                <a:srgbClr val="151518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435" name="1400 Rectangle 1434"/>
              <p:cNvSpPr/>
              <p:nvPr/>
            </p:nvSpPr>
            <p:spPr>
              <a:xfrm>
                <a:off x="9473993" y="8048162"/>
                <a:ext cx="53162" cy="13702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436" name="1401 Rectangle 1435"/>
              <p:cNvSpPr/>
              <p:nvPr/>
            </p:nvSpPr>
            <p:spPr>
              <a:xfrm>
                <a:off x="9526606" y="8048162"/>
                <a:ext cx="13702" cy="13702"/>
              </a:xfrm>
              <a:prstGeom prst="rect">
                <a:avLst/>
              </a:prstGeom>
              <a:solidFill>
                <a:srgbClr val="151518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437" name="1402 Rectangle 1436"/>
              <p:cNvSpPr/>
              <p:nvPr/>
            </p:nvSpPr>
            <p:spPr>
              <a:xfrm>
                <a:off x="9539759" y="8048162"/>
                <a:ext cx="79468" cy="13702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438" name="1403 Rectangle 1437"/>
              <p:cNvSpPr/>
              <p:nvPr/>
            </p:nvSpPr>
            <p:spPr>
              <a:xfrm>
                <a:off x="9618679" y="8048162"/>
                <a:ext cx="13702" cy="13702"/>
              </a:xfrm>
              <a:prstGeom prst="rect">
                <a:avLst/>
              </a:prstGeom>
              <a:solidFill>
                <a:srgbClr val="151518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439" name="1404 Rectangle 1438"/>
              <p:cNvSpPr/>
              <p:nvPr/>
            </p:nvSpPr>
            <p:spPr>
              <a:xfrm>
                <a:off x="9460840" y="8061315"/>
                <a:ext cx="13702" cy="13702"/>
              </a:xfrm>
              <a:prstGeom prst="rect">
                <a:avLst/>
              </a:prstGeom>
              <a:solidFill>
                <a:srgbClr val="151518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440" name="1405 Rectangle 1439"/>
              <p:cNvSpPr/>
              <p:nvPr/>
            </p:nvSpPr>
            <p:spPr>
              <a:xfrm>
                <a:off x="9473993" y="8061315"/>
                <a:ext cx="40009" cy="13702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441" name="1406 Rectangle 1440"/>
              <p:cNvSpPr/>
              <p:nvPr/>
            </p:nvSpPr>
            <p:spPr>
              <a:xfrm>
                <a:off x="9513453" y="8061315"/>
                <a:ext cx="13702" cy="13702"/>
              </a:xfrm>
              <a:prstGeom prst="rect">
                <a:avLst/>
              </a:prstGeom>
              <a:solidFill>
                <a:srgbClr val="FF263E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442" name="1407 Rectangle 1441"/>
              <p:cNvSpPr/>
              <p:nvPr/>
            </p:nvSpPr>
            <p:spPr>
              <a:xfrm>
                <a:off x="9526606" y="8061315"/>
                <a:ext cx="92622" cy="13702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443" name="1408 Rectangle 1442"/>
              <p:cNvSpPr/>
              <p:nvPr/>
            </p:nvSpPr>
            <p:spPr>
              <a:xfrm>
                <a:off x="9618679" y="8061315"/>
                <a:ext cx="13702" cy="13702"/>
              </a:xfrm>
              <a:prstGeom prst="rect">
                <a:avLst/>
              </a:prstGeom>
              <a:solidFill>
                <a:srgbClr val="151518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444" name="1409 Rectangle 1443"/>
              <p:cNvSpPr/>
              <p:nvPr/>
            </p:nvSpPr>
            <p:spPr>
              <a:xfrm>
                <a:off x="9460840" y="8074469"/>
                <a:ext cx="13702" cy="13702"/>
              </a:xfrm>
              <a:prstGeom prst="rect">
                <a:avLst/>
              </a:prstGeom>
              <a:solidFill>
                <a:srgbClr val="151518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445" name="1410 Rectangle 1444"/>
              <p:cNvSpPr/>
              <p:nvPr/>
            </p:nvSpPr>
            <p:spPr>
              <a:xfrm>
                <a:off x="9473993" y="8074469"/>
                <a:ext cx="40009" cy="13702"/>
              </a:xfrm>
              <a:prstGeom prst="rect">
                <a:avLst/>
              </a:prstGeom>
              <a:solidFill>
                <a:srgbClr val="061CDE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446" name="1411 Rectangle 1445"/>
              <p:cNvSpPr/>
              <p:nvPr/>
            </p:nvSpPr>
            <p:spPr>
              <a:xfrm>
                <a:off x="9513453" y="8074469"/>
                <a:ext cx="13702" cy="13702"/>
              </a:xfrm>
              <a:prstGeom prst="rect">
                <a:avLst/>
              </a:prstGeom>
              <a:solidFill>
                <a:srgbClr val="FF263E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447" name="1412 Rectangle 1446"/>
              <p:cNvSpPr/>
              <p:nvPr/>
            </p:nvSpPr>
            <p:spPr>
              <a:xfrm>
                <a:off x="9526606" y="8074469"/>
                <a:ext cx="13702" cy="13702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448" name="1413 Rectangle 1447"/>
              <p:cNvSpPr/>
              <p:nvPr/>
            </p:nvSpPr>
            <p:spPr>
              <a:xfrm>
                <a:off x="9539759" y="8074469"/>
                <a:ext cx="79468" cy="13702"/>
              </a:xfrm>
              <a:prstGeom prst="rect">
                <a:avLst/>
              </a:prstGeom>
              <a:solidFill>
                <a:srgbClr val="061CDE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449" name="1414 Rectangle 1448"/>
              <p:cNvSpPr/>
              <p:nvPr/>
            </p:nvSpPr>
            <p:spPr>
              <a:xfrm>
                <a:off x="9618679" y="8074469"/>
                <a:ext cx="13702" cy="13702"/>
              </a:xfrm>
              <a:prstGeom prst="rect">
                <a:avLst/>
              </a:prstGeom>
              <a:solidFill>
                <a:srgbClr val="151518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450" name="1415 Rectangle 1449"/>
              <p:cNvSpPr/>
              <p:nvPr/>
            </p:nvSpPr>
            <p:spPr>
              <a:xfrm>
                <a:off x="9460840" y="8087622"/>
                <a:ext cx="13702" cy="13702"/>
              </a:xfrm>
              <a:prstGeom prst="rect">
                <a:avLst/>
              </a:prstGeom>
              <a:solidFill>
                <a:srgbClr val="151518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451" name="1416 Rectangle 1450"/>
              <p:cNvSpPr/>
              <p:nvPr/>
            </p:nvSpPr>
            <p:spPr>
              <a:xfrm>
                <a:off x="9473993" y="8087622"/>
                <a:ext cx="145235" cy="13702"/>
              </a:xfrm>
              <a:prstGeom prst="rect">
                <a:avLst/>
              </a:prstGeom>
              <a:solidFill>
                <a:srgbClr val="061CDE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452" name="1417 Rectangle 1451"/>
              <p:cNvSpPr/>
              <p:nvPr/>
            </p:nvSpPr>
            <p:spPr>
              <a:xfrm>
                <a:off x="9618679" y="8087622"/>
                <a:ext cx="13702" cy="13702"/>
              </a:xfrm>
              <a:prstGeom prst="rect">
                <a:avLst/>
              </a:prstGeom>
              <a:solidFill>
                <a:srgbClr val="151518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453" name="1418 Rectangle 1452"/>
              <p:cNvSpPr/>
              <p:nvPr/>
            </p:nvSpPr>
            <p:spPr>
              <a:xfrm>
                <a:off x="9460840" y="8100775"/>
                <a:ext cx="171541" cy="13702"/>
              </a:xfrm>
              <a:prstGeom prst="rect">
                <a:avLst/>
              </a:prstGeom>
              <a:solidFill>
                <a:srgbClr val="151518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</p:grpSp>
        <p:grpSp>
          <p:nvGrpSpPr>
            <p:cNvPr id="1454" name="agent-king-1107-918"/>
            <p:cNvGrpSpPr/>
            <p:nvPr/>
          </p:nvGrpSpPr>
          <p:grpSpPr>
            <a:xfrm>
              <a:off x="9969248" y="8234474"/>
              <a:ext cx="309432" cy="314051"/>
              <a:chOff x="9969248" y="8234474"/>
              <a:chExt cx="309432" cy="314051"/>
            </a:xfrm>
          </p:grpSpPr>
          <p:sp>
            <p:nvSpPr>
              <p:cNvPr id="1455" name="1419 Rectangle 1454"/>
              <p:cNvSpPr/>
              <p:nvPr/>
            </p:nvSpPr>
            <p:spPr>
              <a:xfrm>
                <a:off x="9969248" y="8234474"/>
                <a:ext cx="309432" cy="314051"/>
              </a:xfrm>
              <a:custGeom>
                <a:avLst/>
                <a:gdLst/>
                <a:ahLst/>
                <a:cxnLst/>
                <a:rect l="0" t="0" r="r" b="b"/>
                <a:pathLst>
                  <a:path w="33840" h="34345">
                    <a:moveTo>
                      <a:pt x="33785" y="17467"/>
                    </a:moveTo>
                    <a:cubicBezTo>
                      <a:pt x="33840" y="19912"/>
                      <a:pt x="33221" y="22668"/>
                      <a:pt x="32147" y="24882"/>
                    </a:cubicBezTo>
                    <a:cubicBezTo>
                      <a:pt x="31073" y="27095"/>
                      <a:pt x="29284" y="29253"/>
                      <a:pt x="27341" y="30747"/>
                    </a:cubicBezTo>
                    <a:cubicBezTo>
                      <a:pt x="25397" y="32241"/>
                      <a:pt x="22872" y="33347"/>
                      <a:pt x="20488" y="33846"/>
                    </a:cubicBezTo>
                    <a:cubicBezTo>
                      <a:pt x="18104" y="34345"/>
                      <a:pt x="15455" y="34220"/>
                      <a:pt x="13035" y="33743"/>
                    </a:cubicBezTo>
                    <a:cubicBezTo>
                      <a:pt x="10615" y="33266"/>
                      <a:pt x="7910" y="32465"/>
                      <a:pt x="5970" y="30985"/>
                    </a:cubicBezTo>
                    <a:cubicBezTo>
                      <a:pt x="4030" y="29504"/>
                      <a:pt x="2387" y="27114"/>
                      <a:pt x="1395" y="24862"/>
                    </a:cubicBezTo>
                    <a:cubicBezTo>
                      <a:pt x="402" y="22609"/>
                      <a:pt x="0" y="19924"/>
                      <a:pt x="16" y="17467"/>
                    </a:cubicBezTo>
                    <a:cubicBezTo>
                      <a:pt x="31" y="15010"/>
                      <a:pt x="436" y="12296"/>
                      <a:pt x="1488" y="10117"/>
                    </a:cubicBezTo>
                    <a:cubicBezTo>
                      <a:pt x="2539" y="7939"/>
                      <a:pt x="4418" y="5958"/>
                      <a:pt x="6325" y="4394"/>
                    </a:cubicBezTo>
                    <a:cubicBezTo>
                      <a:pt x="8232" y="2830"/>
                      <a:pt x="10552" y="1365"/>
                      <a:pt x="12931" y="734"/>
                    </a:cubicBezTo>
                    <a:cubicBezTo>
                      <a:pt x="15309" y="102"/>
                      <a:pt x="18221" y="0"/>
                      <a:pt x="20598" y="606"/>
                    </a:cubicBezTo>
                    <a:cubicBezTo>
                      <a:pt x="22976" y="1211"/>
                      <a:pt x="25326" y="2767"/>
                      <a:pt x="27196" y="4368"/>
                    </a:cubicBezTo>
                    <a:cubicBezTo>
                      <a:pt x="29066" y="5968"/>
                      <a:pt x="30720" y="8027"/>
                      <a:pt x="31818" y="10211"/>
                    </a:cubicBezTo>
                    <a:cubicBezTo>
                      <a:pt x="32916" y="12394"/>
                      <a:pt x="33730" y="15022"/>
                      <a:pt x="33785" y="17467"/>
                    </a:cubicBezTo>
                    <a:close/>
                  </a:path>
                </a:pathLst>
              </a:custGeom>
              <a:solidFill>
                <a:srgbClr val="D3BFDC"/>
              </a:solidFill>
              <a:ln w="27432" cap="rnd">
                <a:solidFill>
                  <a:srgbClr val="400076"/>
                </a:solidFill>
                <a:round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456" name="1420 Rectangle 1455"/>
              <p:cNvSpPr/>
              <p:nvPr/>
            </p:nvSpPr>
            <p:spPr>
              <a:xfrm>
                <a:off x="10032966" y="8305407"/>
                <a:ext cx="178885" cy="177569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457" name="1421 Rectangle 1456"/>
              <p:cNvSpPr/>
              <p:nvPr/>
            </p:nvSpPr>
            <p:spPr>
              <a:xfrm>
                <a:off x="10063218" y="8308696"/>
                <a:ext cx="13702" cy="13702"/>
              </a:xfrm>
              <a:prstGeom prst="rect">
                <a:avLst/>
              </a:prstGeom>
              <a:solidFill>
                <a:srgbClr val="151518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458" name="1422 Rectangle 1457"/>
              <p:cNvSpPr/>
              <p:nvPr/>
            </p:nvSpPr>
            <p:spPr>
              <a:xfrm>
                <a:off x="10168445" y="8308696"/>
                <a:ext cx="13702" cy="13702"/>
              </a:xfrm>
              <a:prstGeom prst="rect">
                <a:avLst/>
              </a:prstGeom>
              <a:solidFill>
                <a:srgbClr val="151518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459" name="1423 Rectangle 1458"/>
              <p:cNvSpPr/>
              <p:nvPr/>
            </p:nvSpPr>
            <p:spPr>
              <a:xfrm>
                <a:off x="10063218" y="8321849"/>
                <a:ext cx="13702" cy="13702"/>
              </a:xfrm>
              <a:prstGeom prst="rect">
                <a:avLst/>
              </a:prstGeom>
              <a:solidFill>
                <a:srgbClr val="151518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460" name="1424 Rectangle 1459"/>
              <p:cNvSpPr/>
              <p:nvPr/>
            </p:nvSpPr>
            <p:spPr>
              <a:xfrm>
                <a:off x="10076371" y="8321849"/>
                <a:ext cx="13702" cy="13702"/>
              </a:xfrm>
              <a:prstGeom prst="rect">
                <a:avLst/>
              </a:prstGeom>
              <a:solidFill>
                <a:srgbClr val="FFF126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461" name="1425 Rectangle 1460"/>
              <p:cNvSpPr/>
              <p:nvPr/>
            </p:nvSpPr>
            <p:spPr>
              <a:xfrm>
                <a:off x="10115831" y="8321849"/>
                <a:ext cx="13702" cy="13702"/>
              </a:xfrm>
              <a:prstGeom prst="rect">
                <a:avLst/>
              </a:prstGeom>
              <a:solidFill>
                <a:srgbClr val="151518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462" name="1426 Rectangle 1461"/>
              <p:cNvSpPr/>
              <p:nvPr/>
            </p:nvSpPr>
            <p:spPr>
              <a:xfrm>
                <a:off x="10155291" y="8321849"/>
                <a:ext cx="13702" cy="13702"/>
              </a:xfrm>
              <a:prstGeom prst="rect">
                <a:avLst/>
              </a:prstGeom>
              <a:solidFill>
                <a:srgbClr val="FFF126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463" name="1427 Rectangle 1462"/>
              <p:cNvSpPr/>
              <p:nvPr/>
            </p:nvSpPr>
            <p:spPr>
              <a:xfrm>
                <a:off x="10168445" y="8321849"/>
                <a:ext cx="13702" cy="13702"/>
              </a:xfrm>
              <a:prstGeom prst="rect">
                <a:avLst/>
              </a:prstGeom>
              <a:solidFill>
                <a:srgbClr val="151518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464" name="1428 Rectangle 1463"/>
              <p:cNvSpPr/>
              <p:nvPr/>
            </p:nvSpPr>
            <p:spPr>
              <a:xfrm>
                <a:off x="10063218" y="8335002"/>
                <a:ext cx="13702" cy="13702"/>
              </a:xfrm>
              <a:prstGeom prst="rect">
                <a:avLst/>
              </a:prstGeom>
              <a:solidFill>
                <a:srgbClr val="151518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465" name="1429 Rectangle 1464"/>
              <p:cNvSpPr/>
              <p:nvPr/>
            </p:nvSpPr>
            <p:spPr>
              <a:xfrm>
                <a:off x="10076371" y="8335002"/>
                <a:ext cx="26855" cy="13702"/>
              </a:xfrm>
              <a:prstGeom prst="rect">
                <a:avLst/>
              </a:prstGeom>
              <a:solidFill>
                <a:srgbClr val="FFF126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466" name="1430 Rectangle 1465"/>
              <p:cNvSpPr/>
              <p:nvPr/>
            </p:nvSpPr>
            <p:spPr>
              <a:xfrm>
                <a:off x="10102678" y="8335002"/>
                <a:ext cx="13702" cy="13702"/>
              </a:xfrm>
              <a:prstGeom prst="rect">
                <a:avLst/>
              </a:prstGeom>
              <a:solidFill>
                <a:srgbClr val="151518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467" name="1431 Rectangle 1466"/>
              <p:cNvSpPr/>
              <p:nvPr/>
            </p:nvSpPr>
            <p:spPr>
              <a:xfrm>
                <a:off x="10115831" y="8335002"/>
                <a:ext cx="13702" cy="13702"/>
              </a:xfrm>
              <a:prstGeom prst="rect">
                <a:avLst/>
              </a:prstGeom>
              <a:solidFill>
                <a:srgbClr val="FFF126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468" name="1432 Rectangle 1467"/>
              <p:cNvSpPr/>
              <p:nvPr/>
            </p:nvSpPr>
            <p:spPr>
              <a:xfrm>
                <a:off x="10128985" y="8335002"/>
                <a:ext cx="13702" cy="13702"/>
              </a:xfrm>
              <a:prstGeom prst="rect">
                <a:avLst/>
              </a:prstGeom>
              <a:solidFill>
                <a:srgbClr val="151518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469" name="1433 Rectangle 1468"/>
              <p:cNvSpPr/>
              <p:nvPr/>
            </p:nvSpPr>
            <p:spPr>
              <a:xfrm>
                <a:off x="10142138" y="8335002"/>
                <a:ext cx="26855" cy="13702"/>
              </a:xfrm>
              <a:prstGeom prst="rect">
                <a:avLst/>
              </a:prstGeom>
              <a:solidFill>
                <a:srgbClr val="FFF126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470" name="1434 Rectangle 1469"/>
              <p:cNvSpPr/>
              <p:nvPr/>
            </p:nvSpPr>
            <p:spPr>
              <a:xfrm>
                <a:off x="10168445" y="8335002"/>
                <a:ext cx="13702" cy="13702"/>
              </a:xfrm>
              <a:prstGeom prst="rect">
                <a:avLst/>
              </a:prstGeom>
              <a:solidFill>
                <a:srgbClr val="151518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471" name="1435 Rectangle 1470"/>
              <p:cNvSpPr/>
              <p:nvPr/>
            </p:nvSpPr>
            <p:spPr>
              <a:xfrm>
                <a:off x="10063218" y="8348155"/>
                <a:ext cx="13702" cy="13702"/>
              </a:xfrm>
              <a:prstGeom prst="rect">
                <a:avLst/>
              </a:prstGeom>
              <a:solidFill>
                <a:srgbClr val="151518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472" name="1436 Rectangle 1471"/>
              <p:cNvSpPr/>
              <p:nvPr/>
            </p:nvSpPr>
            <p:spPr>
              <a:xfrm>
                <a:off x="10076371" y="8348155"/>
                <a:ext cx="92622" cy="13702"/>
              </a:xfrm>
              <a:prstGeom prst="rect">
                <a:avLst/>
              </a:prstGeom>
              <a:solidFill>
                <a:srgbClr val="FFF126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473" name="1437 Rectangle 1472"/>
              <p:cNvSpPr/>
              <p:nvPr/>
            </p:nvSpPr>
            <p:spPr>
              <a:xfrm>
                <a:off x="10168445" y="8348155"/>
                <a:ext cx="13702" cy="13702"/>
              </a:xfrm>
              <a:prstGeom prst="rect">
                <a:avLst/>
              </a:prstGeom>
              <a:solidFill>
                <a:srgbClr val="151518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474" name="1438 Rectangle 1473"/>
              <p:cNvSpPr/>
              <p:nvPr/>
            </p:nvSpPr>
            <p:spPr>
              <a:xfrm>
                <a:off x="10063218" y="8361309"/>
                <a:ext cx="13702" cy="13702"/>
              </a:xfrm>
              <a:prstGeom prst="rect">
                <a:avLst/>
              </a:prstGeom>
              <a:solidFill>
                <a:srgbClr val="151518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475" name="1439 Rectangle 1474"/>
              <p:cNvSpPr/>
              <p:nvPr/>
            </p:nvSpPr>
            <p:spPr>
              <a:xfrm>
                <a:off x="10076371" y="8361309"/>
                <a:ext cx="13702" cy="13702"/>
              </a:xfrm>
              <a:prstGeom prst="rect">
                <a:avLst/>
              </a:prstGeom>
              <a:solidFill>
                <a:srgbClr val="FFF126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476" name="1440 Rectangle 1475"/>
              <p:cNvSpPr/>
              <p:nvPr/>
            </p:nvSpPr>
            <p:spPr>
              <a:xfrm>
                <a:off x="10089525" y="8361309"/>
                <a:ext cx="13702" cy="13702"/>
              </a:xfrm>
              <a:prstGeom prst="rect">
                <a:avLst/>
              </a:prstGeom>
              <a:solidFill>
                <a:srgbClr val="FF263E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477" name="1441 Rectangle 1476"/>
              <p:cNvSpPr/>
              <p:nvPr/>
            </p:nvSpPr>
            <p:spPr>
              <a:xfrm>
                <a:off x="10102678" y="8361309"/>
                <a:ext cx="13702" cy="13702"/>
              </a:xfrm>
              <a:prstGeom prst="rect">
                <a:avLst/>
              </a:prstGeom>
              <a:solidFill>
                <a:srgbClr val="FFF126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478" name="1442 Rectangle 1477"/>
              <p:cNvSpPr/>
              <p:nvPr/>
            </p:nvSpPr>
            <p:spPr>
              <a:xfrm>
                <a:off x="10115831" y="8361309"/>
                <a:ext cx="13702" cy="13702"/>
              </a:xfrm>
              <a:prstGeom prst="rect">
                <a:avLst/>
              </a:prstGeom>
              <a:solidFill>
                <a:srgbClr val="FF263E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479" name="1443 Rectangle 1478"/>
              <p:cNvSpPr/>
              <p:nvPr/>
            </p:nvSpPr>
            <p:spPr>
              <a:xfrm>
                <a:off x="10128985" y="8361309"/>
                <a:ext cx="13702" cy="13702"/>
              </a:xfrm>
              <a:prstGeom prst="rect">
                <a:avLst/>
              </a:prstGeom>
              <a:solidFill>
                <a:srgbClr val="FFF126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480" name="1444 Rectangle 1479"/>
              <p:cNvSpPr/>
              <p:nvPr/>
            </p:nvSpPr>
            <p:spPr>
              <a:xfrm>
                <a:off x="10142138" y="8361309"/>
                <a:ext cx="13702" cy="13702"/>
              </a:xfrm>
              <a:prstGeom prst="rect">
                <a:avLst/>
              </a:prstGeom>
              <a:solidFill>
                <a:srgbClr val="FF263E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481" name="1445 Rectangle 1480"/>
              <p:cNvSpPr/>
              <p:nvPr/>
            </p:nvSpPr>
            <p:spPr>
              <a:xfrm>
                <a:off x="10155291" y="8361309"/>
                <a:ext cx="13702" cy="13702"/>
              </a:xfrm>
              <a:prstGeom prst="rect">
                <a:avLst/>
              </a:prstGeom>
              <a:solidFill>
                <a:srgbClr val="FFF126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482" name="1446 Rectangle 1481"/>
              <p:cNvSpPr/>
              <p:nvPr/>
            </p:nvSpPr>
            <p:spPr>
              <a:xfrm>
                <a:off x="10168445" y="8361309"/>
                <a:ext cx="13702" cy="13702"/>
              </a:xfrm>
              <a:prstGeom prst="rect">
                <a:avLst/>
              </a:prstGeom>
              <a:solidFill>
                <a:srgbClr val="151518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483" name="1447 Rectangle 1482"/>
              <p:cNvSpPr/>
              <p:nvPr/>
            </p:nvSpPr>
            <p:spPr>
              <a:xfrm>
                <a:off x="10063218" y="8374462"/>
                <a:ext cx="13702" cy="13702"/>
              </a:xfrm>
              <a:prstGeom prst="rect">
                <a:avLst/>
              </a:prstGeom>
              <a:solidFill>
                <a:srgbClr val="151518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484" name="1448 Rectangle 1483"/>
              <p:cNvSpPr/>
              <p:nvPr/>
            </p:nvSpPr>
            <p:spPr>
              <a:xfrm>
                <a:off x="10076371" y="8374462"/>
                <a:ext cx="92622" cy="13702"/>
              </a:xfrm>
              <a:prstGeom prst="rect">
                <a:avLst/>
              </a:prstGeom>
              <a:solidFill>
                <a:srgbClr val="FFF126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485" name="1449 Rectangle 1484"/>
              <p:cNvSpPr/>
              <p:nvPr/>
            </p:nvSpPr>
            <p:spPr>
              <a:xfrm>
                <a:off x="10168445" y="8374462"/>
                <a:ext cx="13702" cy="13702"/>
              </a:xfrm>
              <a:prstGeom prst="rect">
                <a:avLst/>
              </a:prstGeom>
              <a:solidFill>
                <a:srgbClr val="151518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486" name="1450 Rectangle 1485"/>
              <p:cNvSpPr/>
              <p:nvPr/>
            </p:nvSpPr>
            <p:spPr>
              <a:xfrm>
                <a:off x="10063218" y="8387615"/>
                <a:ext cx="13702" cy="13702"/>
              </a:xfrm>
              <a:prstGeom prst="rect">
                <a:avLst/>
              </a:prstGeom>
              <a:solidFill>
                <a:srgbClr val="151518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487" name="1451 Rectangle 1486"/>
              <p:cNvSpPr/>
              <p:nvPr/>
            </p:nvSpPr>
            <p:spPr>
              <a:xfrm>
                <a:off x="10076371" y="8387615"/>
                <a:ext cx="92622" cy="13702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488" name="1452 Rectangle 1487"/>
              <p:cNvSpPr/>
              <p:nvPr/>
            </p:nvSpPr>
            <p:spPr>
              <a:xfrm>
                <a:off x="10168445" y="8387615"/>
                <a:ext cx="13702" cy="13702"/>
              </a:xfrm>
              <a:prstGeom prst="rect">
                <a:avLst/>
              </a:prstGeom>
              <a:solidFill>
                <a:srgbClr val="151518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489" name="1453 Rectangle 1488"/>
              <p:cNvSpPr/>
              <p:nvPr/>
            </p:nvSpPr>
            <p:spPr>
              <a:xfrm>
                <a:off x="10063218" y="8400769"/>
                <a:ext cx="13702" cy="13702"/>
              </a:xfrm>
              <a:prstGeom prst="rect">
                <a:avLst/>
              </a:prstGeom>
              <a:solidFill>
                <a:srgbClr val="151518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490" name="1454 Rectangle 1489"/>
              <p:cNvSpPr/>
              <p:nvPr/>
            </p:nvSpPr>
            <p:spPr>
              <a:xfrm>
                <a:off x="10076371" y="8400769"/>
                <a:ext cx="13702" cy="13702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491" name="1455 Rectangle 1490"/>
              <p:cNvSpPr/>
              <p:nvPr/>
            </p:nvSpPr>
            <p:spPr>
              <a:xfrm>
                <a:off x="10089525" y="8400769"/>
                <a:ext cx="13702" cy="13702"/>
              </a:xfrm>
              <a:prstGeom prst="rect">
                <a:avLst/>
              </a:prstGeom>
              <a:solidFill>
                <a:srgbClr val="151518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492" name="1456 Rectangle 1491"/>
              <p:cNvSpPr/>
              <p:nvPr/>
            </p:nvSpPr>
            <p:spPr>
              <a:xfrm>
                <a:off x="10102678" y="8400769"/>
                <a:ext cx="26855" cy="13702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493" name="1457 Rectangle 1492"/>
              <p:cNvSpPr/>
              <p:nvPr/>
            </p:nvSpPr>
            <p:spPr>
              <a:xfrm>
                <a:off x="10128985" y="8400769"/>
                <a:ext cx="13702" cy="13702"/>
              </a:xfrm>
              <a:prstGeom prst="rect">
                <a:avLst/>
              </a:prstGeom>
              <a:solidFill>
                <a:srgbClr val="151518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494" name="1458 Rectangle 1493"/>
              <p:cNvSpPr/>
              <p:nvPr/>
            </p:nvSpPr>
            <p:spPr>
              <a:xfrm>
                <a:off x="10142138" y="8400769"/>
                <a:ext cx="26855" cy="13702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495" name="1459 Rectangle 1494"/>
              <p:cNvSpPr/>
              <p:nvPr/>
            </p:nvSpPr>
            <p:spPr>
              <a:xfrm>
                <a:off x="10168445" y="8400769"/>
                <a:ext cx="13702" cy="13702"/>
              </a:xfrm>
              <a:prstGeom prst="rect">
                <a:avLst/>
              </a:prstGeom>
              <a:solidFill>
                <a:srgbClr val="151518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496" name="1460 Rectangle 1495"/>
              <p:cNvSpPr/>
              <p:nvPr/>
            </p:nvSpPr>
            <p:spPr>
              <a:xfrm>
                <a:off x="10063218" y="8413922"/>
                <a:ext cx="13702" cy="13702"/>
              </a:xfrm>
              <a:prstGeom prst="rect">
                <a:avLst/>
              </a:prstGeom>
              <a:solidFill>
                <a:srgbClr val="151518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497" name="1461 Rectangle 1496"/>
              <p:cNvSpPr/>
              <p:nvPr/>
            </p:nvSpPr>
            <p:spPr>
              <a:xfrm>
                <a:off x="10076371" y="8413922"/>
                <a:ext cx="79468" cy="13702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498" name="1462 Rectangle 1497"/>
              <p:cNvSpPr/>
              <p:nvPr/>
            </p:nvSpPr>
            <p:spPr>
              <a:xfrm>
                <a:off x="10155291" y="8413922"/>
                <a:ext cx="13702" cy="13702"/>
              </a:xfrm>
              <a:prstGeom prst="rect">
                <a:avLst/>
              </a:prstGeom>
              <a:solidFill>
                <a:srgbClr val="061CDE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499" name="1463 Rectangle 1498"/>
              <p:cNvSpPr/>
              <p:nvPr/>
            </p:nvSpPr>
            <p:spPr>
              <a:xfrm>
                <a:off x="10168445" y="8413922"/>
                <a:ext cx="13702" cy="13702"/>
              </a:xfrm>
              <a:prstGeom prst="rect">
                <a:avLst/>
              </a:prstGeom>
              <a:solidFill>
                <a:srgbClr val="151518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500" name="1464 Rectangle 1499"/>
              <p:cNvSpPr/>
              <p:nvPr/>
            </p:nvSpPr>
            <p:spPr>
              <a:xfrm>
                <a:off x="10063218" y="8427075"/>
                <a:ext cx="13702" cy="13702"/>
              </a:xfrm>
              <a:prstGeom prst="rect">
                <a:avLst/>
              </a:prstGeom>
              <a:solidFill>
                <a:srgbClr val="151518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501" name="1465 Rectangle 1500"/>
              <p:cNvSpPr/>
              <p:nvPr/>
            </p:nvSpPr>
            <p:spPr>
              <a:xfrm>
                <a:off x="10076371" y="8427075"/>
                <a:ext cx="40009" cy="13702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502" name="1466 Rectangle 1501"/>
              <p:cNvSpPr/>
              <p:nvPr/>
            </p:nvSpPr>
            <p:spPr>
              <a:xfrm>
                <a:off x="10115831" y="8427075"/>
                <a:ext cx="13702" cy="13702"/>
              </a:xfrm>
              <a:prstGeom prst="rect">
                <a:avLst/>
              </a:prstGeom>
              <a:solidFill>
                <a:srgbClr val="151518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503" name="1467 Rectangle 1502"/>
              <p:cNvSpPr/>
              <p:nvPr/>
            </p:nvSpPr>
            <p:spPr>
              <a:xfrm>
                <a:off x="10128985" y="8427075"/>
                <a:ext cx="13702" cy="13702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504" name="1468 Rectangle 1503"/>
              <p:cNvSpPr/>
              <p:nvPr/>
            </p:nvSpPr>
            <p:spPr>
              <a:xfrm>
                <a:off x="10142138" y="8427075"/>
                <a:ext cx="26855" cy="13702"/>
              </a:xfrm>
              <a:prstGeom prst="rect">
                <a:avLst/>
              </a:prstGeom>
              <a:solidFill>
                <a:srgbClr val="061CDE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505" name="1469 Rectangle 1504"/>
              <p:cNvSpPr/>
              <p:nvPr/>
            </p:nvSpPr>
            <p:spPr>
              <a:xfrm>
                <a:off x="10168445" y="8427075"/>
                <a:ext cx="13702" cy="13702"/>
              </a:xfrm>
              <a:prstGeom prst="rect">
                <a:avLst/>
              </a:prstGeom>
              <a:solidFill>
                <a:srgbClr val="151518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506" name="1470 Rectangle 1505"/>
              <p:cNvSpPr/>
              <p:nvPr/>
            </p:nvSpPr>
            <p:spPr>
              <a:xfrm>
                <a:off x="10063218" y="8440229"/>
                <a:ext cx="13702" cy="13702"/>
              </a:xfrm>
              <a:prstGeom prst="rect">
                <a:avLst/>
              </a:prstGeom>
              <a:solidFill>
                <a:srgbClr val="151518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507" name="1471 Rectangle 1506"/>
              <p:cNvSpPr/>
              <p:nvPr/>
            </p:nvSpPr>
            <p:spPr>
              <a:xfrm>
                <a:off x="10076371" y="8440229"/>
                <a:ext cx="13702" cy="13702"/>
              </a:xfrm>
              <a:prstGeom prst="rect">
                <a:avLst/>
              </a:prstGeom>
              <a:solidFill>
                <a:srgbClr val="061CDE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508" name="1472 Rectangle 1507"/>
              <p:cNvSpPr/>
              <p:nvPr/>
            </p:nvSpPr>
            <p:spPr>
              <a:xfrm>
                <a:off x="10089525" y="8440229"/>
                <a:ext cx="40009" cy="13702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509" name="1473 Rectangle 1508"/>
              <p:cNvSpPr/>
              <p:nvPr/>
            </p:nvSpPr>
            <p:spPr>
              <a:xfrm>
                <a:off x="10128985" y="8440229"/>
                <a:ext cx="40009" cy="13702"/>
              </a:xfrm>
              <a:prstGeom prst="rect">
                <a:avLst/>
              </a:prstGeom>
              <a:solidFill>
                <a:srgbClr val="061CDE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510" name="1474 Rectangle 1509"/>
              <p:cNvSpPr/>
              <p:nvPr/>
            </p:nvSpPr>
            <p:spPr>
              <a:xfrm>
                <a:off x="10168445" y="8440229"/>
                <a:ext cx="13702" cy="13702"/>
              </a:xfrm>
              <a:prstGeom prst="rect">
                <a:avLst/>
              </a:prstGeom>
              <a:solidFill>
                <a:srgbClr val="151518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511" name="1475 Rectangle 1510"/>
              <p:cNvSpPr/>
              <p:nvPr/>
            </p:nvSpPr>
            <p:spPr>
              <a:xfrm>
                <a:off x="10063218" y="8453382"/>
                <a:ext cx="13702" cy="13702"/>
              </a:xfrm>
              <a:prstGeom prst="rect">
                <a:avLst/>
              </a:prstGeom>
              <a:solidFill>
                <a:srgbClr val="151518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512" name="1476 Rectangle 1511"/>
              <p:cNvSpPr/>
              <p:nvPr/>
            </p:nvSpPr>
            <p:spPr>
              <a:xfrm>
                <a:off x="10076371" y="8453382"/>
                <a:ext cx="92622" cy="13702"/>
              </a:xfrm>
              <a:prstGeom prst="rect">
                <a:avLst/>
              </a:prstGeom>
              <a:solidFill>
                <a:srgbClr val="061CDE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513" name="1477 Rectangle 1512"/>
              <p:cNvSpPr/>
              <p:nvPr/>
            </p:nvSpPr>
            <p:spPr>
              <a:xfrm>
                <a:off x="10168445" y="8453382"/>
                <a:ext cx="13702" cy="13702"/>
              </a:xfrm>
              <a:prstGeom prst="rect">
                <a:avLst/>
              </a:prstGeom>
              <a:solidFill>
                <a:srgbClr val="151518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514" name="1478 Rectangle 1513"/>
              <p:cNvSpPr/>
              <p:nvPr/>
            </p:nvSpPr>
            <p:spPr>
              <a:xfrm>
                <a:off x="10063218" y="8466535"/>
                <a:ext cx="118928" cy="13702"/>
              </a:xfrm>
              <a:prstGeom prst="rect">
                <a:avLst/>
              </a:prstGeom>
              <a:solidFill>
                <a:srgbClr val="151518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</p:grpSp>
        <p:grpSp>
          <p:nvGrpSpPr>
            <p:cNvPr id="1515" name="agent-penguin-1172-946"/>
            <p:cNvGrpSpPr/>
            <p:nvPr/>
          </p:nvGrpSpPr>
          <p:grpSpPr>
            <a:xfrm>
              <a:off x="10562515" y="8493603"/>
              <a:ext cx="309489" cy="313596"/>
              <a:chOff x="10562515" y="8493603"/>
              <a:chExt cx="309489" cy="313596"/>
            </a:xfrm>
          </p:grpSpPr>
          <p:sp>
            <p:nvSpPr>
              <p:cNvPr id="1516" name="1479 Rectangle 1515"/>
              <p:cNvSpPr/>
              <p:nvPr/>
            </p:nvSpPr>
            <p:spPr>
              <a:xfrm>
                <a:off x="10562515" y="8493603"/>
                <a:ext cx="309489" cy="313596"/>
              </a:xfrm>
              <a:custGeom>
                <a:avLst/>
                <a:gdLst/>
                <a:ahLst/>
                <a:cxnLst/>
                <a:rect l="0" t="0" r="r" b="b"/>
                <a:pathLst>
                  <a:path w="33846" h="34295">
                    <a:moveTo>
                      <a:pt x="33826" y="17128"/>
                    </a:moveTo>
                    <a:cubicBezTo>
                      <a:pt x="33846" y="19589"/>
                      <a:pt x="33290" y="22287"/>
                      <a:pt x="32260" y="24540"/>
                    </a:cubicBezTo>
                    <a:cubicBezTo>
                      <a:pt x="31230" y="26793"/>
                      <a:pt x="29577" y="29095"/>
                      <a:pt x="27647" y="30644"/>
                    </a:cubicBezTo>
                    <a:cubicBezTo>
                      <a:pt x="25718" y="32193"/>
                      <a:pt x="23098" y="33374"/>
                      <a:pt x="20682" y="33834"/>
                    </a:cubicBezTo>
                    <a:cubicBezTo>
                      <a:pt x="18267" y="34295"/>
                      <a:pt x="15560" y="33971"/>
                      <a:pt x="13153" y="33408"/>
                    </a:cubicBezTo>
                    <a:cubicBezTo>
                      <a:pt x="10747" y="32845"/>
                      <a:pt x="8169" y="31942"/>
                      <a:pt x="6241" y="30455"/>
                    </a:cubicBezTo>
                    <a:cubicBezTo>
                      <a:pt x="4313" y="28969"/>
                      <a:pt x="2620" y="26710"/>
                      <a:pt x="1586" y="24488"/>
                    </a:cubicBezTo>
                    <a:cubicBezTo>
                      <a:pt x="552" y="22267"/>
                      <a:pt x="0" y="19564"/>
                      <a:pt x="37" y="17128"/>
                    </a:cubicBezTo>
                    <a:cubicBezTo>
                      <a:pt x="73" y="14693"/>
                      <a:pt x="736" y="12050"/>
                      <a:pt x="1806" y="9874"/>
                    </a:cubicBezTo>
                    <a:cubicBezTo>
                      <a:pt x="2876" y="7698"/>
                      <a:pt x="4569" y="5593"/>
                      <a:pt x="6456" y="4071"/>
                    </a:cubicBezTo>
                    <a:cubicBezTo>
                      <a:pt x="8343" y="2548"/>
                      <a:pt x="10759" y="1336"/>
                      <a:pt x="13128" y="738"/>
                    </a:cubicBezTo>
                    <a:cubicBezTo>
                      <a:pt x="15497" y="140"/>
                      <a:pt x="18251" y="0"/>
                      <a:pt x="20669" y="482"/>
                    </a:cubicBezTo>
                    <a:cubicBezTo>
                      <a:pt x="23086" y="964"/>
                      <a:pt x="25722" y="2081"/>
                      <a:pt x="27634" y="3630"/>
                    </a:cubicBezTo>
                    <a:cubicBezTo>
                      <a:pt x="29546" y="5178"/>
                      <a:pt x="31109" y="7524"/>
                      <a:pt x="32141" y="9774"/>
                    </a:cubicBezTo>
                    <a:cubicBezTo>
                      <a:pt x="33173" y="12023"/>
                      <a:pt x="33807" y="14667"/>
                      <a:pt x="33826" y="17128"/>
                    </a:cubicBezTo>
                    <a:close/>
                  </a:path>
                </a:pathLst>
              </a:custGeom>
              <a:solidFill>
                <a:srgbClr val="D3BFDC"/>
              </a:solidFill>
              <a:ln w="27432" cap="rnd">
                <a:solidFill>
                  <a:srgbClr val="400076"/>
                </a:solidFill>
                <a:round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517" name="1480 Rectangle 1516"/>
              <p:cNvSpPr/>
              <p:nvPr/>
            </p:nvSpPr>
            <p:spPr>
              <a:xfrm>
                <a:off x="10627326" y="8561439"/>
                <a:ext cx="178885" cy="177569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518" name="1481 Rectangle 1517"/>
              <p:cNvSpPr/>
              <p:nvPr/>
            </p:nvSpPr>
            <p:spPr>
              <a:xfrm>
                <a:off x="10683885" y="8564728"/>
                <a:ext cx="66315" cy="13702"/>
              </a:xfrm>
              <a:prstGeom prst="rect">
                <a:avLst/>
              </a:prstGeom>
              <a:solidFill>
                <a:srgbClr val="151518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519" name="1482 Rectangle 1518"/>
              <p:cNvSpPr/>
              <p:nvPr/>
            </p:nvSpPr>
            <p:spPr>
              <a:xfrm>
                <a:off x="10657578" y="8577881"/>
                <a:ext cx="26855" cy="13702"/>
              </a:xfrm>
              <a:prstGeom prst="rect">
                <a:avLst/>
              </a:prstGeom>
              <a:solidFill>
                <a:srgbClr val="151518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520" name="1483 Rectangle 1519"/>
              <p:cNvSpPr/>
              <p:nvPr/>
            </p:nvSpPr>
            <p:spPr>
              <a:xfrm>
                <a:off x="10683885" y="8577881"/>
                <a:ext cx="66315" cy="13702"/>
              </a:xfrm>
              <a:prstGeom prst="rect">
                <a:avLst/>
              </a:prstGeom>
              <a:solidFill>
                <a:srgbClr val="343735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521" name="1484 Rectangle 1520"/>
              <p:cNvSpPr/>
              <p:nvPr/>
            </p:nvSpPr>
            <p:spPr>
              <a:xfrm>
                <a:off x="10749651" y="8577881"/>
                <a:ext cx="26855" cy="13702"/>
              </a:xfrm>
              <a:prstGeom prst="rect">
                <a:avLst/>
              </a:prstGeom>
              <a:solidFill>
                <a:srgbClr val="151518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522" name="1485 Rectangle 1521"/>
              <p:cNvSpPr/>
              <p:nvPr/>
            </p:nvSpPr>
            <p:spPr>
              <a:xfrm>
                <a:off x="10644425" y="8591034"/>
                <a:ext cx="13702" cy="13702"/>
              </a:xfrm>
              <a:prstGeom prst="rect">
                <a:avLst/>
              </a:prstGeom>
              <a:solidFill>
                <a:srgbClr val="151518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523" name="1486 Rectangle 1522"/>
              <p:cNvSpPr/>
              <p:nvPr/>
            </p:nvSpPr>
            <p:spPr>
              <a:xfrm>
                <a:off x="10657578" y="8591034"/>
                <a:ext cx="26855" cy="13702"/>
              </a:xfrm>
              <a:prstGeom prst="rect">
                <a:avLst/>
              </a:prstGeom>
              <a:solidFill>
                <a:srgbClr val="343735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524" name="1487 Rectangle 1523"/>
              <p:cNvSpPr/>
              <p:nvPr/>
            </p:nvSpPr>
            <p:spPr>
              <a:xfrm>
                <a:off x="10683885" y="8591034"/>
                <a:ext cx="53162" cy="13702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525" name="1488 Rectangle 1524"/>
              <p:cNvSpPr/>
              <p:nvPr/>
            </p:nvSpPr>
            <p:spPr>
              <a:xfrm>
                <a:off x="10736498" y="8591034"/>
                <a:ext cx="40009" cy="13702"/>
              </a:xfrm>
              <a:prstGeom prst="rect">
                <a:avLst/>
              </a:prstGeom>
              <a:solidFill>
                <a:srgbClr val="343735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526" name="1489 Rectangle 1525"/>
              <p:cNvSpPr/>
              <p:nvPr/>
            </p:nvSpPr>
            <p:spPr>
              <a:xfrm>
                <a:off x="10775958" y="8591034"/>
                <a:ext cx="13702" cy="13702"/>
              </a:xfrm>
              <a:prstGeom prst="rect">
                <a:avLst/>
              </a:prstGeom>
              <a:solidFill>
                <a:srgbClr val="151518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527" name="1490 Rectangle 1526"/>
              <p:cNvSpPr/>
              <p:nvPr/>
            </p:nvSpPr>
            <p:spPr>
              <a:xfrm>
                <a:off x="10644425" y="8604187"/>
                <a:ext cx="13702" cy="13702"/>
              </a:xfrm>
              <a:prstGeom prst="rect">
                <a:avLst/>
              </a:prstGeom>
              <a:solidFill>
                <a:srgbClr val="151518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528" name="1491 Rectangle 1527"/>
              <p:cNvSpPr/>
              <p:nvPr/>
            </p:nvSpPr>
            <p:spPr>
              <a:xfrm>
                <a:off x="10657578" y="8604187"/>
                <a:ext cx="13702" cy="13702"/>
              </a:xfrm>
              <a:prstGeom prst="rect">
                <a:avLst/>
              </a:prstGeom>
              <a:solidFill>
                <a:srgbClr val="343735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529" name="1492 Rectangle 1528"/>
              <p:cNvSpPr/>
              <p:nvPr/>
            </p:nvSpPr>
            <p:spPr>
              <a:xfrm>
                <a:off x="10670731" y="8604187"/>
                <a:ext cx="79468" cy="13702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530" name="1493 Rectangle 1529"/>
              <p:cNvSpPr/>
              <p:nvPr/>
            </p:nvSpPr>
            <p:spPr>
              <a:xfrm>
                <a:off x="10749651" y="8604187"/>
                <a:ext cx="26855" cy="13702"/>
              </a:xfrm>
              <a:prstGeom prst="rect">
                <a:avLst/>
              </a:prstGeom>
              <a:solidFill>
                <a:srgbClr val="343735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531" name="1494 Rectangle 1530"/>
              <p:cNvSpPr/>
              <p:nvPr/>
            </p:nvSpPr>
            <p:spPr>
              <a:xfrm>
                <a:off x="10775958" y="8604187"/>
                <a:ext cx="13702" cy="13702"/>
              </a:xfrm>
              <a:prstGeom prst="rect">
                <a:avLst/>
              </a:prstGeom>
              <a:solidFill>
                <a:srgbClr val="151518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532" name="1495 Rectangle 1531"/>
              <p:cNvSpPr/>
              <p:nvPr/>
            </p:nvSpPr>
            <p:spPr>
              <a:xfrm>
                <a:off x="10631272" y="8617341"/>
                <a:ext cx="13702" cy="13702"/>
              </a:xfrm>
              <a:prstGeom prst="rect">
                <a:avLst/>
              </a:prstGeom>
              <a:solidFill>
                <a:srgbClr val="151518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533" name="1496 Rectangle 1532"/>
              <p:cNvSpPr/>
              <p:nvPr/>
            </p:nvSpPr>
            <p:spPr>
              <a:xfrm>
                <a:off x="10644425" y="8617341"/>
                <a:ext cx="13702" cy="13702"/>
              </a:xfrm>
              <a:prstGeom prst="rect">
                <a:avLst/>
              </a:prstGeom>
              <a:solidFill>
                <a:srgbClr val="343735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534" name="1497 Rectangle 1533"/>
              <p:cNvSpPr/>
              <p:nvPr/>
            </p:nvSpPr>
            <p:spPr>
              <a:xfrm>
                <a:off x="10657578" y="8617341"/>
                <a:ext cx="40009" cy="13702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535" name="1498 Rectangle 1534"/>
              <p:cNvSpPr/>
              <p:nvPr/>
            </p:nvSpPr>
            <p:spPr>
              <a:xfrm>
                <a:off x="10697038" y="8617341"/>
                <a:ext cx="13702" cy="13702"/>
              </a:xfrm>
              <a:prstGeom prst="rect">
                <a:avLst/>
              </a:prstGeom>
              <a:solidFill>
                <a:srgbClr val="151518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536" name="1499 Rectangle 1535"/>
              <p:cNvSpPr/>
              <p:nvPr/>
            </p:nvSpPr>
            <p:spPr>
              <a:xfrm>
                <a:off x="10710191" y="8617341"/>
                <a:ext cx="13702" cy="13702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537" name="1500 Rectangle 1536"/>
              <p:cNvSpPr/>
              <p:nvPr/>
            </p:nvSpPr>
            <p:spPr>
              <a:xfrm>
                <a:off x="10723345" y="8617341"/>
                <a:ext cx="13702" cy="13702"/>
              </a:xfrm>
              <a:prstGeom prst="rect">
                <a:avLst/>
              </a:prstGeom>
              <a:solidFill>
                <a:srgbClr val="151518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538" name="1501 Rectangle 1537"/>
              <p:cNvSpPr/>
              <p:nvPr/>
            </p:nvSpPr>
            <p:spPr>
              <a:xfrm>
                <a:off x="10736498" y="8617341"/>
                <a:ext cx="13702" cy="13702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539" name="1502 Rectangle 1538"/>
              <p:cNvSpPr/>
              <p:nvPr/>
            </p:nvSpPr>
            <p:spPr>
              <a:xfrm>
                <a:off x="10749651" y="8617341"/>
                <a:ext cx="40009" cy="13702"/>
              </a:xfrm>
              <a:prstGeom prst="rect">
                <a:avLst/>
              </a:prstGeom>
              <a:solidFill>
                <a:srgbClr val="343735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540" name="1503 Rectangle 1539"/>
              <p:cNvSpPr/>
              <p:nvPr/>
            </p:nvSpPr>
            <p:spPr>
              <a:xfrm>
                <a:off x="10789111" y="8617341"/>
                <a:ext cx="13702" cy="13702"/>
              </a:xfrm>
              <a:prstGeom prst="rect">
                <a:avLst/>
              </a:prstGeom>
              <a:solidFill>
                <a:srgbClr val="151518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541" name="1504 Rectangle 1540"/>
              <p:cNvSpPr/>
              <p:nvPr/>
            </p:nvSpPr>
            <p:spPr>
              <a:xfrm>
                <a:off x="10631272" y="8630494"/>
                <a:ext cx="13702" cy="13702"/>
              </a:xfrm>
              <a:prstGeom prst="rect">
                <a:avLst/>
              </a:prstGeom>
              <a:solidFill>
                <a:srgbClr val="151518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542" name="1505 Rectangle 1541"/>
              <p:cNvSpPr/>
              <p:nvPr/>
            </p:nvSpPr>
            <p:spPr>
              <a:xfrm>
                <a:off x="10644425" y="8630494"/>
                <a:ext cx="13702" cy="13702"/>
              </a:xfrm>
              <a:prstGeom prst="rect">
                <a:avLst/>
              </a:prstGeom>
              <a:solidFill>
                <a:srgbClr val="343735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543" name="1506 Rectangle 1542"/>
              <p:cNvSpPr/>
              <p:nvPr/>
            </p:nvSpPr>
            <p:spPr>
              <a:xfrm>
                <a:off x="10657578" y="8630494"/>
                <a:ext cx="92622" cy="13702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544" name="1507 Rectangle 1543"/>
              <p:cNvSpPr/>
              <p:nvPr/>
            </p:nvSpPr>
            <p:spPr>
              <a:xfrm>
                <a:off x="10749651" y="8630494"/>
                <a:ext cx="40009" cy="13702"/>
              </a:xfrm>
              <a:prstGeom prst="rect">
                <a:avLst/>
              </a:prstGeom>
              <a:solidFill>
                <a:srgbClr val="343735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545" name="1508 Rectangle 1544"/>
              <p:cNvSpPr/>
              <p:nvPr/>
            </p:nvSpPr>
            <p:spPr>
              <a:xfrm>
                <a:off x="10789111" y="8630494"/>
                <a:ext cx="13702" cy="13702"/>
              </a:xfrm>
              <a:prstGeom prst="rect">
                <a:avLst/>
              </a:prstGeom>
              <a:solidFill>
                <a:srgbClr val="151518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546" name="1509 Rectangle 1545"/>
              <p:cNvSpPr/>
              <p:nvPr/>
            </p:nvSpPr>
            <p:spPr>
              <a:xfrm>
                <a:off x="10631272" y="8643647"/>
                <a:ext cx="13702" cy="13702"/>
              </a:xfrm>
              <a:prstGeom prst="rect">
                <a:avLst/>
              </a:prstGeom>
              <a:solidFill>
                <a:srgbClr val="151518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547" name="1510 Rectangle 1546"/>
              <p:cNvSpPr/>
              <p:nvPr/>
            </p:nvSpPr>
            <p:spPr>
              <a:xfrm>
                <a:off x="10644425" y="8643647"/>
                <a:ext cx="13702" cy="13702"/>
              </a:xfrm>
              <a:prstGeom prst="rect">
                <a:avLst/>
              </a:prstGeom>
              <a:solidFill>
                <a:srgbClr val="343735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548" name="1511 Rectangle 1547"/>
              <p:cNvSpPr/>
              <p:nvPr/>
            </p:nvSpPr>
            <p:spPr>
              <a:xfrm>
                <a:off x="10657578" y="8643647"/>
                <a:ext cx="26855" cy="13702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549" name="1512 Rectangle 1548"/>
              <p:cNvSpPr/>
              <p:nvPr/>
            </p:nvSpPr>
            <p:spPr>
              <a:xfrm>
                <a:off x="10683885" y="8643647"/>
                <a:ext cx="53162" cy="13702"/>
              </a:xfrm>
              <a:prstGeom prst="rect">
                <a:avLst/>
              </a:prstGeom>
              <a:solidFill>
                <a:srgbClr val="FFF126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550" name="1513 Rectangle 1549"/>
              <p:cNvSpPr/>
              <p:nvPr/>
            </p:nvSpPr>
            <p:spPr>
              <a:xfrm>
                <a:off x="10736498" y="8643647"/>
                <a:ext cx="13702" cy="13702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551" name="1514 Rectangle 1550"/>
              <p:cNvSpPr/>
              <p:nvPr/>
            </p:nvSpPr>
            <p:spPr>
              <a:xfrm>
                <a:off x="10749651" y="8643647"/>
                <a:ext cx="40009" cy="13702"/>
              </a:xfrm>
              <a:prstGeom prst="rect">
                <a:avLst/>
              </a:prstGeom>
              <a:solidFill>
                <a:srgbClr val="343735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552" name="1515 Rectangle 1551"/>
              <p:cNvSpPr/>
              <p:nvPr/>
            </p:nvSpPr>
            <p:spPr>
              <a:xfrm>
                <a:off x="10789111" y="8643647"/>
                <a:ext cx="13702" cy="13702"/>
              </a:xfrm>
              <a:prstGeom prst="rect">
                <a:avLst/>
              </a:prstGeom>
              <a:solidFill>
                <a:srgbClr val="151518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553" name="1516 Rectangle 1552"/>
              <p:cNvSpPr/>
              <p:nvPr/>
            </p:nvSpPr>
            <p:spPr>
              <a:xfrm>
                <a:off x="10631272" y="8656801"/>
                <a:ext cx="13702" cy="13702"/>
              </a:xfrm>
              <a:prstGeom prst="rect">
                <a:avLst/>
              </a:prstGeom>
              <a:solidFill>
                <a:srgbClr val="151518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554" name="1517 Rectangle 1553"/>
              <p:cNvSpPr/>
              <p:nvPr/>
            </p:nvSpPr>
            <p:spPr>
              <a:xfrm>
                <a:off x="10644425" y="8656801"/>
                <a:ext cx="13702" cy="13702"/>
              </a:xfrm>
              <a:prstGeom prst="rect">
                <a:avLst/>
              </a:prstGeom>
              <a:solidFill>
                <a:srgbClr val="343735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555" name="1518 Rectangle 1554"/>
              <p:cNvSpPr/>
              <p:nvPr/>
            </p:nvSpPr>
            <p:spPr>
              <a:xfrm>
                <a:off x="10657578" y="8656801"/>
                <a:ext cx="40009" cy="13702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556" name="1519 Rectangle 1555"/>
              <p:cNvSpPr/>
              <p:nvPr/>
            </p:nvSpPr>
            <p:spPr>
              <a:xfrm>
                <a:off x="10697038" y="8656801"/>
                <a:ext cx="26855" cy="13702"/>
              </a:xfrm>
              <a:prstGeom prst="rect">
                <a:avLst/>
              </a:prstGeom>
              <a:solidFill>
                <a:srgbClr val="FFF126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557" name="1520 Rectangle 1556"/>
              <p:cNvSpPr/>
              <p:nvPr/>
            </p:nvSpPr>
            <p:spPr>
              <a:xfrm>
                <a:off x="10723345" y="8656801"/>
                <a:ext cx="13702" cy="13702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558" name="1521 Rectangle 1557"/>
              <p:cNvSpPr/>
              <p:nvPr/>
            </p:nvSpPr>
            <p:spPr>
              <a:xfrm>
                <a:off x="10736498" y="8656801"/>
                <a:ext cx="13702" cy="13702"/>
              </a:xfrm>
              <a:prstGeom prst="rect">
                <a:avLst/>
              </a:prstGeom>
              <a:solidFill>
                <a:srgbClr val="F682D5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559" name="1522 Rectangle 1558"/>
              <p:cNvSpPr/>
              <p:nvPr/>
            </p:nvSpPr>
            <p:spPr>
              <a:xfrm>
                <a:off x="10749651" y="8656801"/>
                <a:ext cx="13702" cy="13702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560" name="1523 Rectangle 1559"/>
              <p:cNvSpPr/>
              <p:nvPr/>
            </p:nvSpPr>
            <p:spPr>
              <a:xfrm>
                <a:off x="10762805" y="8656801"/>
                <a:ext cx="26855" cy="13702"/>
              </a:xfrm>
              <a:prstGeom prst="rect">
                <a:avLst/>
              </a:prstGeom>
              <a:solidFill>
                <a:srgbClr val="343735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561" name="1524 Rectangle 1560"/>
              <p:cNvSpPr/>
              <p:nvPr/>
            </p:nvSpPr>
            <p:spPr>
              <a:xfrm>
                <a:off x="10789111" y="8656801"/>
                <a:ext cx="13702" cy="13702"/>
              </a:xfrm>
              <a:prstGeom prst="rect">
                <a:avLst/>
              </a:prstGeom>
              <a:solidFill>
                <a:srgbClr val="151518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562" name="1525 Rectangle 1561"/>
              <p:cNvSpPr/>
              <p:nvPr/>
            </p:nvSpPr>
            <p:spPr>
              <a:xfrm>
                <a:off x="10631272" y="8669954"/>
                <a:ext cx="13702" cy="13702"/>
              </a:xfrm>
              <a:prstGeom prst="rect">
                <a:avLst/>
              </a:prstGeom>
              <a:solidFill>
                <a:srgbClr val="151518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563" name="1526 Rectangle 1562"/>
              <p:cNvSpPr/>
              <p:nvPr/>
            </p:nvSpPr>
            <p:spPr>
              <a:xfrm>
                <a:off x="10644425" y="8669954"/>
                <a:ext cx="13702" cy="13702"/>
              </a:xfrm>
              <a:prstGeom prst="rect">
                <a:avLst/>
              </a:prstGeom>
              <a:solidFill>
                <a:srgbClr val="343735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564" name="1527 Rectangle 1563"/>
              <p:cNvSpPr/>
              <p:nvPr/>
            </p:nvSpPr>
            <p:spPr>
              <a:xfrm>
                <a:off x="10657578" y="8669954"/>
                <a:ext cx="105775" cy="13702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565" name="1528 Rectangle 1564"/>
              <p:cNvSpPr/>
              <p:nvPr/>
            </p:nvSpPr>
            <p:spPr>
              <a:xfrm>
                <a:off x="10762805" y="8669954"/>
                <a:ext cx="26855" cy="13702"/>
              </a:xfrm>
              <a:prstGeom prst="rect">
                <a:avLst/>
              </a:prstGeom>
              <a:solidFill>
                <a:srgbClr val="343735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566" name="1529 Rectangle 1565"/>
              <p:cNvSpPr/>
              <p:nvPr/>
            </p:nvSpPr>
            <p:spPr>
              <a:xfrm>
                <a:off x="10789111" y="8669954"/>
                <a:ext cx="13702" cy="13702"/>
              </a:xfrm>
              <a:prstGeom prst="rect">
                <a:avLst/>
              </a:prstGeom>
              <a:solidFill>
                <a:srgbClr val="151518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567" name="1530 Rectangle 1566"/>
              <p:cNvSpPr/>
              <p:nvPr/>
            </p:nvSpPr>
            <p:spPr>
              <a:xfrm>
                <a:off x="10631272" y="8683107"/>
                <a:ext cx="13702" cy="13702"/>
              </a:xfrm>
              <a:prstGeom prst="rect">
                <a:avLst/>
              </a:prstGeom>
              <a:solidFill>
                <a:srgbClr val="151518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568" name="1531 Rectangle 1567"/>
              <p:cNvSpPr/>
              <p:nvPr/>
            </p:nvSpPr>
            <p:spPr>
              <a:xfrm>
                <a:off x="10644425" y="8683107"/>
                <a:ext cx="13702" cy="13702"/>
              </a:xfrm>
              <a:prstGeom prst="rect">
                <a:avLst/>
              </a:prstGeom>
              <a:solidFill>
                <a:srgbClr val="343735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569" name="1532 Rectangle 1568"/>
              <p:cNvSpPr/>
              <p:nvPr/>
            </p:nvSpPr>
            <p:spPr>
              <a:xfrm>
                <a:off x="10657578" y="8683107"/>
                <a:ext cx="105775" cy="13702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570" name="1533 Rectangle 1569"/>
              <p:cNvSpPr/>
              <p:nvPr/>
            </p:nvSpPr>
            <p:spPr>
              <a:xfrm>
                <a:off x="10762805" y="8683107"/>
                <a:ext cx="26855" cy="13702"/>
              </a:xfrm>
              <a:prstGeom prst="rect">
                <a:avLst/>
              </a:prstGeom>
              <a:solidFill>
                <a:srgbClr val="343735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571" name="1534 Rectangle 1570"/>
              <p:cNvSpPr/>
              <p:nvPr/>
            </p:nvSpPr>
            <p:spPr>
              <a:xfrm>
                <a:off x="10789111" y="8683107"/>
                <a:ext cx="13702" cy="13702"/>
              </a:xfrm>
              <a:prstGeom prst="rect">
                <a:avLst/>
              </a:prstGeom>
              <a:solidFill>
                <a:srgbClr val="151518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572" name="1535 Rectangle 1571"/>
              <p:cNvSpPr/>
              <p:nvPr/>
            </p:nvSpPr>
            <p:spPr>
              <a:xfrm>
                <a:off x="10631272" y="8696261"/>
                <a:ext cx="13702" cy="13702"/>
              </a:xfrm>
              <a:prstGeom prst="rect">
                <a:avLst/>
              </a:prstGeom>
              <a:solidFill>
                <a:srgbClr val="151518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573" name="1536 Rectangle 1572"/>
              <p:cNvSpPr/>
              <p:nvPr/>
            </p:nvSpPr>
            <p:spPr>
              <a:xfrm>
                <a:off x="10644425" y="8696261"/>
                <a:ext cx="26855" cy="13702"/>
              </a:xfrm>
              <a:prstGeom prst="rect">
                <a:avLst/>
              </a:prstGeom>
              <a:solidFill>
                <a:srgbClr val="343735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574" name="1537 Rectangle 1573"/>
              <p:cNvSpPr/>
              <p:nvPr/>
            </p:nvSpPr>
            <p:spPr>
              <a:xfrm>
                <a:off x="10670731" y="8696261"/>
                <a:ext cx="92622" cy="13702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575" name="1538 Rectangle 1574"/>
              <p:cNvSpPr/>
              <p:nvPr/>
            </p:nvSpPr>
            <p:spPr>
              <a:xfrm>
                <a:off x="10762805" y="8696261"/>
                <a:ext cx="26855" cy="13702"/>
              </a:xfrm>
              <a:prstGeom prst="rect">
                <a:avLst/>
              </a:prstGeom>
              <a:solidFill>
                <a:srgbClr val="343735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576" name="1539 Rectangle 1575"/>
              <p:cNvSpPr/>
              <p:nvPr/>
            </p:nvSpPr>
            <p:spPr>
              <a:xfrm>
                <a:off x="10789111" y="8696261"/>
                <a:ext cx="13702" cy="13702"/>
              </a:xfrm>
              <a:prstGeom prst="rect">
                <a:avLst/>
              </a:prstGeom>
              <a:solidFill>
                <a:srgbClr val="151518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577" name="1540 Rectangle 1576"/>
              <p:cNvSpPr/>
              <p:nvPr/>
            </p:nvSpPr>
            <p:spPr>
              <a:xfrm>
                <a:off x="10631272" y="8709414"/>
                <a:ext cx="13702" cy="13702"/>
              </a:xfrm>
              <a:prstGeom prst="rect">
                <a:avLst/>
              </a:prstGeom>
              <a:solidFill>
                <a:srgbClr val="151518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578" name="1541 Rectangle 1577"/>
              <p:cNvSpPr/>
              <p:nvPr/>
            </p:nvSpPr>
            <p:spPr>
              <a:xfrm>
                <a:off x="10644425" y="8709414"/>
                <a:ext cx="145235" cy="13702"/>
              </a:xfrm>
              <a:prstGeom prst="rect">
                <a:avLst/>
              </a:prstGeom>
              <a:solidFill>
                <a:srgbClr val="343735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579" name="1542 Rectangle 1578"/>
              <p:cNvSpPr/>
              <p:nvPr/>
            </p:nvSpPr>
            <p:spPr>
              <a:xfrm>
                <a:off x="10789111" y="8709414"/>
                <a:ext cx="13702" cy="13702"/>
              </a:xfrm>
              <a:prstGeom prst="rect">
                <a:avLst/>
              </a:prstGeom>
              <a:solidFill>
                <a:srgbClr val="151518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580" name="1543 Rectangle 1579"/>
              <p:cNvSpPr/>
              <p:nvPr/>
            </p:nvSpPr>
            <p:spPr>
              <a:xfrm>
                <a:off x="10631272" y="8722567"/>
                <a:ext cx="171541" cy="13702"/>
              </a:xfrm>
              <a:prstGeom prst="rect">
                <a:avLst/>
              </a:prstGeom>
              <a:solidFill>
                <a:srgbClr val="151518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</p:grpSp>
        <p:sp>
          <p:nvSpPr>
            <p:cNvPr id="1581" name="1544 Rectangle 1580"/>
            <p:cNvSpPr/>
            <p:nvPr/>
          </p:nvSpPr>
          <p:spPr>
            <a:xfrm>
              <a:off x="10515864" y="7852141"/>
              <a:ext cx="310703" cy="317528"/>
            </a:xfrm>
            <a:custGeom>
              <a:avLst/>
              <a:gdLst/>
              <a:ahLst/>
              <a:cxnLst/>
              <a:rect l="0" t="0" r="r" b="b"/>
              <a:pathLst>
                <a:path w="33979" h="34725">
                  <a:moveTo>
                    <a:pt x="33960" y="17279"/>
                  </a:moveTo>
                  <a:cubicBezTo>
                    <a:pt x="33942" y="19757"/>
                    <a:pt x="33407" y="22458"/>
                    <a:pt x="32353" y="24687"/>
                  </a:cubicBezTo>
                  <a:cubicBezTo>
                    <a:pt x="31298" y="26915"/>
                    <a:pt x="29557" y="29077"/>
                    <a:pt x="27634" y="30650"/>
                  </a:cubicBezTo>
                  <a:cubicBezTo>
                    <a:pt x="25711" y="32223"/>
                    <a:pt x="23235" y="33542"/>
                    <a:pt x="20816" y="34125"/>
                  </a:cubicBezTo>
                  <a:cubicBezTo>
                    <a:pt x="18397" y="34708"/>
                    <a:pt x="15541" y="34725"/>
                    <a:pt x="13121" y="34149"/>
                  </a:cubicBezTo>
                  <a:cubicBezTo>
                    <a:pt x="10700" y="33573"/>
                    <a:pt x="8237" y="32236"/>
                    <a:pt x="6293" y="30669"/>
                  </a:cubicBezTo>
                  <a:cubicBezTo>
                    <a:pt x="4350" y="29103"/>
                    <a:pt x="2505" y="26981"/>
                    <a:pt x="1460" y="24749"/>
                  </a:cubicBezTo>
                  <a:cubicBezTo>
                    <a:pt x="414" y="22518"/>
                    <a:pt x="0" y="19760"/>
                    <a:pt x="20" y="17279"/>
                  </a:cubicBezTo>
                  <a:cubicBezTo>
                    <a:pt x="40" y="14799"/>
                    <a:pt x="507" y="12064"/>
                    <a:pt x="1581" y="9868"/>
                  </a:cubicBezTo>
                  <a:cubicBezTo>
                    <a:pt x="2654" y="7671"/>
                    <a:pt x="4534" y="5657"/>
                    <a:pt x="6462" y="4101"/>
                  </a:cubicBezTo>
                  <a:cubicBezTo>
                    <a:pt x="8390" y="2545"/>
                    <a:pt x="10774" y="1061"/>
                    <a:pt x="13148" y="530"/>
                  </a:cubicBezTo>
                  <a:cubicBezTo>
                    <a:pt x="15522" y="0"/>
                    <a:pt x="18304" y="340"/>
                    <a:pt x="20705" y="919"/>
                  </a:cubicBezTo>
                  <a:cubicBezTo>
                    <a:pt x="23107" y="1498"/>
                    <a:pt x="25598" y="2521"/>
                    <a:pt x="27558" y="4004"/>
                  </a:cubicBezTo>
                  <a:cubicBezTo>
                    <a:pt x="29518" y="5487"/>
                    <a:pt x="31396" y="7606"/>
                    <a:pt x="32463" y="9819"/>
                  </a:cubicBezTo>
                  <a:cubicBezTo>
                    <a:pt x="33530" y="12031"/>
                    <a:pt x="33979" y="14801"/>
                    <a:pt x="33960" y="17279"/>
                  </a:cubicBezTo>
                  <a:close/>
                </a:path>
              </a:pathLst>
            </a:custGeom>
            <a:solidFill>
              <a:srgbClr val="F5F5F5"/>
            </a:solidFill>
            <a:ln w="27432" cap="rnd">
              <a:solidFill>
                <a:srgbClr val="777F79"/>
              </a:solidFill>
              <a:round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82" name="1545 Rectangle 1581"/>
            <p:cNvSpPr/>
            <p:nvPr/>
          </p:nvSpPr>
          <p:spPr>
            <a:xfrm>
              <a:off x="9381953" y="8573873"/>
              <a:ext cx="311313" cy="316579"/>
            </a:xfrm>
            <a:custGeom>
              <a:avLst/>
              <a:gdLst/>
              <a:ahLst/>
              <a:cxnLst/>
              <a:rect l="0" t="0" r="r" b="b"/>
              <a:pathLst>
                <a:path w="34046" h="34621">
                  <a:moveTo>
                    <a:pt x="34033" y="17350"/>
                  </a:moveTo>
                  <a:cubicBezTo>
                    <a:pt x="34020" y="19781"/>
                    <a:pt x="33148" y="22392"/>
                    <a:pt x="32087" y="24626"/>
                  </a:cubicBezTo>
                  <a:cubicBezTo>
                    <a:pt x="31027" y="26861"/>
                    <a:pt x="29566" y="29247"/>
                    <a:pt x="27669" y="30757"/>
                  </a:cubicBezTo>
                  <a:cubicBezTo>
                    <a:pt x="25772" y="32267"/>
                    <a:pt x="23125" y="33128"/>
                    <a:pt x="20705" y="33685"/>
                  </a:cubicBezTo>
                  <a:cubicBezTo>
                    <a:pt x="18286" y="34242"/>
                    <a:pt x="15530" y="34621"/>
                    <a:pt x="13154" y="34098"/>
                  </a:cubicBezTo>
                  <a:cubicBezTo>
                    <a:pt x="10779" y="33575"/>
                    <a:pt x="8344" y="32120"/>
                    <a:pt x="6454" y="30545"/>
                  </a:cubicBezTo>
                  <a:cubicBezTo>
                    <a:pt x="4564" y="28971"/>
                    <a:pt x="2881" y="26851"/>
                    <a:pt x="1814" y="24652"/>
                  </a:cubicBezTo>
                  <a:cubicBezTo>
                    <a:pt x="746" y="22453"/>
                    <a:pt x="97" y="19807"/>
                    <a:pt x="48" y="17350"/>
                  </a:cubicBezTo>
                  <a:cubicBezTo>
                    <a:pt x="0" y="14892"/>
                    <a:pt x="491" y="12151"/>
                    <a:pt x="1524" y="9908"/>
                  </a:cubicBezTo>
                  <a:cubicBezTo>
                    <a:pt x="2556" y="7664"/>
                    <a:pt x="4307" y="5453"/>
                    <a:pt x="6242" y="3889"/>
                  </a:cubicBezTo>
                  <a:cubicBezTo>
                    <a:pt x="8178" y="2325"/>
                    <a:pt x="10716" y="1046"/>
                    <a:pt x="13136" y="523"/>
                  </a:cubicBezTo>
                  <a:cubicBezTo>
                    <a:pt x="15557" y="0"/>
                    <a:pt x="18378" y="138"/>
                    <a:pt x="20766" y="751"/>
                  </a:cubicBezTo>
                  <a:cubicBezTo>
                    <a:pt x="23153" y="1365"/>
                    <a:pt x="25562" y="2655"/>
                    <a:pt x="27462" y="4203"/>
                  </a:cubicBezTo>
                  <a:cubicBezTo>
                    <a:pt x="29361" y="5750"/>
                    <a:pt x="31068" y="7845"/>
                    <a:pt x="32163" y="10037"/>
                  </a:cubicBezTo>
                  <a:cubicBezTo>
                    <a:pt x="33258" y="12228"/>
                    <a:pt x="34046" y="14918"/>
                    <a:pt x="34033" y="17350"/>
                  </a:cubicBezTo>
                  <a:close/>
                </a:path>
              </a:pathLst>
            </a:custGeom>
            <a:solidFill>
              <a:srgbClr val="F5F5F5"/>
            </a:solidFill>
            <a:ln w="27432" cap="rnd">
              <a:solidFill>
                <a:srgbClr val="777F79"/>
              </a:solidFill>
              <a:round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83" name="1546 Rectangle 1582"/>
            <p:cNvSpPr/>
            <p:nvPr/>
          </p:nvSpPr>
          <p:spPr>
            <a:xfrm>
              <a:off x="9996385" y="8821591"/>
              <a:ext cx="310678" cy="316904"/>
            </a:xfrm>
            <a:custGeom>
              <a:avLst/>
              <a:gdLst/>
              <a:ahLst/>
              <a:cxnLst/>
              <a:rect l="0" t="0" r="r" b="b"/>
              <a:pathLst>
                <a:path w="33976" h="34657">
                  <a:moveTo>
                    <a:pt x="33958" y="17259"/>
                  </a:moveTo>
                  <a:cubicBezTo>
                    <a:pt x="33939" y="19746"/>
                    <a:pt x="33308" y="22468"/>
                    <a:pt x="32220" y="24694"/>
                  </a:cubicBezTo>
                  <a:cubicBezTo>
                    <a:pt x="31133" y="26920"/>
                    <a:pt x="29379" y="29104"/>
                    <a:pt x="27434" y="30616"/>
                  </a:cubicBezTo>
                  <a:cubicBezTo>
                    <a:pt x="25488" y="32128"/>
                    <a:pt x="22966" y="33181"/>
                    <a:pt x="20550" y="33766"/>
                  </a:cubicBezTo>
                  <a:cubicBezTo>
                    <a:pt x="18133" y="34350"/>
                    <a:pt x="15328" y="34657"/>
                    <a:pt x="12933" y="34121"/>
                  </a:cubicBezTo>
                  <a:cubicBezTo>
                    <a:pt x="10539" y="33586"/>
                    <a:pt x="8067" y="32145"/>
                    <a:pt x="6181" y="30552"/>
                  </a:cubicBezTo>
                  <a:cubicBezTo>
                    <a:pt x="4296" y="28958"/>
                    <a:pt x="2647" y="26775"/>
                    <a:pt x="1622" y="24560"/>
                  </a:cubicBezTo>
                  <a:cubicBezTo>
                    <a:pt x="596" y="22345"/>
                    <a:pt x="53" y="19705"/>
                    <a:pt x="26" y="17259"/>
                  </a:cubicBezTo>
                  <a:cubicBezTo>
                    <a:pt x="0" y="14813"/>
                    <a:pt x="441" y="12101"/>
                    <a:pt x="1464" y="9882"/>
                  </a:cubicBezTo>
                  <a:cubicBezTo>
                    <a:pt x="2487" y="7664"/>
                    <a:pt x="4244" y="5480"/>
                    <a:pt x="6166" y="3947"/>
                  </a:cubicBezTo>
                  <a:cubicBezTo>
                    <a:pt x="8089" y="2415"/>
                    <a:pt x="10596" y="1249"/>
                    <a:pt x="13000" y="687"/>
                  </a:cubicBezTo>
                  <a:cubicBezTo>
                    <a:pt x="15404" y="125"/>
                    <a:pt x="18216" y="0"/>
                    <a:pt x="20590" y="575"/>
                  </a:cubicBezTo>
                  <a:cubicBezTo>
                    <a:pt x="22964" y="1150"/>
                    <a:pt x="25289" y="2605"/>
                    <a:pt x="27246" y="4138"/>
                  </a:cubicBezTo>
                  <a:cubicBezTo>
                    <a:pt x="29203" y="5671"/>
                    <a:pt x="31213" y="7584"/>
                    <a:pt x="32331" y="9771"/>
                  </a:cubicBezTo>
                  <a:cubicBezTo>
                    <a:pt x="33450" y="11958"/>
                    <a:pt x="33976" y="14772"/>
                    <a:pt x="33958" y="17259"/>
                  </a:cubicBezTo>
                  <a:close/>
                </a:path>
              </a:pathLst>
            </a:custGeom>
            <a:solidFill>
              <a:srgbClr val="F5F5F5"/>
            </a:solidFill>
            <a:ln w="27432" cap="rnd">
              <a:solidFill>
                <a:srgbClr val="777F79"/>
              </a:solidFill>
              <a:round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grpSp>
          <p:nvGrpSpPr>
            <p:cNvPr id="1584" name="collaboration-icon-1230-819"/>
            <p:cNvGrpSpPr/>
            <p:nvPr/>
          </p:nvGrpSpPr>
          <p:grpSpPr>
            <a:xfrm>
              <a:off x="11247120" y="7488936"/>
              <a:ext cx="460857" cy="477316"/>
              <a:chOff x="11247120" y="7488936"/>
              <a:chExt cx="460857" cy="477316"/>
            </a:xfrm>
          </p:grpSpPr>
          <p:sp>
            <p:nvSpPr>
              <p:cNvPr id="1585" name="1547 Rounded Rectangle 1584"/>
              <p:cNvSpPr/>
              <p:nvPr/>
            </p:nvSpPr>
            <p:spPr>
              <a:xfrm>
                <a:off x="11395253" y="7488936"/>
                <a:ext cx="139903" cy="57607"/>
              </a:xfrm>
              <a:prstGeom prst="roundRect">
                <a:avLst>
                  <a:gd name="adj" fmla="val 28571"/>
                </a:avLst>
              </a:prstGeom>
              <a:solidFill>
                <a:srgbClr val="A8D9E6"/>
              </a:solidFill>
              <a:ln w="10698" cap="rnd">
                <a:solidFill>
                  <a:srgbClr val="343333"/>
                </a:solidFill>
                <a:round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586" name="1548 Rectangle 1585"/>
              <p:cNvSpPr/>
              <p:nvPr/>
            </p:nvSpPr>
            <p:spPr>
              <a:xfrm>
                <a:off x="11411712" y="7546543"/>
                <a:ext cx="115214" cy="222199"/>
              </a:xfrm>
              <a:custGeom>
                <a:avLst/>
                <a:gdLst/>
                <a:ahLst/>
                <a:cxnLst/>
                <a:rect l="0" t="0" r="r" b="b"/>
                <a:pathLst>
                  <a:path w="12600" h="24300">
                    <a:moveTo>
                      <a:pt x="0" y="0"/>
                    </a:moveTo>
                    <a:lnTo>
                      <a:pt x="11700" y="0"/>
                    </a:lnTo>
                    <a:lnTo>
                      <a:pt x="12600" y="17100"/>
                    </a:lnTo>
                    <a:lnTo>
                      <a:pt x="3600" y="24300"/>
                    </a:lnTo>
                    <a:lnTo>
                      <a:pt x="0" y="16200"/>
                    </a:lnTo>
                    <a:close/>
                  </a:path>
                </a:pathLst>
              </a:custGeom>
              <a:solidFill>
                <a:srgbClr val="F5D6BD"/>
              </a:solidFill>
              <a:ln w="12344" cap="rnd">
                <a:solidFill>
                  <a:srgbClr val="353131"/>
                </a:solidFill>
                <a:round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587" name="1549 Rectangle 1586"/>
              <p:cNvSpPr/>
              <p:nvPr/>
            </p:nvSpPr>
            <p:spPr>
              <a:xfrm>
                <a:off x="11247120" y="7637069"/>
                <a:ext cx="255118" cy="255118"/>
              </a:xfrm>
              <a:custGeom>
                <a:avLst/>
                <a:gdLst/>
                <a:ahLst/>
                <a:cxnLst/>
                <a:rect l="0" t="0" r="r" b="b"/>
                <a:pathLst>
                  <a:path w="27900" h="27900">
                    <a:moveTo>
                      <a:pt x="0" y="19800"/>
                    </a:moveTo>
                    <a:lnTo>
                      <a:pt x="10800" y="8100"/>
                    </a:lnTo>
                    <a:lnTo>
                      <a:pt x="22500" y="0"/>
                    </a:lnTo>
                    <a:lnTo>
                      <a:pt x="27900" y="5400"/>
                    </a:lnTo>
                    <a:lnTo>
                      <a:pt x="23400" y="15300"/>
                    </a:lnTo>
                    <a:lnTo>
                      <a:pt x="14400" y="24300"/>
                    </a:lnTo>
                    <a:lnTo>
                      <a:pt x="7200" y="27900"/>
                    </a:lnTo>
                    <a:close/>
                  </a:path>
                </a:pathLst>
              </a:custGeom>
              <a:solidFill>
                <a:srgbClr val="F4CEB7"/>
              </a:solidFill>
              <a:ln w="12344" cap="rnd">
                <a:solidFill>
                  <a:srgbClr val="333232"/>
                </a:solidFill>
                <a:round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588" name="1550 Rectangle 1587"/>
              <p:cNvSpPr/>
              <p:nvPr/>
            </p:nvSpPr>
            <p:spPr>
              <a:xfrm>
                <a:off x="11452860" y="7678217"/>
                <a:ext cx="222199" cy="230429"/>
              </a:xfrm>
              <a:custGeom>
                <a:avLst/>
                <a:gdLst/>
                <a:ahLst/>
                <a:cxnLst/>
                <a:rect l="0" t="0" r="r" b="b"/>
                <a:pathLst>
                  <a:path w="24300" h="25200">
                    <a:moveTo>
                      <a:pt x="5400" y="0"/>
                    </a:moveTo>
                    <a:lnTo>
                      <a:pt x="12600" y="2700"/>
                    </a:lnTo>
                    <a:lnTo>
                      <a:pt x="24300" y="18000"/>
                    </a:lnTo>
                    <a:lnTo>
                      <a:pt x="14400" y="25200"/>
                    </a:lnTo>
                    <a:lnTo>
                      <a:pt x="4500" y="17100"/>
                    </a:lnTo>
                    <a:lnTo>
                      <a:pt x="0" y="9900"/>
                    </a:lnTo>
                    <a:close/>
                  </a:path>
                </a:pathLst>
              </a:custGeom>
              <a:solidFill>
                <a:srgbClr val="F7D3B9"/>
              </a:solidFill>
              <a:ln w="12344" cap="rnd">
                <a:solidFill>
                  <a:srgbClr val="333232"/>
                </a:solidFill>
                <a:round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589" name="1551 Rectangle 1588"/>
              <p:cNvSpPr/>
              <p:nvPr/>
            </p:nvSpPr>
            <p:spPr>
              <a:xfrm>
                <a:off x="11247120" y="7776972"/>
                <a:ext cx="139903" cy="164592"/>
              </a:xfrm>
              <a:custGeom>
                <a:avLst/>
                <a:gdLst/>
                <a:ahLst/>
                <a:cxnLst/>
                <a:rect l="0" t="0" r="r" b="b"/>
                <a:pathLst>
                  <a:path w="15300" h="18000">
                    <a:moveTo>
                      <a:pt x="0" y="5400"/>
                    </a:moveTo>
                    <a:lnTo>
                      <a:pt x="6300" y="0"/>
                    </a:lnTo>
                    <a:lnTo>
                      <a:pt x="15300" y="10800"/>
                    </a:lnTo>
                    <a:lnTo>
                      <a:pt x="9000" y="18000"/>
                    </a:lnTo>
                    <a:close/>
                  </a:path>
                </a:pathLst>
              </a:custGeom>
              <a:solidFill>
                <a:srgbClr val="E788BB"/>
              </a:solidFill>
              <a:ln w="11521" cap="rnd">
                <a:solidFill>
                  <a:srgbClr val="333232"/>
                </a:solidFill>
                <a:round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590" name="1552 Rectangle 1589"/>
              <p:cNvSpPr/>
              <p:nvPr/>
            </p:nvSpPr>
            <p:spPr>
              <a:xfrm>
                <a:off x="11568074" y="7809890"/>
                <a:ext cx="139903" cy="156362"/>
              </a:xfrm>
              <a:custGeom>
                <a:avLst/>
                <a:gdLst/>
                <a:ahLst/>
                <a:cxnLst/>
                <a:rect l="0" t="0" r="r" b="b"/>
                <a:pathLst>
                  <a:path w="15300" h="17100">
                    <a:moveTo>
                      <a:pt x="0" y="9000"/>
                    </a:moveTo>
                    <a:lnTo>
                      <a:pt x="8100" y="0"/>
                    </a:lnTo>
                    <a:lnTo>
                      <a:pt x="15300" y="6300"/>
                    </a:lnTo>
                    <a:lnTo>
                      <a:pt x="6300" y="17100"/>
                    </a:lnTo>
                    <a:close/>
                  </a:path>
                </a:pathLst>
              </a:custGeom>
              <a:solidFill>
                <a:srgbClr val="F2DC75"/>
              </a:solidFill>
              <a:ln w="11521" cap="rnd">
                <a:solidFill>
                  <a:srgbClr val="333232"/>
                </a:solidFill>
                <a:round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591" name="1553 Rectangle 1590"/>
              <p:cNvSpPr/>
              <p:nvPr/>
            </p:nvSpPr>
            <p:spPr>
              <a:xfrm>
                <a:off x="11444630" y="7579462"/>
                <a:ext cx="91" cy="139903"/>
              </a:xfrm>
              <a:custGeom>
                <a:avLst/>
                <a:gdLst/>
                <a:ahLst/>
                <a:cxnLst/>
                <a:rect l="0" t="0" r="r" b="b"/>
                <a:pathLst>
                  <a:path w="10" h="15300">
                    <a:moveTo>
                      <a:pt x="0" y="0"/>
                    </a:moveTo>
                    <a:lnTo>
                      <a:pt x="0" y="15300"/>
                    </a:lnTo>
                  </a:path>
                </a:pathLst>
              </a:custGeom>
              <a:noFill/>
              <a:ln w="9052" cap="rnd">
                <a:solidFill>
                  <a:srgbClr val="615149"/>
                </a:solidFill>
                <a:round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592" name="1554 Rectangle 1591"/>
              <p:cNvSpPr/>
              <p:nvPr/>
            </p:nvSpPr>
            <p:spPr>
              <a:xfrm>
                <a:off x="11469319" y="7579462"/>
                <a:ext cx="91" cy="139903"/>
              </a:xfrm>
              <a:custGeom>
                <a:avLst/>
                <a:gdLst/>
                <a:ahLst/>
                <a:cxnLst/>
                <a:rect l="0" t="0" r="r" b="b"/>
                <a:pathLst>
                  <a:path w="10" h="15300">
                    <a:moveTo>
                      <a:pt x="0" y="0"/>
                    </a:moveTo>
                    <a:lnTo>
                      <a:pt x="0" y="15300"/>
                    </a:lnTo>
                  </a:path>
                </a:pathLst>
              </a:custGeom>
              <a:noFill/>
              <a:ln w="9052" cap="rnd">
                <a:solidFill>
                  <a:srgbClr val="615149"/>
                </a:solidFill>
                <a:round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593" name="1555 Rectangle 1592"/>
              <p:cNvSpPr/>
              <p:nvPr/>
            </p:nvSpPr>
            <p:spPr>
              <a:xfrm>
                <a:off x="11494008" y="7579462"/>
                <a:ext cx="91" cy="139903"/>
              </a:xfrm>
              <a:custGeom>
                <a:avLst/>
                <a:gdLst/>
                <a:ahLst/>
                <a:cxnLst/>
                <a:rect l="0" t="0" r="r" b="b"/>
                <a:pathLst>
                  <a:path w="10" h="15300">
                    <a:moveTo>
                      <a:pt x="0" y="0"/>
                    </a:moveTo>
                    <a:lnTo>
                      <a:pt x="0" y="15300"/>
                    </a:lnTo>
                  </a:path>
                </a:pathLst>
              </a:custGeom>
              <a:noFill/>
              <a:ln w="9052" cap="rnd">
                <a:solidFill>
                  <a:srgbClr val="615149"/>
                </a:solidFill>
                <a:round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</p:grpSp>
        <p:sp>
          <p:nvSpPr>
            <p:cNvPr id="1594" name="Collab. Experience"/>
            <p:cNvSpPr txBox="1"/>
            <p:nvPr/>
          </p:nvSpPr>
          <p:spPr>
            <a:xfrm>
              <a:off x="11759184" y="7552944"/>
              <a:ext cx="2313432" cy="311993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Ctr="0" anchor="t">
              <a:noAutofit/>
            </a:bodyPr>
            <a:lstStyle/>
            <a:p>
              <a:pPr algn="l">
                <a:lnSpc>
                  <a:spcPts val="209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72" b="0" i="0">
                  <a:solidFill>
                    <a:srgbClr val="303030"/>
                  </a:solidFill>
                  <a:latin typeface="Liberation Serif"/>
                </a:rPr>
                <a:t>Collab. Experience</a:t>
              </a:r>
            </a:p>
          </p:txBody>
        </p:sp>
        <p:sp>
          <p:nvSpPr>
            <p:cNvPr id="1595" name="· This history follows a chain- /   style, collaboration strategy..."/>
            <p:cNvSpPr txBox="1"/>
            <p:nvPr/>
          </p:nvSpPr>
          <p:spPr>
            <a:xfrm>
              <a:off x="11247120" y="8010144"/>
              <a:ext cx="2724912" cy="465612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Ctr="0" anchor="t">
              <a:noAutofit/>
            </a:bodyPr>
            <a:lstStyle/>
            <a:p>
              <a:pPr algn="l">
                <a:lnSpc>
                  <a:spcPts val="165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76" b="0" i="0">
                  <a:solidFill>
                    <a:srgbClr val="303030"/>
                  </a:solidFill>
                  <a:latin typeface="Comic Neue"/>
                </a:rPr>
                <a:t>· This history follows a chain-</a:t>
              </a:r>
            </a:p>
            <a:p>
              <a:pPr algn="l">
                <a:lnSpc>
                  <a:spcPts val="165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76" b="0" i="0">
                  <a:solidFill>
                    <a:srgbClr val="303030"/>
                  </a:solidFill>
                  <a:latin typeface="Comic Neue"/>
                </a:rPr>
                <a:t>  style, collaboration strategy...</a:t>
              </a:r>
            </a:p>
          </p:txBody>
        </p:sp>
        <p:grpSp>
          <p:nvGrpSpPr>
            <p:cNvPr id="1596" name="failure-icon-1229-929"/>
            <p:cNvGrpSpPr/>
            <p:nvPr/>
          </p:nvGrpSpPr>
          <p:grpSpPr>
            <a:xfrm>
              <a:off x="11237976" y="8494776"/>
              <a:ext cx="429768" cy="481431"/>
              <a:chOff x="11237976" y="8494776"/>
              <a:chExt cx="429768" cy="481431"/>
            </a:xfrm>
          </p:grpSpPr>
          <p:sp>
            <p:nvSpPr>
              <p:cNvPr id="1597" name="1558 Rounded Rectangle 1596"/>
              <p:cNvSpPr/>
              <p:nvPr/>
            </p:nvSpPr>
            <p:spPr>
              <a:xfrm>
                <a:off x="11237976" y="8589325"/>
                <a:ext cx="429768" cy="309433"/>
              </a:xfrm>
              <a:prstGeom prst="roundRect">
                <a:avLst>
                  <a:gd name="adj" fmla="val 5555"/>
                </a:avLst>
              </a:prstGeom>
              <a:solidFill>
                <a:srgbClr val="ACD7E6"/>
              </a:solidFill>
              <a:ln w="17190" cap="rnd">
                <a:solidFill>
                  <a:srgbClr val="292E32"/>
                </a:solidFill>
                <a:round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598" name="1559 Rectangle 1597"/>
              <p:cNvSpPr/>
              <p:nvPr/>
            </p:nvSpPr>
            <p:spPr>
              <a:xfrm>
                <a:off x="11280953" y="8623706"/>
                <a:ext cx="343814" cy="214884"/>
              </a:xfrm>
              <a:prstGeom prst="rect">
                <a:avLst/>
              </a:prstGeom>
              <a:solidFill>
                <a:srgbClr val="E5EDF0"/>
              </a:solidFill>
              <a:ln w="10314" cap="rnd">
                <a:solidFill>
                  <a:srgbClr val="364348"/>
                </a:solidFill>
                <a:round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599" name="1560 Rectangle 1598"/>
              <p:cNvSpPr/>
              <p:nvPr/>
            </p:nvSpPr>
            <p:spPr>
              <a:xfrm>
                <a:off x="11409883" y="8898758"/>
                <a:ext cx="85954" cy="68763"/>
              </a:xfrm>
              <a:prstGeom prst="rect">
                <a:avLst/>
              </a:prstGeom>
              <a:solidFill>
                <a:srgbClr val="C4D5D9"/>
              </a:solidFill>
              <a:ln w="10314" cap="rnd">
                <a:solidFill>
                  <a:srgbClr val="353D40"/>
                </a:solidFill>
                <a:round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600" name="1561 Rectangle 1599"/>
              <p:cNvSpPr/>
              <p:nvPr/>
            </p:nvSpPr>
            <p:spPr>
              <a:xfrm>
                <a:off x="11323930" y="8976116"/>
                <a:ext cx="275052" cy="91"/>
              </a:xfrm>
              <a:custGeom>
                <a:avLst/>
                <a:gdLst/>
                <a:ahLst/>
                <a:cxnLst/>
                <a:rect l="0" t="0" r="r" b="b"/>
                <a:pathLst>
                  <a:path w="30080" h="10">
                    <a:moveTo>
                      <a:pt x="0" y="0"/>
                    </a:moveTo>
                    <a:lnTo>
                      <a:pt x="30080" y="0"/>
                    </a:lnTo>
                  </a:path>
                </a:pathLst>
              </a:custGeom>
              <a:noFill/>
              <a:ln w="17190" cap="rnd">
                <a:solidFill>
                  <a:srgbClr val="353D40"/>
                </a:solidFill>
                <a:round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601" name="1562 Rectangle 1600"/>
              <p:cNvSpPr/>
              <p:nvPr/>
            </p:nvSpPr>
            <p:spPr>
              <a:xfrm>
                <a:off x="11298144" y="8494776"/>
                <a:ext cx="309433" cy="275052"/>
              </a:xfrm>
              <a:custGeom>
                <a:avLst/>
                <a:gdLst/>
                <a:ahLst/>
                <a:cxnLst/>
                <a:rect l="0" t="0" r="r" b="b"/>
                <a:pathLst>
                  <a:path w="33840" h="30080">
                    <a:moveTo>
                      <a:pt x="16920" y="0"/>
                    </a:moveTo>
                    <a:lnTo>
                      <a:pt x="33840" y="30080"/>
                    </a:lnTo>
                    <a:lnTo>
                      <a:pt x="0" y="30080"/>
                    </a:lnTo>
                    <a:close/>
                  </a:path>
                </a:pathLst>
              </a:custGeom>
              <a:solidFill>
                <a:srgbClr val="FFCF53"/>
              </a:solidFill>
              <a:ln w="17190" cap="rnd">
                <a:solidFill>
                  <a:srgbClr val="242427"/>
                </a:solidFill>
                <a:round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602" name="1563 Rectangle 1601"/>
              <p:cNvSpPr/>
              <p:nvPr/>
            </p:nvSpPr>
            <p:spPr>
              <a:xfrm>
                <a:off x="11452860" y="8580730"/>
                <a:ext cx="91" cy="85954"/>
              </a:xfrm>
              <a:custGeom>
                <a:avLst/>
                <a:gdLst/>
                <a:ahLst/>
                <a:cxnLst/>
                <a:rect l="0" t="0" r="r" b="b"/>
                <a:pathLst>
                  <a:path w="10" h="9400">
                    <a:moveTo>
                      <a:pt x="0" y="0"/>
                    </a:moveTo>
                    <a:lnTo>
                      <a:pt x="0" y="9400"/>
                    </a:lnTo>
                  </a:path>
                </a:pathLst>
              </a:custGeom>
              <a:noFill/>
              <a:ln w="25786" cap="rnd">
                <a:solidFill>
                  <a:srgbClr val="333333"/>
                </a:solidFill>
                <a:round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603" name="1564 Oval 1602"/>
              <p:cNvSpPr/>
              <p:nvPr/>
            </p:nvSpPr>
            <p:spPr>
              <a:xfrm>
                <a:off x="11437388" y="8702784"/>
                <a:ext cx="30943" cy="30943"/>
              </a:xfrm>
              <a:prstGeom prst="ellipse">
                <a:avLst/>
              </a:prstGeom>
              <a:solidFill>
                <a:srgbClr val="333333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</p:grpSp>
        <p:sp>
          <p:nvSpPr>
            <p:cNvPr id="1604" name="Failure Lessons"/>
            <p:cNvSpPr txBox="1"/>
            <p:nvPr/>
          </p:nvSpPr>
          <p:spPr>
            <a:xfrm>
              <a:off x="11768328" y="8567928"/>
              <a:ext cx="2130552" cy="311993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Ctr="0" anchor="t">
              <a:noAutofit/>
            </a:bodyPr>
            <a:lstStyle/>
            <a:p>
              <a:pPr algn="l">
                <a:lnSpc>
                  <a:spcPts val="209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72" b="0" i="0">
                  <a:solidFill>
                    <a:srgbClr val="303030"/>
                  </a:solidFill>
                  <a:latin typeface="Liberation Serif"/>
                </a:rPr>
                <a:t>Failure Lessons</a:t>
              </a:r>
            </a:p>
          </p:txBody>
        </p:sp>
        <p:sp>
          <p:nvSpPr>
            <p:cNvPr id="1605" name="· Take care when summarizing the /   final result, DO NOT ..."/>
            <p:cNvSpPr txBox="1"/>
            <p:nvPr/>
          </p:nvSpPr>
          <p:spPr>
            <a:xfrm>
              <a:off x="11183112" y="9006840"/>
              <a:ext cx="2788920" cy="465612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Ctr="0" anchor="t">
              <a:noAutofit/>
            </a:bodyPr>
            <a:lstStyle/>
            <a:p>
              <a:pPr algn="l">
                <a:lnSpc>
                  <a:spcPts val="165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76" b="0" i="0">
                  <a:solidFill>
                    <a:srgbClr val="303030"/>
                  </a:solidFill>
                  <a:latin typeface="Comic Neue"/>
                </a:rPr>
                <a:t>· Take care when summarizing the</a:t>
              </a:r>
            </a:p>
            <a:p>
              <a:pPr algn="l">
                <a:lnSpc>
                  <a:spcPts val="165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76" b="0" i="0">
                  <a:solidFill>
                    <a:srgbClr val="303030"/>
                  </a:solidFill>
                  <a:latin typeface="Comic Neue"/>
                </a:rPr>
                <a:t>  final result, DO NOT ...</a:t>
              </a:r>
            </a:p>
          </p:txBody>
        </p:sp>
      </p:grpSp>
      <p:grpSp>
        <p:nvGrpSpPr>
          <p:cNvPr id="1606" name="memory-augmentation-processes"/>
          <p:cNvGrpSpPr/>
          <p:nvPr/>
        </p:nvGrpSpPr>
        <p:grpSpPr>
          <a:xfrm>
            <a:off x="8156448" y="2074774"/>
            <a:ext cx="7315200" cy="6579839"/>
            <a:chOff x="8156448" y="2074774"/>
            <a:chExt cx="7315200" cy="6579839"/>
          </a:xfrm>
        </p:grpSpPr>
        <p:sp>
          <p:nvSpPr>
            <p:cNvPr id="1607" name="1567 Rectangle 1606"/>
            <p:cNvSpPr/>
            <p:nvPr/>
          </p:nvSpPr>
          <p:spPr>
            <a:xfrm>
              <a:off x="8540496" y="2074774"/>
              <a:ext cx="557784" cy="404165"/>
            </a:xfrm>
            <a:custGeom>
              <a:avLst/>
              <a:gdLst/>
              <a:ahLst/>
              <a:cxnLst/>
              <a:rect l="0" t="0" r="r" b="b"/>
              <a:pathLst>
                <a:path w="61000" h="44200">
                  <a:moveTo>
                    <a:pt x="0" y="11220"/>
                  </a:moveTo>
                  <a:lnTo>
                    <a:pt x="42300" y="11220"/>
                  </a:lnTo>
                  <a:lnTo>
                    <a:pt x="42300" y="0"/>
                  </a:lnTo>
                  <a:lnTo>
                    <a:pt x="61000" y="22100"/>
                  </a:lnTo>
                  <a:lnTo>
                    <a:pt x="42300" y="44200"/>
                  </a:lnTo>
                  <a:lnTo>
                    <a:pt x="42300" y="32980"/>
                  </a:lnTo>
                  <a:lnTo>
                    <a:pt x="0" y="32980"/>
                  </a:lnTo>
                  <a:close/>
                </a:path>
              </a:pathLst>
            </a:custGeom>
            <a:solidFill>
              <a:srgbClr val="FF9B9C"/>
            </a:solidFill>
            <a:ln w="23774" cap="rnd">
              <a:solidFill>
                <a:srgbClr val="E00000"/>
              </a:solidFill>
              <a:round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08" name="1568 Rectangle 1607"/>
            <p:cNvSpPr/>
            <p:nvPr/>
          </p:nvSpPr>
          <p:spPr>
            <a:xfrm>
              <a:off x="8220456" y="2177369"/>
              <a:ext cx="54864" cy="198973"/>
            </a:xfrm>
            <a:custGeom>
              <a:avLst/>
              <a:gdLst/>
              <a:ahLst/>
              <a:cxnLst/>
              <a:rect l="0" t="0" r="r" b="b"/>
              <a:pathLst>
                <a:path w="6000" h="21760">
                  <a:moveTo>
                    <a:pt x="0" y="0"/>
                  </a:moveTo>
                  <a:lnTo>
                    <a:pt x="6000" y="0"/>
                  </a:lnTo>
                  <a:lnTo>
                    <a:pt x="6000" y="21760"/>
                  </a:lnTo>
                  <a:lnTo>
                    <a:pt x="0" y="21760"/>
                  </a:lnTo>
                  <a:close/>
                </a:path>
              </a:pathLst>
            </a:custGeom>
            <a:solidFill>
              <a:srgbClr val="FF9B9C"/>
            </a:solidFill>
            <a:ln w="21945" cap="rnd">
              <a:solidFill>
                <a:srgbClr val="E00000"/>
              </a:solidFill>
              <a:round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09" name="1569 Rectangle 1608"/>
            <p:cNvSpPr/>
            <p:nvPr/>
          </p:nvSpPr>
          <p:spPr>
            <a:xfrm>
              <a:off x="8321040" y="2177369"/>
              <a:ext cx="146304" cy="198973"/>
            </a:xfrm>
            <a:custGeom>
              <a:avLst/>
              <a:gdLst/>
              <a:ahLst/>
              <a:cxnLst/>
              <a:rect l="0" t="0" r="r" b="b"/>
              <a:pathLst>
                <a:path w="16000" h="21760">
                  <a:moveTo>
                    <a:pt x="0" y="0"/>
                  </a:moveTo>
                  <a:lnTo>
                    <a:pt x="16000" y="0"/>
                  </a:lnTo>
                  <a:lnTo>
                    <a:pt x="16000" y="21760"/>
                  </a:lnTo>
                  <a:lnTo>
                    <a:pt x="0" y="21760"/>
                  </a:lnTo>
                  <a:close/>
                </a:path>
              </a:pathLst>
            </a:custGeom>
            <a:solidFill>
              <a:srgbClr val="FF9B9C"/>
            </a:solidFill>
            <a:ln w="21945" cap="rnd">
              <a:solidFill>
                <a:srgbClr val="E00000"/>
              </a:solidFill>
              <a:round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10" name="Memory"/>
            <p:cNvSpPr txBox="1"/>
            <p:nvPr/>
          </p:nvSpPr>
          <p:spPr>
            <a:xfrm>
              <a:off x="9838944" y="2907792"/>
              <a:ext cx="1417320" cy="352958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Ctr="0" anchor="t">
              <a:noAutofit/>
            </a:bodyPr>
            <a:lstStyle/>
            <a:p>
              <a:pPr algn="l">
                <a:lnSpc>
                  <a:spcPts val="241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2160" b="1" i="1">
                  <a:solidFill>
                    <a:srgbClr val="F00000"/>
                  </a:solidFill>
                  <a:latin typeface="Liberation Serif"/>
                </a:rPr>
                <a:t>Memory</a:t>
              </a:r>
            </a:p>
          </p:txBody>
        </p:sp>
        <p:sp>
          <p:nvSpPr>
            <p:cNvPr id="1611" name="Augmentation"/>
            <p:cNvSpPr txBox="1"/>
            <p:nvPr/>
          </p:nvSpPr>
          <p:spPr>
            <a:xfrm>
              <a:off x="11402568" y="2907792"/>
              <a:ext cx="2423160" cy="352958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Ctr="0" anchor="t">
              <a:noAutofit/>
            </a:bodyPr>
            <a:lstStyle/>
            <a:p>
              <a:pPr algn="l">
                <a:lnSpc>
                  <a:spcPts val="241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2160" b="1" i="1">
                  <a:solidFill>
                    <a:srgbClr val="F00000"/>
                  </a:solidFill>
                  <a:latin typeface="Liberation Serif"/>
                </a:rPr>
                <a:t>Augmentation</a:t>
              </a:r>
            </a:p>
          </p:txBody>
        </p:sp>
        <p:sp>
          <p:nvSpPr>
            <p:cNvPr id="1612" name="1572 Rectangle 1611"/>
            <p:cNvSpPr/>
            <p:nvPr/>
          </p:nvSpPr>
          <p:spPr>
            <a:xfrm>
              <a:off x="10969142" y="2999232"/>
              <a:ext cx="427939" cy="548640"/>
            </a:xfrm>
            <a:custGeom>
              <a:avLst/>
              <a:gdLst/>
              <a:ahLst/>
              <a:cxnLst/>
              <a:rect l="0" t="0" r="r" b="b"/>
              <a:pathLst>
                <a:path w="46800" h="60000">
                  <a:moveTo>
                    <a:pt x="34920" y="0"/>
                  </a:moveTo>
                  <a:lnTo>
                    <a:pt x="34920" y="40200"/>
                  </a:lnTo>
                  <a:lnTo>
                    <a:pt x="46800" y="40200"/>
                  </a:lnTo>
                  <a:lnTo>
                    <a:pt x="23400" y="60000"/>
                  </a:lnTo>
                  <a:lnTo>
                    <a:pt x="0" y="40200"/>
                  </a:lnTo>
                  <a:lnTo>
                    <a:pt x="11880" y="40200"/>
                  </a:lnTo>
                  <a:lnTo>
                    <a:pt x="11880" y="0"/>
                  </a:lnTo>
                  <a:close/>
                </a:path>
              </a:pathLst>
            </a:custGeom>
            <a:solidFill>
              <a:srgbClr val="FF9B9C"/>
            </a:solidFill>
            <a:ln w="23774" cap="rnd">
              <a:solidFill>
                <a:srgbClr val="E00000"/>
              </a:solidFill>
              <a:round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13" name="1573 Rectangle 1612"/>
            <p:cNvSpPr/>
            <p:nvPr/>
          </p:nvSpPr>
          <p:spPr>
            <a:xfrm>
              <a:off x="11077773" y="2624328"/>
              <a:ext cx="210678" cy="54864"/>
            </a:xfrm>
            <a:custGeom>
              <a:avLst/>
              <a:gdLst/>
              <a:ahLst/>
              <a:cxnLst/>
              <a:rect l="0" t="0" r="r" b="b"/>
              <a:pathLst>
                <a:path w="23040" h="6000">
                  <a:moveTo>
                    <a:pt x="23040" y="0"/>
                  </a:moveTo>
                  <a:lnTo>
                    <a:pt x="23040" y="6000"/>
                  </a:lnTo>
                  <a:lnTo>
                    <a:pt x="0" y="6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9B9C"/>
            </a:solidFill>
            <a:ln w="21945" cap="rnd">
              <a:solidFill>
                <a:srgbClr val="E00000"/>
              </a:solidFill>
              <a:round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14" name="1574 Rectangle 1613"/>
            <p:cNvSpPr/>
            <p:nvPr/>
          </p:nvSpPr>
          <p:spPr>
            <a:xfrm>
              <a:off x="11077773" y="2743200"/>
              <a:ext cx="210678" cy="182880"/>
            </a:xfrm>
            <a:custGeom>
              <a:avLst/>
              <a:gdLst/>
              <a:ahLst/>
              <a:cxnLst/>
              <a:rect l="0" t="0" r="r" b="b"/>
              <a:pathLst>
                <a:path w="23040" h="20000">
                  <a:moveTo>
                    <a:pt x="23040" y="0"/>
                  </a:moveTo>
                  <a:lnTo>
                    <a:pt x="23040" y="20000"/>
                  </a:lnTo>
                  <a:lnTo>
                    <a:pt x="0" y="20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9B9C"/>
            </a:solidFill>
            <a:ln w="21945" cap="rnd">
              <a:solidFill>
                <a:srgbClr val="E00000"/>
              </a:solidFill>
              <a:round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15" name="1575 Rectangle 1614"/>
            <p:cNvSpPr/>
            <p:nvPr/>
          </p:nvSpPr>
          <p:spPr>
            <a:xfrm>
              <a:off x="11219688" y="4954676"/>
              <a:ext cx="475488" cy="368503"/>
            </a:xfrm>
            <a:custGeom>
              <a:avLst/>
              <a:gdLst/>
              <a:ahLst/>
              <a:cxnLst/>
              <a:rect l="0" t="0" r="r" b="b"/>
              <a:pathLst>
                <a:path w="52000" h="40300">
                  <a:moveTo>
                    <a:pt x="0" y="10230"/>
                  </a:moveTo>
                  <a:lnTo>
                    <a:pt x="34950" y="10230"/>
                  </a:lnTo>
                  <a:lnTo>
                    <a:pt x="34950" y="0"/>
                  </a:lnTo>
                  <a:lnTo>
                    <a:pt x="52000" y="20150"/>
                  </a:lnTo>
                  <a:lnTo>
                    <a:pt x="34950" y="40300"/>
                  </a:lnTo>
                  <a:lnTo>
                    <a:pt x="34950" y="30070"/>
                  </a:lnTo>
                  <a:lnTo>
                    <a:pt x="0" y="30070"/>
                  </a:lnTo>
                  <a:close/>
                </a:path>
              </a:pathLst>
            </a:custGeom>
            <a:solidFill>
              <a:srgbClr val="FF9B9C"/>
            </a:solidFill>
            <a:ln w="23774" cap="rnd">
              <a:solidFill>
                <a:srgbClr val="E00000"/>
              </a:solidFill>
              <a:round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16" name="1576 Rectangle 1615"/>
            <p:cNvSpPr/>
            <p:nvPr/>
          </p:nvSpPr>
          <p:spPr>
            <a:xfrm>
              <a:off x="10972800" y="5048220"/>
              <a:ext cx="45720" cy="181417"/>
            </a:xfrm>
            <a:custGeom>
              <a:avLst/>
              <a:gdLst/>
              <a:ahLst/>
              <a:cxnLst/>
              <a:rect l="0" t="0" r="r" b="b"/>
              <a:pathLst>
                <a:path w="5000" h="19840">
                  <a:moveTo>
                    <a:pt x="0" y="0"/>
                  </a:moveTo>
                  <a:lnTo>
                    <a:pt x="5000" y="0"/>
                  </a:lnTo>
                  <a:lnTo>
                    <a:pt x="5000" y="19840"/>
                  </a:lnTo>
                  <a:lnTo>
                    <a:pt x="0" y="19840"/>
                  </a:lnTo>
                  <a:close/>
                </a:path>
              </a:pathLst>
            </a:custGeom>
            <a:solidFill>
              <a:srgbClr val="FF9B9C"/>
            </a:solidFill>
            <a:ln w="21945" cap="rnd">
              <a:solidFill>
                <a:srgbClr val="E00000"/>
              </a:solidFill>
              <a:round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17" name="1577 Rectangle 1616"/>
            <p:cNvSpPr/>
            <p:nvPr/>
          </p:nvSpPr>
          <p:spPr>
            <a:xfrm>
              <a:off x="11064240" y="5048220"/>
              <a:ext cx="91440" cy="181417"/>
            </a:xfrm>
            <a:custGeom>
              <a:avLst/>
              <a:gdLst/>
              <a:ahLst/>
              <a:cxnLst/>
              <a:rect l="0" t="0" r="r" b="b"/>
              <a:pathLst>
                <a:path w="10000" h="19840">
                  <a:moveTo>
                    <a:pt x="0" y="0"/>
                  </a:moveTo>
                  <a:lnTo>
                    <a:pt x="10000" y="0"/>
                  </a:lnTo>
                  <a:lnTo>
                    <a:pt x="10000" y="19840"/>
                  </a:lnTo>
                  <a:lnTo>
                    <a:pt x="0" y="19840"/>
                  </a:lnTo>
                  <a:close/>
                </a:path>
              </a:pathLst>
            </a:custGeom>
            <a:solidFill>
              <a:srgbClr val="FF9B9C"/>
            </a:solidFill>
            <a:ln w="21945" cap="rnd">
              <a:solidFill>
                <a:srgbClr val="E00000"/>
              </a:solidFill>
              <a:round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18" name="Memory"/>
            <p:cNvSpPr txBox="1"/>
            <p:nvPr/>
          </p:nvSpPr>
          <p:spPr>
            <a:xfrm>
              <a:off x="9765792" y="6400800"/>
              <a:ext cx="1417320" cy="352958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Ctr="0" anchor="t">
              <a:noAutofit/>
            </a:bodyPr>
            <a:lstStyle/>
            <a:p>
              <a:pPr algn="l">
                <a:lnSpc>
                  <a:spcPts val="241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2160" b="1" i="1">
                  <a:solidFill>
                    <a:srgbClr val="F00000"/>
                  </a:solidFill>
                  <a:latin typeface="Liberation Serif"/>
                </a:rPr>
                <a:t>Memory</a:t>
              </a:r>
            </a:p>
          </p:txBody>
        </p:sp>
        <p:sp>
          <p:nvSpPr>
            <p:cNvPr id="1619" name="Augmentation"/>
            <p:cNvSpPr txBox="1"/>
            <p:nvPr/>
          </p:nvSpPr>
          <p:spPr>
            <a:xfrm>
              <a:off x="11329416" y="6400800"/>
              <a:ext cx="2377440" cy="352958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Ctr="0" anchor="t">
              <a:noAutofit/>
            </a:bodyPr>
            <a:lstStyle/>
            <a:p>
              <a:pPr algn="l">
                <a:lnSpc>
                  <a:spcPts val="241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2160" b="1" i="1">
                  <a:solidFill>
                    <a:srgbClr val="F00000"/>
                  </a:solidFill>
                  <a:latin typeface="Liberation Serif"/>
                </a:rPr>
                <a:t>Augmentation</a:t>
              </a:r>
            </a:p>
          </p:txBody>
        </p:sp>
        <p:sp>
          <p:nvSpPr>
            <p:cNvPr id="1620" name="1580 Rectangle 1619"/>
            <p:cNvSpPr/>
            <p:nvPr/>
          </p:nvSpPr>
          <p:spPr>
            <a:xfrm>
              <a:off x="10923422" y="6190488"/>
              <a:ext cx="427939" cy="475488"/>
            </a:xfrm>
            <a:custGeom>
              <a:avLst/>
              <a:gdLst/>
              <a:ahLst/>
              <a:cxnLst/>
              <a:rect l="0" t="0" r="r" b="b"/>
              <a:pathLst>
                <a:path w="46800" h="52000">
                  <a:moveTo>
                    <a:pt x="11880" y="52000"/>
                  </a:moveTo>
                  <a:lnTo>
                    <a:pt x="11880" y="19800"/>
                  </a:lnTo>
                  <a:lnTo>
                    <a:pt x="0" y="19800"/>
                  </a:lnTo>
                  <a:lnTo>
                    <a:pt x="23400" y="0"/>
                  </a:lnTo>
                  <a:lnTo>
                    <a:pt x="46800" y="19800"/>
                  </a:lnTo>
                  <a:lnTo>
                    <a:pt x="34920" y="19800"/>
                  </a:lnTo>
                  <a:lnTo>
                    <a:pt x="34920" y="52000"/>
                  </a:lnTo>
                  <a:close/>
                </a:path>
              </a:pathLst>
            </a:custGeom>
            <a:solidFill>
              <a:srgbClr val="FF9B9C"/>
            </a:solidFill>
            <a:ln w="23774" cap="rnd">
              <a:solidFill>
                <a:srgbClr val="E00000"/>
              </a:solidFill>
              <a:round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21" name="1581 Rectangle 1620"/>
            <p:cNvSpPr/>
            <p:nvPr/>
          </p:nvSpPr>
          <p:spPr>
            <a:xfrm>
              <a:off x="11032053" y="6858000"/>
              <a:ext cx="210678" cy="45720"/>
            </a:xfrm>
            <a:custGeom>
              <a:avLst/>
              <a:gdLst/>
              <a:ahLst/>
              <a:cxnLst/>
              <a:rect l="0" t="0" r="r" b="b"/>
              <a:pathLst>
                <a:path w="23040" h="5000">
                  <a:moveTo>
                    <a:pt x="0" y="5000"/>
                  </a:moveTo>
                  <a:lnTo>
                    <a:pt x="0" y="0"/>
                  </a:lnTo>
                  <a:lnTo>
                    <a:pt x="23040" y="0"/>
                  </a:lnTo>
                  <a:lnTo>
                    <a:pt x="23040" y="5000"/>
                  </a:lnTo>
                  <a:close/>
                </a:path>
              </a:pathLst>
            </a:custGeom>
            <a:solidFill>
              <a:srgbClr val="FF9B9C"/>
            </a:solidFill>
            <a:ln w="21945" cap="rnd">
              <a:solidFill>
                <a:srgbClr val="E00000"/>
              </a:solidFill>
              <a:round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22" name="1582 Rectangle 1621"/>
            <p:cNvSpPr/>
            <p:nvPr/>
          </p:nvSpPr>
          <p:spPr>
            <a:xfrm>
              <a:off x="11032053" y="6702552"/>
              <a:ext cx="210678" cy="100584"/>
            </a:xfrm>
            <a:custGeom>
              <a:avLst/>
              <a:gdLst/>
              <a:ahLst/>
              <a:cxnLst/>
              <a:rect l="0" t="0" r="r" b="b"/>
              <a:pathLst>
                <a:path w="23040" h="11000">
                  <a:moveTo>
                    <a:pt x="0" y="11000"/>
                  </a:moveTo>
                  <a:lnTo>
                    <a:pt x="0" y="0"/>
                  </a:lnTo>
                  <a:lnTo>
                    <a:pt x="23040" y="0"/>
                  </a:lnTo>
                  <a:lnTo>
                    <a:pt x="23040" y="11000"/>
                  </a:lnTo>
                  <a:close/>
                </a:path>
              </a:pathLst>
            </a:custGeom>
            <a:solidFill>
              <a:srgbClr val="FF9B9C"/>
            </a:solidFill>
            <a:ln w="21945" cap="rnd">
              <a:solidFill>
                <a:srgbClr val="E00000"/>
              </a:solidFill>
              <a:round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23" name="Extraction"/>
            <p:cNvSpPr txBox="1"/>
            <p:nvPr/>
          </p:nvSpPr>
          <p:spPr>
            <a:xfrm rot="5400000">
              <a:off x="8156448" y="8311896"/>
              <a:ext cx="1188720" cy="342717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Ctr="0" anchor="t">
              <a:noAutofit/>
            </a:bodyPr>
            <a:lstStyle/>
            <a:p>
              <a:pPr algn="ctr">
                <a:lnSpc>
                  <a:spcPts val="233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2088" b="1" i="0">
                  <a:solidFill>
                    <a:srgbClr val="F00000"/>
                  </a:solidFill>
                  <a:latin typeface="Liberation Serif"/>
                </a:rPr>
                <a:t>Extraction</a:t>
              </a:r>
            </a:p>
          </p:txBody>
        </p:sp>
        <p:sp>
          <p:nvSpPr>
            <p:cNvPr id="1624" name="Core Path"/>
            <p:cNvSpPr txBox="1"/>
            <p:nvPr/>
          </p:nvSpPr>
          <p:spPr>
            <a:xfrm rot="5400000">
              <a:off x="8394192" y="8193024"/>
              <a:ext cx="1188720" cy="342717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Ctr="0" anchor="t">
              <a:noAutofit/>
            </a:bodyPr>
            <a:lstStyle/>
            <a:p>
              <a:pPr algn="ctr">
                <a:lnSpc>
                  <a:spcPts val="233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2088" b="1" i="0">
                  <a:solidFill>
                    <a:srgbClr val="F00000"/>
                  </a:solidFill>
                  <a:latin typeface="Liberation Serif"/>
                </a:rPr>
                <a:t>Core Path</a:t>
              </a:r>
            </a:p>
          </p:txBody>
        </p:sp>
        <p:sp>
          <p:nvSpPr>
            <p:cNvPr id="1625" name="1585 Rectangle 1624"/>
            <p:cNvSpPr/>
            <p:nvPr/>
          </p:nvSpPr>
          <p:spPr>
            <a:xfrm>
              <a:off x="14246352" y="4894326"/>
              <a:ext cx="1225296" cy="416052"/>
            </a:xfrm>
            <a:custGeom>
              <a:avLst/>
              <a:gdLst/>
              <a:ahLst/>
              <a:cxnLst/>
              <a:rect l="0" t="0" r="r" b="b"/>
              <a:pathLst>
                <a:path w="134000" h="45500">
                  <a:moveTo>
                    <a:pt x="0" y="11550"/>
                  </a:moveTo>
                  <a:lnTo>
                    <a:pt x="114750" y="11550"/>
                  </a:lnTo>
                  <a:lnTo>
                    <a:pt x="114750" y="0"/>
                  </a:lnTo>
                  <a:lnTo>
                    <a:pt x="134000" y="22750"/>
                  </a:lnTo>
                  <a:lnTo>
                    <a:pt x="114750" y="45500"/>
                  </a:lnTo>
                  <a:lnTo>
                    <a:pt x="114750" y="33950"/>
                  </a:lnTo>
                  <a:lnTo>
                    <a:pt x="0" y="33950"/>
                  </a:lnTo>
                  <a:close/>
                </a:path>
              </a:pathLst>
            </a:custGeom>
            <a:solidFill>
              <a:srgbClr val="FF9B9C"/>
            </a:solidFill>
            <a:ln w="23774" cap="rnd">
              <a:solidFill>
                <a:srgbClr val="E00000"/>
              </a:solidFill>
              <a:round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26" name="1586 Rectangle 1625"/>
            <p:cNvSpPr/>
            <p:nvPr/>
          </p:nvSpPr>
          <p:spPr>
            <a:xfrm>
              <a:off x="13999464" y="4999939"/>
              <a:ext cx="45720" cy="204826"/>
            </a:xfrm>
            <a:custGeom>
              <a:avLst/>
              <a:gdLst/>
              <a:ahLst/>
              <a:cxnLst/>
              <a:rect l="0" t="0" r="r" b="b"/>
              <a:pathLst>
                <a:path w="5000" h="22400">
                  <a:moveTo>
                    <a:pt x="0" y="0"/>
                  </a:moveTo>
                  <a:lnTo>
                    <a:pt x="5000" y="0"/>
                  </a:lnTo>
                  <a:lnTo>
                    <a:pt x="5000" y="22400"/>
                  </a:lnTo>
                  <a:lnTo>
                    <a:pt x="0" y="22400"/>
                  </a:lnTo>
                  <a:close/>
                </a:path>
              </a:pathLst>
            </a:custGeom>
            <a:solidFill>
              <a:srgbClr val="FF9B9C"/>
            </a:solidFill>
            <a:ln w="21945" cap="rnd">
              <a:solidFill>
                <a:srgbClr val="E00000"/>
              </a:solidFill>
              <a:round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27" name="1587 Rectangle 1626"/>
            <p:cNvSpPr/>
            <p:nvPr/>
          </p:nvSpPr>
          <p:spPr>
            <a:xfrm>
              <a:off x="14090904" y="4999939"/>
              <a:ext cx="91440" cy="204826"/>
            </a:xfrm>
            <a:custGeom>
              <a:avLst/>
              <a:gdLst/>
              <a:ahLst/>
              <a:cxnLst/>
              <a:rect l="0" t="0" r="r" b="b"/>
              <a:pathLst>
                <a:path w="10000" h="22400">
                  <a:moveTo>
                    <a:pt x="0" y="0"/>
                  </a:moveTo>
                  <a:lnTo>
                    <a:pt x="10000" y="0"/>
                  </a:lnTo>
                  <a:lnTo>
                    <a:pt x="10000" y="22400"/>
                  </a:lnTo>
                  <a:lnTo>
                    <a:pt x="0" y="22400"/>
                  </a:lnTo>
                  <a:close/>
                </a:path>
              </a:pathLst>
            </a:custGeom>
            <a:solidFill>
              <a:srgbClr val="FF9B9C"/>
            </a:solidFill>
            <a:ln w="21945" cap="rnd">
              <a:solidFill>
                <a:srgbClr val="E00000"/>
              </a:solidFill>
              <a:round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628" name="updated-insight-graph"/>
          <p:cNvGrpSpPr/>
          <p:nvPr/>
        </p:nvGrpSpPr>
        <p:grpSpPr>
          <a:xfrm>
            <a:off x="14484096" y="868919"/>
            <a:ext cx="2589609" cy="2869148"/>
            <a:chOff x="14484096" y="868919"/>
            <a:chExt cx="2589609" cy="2869148"/>
          </a:xfrm>
        </p:grpSpPr>
        <p:sp>
          <p:nvSpPr>
            <p:cNvPr id="1629" name="1588 Rectangle 1628"/>
            <p:cNvSpPr/>
            <p:nvPr/>
          </p:nvSpPr>
          <p:spPr>
            <a:xfrm>
              <a:off x="15255419" y="1382951"/>
              <a:ext cx="194788" cy="260818"/>
            </a:xfrm>
            <a:custGeom>
              <a:avLst/>
              <a:gdLst/>
              <a:ahLst/>
              <a:cxnLst/>
              <a:rect l="0" t="0" r="r" b="b"/>
              <a:pathLst>
                <a:path w="21302" h="28523">
                  <a:moveTo>
                    <a:pt x="0" y="28523"/>
                  </a:moveTo>
                  <a:lnTo>
                    <a:pt x="21302" y="0"/>
                  </a:lnTo>
                </a:path>
              </a:pathLst>
            </a:custGeom>
            <a:noFill/>
            <a:ln w="41148" cap="rnd">
              <a:solidFill>
                <a:srgbClr val="6D706D"/>
              </a:solidFill>
              <a:round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30" name="1589 Rectangle 1629"/>
            <p:cNvSpPr/>
            <p:nvPr/>
          </p:nvSpPr>
          <p:spPr>
            <a:xfrm>
              <a:off x="15353292" y="1368298"/>
              <a:ext cx="107858" cy="119432"/>
            </a:xfrm>
            <a:custGeom>
              <a:avLst/>
              <a:gdLst/>
              <a:ahLst/>
              <a:cxnLst/>
              <a:rect l="0" t="0" r="r" b="b"/>
              <a:pathLst>
                <a:path w="11796" h="13061">
                  <a:moveTo>
                    <a:pt x="11796" y="0"/>
                  </a:moveTo>
                  <a:lnTo>
                    <a:pt x="9230" y="13061"/>
                  </a:lnTo>
                  <a:lnTo>
                    <a:pt x="6410" y="7211"/>
                  </a:lnTo>
                  <a:lnTo>
                    <a:pt x="0" y="6168"/>
                  </a:lnTo>
                  <a:close/>
                </a:path>
              </a:pathLst>
            </a:custGeom>
            <a:solidFill>
              <a:srgbClr val="6D706D"/>
            </a:solidFill>
            <a:ln w="26746" cap="rnd">
              <a:solidFill>
                <a:srgbClr val="6D706D"/>
              </a:solidFill>
              <a:round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31" name="1590 Rectangle 1630"/>
            <p:cNvSpPr/>
            <p:nvPr/>
          </p:nvSpPr>
          <p:spPr>
            <a:xfrm>
              <a:off x="15901416" y="1133856"/>
              <a:ext cx="347472" cy="91"/>
            </a:xfrm>
            <a:custGeom>
              <a:avLst/>
              <a:gdLst/>
              <a:ahLst/>
              <a:cxnLst/>
              <a:rect l="0" t="0" r="r" b="b"/>
              <a:pathLst>
                <a:path w="38000" h="10">
                  <a:moveTo>
                    <a:pt x="0" y="0"/>
                  </a:moveTo>
                  <a:lnTo>
                    <a:pt x="38000" y="0"/>
                  </a:lnTo>
                </a:path>
              </a:pathLst>
            </a:custGeom>
            <a:noFill/>
            <a:ln w="41148" cap="rnd">
              <a:solidFill>
                <a:srgbClr val="6D706D"/>
              </a:solidFill>
              <a:round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32" name="1591 Rectangle 1631"/>
            <p:cNvSpPr/>
            <p:nvPr/>
          </p:nvSpPr>
          <p:spPr>
            <a:xfrm>
              <a:off x="16157448" y="1081187"/>
              <a:ext cx="109728" cy="105339"/>
            </a:xfrm>
            <a:custGeom>
              <a:avLst/>
              <a:gdLst/>
              <a:ahLst/>
              <a:cxnLst/>
              <a:rect l="0" t="0" r="r" b="b"/>
              <a:pathLst>
                <a:path w="12000" h="11520">
                  <a:moveTo>
                    <a:pt x="12000" y="5760"/>
                  </a:moveTo>
                  <a:lnTo>
                    <a:pt x="0" y="11520"/>
                  </a:lnTo>
                  <a:lnTo>
                    <a:pt x="3000" y="576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6D706D"/>
            </a:solidFill>
            <a:ln w="26746" cap="rnd">
              <a:solidFill>
                <a:srgbClr val="6D706D"/>
              </a:solidFill>
              <a:round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33" name="1592 Rectangle 1632"/>
            <p:cNvSpPr/>
            <p:nvPr/>
          </p:nvSpPr>
          <p:spPr>
            <a:xfrm>
              <a:off x="15361404" y="1872773"/>
              <a:ext cx="302874" cy="18930"/>
            </a:xfrm>
            <a:custGeom>
              <a:avLst/>
              <a:gdLst/>
              <a:ahLst/>
              <a:cxnLst/>
              <a:rect l="0" t="0" r="r" b="b"/>
              <a:pathLst>
                <a:path w="33123" h="2070">
                  <a:moveTo>
                    <a:pt x="0" y="0"/>
                  </a:moveTo>
                  <a:lnTo>
                    <a:pt x="33123" y="2070"/>
                  </a:lnTo>
                </a:path>
              </a:pathLst>
            </a:custGeom>
            <a:noFill/>
            <a:ln w="41148" cap="rnd">
              <a:solidFill>
                <a:srgbClr val="6D706D"/>
              </a:solidFill>
              <a:round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34" name="1593 Rectangle 1633"/>
            <p:cNvSpPr/>
            <p:nvPr/>
          </p:nvSpPr>
          <p:spPr>
            <a:xfrm>
              <a:off x="15569730" y="1833432"/>
              <a:ext cx="112800" cy="105134"/>
            </a:xfrm>
            <a:custGeom>
              <a:avLst/>
              <a:gdLst/>
              <a:ahLst/>
              <a:cxnLst/>
              <a:rect l="0" t="0" r="r" b="b"/>
              <a:pathLst>
                <a:path w="12336" h="11498">
                  <a:moveTo>
                    <a:pt x="12336" y="6497"/>
                  </a:moveTo>
                  <a:lnTo>
                    <a:pt x="0" y="11498"/>
                  </a:lnTo>
                  <a:lnTo>
                    <a:pt x="3353" y="5936"/>
                  </a:lnTo>
                  <a:lnTo>
                    <a:pt x="719" y="0"/>
                  </a:lnTo>
                  <a:close/>
                </a:path>
              </a:pathLst>
            </a:custGeom>
            <a:solidFill>
              <a:srgbClr val="6D706D"/>
            </a:solidFill>
            <a:ln w="26746" cap="rnd">
              <a:solidFill>
                <a:srgbClr val="6D706D"/>
              </a:solidFill>
              <a:round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35" name="1594 Rectangle 1634"/>
            <p:cNvSpPr/>
            <p:nvPr/>
          </p:nvSpPr>
          <p:spPr>
            <a:xfrm>
              <a:off x="15857145" y="1280551"/>
              <a:ext cx="690535" cy="458558"/>
            </a:xfrm>
            <a:custGeom>
              <a:avLst/>
              <a:gdLst/>
              <a:ahLst/>
              <a:cxnLst/>
              <a:rect l="0" t="0" r="r" b="b"/>
              <a:pathLst>
                <a:path w="75518" h="50149">
                  <a:moveTo>
                    <a:pt x="0" y="0"/>
                  </a:moveTo>
                  <a:lnTo>
                    <a:pt x="75518" y="50149"/>
                  </a:lnTo>
                </a:path>
              </a:pathLst>
            </a:custGeom>
            <a:noFill/>
            <a:ln w="41148" cap="rnd">
              <a:solidFill>
                <a:srgbClr val="6D706D"/>
              </a:solidFill>
              <a:round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36" name="1595 Rectangle 1635"/>
            <p:cNvSpPr/>
            <p:nvPr/>
          </p:nvSpPr>
          <p:spPr>
            <a:xfrm>
              <a:off x="16442369" y="1644648"/>
              <a:ext cx="120546" cy="104578"/>
            </a:xfrm>
            <a:custGeom>
              <a:avLst/>
              <a:gdLst/>
              <a:ahLst/>
              <a:cxnLst/>
              <a:rect l="0" t="0" r="r" b="b"/>
              <a:pathLst>
                <a:path w="13183" h="11437">
                  <a:moveTo>
                    <a:pt x="13183" y="11437"/>
                  </a:moveTo>
                  <a:lnTo>
                    <a:pt x="0" y="9597"/>
                  </a:lnTo>
                  <a:lnTo>
                    <a:pt x="5686" y="6458"/>
                  </a:lnTo>
                  <a:lnTo>
                    <a:pt x="6373" y="0"/>
                  </a:lnTo>
                  <a:close/>
                </a:path>
              </a:pathLst>
            </a:custGeom>
            <a:solidFill>
              <a:srgbClr val="6D706D"/>
            </a:solidFill>
            <a:ln w="26746" cap="rnd">
              <a:solidFill>
                <a:srgbClr val="6D706D"/>
              </a:solidFill>
              <a:round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37" name="1596 Rectangle 1636"/>
            <p:cNvSpPr/>
            <p:nvPr/>
          </p:nvSpPr>
          <p:spPr>
            <a:xfrm>
              <a:off x="16239744" y="1911096"/>
              <a:ext cx="256032" cy="91"/>
            </a:xfrm>
            <a:custGeom>
              <a:avLst/>
              <a:gdLst/>
              <a:ahLst/>
              <a:cxnLst/>
              <a:rect l="0" t="0" r="r" b="b"/>
              <a:pathLst>
                <a:path w="28000" h="10">
                  <a:moveTo>
                    <a:pt x="0" y="0"/>
                  </a:moveTo>
                  <a:lnTo>
                    <a:pt x="28000" y="0"/>
                  </a:lnTo>
                </a:path>
              </a:pathLst>
            </a:custGeom>
            <a:noFill/>
            <a:ln w="41148" cap="rnd">
              <a:solidFill>
                <a:srgbClr val="6D706D"/>
              </a:solidFill>
              <a:round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38" name="1597 Rectangle 1637"/>
            <p:cNvSpPr/>
            <p:nvPr/>
          </p:nvSpPr>
          <p:spPr>
            <a:xfrm>
              <a:off x="16404336" y="1858427"/>
              <a:ext cx="109728" cy="105339"/>
            </a:xfrm>
            <a:custGeom>
              <a:avLst/>
              <a:gdLst/>
              <a:ahLst/>
              <a:cxnLst/>
              <a:rect l="0" t="0" r="r" b="b"/>
              <a:pathLst>
                <a:path w="12000" h="11520">
                  <a:moveTo>
                    <a:pt x="12000" y="5760"/>
                  </a:moveTo>
                  <a:lnTo>
                    <a:pt x="0" y="11520"/>
                  </a:lnTo>
                  <a:lnTo>
                    <a:pt x="3000" y="576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6D706D"/>
            </a:solidFill>
            <a:ln w="26746" cap="rnd">
              <a:solidFill>
                <a:srgbClr val="6D706D"/>
              </a:solidFill>
              <a:round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39" name="1598 Rectangle 1638"/>
            <p:cNvSpPr/>
            <p:nvPr/>
          </p:nvSpPr>
          <p:spPr>
            <a:xfrm>
              <a:off x="15916366" y="2174752"/>
              <a:ext cx="29852" cy="277622"/>
            </a:xfrm>
            <a:custGeom>
              <a:avLst/>
              <a:gdLst/>
              <a:ahLst/>
              <a:cxnLst/>
              <a:rect l="0" t="0" r="r" b="b"/>
              <a:pathLst>
                <a:path w="3265" h="30361">
                  <a:moveTo>
                    <a:pt x="3265" y="0"/>
                  </a:moveTo>
                  <a:lnTo>
                    <a:pt x="0" y="30361"/>
                  </a:lnTo>
                </a:path>
              </a:pathLst>
            </a:custGeom>
            <a:noFill/>
            <a:ln w="41148" cap="rnd">
              <a:solidFill>
                <a:srgbClr val="BD5250"/>
              </a:solidFill>
              <a:round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40" name="1599 Rectangle 1639"/>
            <p:cNvSpPr/>
            <p:nvPr/>
          </p:nvSpPr>
          <p:spPr>
            <a:xfrm>
              <a:off x="15873774" y="2355827"/>
              <a:ext cx="104735" cy="114730"/>
            </a:xfrm>
            <a:custGeom>
              <a:avLst/>
              <a:gdLst/>
              <a:ahLst/>
              <a:cxnLst/>
              <a:rect l="0" t="0" r="r" b="b"/>
              <a:pathLst>
                <a:path w="11454" h="12547">
                  <a:moveTo>
                    <a:pt x="4444" y="12547"/>
                  </a:moveTo>
                  <a:lnTo>
                    <a:pt x="0" y="0"/>
                  </a:lnTo>
                  <a:lnTo>
                    <a:pt x="5406" y="3599"/>
                  </a:lnTo>
                  <a:lnTo>
                    <a:pt x="11454" y="1232"/>
                  </a:lnTo>
                  <a:close/>
                </a:path>
              </a:pathLst>
            </a:custGeom>
            <a:solidFill>
              <a:srgbClr val="BD5250"/>
            </a:solidFill>
            <a:ln w="26746" cap="rnd">
              <a:solidFill>
                <a:srgbClr val="BD5250"/>
              </a:solidFill>
              <a:round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41" name="1600 Rectangle 1640"/>
            <p:cNvSpPr/>
            <p:nvPr/>
          </p:nvSpPr>
          <p:spPr>
            <a:xfrm>
              <a:off x="16111836" y="2090719"/>
              <a:ext cx="499762" cy="460177"/>
            </a:xfrm>
            <a:custGeom>
              <a:avLst/>
              <a:gdLst/>
              <a:ahLst/>
              <a:cxnLst/>
              <a:rect l="0" t="0" r="r" b="b"/>
              <a:pathLst>
                <a:path w="54655" h="50326">
                  <a:moveTo>
                    <a:pt x="54655" y="0"/>
                  </a:moveTo>
                  <a:lnTo>
                    <a:pt x="0" y="50326"/>
                  </a:lnTo>
                </a:path>
              </a:pathLst>
            </a:custGeom>
            <a:noFill/>
            <a:ln w="41148" cap="rnd">
              <a:solidFill>
                <a:srgbClr val="BD5250"/>
              </a:solidFill>
              <a:round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42" name="1601 Rectangle 1641"/>
            <p:cNvSpPr/>
            <p:nvPr/>
          </p:nvSpPr>
          <p:spPr>
            <a:xfrm>
              <a:off x="16098382" y="2450211"/>
              <a:ext cx="116397" cy="113072"/>
            </a:xfrm>
            <a:custGeom>
              <a:avLst/>
              <a:gdLst/>
              <a:ahLst/>
              <a:cxnLst/>
              <a:rect l="0" t="0" r="r" b="b"/>
              <a:pathLst>
                <a:path w="12729" h="12366">
                  <a:moveTo>
                    <a:pt x="0" y="12366"/>
                  </a:moveTo>
                  <a:lnTo>
                    <a:pt x="4926" y="0"/>
                  </a:lnTo>
                  <a:lnTo>
                    <a:pt x="6621" y="6269"/>
                  </a:lnTo>
                  <a:lnTo>
                    <a:pt x="12729" y="8475"/>
                  </a:lnTo>
                  <a:close/>
                </a:path>
              </a:pathLst>
            </a:custGeom>
            <a:solidFill>
              <a:srgbClr val="BD5250"/>
            </a:solidFill>
            <a:ln w="26746" cap="rnd">
              <a:solidFill>
                <a:srgbClr val="BD5250"/>
              </a:solidFill>
              <a:round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43" name="1602 Rectangle 1642"/>
            <p:cNvSpPr/>
            <p:nvPr/>
          </p:nvSpPr>
          <p:spPr>
            <a:xfrm>
              <a:off x="15374752" y="868919"/>
              <a:ext cx="525758" cy="528552"/>
            </a:xfrm>
            <a:custGeom>
              <a:avLst/>
              <a:gdLst/>
              <a:ahLst/>
              <a:cxnLst/>
              <a:rect l="0" t="0" r="r" b="b"/>
              <a:pathLst>
                <a:path w="57498" h="57803">
                  <a:moveTo>
                    <a:pt x="57478" y="28974"/>
                  </a:moveTo>
                  <a:cubicBezTo>
                    <a:pt x="57498" y="33130"/>
                    <a:pt x="56382" y="37736"/>
                    <a:pt x="54547" y="41471"/>
                  </a:cubicBezTo>
                  <a:cubicBezTo>
                    <a:pt x="52712" y="45206"/>
                    <a:pt x="49732" y="48816"/>
                    <a:pt x="46468" y="51384"/>
                  </a:cubicBezTo>
                  <a:cubicBezTo>
                    <a:pt x="43204" y="53951"/>
                    <a:pt x="39008" y="55952"/>
                    <a:pt x="34966" y="56877"/>
                  </a:cubicBezTo>
                  <a:cubicBezTo>
                    <a:pt x="30923" y="57803"/>
                    <a:pt x="26332" y="57755"/>
                    <a:pt x="22214" y="56937"/>
                  </a:cubicBezTo>
                  <a:cubicBezTo>
                    <a:pt x="18096" y="56119"/>
                    <a:pt x="13574" y="54521"/>
                    <a:pt x="10259" y="51969"/>
                  </a:cubicBezTo>
                  <a:cubicBezTo>
                    <a:pt x="6943" y="49417"/>
                    <a:pt x="4028" y="45459"/>
                    <a:pt x="2322" y="41627"/>
                  </a:cubicBezTo>
                  <a:cubicBezTo>
                    <a:pt x="617" y="37794"/>
                    <a:pt x="50" y="33204"/>
                    <a:pt x="25" y="28974"/>
                  </a:cubicBezTo>
                  <a:cubicBezTo>
                    <a:pt x="0" y="24744"/>
                    <a:pt x="456" y="20068"/>
                    <a:pt x="2172" y="16248"/>
                  </a:cubicBezTo>
                  <a:cubicBezTo>
                    <a:pt x="3888" y="12429"/>
                    <a:pt x="6973" y="8566"/>
                    <a:pt x="10320" y="6055"/>
                  </a:cubicBezTo>
                  <a:cubicBezTo>
                    <a:pt x="13667" y="3545"/>
                    <a:pt x="18140" y="2044"/>
                    <a:pt x="22254" y="1186"/>
                  </a:cubicBezTo>
                  <a:cubicBezTo>
                    <a:pt x="26368" y="327"/>
                    <a:pt x="30974" y="0"/>
                    <a:pt x="35003" y="904"/>
                  </a:cubicBezTo>
                  <a:cubicBezTo>
                    <a:pt x="39033" y="1808"/>
                    <a:pt x="43193" y="4006"/>
                    <a:pt x="46431" y="6610"/>
                  </a:cubicBezTo>
                  <a:cubicBezTo>
                    <a:pt x="49669" y="9215"/>
                    <a:pt x="52591" y="12805"/>
                    <a:pt x="54432" y="16532"/>
                  </a:cubicBezTo>
                  <a:cubicBezTo>
                    <a:pt x="56274" y="20259"/>
                    <a:pt x="57459" y="24817"/>
                    <a:pt x="57478" y="28974"/>
                  </a:cubicBezTo>
                  <a:close/>
                </a:path>
              </a:pathLst>
            </a:custGeom>
            <a:solidFill>
              <a:srgbClr val="55B1A1"/>
            </a:solidFill>
            <a:ln w="45719" cap="rnd">
              <a:solidFill>
                <a:srgbClr val="096807"/>
              </a:solidFill>
              <a:round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44" name="ℓ"/>
            <p:cNvSpPr txBox="1"/>
            <p:nvPr/>
          </p:nvSpPr>
          <p:spPr>
            <a:xfrm>
              <a:off x="15503652" y="950976"/>
              <a:ext cx="329184" cy="424647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Ctr="0" anchor="t">
              <a:noAutofit/>
            </a:bodyPr>
            <a:lstStyle/>
            <a:p>
              <a:pPr algn="l">
                <a:lnSpc>
                  <a:spcPts val="298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2664" b="0" i="1">
                  <a:solidFill>
                    <a:srgbClr val="000000"/>
                  </a:solidFill>
                  <a:latin typeface="Liberation Serif"/>
                </a:rPr>
                <a:t>ℓ</a:t>
              </a:r>
            </a:p>
          </p:txBody>
        </p:sp>
        <p:sp>
          <p:nvSpPr>
            <p:cNvPr id="1645" name="1"/>
            <p:cNvSpPr txBox="1"/>
            <p:nvPr/>
          </p:nvSpPr>
          <p:spPr>
            <a:xfrm>
              <a:off x="15691104" y="1115568"/>
              <a:ext cx="182880" cy="301752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Ctr="0" anchor="t">
              <a:noAutofit/>
            </a:bodyPr>
            <a:lstStyle/>
            <a:p>
              <a:pPr algn="l">
                <a:lnSpc>
                  <a:spcPts val="201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 b="0" i="1">
                  <a:solidFill>
                    <a:srgbClr val="000000"/>
                  </a:solidFill>
                  <a:latin typeface="Liberation Serif"/>
                </a:rPr>
                <a:t>1</a:t>
              </a:r>
            </a:p>
          </p:txBody>
        </p:sp>
        <p:sp>
          <p:nvSpPr>
            <p:cNvPr id="1646" name="1605 Rectangle 1645"/>
            <p:cNvSpPr/>
            <p:nvPr/>
          </p:nvSpPr>
          <p:spPr>
            <a:xfrm>
              <a:off x="16293042" y="870768"/>
              <a:ext cx="528634" cy="530560"/>
            </a:xfrm>
            <a:custGeom>
              <a:avLst/>
              <a:gdLst/>
              <a:ahLst/>
              <a:cxnLst/>
              <a:rect l="0" t="0" r="r" b="b"/>
              <a:pathLst>
                <a:path w="57812" h="58023">
                  <a:moveTo>
                    <a:pt x="57804" y="28772"/>
                  </a:moveTo>
                  <a:cubicBezTo>
                    <a:pt x="57797" y="32971"/>
                    <a:pt x="57117" y="37643"/>
                    <a:pt x="55307" y="41358"/>
                  </a:cubicBezTo>
                  <a:cubicBezTo>
                    <a:pt x="53498" y="45073"/>
                    <a:pt x="50230" y="48463"/>
                    <a:pt x="46946" y="51060"/>
                  </a:cubicBezTo>
                  <a:cubicBezTo>
                    <a:pt x="43661" y="53657"/>
                    <a:pt x="39643" y="55927"/>
                    <a:pt x="35601" y="56941"/>
                  </a:cubicBezTo>
                  <a:cubicBezTo>
                    <a:pt x="31559" y="57956"/>
                    <a:pt x="26811" y="58023"/>
                    <a:pt x="22695" y="57146"/>
                  </a:cubicBezTo>
                  <a:cubicBezTo>
                    <a:pt x="18579" y="56269"/>
                    <a:pt x="14133" y="54334"/>
                    <a:pt x="10902" y="51680"/>
                  </a:cubicBezTo>
                  <a:cubicBezTo>
                    <a:pt x="7672" y="49027"/>
                    <a:pt x="5128" y="45043"/>
                    <a:pt x="3312" y="41225"/>
                  </a:cubicBezTo>
                  <a:cubicBezTo>
                    <a:pt x="1497" y="37407"/>
                    <a:pt x="0" y="32918"/>
                    <a:pt x="10" y="28772"/>
                  </a:cubicBezTo>
                  <a:cubicBezTo>
                    <a:pt x="21" y="24626"/>
                    <a:pt x="1580" y="20193"/>
                    <a:pt x="3374" y="16348"/>
                  </a:cubicBezTo>
                  <a:cubicBezTo>
                    <a:pt x="5168" y="12503"/>
                    <a:pt x="7531" y="8264"/>
                    <a:pt x="10773" y="5702"/>
                  </a:cubicBezTo>
                  <a:cubicBezTo>
                    <a:pt x="14016" y="3139"/>
                    <a:pt x="18697" y="1785"/>
                    <a:pt x="22826" y="973"/>
                  </a:cubicBezTo>
                  <a:cubicBezTo>
                    <a:pt x="26956" y="162"/>
                    <a:pt x="31459" y="0"/>
                    <a:pt x="35549" y="831"/>
                  </a:cubicBezTo>
                  <a:cubicBezTo>
                    <a:pt x="39638" y="1662"/>
                    <a:pt x="44063" y="3404"/>
                    <a:pt x="47364" y="5959"/>
                  </a:cubicBezTo>
                  <a:cubicBezTo>
                    <a:pt x="50665" y="8514"/>
                    <a:pt x="53614" y="12361"/>
                    <a:pt x="55354" y="16163"/>
                  </a:cubicBezTo>
                  <a:cubicBezTo>
                    <a:pt x="57094" y="19965"/>
                    <a:pt x="57812" y="24572"/>
                    <a:pt x="57804" y="28772"/>
                  </a:cubicBezTo>
                  <a:close/>
                </a:path>
              </a:pathLst>
            </a:custGeom>
            <a:solidFill>
              <a:srgbClr val="B4FF62"/>
            </a:solidFill>
            <a:ln w="45719" cap="rnd">
              <a:solidFill>
                <a:srgbClr val="096807"/>
              </a:solidFill>
              <a:round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47" name="ℓ"/>
            <p:cNvSpPr txBox="1"/>
            <p:nvPr/>
          </p:nvSpPr>
          <p:spPr>
            <a:xfrm>
              <a:off x="16427196" y="950976"/>
              <a:ext cx="329184" cy="424647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Ctr="0" anchor="t">
              <a:noAutofit/>
            </a:bodyPr>
            <a:lstStyle/>
            <a:p>
              <a:pPr algn="l">
                <a:lnSpc>
                  <a:spcPts val="298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2664" b="0" i="1">
                  <a:solidFill>
                    <a:srgbClr val="000000"/>
                  </a:solidFill>
                  <a:latin typeface="Liberation Serif"/>
                </a:rPr>
                <a:t>ℓ</a:t>
              </a:r>
            </a:p>
          </p:txBody>
        </p:sp>
        <p:sp>
          <p:nvSpPr>
            <p:cNvPr id="1648" name="2"/>
            <p:cNvSpPr txBox="1"/>
            <p:nvPr/>
          </p:nvSpPr>
          <p:spPr>
            <a:xfrm>
              <a:off x="16614648" y="1115568"/>
              <a:ext cx="182880" cy="301752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Ctr="0" anchor="t">
              <a:noAutofit/>
            </a:bodyPr>
            <a:lstStyle/>
            <a:p>
              <a:pPr algn="l">
                <a:lnSpc>
                  <a:spcPts val="201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 b="0" i="1">
                  <a:solidFill>
                    <a:srgbClr val="000000"/>
                  </a:solidFill>
                  <a:latin typeface="Liberation Serif"/>
                </a:rPr>
                <a:t>2</a:t>
              </a:r>
            </a:p>
          </p:txBody>
        </p:sp>
        <p:sp>
          <p:nvSpPr>
            <p:cNvPr id="1649" name="1608 Rectangle 1648"/>
            <p:cNvSpPr/>
            <p:nvPr/>
          </p:nvSpPr>
          <p:spPr>
            <a:xfrm>
              <a:off x="14828395" y="1589106"/>
              <a:ext cx="532341" cy="535397"/>
            </a:xfrm>
            <a:custGeom>
              <a:avLst/>
              <a:gdLst/>
              <a:ahLst/>
              <a:cxnLst/>
              <a:rect l="0" t="0" r="r" b="b"/>
              <a:pathLst>
                <a:path w="58218" h="58552">
                  <a:moveTo>
                    <a:pt x="58173" y="29213"/>
                  </a:moveTo>
                  <a:cubicBezTo>
                    <a:pt x="58128" y="33382"/>
                    <a:pt x="56963" y="37864"/>
                    <a:pt x="55181" y="41654"/>
                  </a:cubicBezTo>
                  <a:cubicBezTo>
                    <a:pt x="53398" y="45444"/>
                    <a:pt x="50704" y="49288"/>
                    <a:pt x="47480" y="51951"/>
                  </a:cubicBezTo>
                  <a:cubicBezTo>
                    <a:pt x="44255" y="54614"/>
                    <a:pt x="39930" y="56712"/>
                    <a:pt x="35833" y="57632"/>
                  </a:cubicBezTo>
                  <a:cubicBezTo>
                    <a:pt x="31736" y="58552"/>
                    <a:pt x="27030" y="58380"/>
                    <a:pt x="22897" y="57470"/>
                  </a:cubicBezTo>
                  <a:cubicBezTo>
                    <a:pt x="18764" y="56561"/>
                    <a:pt x="14286" y="54802"/>
                    <a:pt x="11036" y="52175"/>
                  </a:cubicBezTo>
                  <a:cubicBezTo>
                    <a:pt x="7785" y="49549"/>
                    <a:pt x="5229" y="45538"/>
                    <a:pt x="3394" y="41711"/>
                  </a:cubicBezTo>
                  <a:cubicBezTo>
                    <a:pt x="1559" y="37884"/>
                    <a:pt x="0" y="33368"/>
                    <a:pt x="24" y="29213"/>
                  </a:cubicBezTo>
                  <a:cubicBezTo>
                    <a:pt x="48" y="25059"/>
                    <a:pt x="1624" y="20512"/>
                    <a:pt x="3539" y="16785"/>
                  </a:cubicBezTo>
                  <a:cubicBezTo>
                    <a:pt x="5454" y="13058"/>
                    <a:pt x="8290" y="9497"/>
                    <a:pt x="11515" y="6853"/>
                  </a:cubicBezTo>
                  <a:cubicBezTo>
                    <a:pt x="14740" y="4208"/>
                    <a:pt x="18857" y="1836"/>
                    <a:pt x="22889" y="918"/>
                  </a:cubicBezTo>
                  <a:cubicBezTo>
                    <a:pt x="26921" y="0"/>
                    <a:pt x="31670" y="342"/>
                    <a:pt x="35708" y="1344"/>
                  </a:cubicBezTo>
                  <a:cubicBezTo>
                    <a:pt x="39746" y="2346"/>
                    <a:pt x="43827" y="4381"/>
                    <a:pt x="47117" y="6931"/>
                  </a:cubicBezTo>
                  <a:cubicBezTo>
                    <a:pt x="50407" y="9481"/>
                    <a:pt x="53605" y="12930"/>
                    <a:pt x="55448" y="16644"/>
                  </a:cubicBezTo>
                  <a:cubicBezTo>
                    <a:pt x="57291" y="20357"/>
                    <a:pt x="58218" y="25045"/>
                    <a:pt x="58173" y="29213"/>
                  </a:cubicBezTo>
                  <a:close/>
                </a:path>
              </a:pathLst>
            </a:custGeom>
            <a:solidFill>
              <a:srgbClr val="94D661"/>
            </a:solidFill>
            <a:ln w="45719" cap="rnd">
              <a:solidFill>
                <a:srgbClr val="096807"/>
              </a:solidFill>
              <a:round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50" name="ℓ"/>
            <p:cNvSpPr txBox="1"/>
            <p:nvPr/>
          </p:nvSpPr>
          <p:spPr>
            <a:xfrm>
              <a:off x="14964156" y="1673352"/>
              <a:ext cx="329184" cy="424647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Ctr="0" anchor="t">
              <a:noAutofit/>
            </a:bodyPr>
            <a:lstStyle/>
            <a:p>
              <a:pPr algn="l">
                <a:lnSpc>
                  <a:spcPts val="298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2664" b="0" i="1">
                  <a:solidFill>
                    <a:srgbClr val="000000"/>
                  </a:solidFill>
                  <a:latin typeface="Liberation Serif"/>
                </a:rPr>
                <a:t>ℓ</a:t>
              </a:r>
            </a:p>
          </p:txBody>
        </p:sp>
        <p:sp>
          <p:nvSpPr>
            <p:cNvPr id="1651" name="3"/>
            <p:cNvSpPr txBox="1"/>
            <p:nvPr/>
          </p:nvSpPr>
          <p:spPr>
            <a:xfrm>
              <a:off x="15151608" y="1837944"/>
              <a:ext cx="182880" cy="301752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Ctr="0" anchor="t">
              <a:noAutofit/>
            </a:bodyPr>
            <a:lstStyle/>
            <a:p>
              <a:pPr algn="l">
                <a:lnSpc>
                  <a:spcPts val="201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 b="0" i="1">
                  <a:solidFill>
                    <a:srgbClr val="000000"/>
                  </a:solidFill>
                  <a:latin typeface="Liberation Serif"/>
                </a:rPr>
                <a:t>3</a:t>
              </a:r>
            </a:p>
          </p:txBody>
        </p:sp>
        <p:sp>
          <p:nvSpPr>
            <p:cNvPr id="1652" name="1611 Rectangle 1651"/>
            <p:cNvSpPr/>
            <p:nvPr/>
          </p:nvSpPr>
          <p:spPr>
            <a:xfrm>
              <a:off x="15706656" y="1640975"/>
              <a:ext cx="535172" cy="536131"/>
            </a:xfrm>
            <a:custGeom>
              <a:avLst/>
              <a:gdLst/>
              <a:ahLst/>
              <a:cxnLst/>
              <a:rect l="0" t="0" r="r" b="b"/>
              <a:pathLst>
                <a:path w="58527" h="58632">
                  <a:moveTo>
                    <a:pt x="58519" y="29541"/>
                  </a:moveTo>
                  <a:cubicBezTo>
                    <a:pt x="58510" y="33802"/>
                    <a:pt x="57657" y="38508"/>
                    <a:pt x="55822" y="42313"/>
                  </a:cubicBezTo>
                  <a:cubicBezTo>
                    <a:pt x="53986" y="46119"/>
                    <a:pt x="50868" y="49862"/>
                    <a:pt x="47507" y="52373"/>
                  </a:cubicBezTo>
                  <a:cubicBezTo>
                    <a:pt x="44145" y="54883"/>
                    <a:pt x="39761" y="56479"/>
                    <a:pt x="35653" y="57377"/>
                  </a:cubicBezTo>
                  <a:cubicBezTo>
                    <a:pt x="31545" y="58275"/>
                    <a:pt x="26923" y="58632"/>
                    <a:pt x="22858" y="57762"/>
                  </a:cubicBezTo>
                  <a:cubicBezTo>
                    <a:pt x="18793" y="56892"/>
                    <a:pt x="14619" y="54728"/>
                    <a:pt x="11263" y="52158"/>
                  </a:cubicBezTo>
                  <a:cubicBezTo>
                    <a:pt x="7907" y="49587"/>
                    <a:pt x="4585" y="46110"/>
                    <a:pt x="2720" y="42341"/>
                  </a:cubicBezTo>
                  <a:cubicBezTo>
                    <a:pt x="855" y="38571"/>
                    <a:pt x="0" y="33772"/>
                    <a:pt x="73" y="29541"/>
                  </a:cubicBezTo>
                  <a:cubicBezTo>
                    <a:pt x="145" y="25309"/>
                    <a:pt x="1308" y="20742"/>
                    <a:pt x="3156" y="16951"/>
                  </a:cubicBezTo>
                  <a:cubicBezTo>
                    <a:pt x="5004" y="13160"/>
                    <a:pt x="7895" y="9479"/>
                    <a:pt x="11160" y="6795"/>
                  </a:cubicBezTo>
                  <a:cubicBezTo>
                    <a:pt x="14426" y="4111"/>
                    <a:pt x="18668" y="1692"/>
                    <a:pt x="22750" y="846"/>
                  </a:cubicBezTo>
                  <a:cubicBezTo>
                    <a:pt x="26831" y="0"/>
                    <a:pt x="31538" y="723"/>
                    <a:pt x="35649" y="1719"/>
                  </a:cubicBezTo>
                  <a:cubicBezTo>
                    <a:pt x="39761" y="2715"/>
                    <a:pt x="44047" y="4317"/>
                    <a:pt x="47417" y="6821"/>
                  </a:cubicBezTo>
                  <a:cubicBezTo>
                    <a:pt x="50788" y="9326"/>
                    <a:pt x="54022" y="12957"/>
                    <a:pt x="55872" y="16744"/>
                  </a:cubicBezTo>
                  <a:cubicBezTo>
                    <a:pt x="57722" y="20531"/>
                    <a:pt x="58527" y="25279"/>
                    <a:pt x="58519" y="29541"/>
                  </a:cubicBezTo>
                  <a:close/>
                </a:path>
              </a:pathLst>
            </a:custGeom>
            <a:solidFill>
              <a:srgbClr val="00F83F"/>
            </a:solidFill>
            <a:ln w="45719" cap="rnd">
              <a:solidFill>
                <a:srgbClr val="096807"/>
              </a:solidFill>
              <a:round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53" name="ℓ"/>
            <p:cNvSpPr txBox="1"/>
            <p:nvPr/>
          </p:nvSpPr>
          <p:spPr>
            <a:xfrm>
              <a:off x="15841980" y="1728216"/>
              <a:ext cx="329184" cy="424647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Ctr="0" anchor="t">
              <a:noAutofit/>
            </a:bodyPr>
            <a:lstStyle/>
            <a:p>
              <a:pPr algn="l">
                <a:lnSpc>
                  <a:spcPts val="298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2664" b="0" i="1">
                  <a:solidFill>
                    <a:srgbClr val="000000"/>
                  </a:solidFill>
                  <a:latin typeface="Liberation Serif"/>
                </a:rPr>
                <a:t>ℓ</a:t>
              </a:r>
            </a:p>
          </p:txBody>
        </p:sp>
        <p:sp>
          <p:nvSpPr>
            <p:cNvPr id="1654" name="4"/>
            <p:cNvSpPr txBox="1"/>
            <p:nvPr/>
          </p:nvSpPr>
          <p:spPr>
            <a:xfrm>
              <a:off x="16029432" y="1892808"/>
              <a:ext cx="182880" cy="301752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Ctr="0" anchor="t">
              <a:noAutofit/>
            </a:bodyPr>
            <a:lstStyle/>
            <a:p>
              <a:pPr algn="l">
                <a:lnSpc>
                  <a:spcPts val="201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 b="0" i="1">
                  <a:solidFill>
                    <a:srgbClr val="000000"/>
                  </a:solidFill>
                  <a:latin typeface="Liberation Serif"/>
                </a:rPr>
                <a:t>4</a:t>
              </a:r>
            </a:p>
          </p:txBody>
        </p:sp>
        <p:sp>
          <p:nvSpPr>
            <p:cNvPr id="1655" name="1614 Rectangle 1654"/>
            <p:cNvSpPr/>
            <p:nvPr/>
          </p:nvSpPr>
          <p:spPr>
            <a:xfrm>
              <a:off x="16537774" y="1643563"/>
              <a:ext cx="535931" cy="537025"/>
            </a:xfrm>
            <a:custGeom>
              <a:avLst/>
              <a:gdLst/>
              <a:ahLst/>
              <a:cxnLst/>
              <a:rect l="0" t="0" r="r" b="b"/>
              <a:pathLst>
                <a:path w="58610" h="58730">
                  <a:moveTo>
                    <a:pt x="58547" y="29258"/>
                  </a:moveTo>
                  <a:cubicBezTo>
                    <a:pt x="58610" y="33417"/>
                    <a:pt x="57361" y="38060"/>
                    <a:pt x="55509" y="41828"/>
                  </a:cubicBezTo>
                  <a:cubicBezTo>
                    <a:pt x="53657" y="45595"/>
                    <a:pt x="50712" y="49262"/>
                    <a:pt x="47434" y="51863"/>
                  </a:cubicBezTo>
                  <a:cubicBezTo>
                    <a:pt x="44155" y="54464"/>
                    <a:pt x="39930" y="56436"/>
                    <a:pt x="35838" y="57434"/>
                  </a:cubicBezTo>
                  <a:cubicBezTo>
                    <a:pt x="31746" y="58433"/>
                    <a:pt x="26998" y="58730"/>
                    <a:pt x="22880" y="57853"/>
                  </a:cubicBezTo>
                  <a:cubicBezTo>
                    <a:pt x="18762" y="56977"/>
                    <a:pt x="14336" y="54874"/>
                    <a:pt x="11130" y="52176"/>
                  </a:cubicBezTo>
                  <a:cubicBezTo>
                    <a:pt x="7924" y="49478"/>
                    <a:pt x="5499" y="45484"/>
                    <a:pt x="3646" y="41664"/>
                  </a:cubicBezTo>
                  <a:cubicBezTo>
                    <a:pt x="1792" y="37844"/>
                    <a:pt x="16" y="33397"/>
                    <a:pt x="8" y="29258"/>
                  </a:cubicBezTo>
                  <a:cubicBezTo>
                    <a:pt x="0" y="25119"/>
                    <a:pt x="1704" y="20597"/>
                    <a:pt x="3599" y="16829"/>
                  </a:cubicBezTo>
                  <a:cubicBezTo>
                    <a:pt x="5494" y="13061"/>
                    <a:pt x="8135" y="9220"/>
                    <a:pt x="11377" y="6649"/>
                  </a:cubicBezTo>
                  <a:cubicBezTo>
                    <a:pt x="14619" y="4078"/>
                    <a:pt x="18967" y="2358"/>
                    <a:pt x="23049" y="1403"/>
                  </a:cubicBezTo>
                  <a:cubicBezTo>
                    <a:pt x="27132" y="449"/>
                    <a:pt x="31849" y="0"/>
                    <a:pt x="35874" y="924"/>
                  </a:cubicBezTo>
                  <a:cubicBezTo>
                    <a:pt x="39899" y="1848"/>
                    <a:pt x="43991" y="4288"/>
                    <a:pt x="47200" y="6946"/>
                  </a:cubicBezTo>
                  <a:cubicBezTo>
                    <a:pt x="50409" y="9604"/>
                    <a:pt x="53237" y="13152"/>
                    <a:pt x="55128" y="16871"/>
                  </a:cubicBezTo>
                  <a:cubicBezTo>
                    <a:pt x="57019" y="20590"/>
                    <a:pt x="58483" y="25098"/>
                    <a:pt x="58547" y="29258"/>
                  </a:cubicBezTo>
                  <a:close/>
                </a:path>
              </a:pathLst>
            </a:custGeom>
            <a:solidFill>
              <a:srgbClr val="A7FFD0"/>
            </a:solidFill>
            <a:ln w="45719" cap="rnd">
              <a:solidFill>
                <a:srgbClr val="096807"/>
              </a:solidFill>
              <a:round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56" name="ℓ"/>
            <p:cNvSpPr txBox="1"/>
            <p:nvPr/>
          </p:nvSpPr>
          <p:spPr>
            <a:xfrm>
              <a:off x="16674084" y="1728216"/>
              <a:ext cx="329184" cy="424647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Ctr="0" anchor="t">
              <a:noAutofit/>
            </a:bodyPr>
            <a:lstStyle/>
            <a:p>
              <a:pPr algn="l">
                <a:lnSpc>
                  <a:spcPts val="298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2664" b="0" i="1">
                  <a:solidFill>
                    <a:srgbClr val="000000"/>
                  </a:solidFill>
                  <a:latin typeface="Liberation Serif"/>
                </a:rPr>
                <a:t>ℓ</a:t>
              </a:r>
            </a:p>
          </p:txBody>
        </p:sp>
        <p:sp>
          <p:nvSpPr>
            <p:cNvPr id="1657" name="5"/>
            <p:cNvSpPr txBox="1"/>
            <p:nvPr/>
          </p:nvSpPr>
          <p:spPr>
            <a:xfrm>
              <a:off x="16861536" y="1892808"/>
              <a:ext cx="182880" cy="301752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Ctr="0" anchor="t">
              <a:noAutofit/>
            </a:bodyPr>
            <a:lstStyle/>
            <a:p>
              <a:pPr algn="l">
                <a:lnSpc>
                  <a:spcPts val="201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 b="0" i="1">
                  <a:solidFill>
                    <a:srgbClr val="000000"/>
                  </a:solidFill>
                  <a:latin typeface="Liberation Serif"/>
                </a:rPr>
                <a:t>5</a:t>
              </a:r>
            </a:p>
          </p:txBody>
        </p:sp>
        <p:sp>
          <p:nvSpPr>
            <p:cNvPr id="1658" name="1617 Rectangle 1657"/>
            <p:cNvSpPr/>
            <p:nvPr/>
          </p:nvSpPr>
          <p:spPr>
            <a:xfrm>
              <a:off x="15620216" y="2492470"/>
              <a:ext cx="532780" cy="540432"/>
            </a:xfrm>
            <a:custGeom>
              <a:avLst/>
              <a:gdLst/>
              <a:ahLst/>
              <a:cxnLst/>
              <a:rect l="0" t="0" r="r" b="b"/>
              <a:pathLst>
                <a:path w="58266" h="59102">
                  <a:moveTo>
                    <a:pt x="58226" y="29420"/>
                  </a:moveTo>
                  <a:cubicBezTo>
                    <a:pt x="58187" y="33661"/>
                    <a:pt x="56948" y="38302"/>
                    <a:pt x="55053" y="42086"/>
                  </a:cubicBezTo>
                  <a:cubicBezTo>
                    <a:pt x="53158" y="45870"/>
                    <a:pt x="50148" y="49447"/>
                    <a:pt x="46857" y="52123"/>
                  </a:cubicBezTo>
                  <a:cubicBezTo>
                    <a:pt x="43566" y="54799"/>
                    <a:pt x="39408" y="57180"/>
                    <a:pt x="35308" y="58141"/>
                  </a:cubicBezTo>
                  <a:cubicBezTo>
                    <a:pt x="31207" y="59102"/>
                    <a:pt x="26384" y="58870"/>
                    <a:pt x="22254" y="57891"/>
                  </a:cubicBezTo>
                  <a:cubicBezTo>
                    <a:pt x="18124" y="56913"/>
                    <a:pt x="13811" y="54914"/>
                    <a:pt x="10530" y="52271"/>
                  </a:cubicBezTo>
                  <a:cubicBezTo>
                    <a:pt x="7249" y="49627"/>
                    <a:pt x="4321" y="45839"/>
                    <a:pt x="2567" y="42030"/>
                  </a:cubicBezTo>
                  <a:cubicBezTo>
                    <a:pt x="813" y="38222"/>
                    <a:pt x="12" y="33626"/>
                    <a:pt x="6" y="29420"/>
                  </a:cubicBezTo>
                  <a:cubicBezTo>
                    <a:pt x="0" y="25214"/>
                    <a:pt x="770" y="20591"/>
                    <a:pt x="2532" y="16793"/>
                  </a:cubicBezTo>
                  <a:cubicBezTo>
                    <a:pt x="4295" y="12995"/>
                    <a:pt x="7288" y="9253"/>
                    <a:pt x="10579" y="6631"/>
                  </a:cubicBezTo>
                  <a:cubicBezTo>
                    <a:pt x="13870" y="4009"/>
                    <a:pt x="18165" y="2019"/>
                    <a:pt x="22280" y="1062"/>
                  </a:cubicBezTo>
                  <a:cubicBezTo>
                    <a:pt x="26394" y="105"/>
                    <a:pt x="31125" y="0"/>
                    <a:pt x="35265" y="888"/>
                  </a:cubicBezTo>
                  <a:cubicBezTo>
                    <a:pt x="39405" y="1775"/>
                    <a:pt x="43782" y="3763"/>
                    <a:pt x="47120" y="6388"/>
                  </a:cubicBezTo>
                  <a:cubicBezTo>
                    <a:pt x="50457" y="9014"/>
                    <a:pt x="53439" y="12802"/>
                    <a:pt x="55290" y="16640"/>
                  </a:cubicBezTo>
                  <a:cubicBezTo>
                    <a:pt x="57141" y="20479"/>
                    <a:pt x="58266" y="25179"/>
                    <a:pt x="58226" y="29420"/>
                  </a:cubicBezTo>
                  <a:close/>
                </a:path>
              </a:pathLst>
            </a:custGeom>
            <a:solidFill>
              <a:srgbClr val="F2BCB6"/>
            </a:solidFill>
            <a:ln w="45719" cap="rnd">
              <a:solidFill>
                <a:srgbClr val="B94F4D"/>
              </a:solidFill>
              <a:round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59" name="ℓ"/>
            <p:cNvSpPr txBox="1"/>
            <p:nvPr/>
          </p:nvSpPr>
          <p:spPr>
            <a:xfrm>
              <a:off x="15750540" y="2578608"/>
              <a:ext cx="329184" cy="424647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Ctr="0" anchor="t">
              <a:noAutofit/>
            </a:bodyPr>
            <a:lstStyle/>
            <a:p>
              <a:pPr algn="l">
                <a:lnSpc>
                  <a:spcPts val="298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2664" b="0" i="1">
                  <a:solidFill>
                    <a:srgbClr val="000000"/>
                  </a:solidFill>
                  <a:latin typeface="Liberation Serif"/>
                </a:rPr>
                <a:t>ℓ</a:t>
              </a:r>
            </a:p>
          </p:txBody>
        </p:sp>
        <p:sp>
          <p:nvSpPr>
            <p:cNvPr id="1660" name="6"/>
            <p:cNvSpPr txBox="1"/>
            <p:nvPr/>
          </p:nvSpPr>
          <p:spPr>
            <a:xfrm>
              <a:off x="15937992" y="2743200"/>
              <a:ext cx="182880" cy="301752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Ctr="0" anchor="t">
              <a:noAutofit/>
            </a:bodyPr>
            <a:lstStyle/>
            <a:p>
              <a:pPr algn="l">
                <a:lnSpc>
                  <a:spcPts val="201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 b="0" i="1">
                  <a:solidFill>
                    <a:srgbClr val="000000"/>
                  </a:solidFill>
                  <a:latin typeface="Liberation Serif"/>
                </a:rPr>
                <a:t>6</a:t>
              </a:r>
            </a:p>
          </p:txBody>
        </p:sp>
        <p:sp>
          <p:nvSpPr>
            <p:cNvPr id="1661" name="𝒢"/>
            <p:cNvSpPr txBox="1"/>
            <p:nvPr/>
          </p:nvSpPr>
          <p:spPr>
            <a:xfrm>
              <a:off x="14923008" y="2359152"/>
              <a:ext cx="283464" cy="352958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Ctr="0" anchor="t">
              <a:noAutofit/>
            </a:bodyPr>
            <a:lstStyle/>
            <a:p>
              <a:pPr algn="l">
                <a:lnSpc>
                  <a:spcPts val="241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2160" b="0" i="0">
                  <a:solidFill>
                    <a:srgbClr val="096807"/>
                  </a:solidFill>
                  <a:latin typeface="Latin Modern Math"/>
                </a:rPr>
                <a:t>𝒢</a:t>
              </a:r>
            </a:p>
          </p:txBody>
        </p:sp>
        <p:sp>
          <p:nvSpPr>
            <p:cNvPr id="1662" name="(t+1)"/>
            <p:cNvSpPr txBox="1"/>
            <p:nvPr/>
          </p:nvSpPr>
          <p:spPr>
            <a:xfrm>
              <a:off x="15115032" y="2304288"/>
              <a:ext cx="457200" cy="230063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Ctr="0" anchor="t">
              <a:noAutofit/>
            </a:bodyPr>
            <a:lstStyle/>
            <a:p>
              <a:pPr algn="l">
                <a:lnSpc>
                  <a:spcPts val="1451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96" b="0" i="1">
                  <a:solidFill>
                    <a:srgbClr val="096807"/>
                  </a:solidFill>
                  <a:latin typeface="Liberation Serif"/>
                </a:rPr>
                <a:t>(t+1)</a:t>
              </a:r>
            </a:p>
          </p:txBody>
        </p:sp>
        <p:sp>
          <p:nvSpPr>
            <p:cNvPr id="1663" name="insight"/>
            <p:cNvSpPr txBox="1"/>
            <p:nvPr/>
          </p:nvSpPr>
          <p:spPr>
            <a:xfrm>
              <a:off x="15087600" y="2551176"/>
              <a:ext cx="868680" cy="230063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Ctr="0" anchor="t">
              <a:noAutofit/>
            </a:bodyPr>
            <a:lstStyle/>
            <a:p>
              <a:pPr algn="l">
                <a:lnSpc>
                  <a:spcPts val="1451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96" b="0" i="0">
                  <a:solidFill>
                    <a:srgbClr val="096807"/>
                  </a:solidFill>
                  <a:latin typeface="Liberation Serif"/>
                </a:rPr>
                <a:t>insight</a:t>
              </a:r>
            </a:p>
          </p:txBody>
        </p:sp>
        <p:sp>
          <p:nvSpPr>
            <p:cNvPr id="1664" name="Update / Insights"/>
            <p:cNvSpPr txBox="1"/>
            <p:nvPr/>
          </p:nvSpPr>
          <p:spPr>
            <a:xfrm>
              <a:off x="14484096" y="3127248"/>
              <a:ext cx="1124712" cy="610819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Ctr="0" anchor="t">
              <a:noAutofit/>
            </a:bodyPr>
            <a:lstStyle/>
            <a:p>
              <a:pPr algn="ctr">
                <a:lnSpc>
                  <a:spcPts val="2224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2160" b="0" i="1">
                  <a:solidFill>
                    <a:srgbClr val="F00000"/>
                  </a:solidFill>
                  <a:latin typeface="Liberation Serif"/>
                </a:rPr>
                <a:t>Update</a:t>
              </a:r>
            </a:p>
            <a:p>
              <a:pPr algn="ctr">
                <a:lnSpc>
                  <a:spcPts val="2224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2160" b="0" i="1">
                  <a:solidFill>
                    <a:srgbClr val="F00000"/>
                  </a:solidFill>
                  <a:latin typeface="Liberation Serif"/>
                </a:rPr>
                <a:t>Insights</a:t>
              </a:r>
            </a:p>
          </p:txBody>
        </p:sp>
      </p:grpSp>
      <p:grpSp>
        <p:nvGrpSpPr>
          <p:cNvPr id="1665" name="updated-query-graph"/>
          <p:cNvGrpSpPr/>
          <p:nvPr/>
        </p:nvGrpSpPr>
        <p:grpSpPr>
          <a:xfrm>
            <a:off x="14282928" y="3063240"/>
            <a:ext cx="3035808" cy="3770986"/>
            <a:chOff x="14282928" y="3063240"/>
            <a:chExt cx="3035808" cy="3770986"/>
          </a:xfrm>
        </p:grpSpPr>
        <p:sp>
          <p:nvSpPr>
            <p:cNvPr id="1666" name="1624 Rectangle 1665"/>
            <p:cNvSpPr/>
            <p:nvPr/>
          </p:nvSpPr>
          <p:spPr>
            <a:xfrm>
              <a:off x="15098719" y="4846313"/>
              <a:ext cx="5487" cy="685815"/>
            </a:xfrm>
            <a:custGeom>
              <a:avLst/>
              <a:gdLst/>
              <a:ahLst/>
              <a:cxnLst/>
              <a:rect l="0" t="0" r="r" b="b"/>
              <a:pathLst>
                <a:path w="600" h="75002">
                  <a:moveTo>
                    <a:pt x="600" y="0"/>
                  </a:moveTo>
                  <a:lnTo>
                    <a:pt x="0" y="75002"/>
                  </a:lnTo>
                </a:path>
              </a:pathLst>
            </a:custGeom>
            <a:noFill/>
            <a:ln w="42976" cap="rnd">
              <a:solidFill>
                <a:srgbClr val="6D706D"/>
              </a:solidFill>
              <a:round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67" name="1625 Rectangle 1666"/>
            <p:cNvSpPr/>
            <p:nvPr/>
          </p:nvSpPr>
          <p:spPr>
            <a:xfrm>
              <a:off x="15046783" y="5440269"/>
              <a:ext cx="105336" cy="110146"/>
            </a:xfrm>
            <a:custGeom>
              <a:avLst/>
              <a:gdLst/>
              <a:ahLst/>
              <a:cxnLst/>
              <a:rect l="0" t="0" r="r" b="b"/>
              <a:pathLst>
                <a:path w="11520" h="12046">
                  <a:moveTo>
                    <a:pt x="5664" y="12046"/>
                  </a:moveTo>
                  <a:lnTo>
                    <a:pt x="0" y="0"/>
                  </a:lnTo>
                  <a:lnTo>
                    <a:pt x="5736" y="3046"/>
                  </a:lnTo>
                  <a:lnTo>
                    <a:pt x="11520" y="92"/>
                  </a:lnTo>
                  <a:close/>
                </a:path>
              </a:pathLst>
            </a:custGeom>
            <a:solidFill>
              <a:srgbClr val="6D706D"/>
            </a:solidFill>
            <a:ln w="27934" cap="rnd">
              <a:solidFill>
                <a:srgbClr val="6D706D"/>
              </a:solidFill>
              <a:round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68" name="1626 Rectangle 1667"/>
            <p:cNvSpPr/>
            <p:nvPr/>
          </p:nvSpPr>
          <p:spPr>
            <a:xfrm>
              <a:off x="15299450" y="5296163"/>
              <a:ext cx="1543582" cy="426797"/>
            </a:xfrm>
            <a:custGeom>
              <a:avLst/>
              <a:gdLst/>
              <a:ahLst/>
              <a:cxnLst/>
              <a:rect l="0" t="0" r="r" b="b"/>
              <a:pathLst>
                <a:path w="168808" h="46675">
                  <a:moveTo>
                    <a:pt x="0" y="46675"/>
                  </a:moveTo>
                  <a:lnTo>
                    <a:pt x="168808" y="0"/>
                  </a:lnTo>
                </a:path>
              </a:pathLst>
            </a:custGeom>
            <a:noFill/>
            <a:ln w="42976" cap="rnd">
              <a:solidFill>
                <a:srgbClr val="6D706D"/>
              </a:solidFill>
              <a:round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69" name="1627 Rectangle 1668"/>
            <p:cNvSpPr/>
            <p:nvPr/>
          </p:nvSpPr>
          <p:spPr>
            <a:xfrm>
              <a:off x="16740863" y="5269767"/>
              <a:ext cx="119796" cy="101529"/>
            </a:xfrm>
            <a:custGeom>
              <a:avLst/>
              <a:gdLst/>
              <a:ahLst/>
              <a:cxnLst/>
              <a:rect l="0" t="0" r="r" b="b"/>
              <a:pathLst>
                <a:path w="13101" h="11103">
                  <a:moveTo>
                    <a:pt x="13101" y="2354"/>
                  </a:moveTo>
                  <a:lnTo>
                    <a:pt x="3070" y="11103"/>
                  </a:lnTo>
                  <a:lnTo>
                    <a:pt x="4427" y="475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6D706D"/>
            </a:solidFill>
            <a:ln w="27934" cap="rnd">
              <a:solidFill>
                <a:srgbClr val="6D706D"/>
              </a:solidFill>
              <a:round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70" name="1628 Rectangle 1669"/>
            <p:cNvSpPr/>
            <p:nvPr/>
          </p:nvSpPr>
          <p:spPr>
            <a:xfrm>
              <a:off x="16700309" y="5423155"/>
              <a:ext cx="226453" cy="283067"/>
            </a:xfrm>
            <a:custGeom>
              <a:avLst/>
              <a:gdLst/>
              <a:ahLst/>
              <a:cxnLst/>
              <a:rect l="0" t="0" r="r" b="b"/>
              <a:pathLst>
                <a:path w="24765" h="30957">
                  <a:moveTo>
                    <a:pt x="0" y="30957"/>
                  </a:moveTo>
                  <a:lnTo>
                    <a:pt x="24765" y="0"/>
                  </a:lnTo>
                </a:path>
              </a:pathLst>
            </a:custGeom>
            <a:noFill/>
            <a:ln w="42976" cap="rnd">
              <a:solidFill>
                <a:srgbClr val="6D706D"/>
              </a:solidFill>
              <a:round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71" name="1629 Rectangle 1670"/>
            <p:cNvSpPr/>
            <p:nvPr/>
          </p:nvSpPr>
          <p:spPr>
            <a:xfrm>
              <a:off x="16828512" y="5408875"/>
              <a:ext cx="109674" cy="118586"/>
            </a:xfrm>
            <a:custGeom>
              <a:avLst/>
              <a:gdLst/>
              <a:ahLst/>
              <a:cxnLst/>
              <a:rect l="0" t="0" r="r" b="b"/>
              <a:pathLst>
                <a:path w="11994" h="12969">
                  <a:moveTo>
                    <a:pt x="11994" y="0"/>
                  </a:moveTo>
                  <a:lnTo>
                    <a:pt x="8996" y="12969"/>
                  </a:lnTo>
                  <a:lnTo>
                    <a:pt x="6372" y="7028"/>
                  </a:lnTo>
                  <a:lnTo>
                    <a:pt x="0" y="5772"/>
                  </a:lnTo>
                  <a:close/>
                </a:path>
              </a:pathLst>
            </a:custGeom>
            <a:solidFill>
              <a:srgbClr val="6D706D"/>
            </a:solidFill>
            <a:ln w="27934" cap="rnd">
              <a:solidFill>
                <a:srgbClr val="6D706D"/>
              </a:solidFill>
              <a:round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72" name="1630 Rectangle 1671"/>
            <p:cNvSpPr/>
            <p:nvPr/>
          </p:nvSpPr>
          <p:spPr>
            <a:xfrm>
              <a:off x="16589734" y="4552501"/>
              <a:ext cx="110218" cy="1108667"/>
            </a:xfrm>
            <a:custGeom>
              <a:avLst/>
              <a:gdLst/>
              <a:ahLst/>
              <a:cxnLst/>
              <a:rect l="0" t="0" r="r" b="b"/>
              <a:pathLst>
                <a:path w="12054" h="121245">
                  <a:moveTo>
                    <a:pt x="0" y="121245"/>
                  </a:moveTo>
                  <a:lnTo>
                    <a:pt x="12054" y="0"/>
                  </a:lnTo>
                </a:path>
              </a:pathLst>
            </a:custGeom>
            <a:noFill/>
            <a:ln w="42976" cap="rnd">
              <a:solidFill>
                <a:srgbClr val="6D706D"/>
              </a:solidFill>
              <a:round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73" name="1631 Rectangle 1672"/>
            <p:cNvSpPr/>
            <p:nvPr/>
          </p:nvSpPr>
          <p:spPr>
            <a:xfrm>
              <a:off x="16638495" y="4534303"/>
              <a:ext cx="104822" cy="114400"/>
            </a:xfrm>
            <a:custGeom>
              <a:avLst/>
              <a:gdLst/>
              <a:ahLst/>
              <a:cxnLst/>
              <a:rect l="0" t="0" r="r" b="b"/>
              <a:pathLst>
                <a:path w="11463" h="12511">
                  <a:moveTo>
                    <a:pt x="6919" y="0"/>
                  </a:moveTo>
                  <a:lnTo>
                    <a:pt x="11463" y="12511"/>
                  </a:lnTo>
                  <a:lnTo>
                    <a:pt x="6029" y="8956"/>
                  </a:lnTo>
                  <a:lnTo>
                    <a:pt x="0" y="11371"/>
                  </a:lnTo>
                  <a:close/>
                </a:path>
              </a:pathLst>
            </a:custGeom>
            <a:solidFill>
              <a:srgbClr val="6D706D"/>
            </a:solidFill>
            <a:ln w="27934" cap="rnd">
              <a:solidFill>
                <a:srgbClr val="6D706D"/>
              </a:solidFill>
              <a:round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74" name="1632 Rectangle 1673"/>
            <p:cNvSpPr/>
            <p:nvPr/>
          </p:nvSpPr>
          <p:spPr>
            <a:xfrm>
              <a:off x="16813309" y="4537138"/>
              <a:ext cx="191925" cy="497036"/>
            </a:xfrm>
            <a:custGeom>
              <a:avLst/>
              <a:gdLst/>
              <a:ahLst/>
              <a:cxnLst/>
              <a:rect l="0" t="0" r="r" b="b"/>
              <a:pathLst>
                <a:path w="20989" h="54357">
                  <a:moveTo>
                    <a:pt x="20989" y="54357"/>
                  </a:moveTo>
                  <a:lnTo>
                    <a:pt x="0" y="0"/>
                  </a:lnTo>
                </a:path>
              </a:pathLst>
            </a:custGeom>
            <a:noFill/>
            <a:ln w="42976" cap="rnd">
              <a:solidFill>
                <a:srgbClr val="6D706D"/>
              </a:solidFill>
              <a:round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75" name="1633 Rectangle 1674"/>
            <p:cNvSpPr/>
            <p:nvPr/>
          </p:nvSpPr>
          <p:spPr>
            <a:xfrm>
              <a:off x="16797114" y="4520078"/>
              <a:ext cx="98267" cy="121334"/>
            </a:xfrm>
            <a:custGeom>
              <a:avLst/>
              <a:gdLst/>
              <a:ahLst/>
              <a:cxnLst/>
              <a:rect l="0" t="0" r="r" b="b"/>
              <a:pathLst>
                <a:path w="10747" h="13269">
                  <a:moveTo>
                    <a:pt x="1051" y="0"/>
                  </a:moveTo>
                  <a:lnTo>
                    <a:pt x="10747" y="9120"/>
                  </a:lnTo>
                  <a:lnTo>
                    <a:pt x="4293" y="8396"/>
                  </a:lnTo>
                  <a:lnTo>
                    <a:pt x="0" y="13269"/>
                  </a:lnTo>
                  <a:close/>
                </a:path>
              </a:pathLst>
            </a:custGeom>
            <a:solidFill>
              <a:srgbClr val="6D706D"/>
            </a:solidFill>
            <a:ln w="27934" cap="rnd">
              <a:solidFill>
                <a:srgbClr val="6D706D"/>
              </a:solidFill>
              <a:round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76" name="1634 Rectangle 1675"/>
            <p:cNvSpPr/>
            <p:nvPr/>
          </p:nvSpPr>
          <p:spPr>
            <a:xfrm>
              <a:off x="15292660" y="4732690"/>
              <a:ext cx="338732" cy="175344"/>
            </a:xfrm>
            <a:custGeom>
              <a:avLst/>
              <a:gdLst/>
              <a:ahLst/>
              <a:cxnLst/>
              <a:rect l="0" t="0" r="r" b="b"/>
              <a:pathLst>
                <a:path w="37044" h="19176">
                  <a:moveTo>
                    <a:pt x="0" y="0"/>
                  </a:moveTo>
                  <a:lnTo>
                    <a:pt x="37044" y="19176"/>
                  </a:lnTo>
                </a:path>
              </a:pathLst>
            </a:custGeom>
            <a:noFill/>
            <a:ln w="39319" cap="rnd">
              <a:solidFill>
                <a:srgbClr val="EE6867"/>
              </a:solidFill>
              <a:round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77" name="1635 Rectangle 1676"/>
            <p:cNvSpPr/>
            <p:nvPr/>
          </p:nvSpPr>
          <p:spPr>
            <a:xfrm>
              <a:off x="15525974" y="4819224"/>
              <a:ext cx="121659" cy="97217"/>
            </a:xfrm>
            <a:custGeom>
              <a:avLst/>
              <a:gdLst/>
              <a:ahLst/>
              <a:cxnLst/>
              <a:rect l="0" t="0" r="r" b="b"/>
              <a:pathLst>
                <a:path w="13305" h="10632">
                  <a:moveTo>
                    <a:pt x="13305" y="10632"/>
                  </a:moveTo>
                  <a:lnTo>
                    <a:pt x="0" y="10231"/>
                  </a:lnTo>
                  <a:lnTo>
                    <a:pt x="5312" y="6494"/>
                  </a:lnTo>
                  <a:lnTo>
                    <a:pt x="5296" y="0"/>
                  </a:lnTo>
                  <a:close/>
                </a:path>
              </a:pathLst>
            </a:custGeom>
            <a:solidFill>
              <a:srgbClr val="EE6867"/>
            </a:solidFill>
            <a:ln w="25557" cap="rnd">
              <a:solidFill>
                <a:srgbClr val="EE6867"/>
              </a:solidFill>
              <a:round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78" name="1636 Rectangle 1677"/>
            <p:cNvSpPr/>
            <p:nvPr/>
          </p:nvSpPr>
          <p:spPr>
            <a:xfrm>
              <a:off x="15249841" y="5232695"/>
              <a:ext cx="426939" cy="402117"/>
            </a:xfrm>
            <a:custGeom>
              <a:avLst/>
              <a:gdLst/>
              <a:ahLst/>
              <a:cxnLst/>
              <a:rect l="0" t="0" r="r" b="b"/>
              <a:pathLst>
                <a:path w="46691" h="43976">
                  <a:moveTo>
                    <a:pt x="0" y="43976"/>
                  </a:moveTo>
                  <a:lnTo>
                    <a:pt x="46691" y="0"/>
                  </a:lnTo>
                </a:path>
              </a:pathLst>
            </a:custGeom>
            <a:noFill/>
            <a:ln w="39319" cap="rnd">
              <a:solidFill>
                <a:srgbClr val="EE6867"/>
              </a:solidFill>
              <a:round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79" name="1637 Rectangle 1678"/>
            <p:cNvSpPr/>
            <p:nvPr/>
          </p:nvSpPr>
          <p:spPr>
            <a:xfrm>
              <a:off x="15574104" y="5220156"/>
              <a:ext cx="115988" cy="113573"/>
            </a:xfrm>
            <a:custGeom>
              <a:avLst/>
              <a:gdLst/>
              <a:ahLst/>
              <a:cxnLst/>
              <a:rect l="0" t="0" r="r" b="b"/>
              <a:pathLst>
                <a:path w="12685" h="12421">
                  <a:moveTo>
                    <a:pt x="12685" y="0"/>
                  </a:moveTo>
                  <a:lnTo>
                    <a:pt x="7898" y="12421"/>
                  </a:lnTo>
                  <a:lnTo>
                    <a:pt x="6133" y="6171"/>
                  </a:lnTo>
                  <a:lnTo>
                    <a:pt x="0" y="4035"/>
                  </a:lnTo>
                  <a:close/>
                </a:path>
              </a:pathLst>
            </a:custGeom>
            <a:solidFill>
              <a:srgbClr val="EE6867"/>
            </a:solidFill>
            <a:ln w="25557" cap="rnd">
              <a:solidFill>
                <a:srgbClr val="EE6867"/>
              </a:solidFill>
              <a:round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80" name="1638 Rectangle 1679"/>
            <p:cNvSpPr/>
            <p:nvPr/>
          </p:nvSpPr>
          <p:spPr>
            <a:xfrm>
              <a:off x="16163019" y="5083212"/>
              <a:ext cx="710313" cy="113867"/>
            </a:xfrm>
            <a:custGeom>
              <a:avLst/>
              <a:gdLst/>
              <a:ahLst/>
              <a:cxnLst/>
              <a:rect l="0" t="0" r="r" b="b"/>
              <a:pathLst>
                <a:path w="77681" h="12453">
                  <a:moveTo>
                    <a:pt x="77681" y="12453"/>
                  </a:moveTo>
                  <a:lnTo>
                    <a:pt x="0" y="0"/>
                  </a:lnTo>
                </a:path>
              </a:pathLst>
            </a:custGeom>
            <a:noFill/>
            <a:ln w="39319" cap="rnd">
              <a:solidFill>
                <a:srgbClr val="EE6867"/>
              </a:solidFill>
              <a:round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81" name="1639 Rectangle 1680"/>
            <p:cNvSpPr/>
            <p:nvPr/>
          </p:nvSpPr>
          <p:spPr>
            <a:xfrm>
              <a:off x="16144961" y="5045680"/>
              <a:ext cx="116681" cy="104011"/>
            </a:xfrm>
            <a:custGeom>
              <a:avLst/>
              <a:gdLst/>
              <a:ahLst/>
              <a:cxnLst/>
              <a:rect l="0" t="0" r="r" b="b"/>
              <a:pathLst>
                <a:path w="12760" h="11375">
                  <a:moveTo>
                    <a:pt x="0" y="3788"/>
                  </a:moveTo>
                  <a:lnTo>
                    <a:pt x="12760" y="0"/>
                  </a:lnTo>
                  <a:lnTo>
                    <a:pt x="8887" y="5213"/>
                  </a:lnTo>
                  <a:lnTo>
                    <a:pt x="10937" y="11375"/>
                  </a:lnTo>
                  <a:close/>
                </a:path>
              </a:pathLst>
            </a:custGeom>
            <a:solidFill>
              <a:srgbClr val="EE6867"/>
            </a:solidFill>
            <a:ln w="25557" cap="rnd">
              <a:solidFill>
                <a:srgbClr val="EE6867"/>
              </a:solidFill>
              <a:round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82" name="1640 Rectangle 1681"/>
            <p:cNvSpPr/>
            <p:nvPr/>
          </p:nvSpPr>
          <p:spPr>
            <a:xfrm>
              <a:off x="14893844" y="4425833"/>
              <a:ext cx="421322" cy="420361"/>
            </a:xfrm>
            <a:custGeom>
              <a:avLst/>
              <a:gdLst/>
              <a:ahLst/>
              <a:cxnLst/>
              <a:rect l="0" t="0" r="r" b="b"/>
              <a:pathLst>
                <a:path w="46076" h="45971">
                  <a:moveTo>
                    <a:pt x="46039" y="22985"/>
                  </a:moveTo>
                  <a:cubicBezTo>
                    <a:pt x="46001" y="26346"/>
                    <a:pt x="45469" y="30065"/>
                    <a:pt x="44011" y="33012"/>
                  </a:cubicBezTo>
                  <a:cubicBezTo>
                    <a:pt x="42554" y="35960"/>
                    <a:pt x="39916" y="38632"/>
                    <a:pt x="37292" y="40669"/>
                  </a:cubicBezTo>
                  <a:cubicBezTo>
                    <a:pt x="34668" y="42706"/>
                    <a:pt x="31459" y="44493"/>
                    <a:pt x="28267" y="45232"/>
                  </a:cubicBezTo>
                  <a:cubicBezTo>
                    <a:pt x="25075" y="45971"/>
                    <a:pt x="21339" y="45862"/>
                    <a:pt x="18141" y="45103"/>
                  </a:cubicBezTo>
                  <a:cubicBezTo>
                    <a:pt x="14943" y="44345"/>
                    <a:pt x="11705" y="42697"/>
                    <a:pt x="9078" y="40681"/>
                  </a:cubicBezTo>
                  <a:cubicBezTo>
                    <a:pt x="6451" y="38664"/>
                    <a:pt x="3891" y="35956"/>
                    <a:pt x="2379" y="33007"/>
                  </a:cubicBezTo>
                  <a:cubicBezTo>
                    <a:pt x="868" y="30057"/>
                    <a:pt x="19" y="26330"/>
                    <a:pt x="9" y="22985"/>
                  </a:cubicBezTo>
                  <a:cubicBezTo>
                    <a:pt x="0" y="19640"/>
                    <a:pt x="869" y="15958"/>
                    <a:pt x="2324" y="12937"/>
                  </a:cubicBezTo>
                  <a:cubicBezTo>
                    <a:pt x="3778" y="9915"/>
                    <a:pt x="6103" y="6893"/>
                    <a:pt x="8734" y="4858"/>
                  </a:cubicBezTo>
                  <a:cubicBezTo>
                    <a:pt x="11365" y="2824"/>
                    <a:pt x="14853" y="1423"/>
                    <a:pt x="18110" y="731"/>
                  </a:cubicBezTo>
                  <a:cubicBezTo>
                    <a:pt x="21367" y="40"/>
                    <a:pt x="25035" y="0"/>
                    <a:pt x="28274" y="710"/>
                  </a:cubicBezTo>
                  <a:cubicBezTo>
                    <a:pt x="31512" y="1419"/>
                    <a:pt x="34880" y="2966"/>
                    <a:pt x="37541" y="4989"/>
                  </a:cubicBezTo>
                  <a:cubicBezTo>
                    <a:pt x="40201" y="7012"/>
                    <a:pt x="42822" y="9849"/>
                    <a:pt x="44238" y="12849"/>
                  </a:cubicBezTo>
                  <a:cubicBezTo>
                    <a:pt x="45654" y="15848"/>
                    <a:pt x="46076" y="19624"/>
                    <a:pt x="46039" y="22985"/>
                  </a:cubicBezTo>
                  <a:close/>
                </a:path>
              </a:pathLst>
            </a:custGeom>
            <a:solidFill>
              <a:srgbClr val="8DBDF6"/>
            </a:solidFill>
            <a:ln w="45719" cap="rnd">
              <a:solidFill>
                <a:srgbClr val="0755A3"/>
              </a:solidFill>
              <a:round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83" name="q"/>
            <p:cNvSpPr txBox="1"/>
            <p:nvPr/>
          </p:nvSpPr>
          <p:spPr>
            <a:xfrm>
              <a:off x="15000732" y="4453128"/>
              <a:ext cx="329184" cy="424647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Ctr="0" anchor="t">
              <a:noAutofit/>
            </a:bodyPr>
            <a:lstStyle/>
            <a:p>
              <a:pPr algn="l">
                <a:lnSpc>
                  <a:spcPts val="298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2664" b="0" i="1">
                  <a:solidFill>
                    <a:srgbClr val="000000"/>
                  </a:solidFill>
                  <a:latin typeface="Liberation Serif"/>
                </a:rPr>
                <a:t>q</a:t>
              </a:r>
            </a:p>
          </p:txBody>
        </p:sp>
        <p:sp>
          <p:nvSpPr>
            <p:cNvPr id="1684" name="1"/>
            <p:cNvSpPr txBox="1"/>
            <p:nvPr/>
          </p:nvSpPr>
          <p:spPr>
            <a:xfrm>
              <a:off x="15160752" y="4617720"/>
              <a:ext cx="182880" cy="301752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Ctr="0" anchor="t">
              <a:noAutofit/>
            </a:bodyPr>
            <a:lstStyle/>
            <a:p>
              <a:pPr algn="l">
                <a:lnSpc>
                  <a:spcPts val="201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 b="0" i="1">
                  <a:solidFill>
                    <a:srgbClr val="000000"/>
                  </a:solidFill>
                  <a:latin typeface="Liberation Serif"/>
                </a:rPr>
                <a:t>1</a:t>
              </a:r>
            </a:p>
          </p:txBody>
        </p:sp>
        <p:sp>
          <p:nvSpPr>
            <p:cNvPr id="1685" name="1643 Rectangle 1684"/>
            <p:cNvSpPr/>
            <p:nvPr/>
          </p:nvSpPr>
          <p:spPr>
            <a:xfrm>
              <a:off x="14889276" y="5563525"/>
              <a:ext cx="414912" cy="429811"/>
            </a:xfrm>
            <a:custGeom>
              <a:avLst/>
              <a:gdLst/>
              <a:ahLst/>
              <a:cxnLst/>
              <a:rect l="0" t="0" r="r" b="b"/>
              <a:pathLst>
                <a:path w="45375" h="47005">
                  <a:moveTo>
                    <a:pt x="45337" y="23565"/>
                  </a:moveTo>
                  <a:cubicBezTo>
                    <a:pt x="45375" y="26913"/>
                    <a:pt x="45077" y="30709"/>
                    <a:pt x="43659" y="33664"/>
                  </a:cubicBezTo>
                  <a:cubicBezTo>
                    <a:pt x="42241" y="36619"/>
                    <a:pt x="39479" y="39279"/>
                    <a:pt x="36829" y="41296"/>
                  </a:cubicBezTo>
                  <a:cubicBezTo>
                    <a:pt x="34178" y="43313"/>
                    <a:pt x="30978" y="44928"/>
                    <a:pt x="27756" y="45765"/>
                  </a:cubicBezTo>
                  <a:cubicBezTo>
                    <a:pt x="24534" y="46601"/>
                    <a:pt x="20741" y="47005"/>
                    <a:pt x="17497" y="46314"/>
                  </a:cubicBezTo>
                  <a:cubicBezTo>
                    <a:pt x="14253" y="45623"/>
                    <a:pt x="10893" y="43741"/>
                    <a:pt x="8291" y="41620"/>
                  </a:cubicBezTo>
                  <a:cubicBezTo>
                    <a:pt x="5690" y="39498"/>
                    <a:pt x="3264" y="36592"/>
                    <a:pt x="1888" y="33583"/>
                  </a:cubicBezTo>
                  <a:cubicBezTo>
                    <a:pt x="513" y="30574"/>
                    <a:pt x="78" y="26923"/>
                    <a:pt x="39" y="23565"/>
                  </a:cubicBezTo>
                  <a:cubicBezTo>
                    <a:pt x="0" y="20208"/>
                    <a:pt x="237" y="16391"/>
                    <a:pt x="1655" y="13436"/>
                  </a:cubicBezTo>
                  <a:cubicBezTo>
                    <a:pt x="3073" y="10480"/>
                    <a:pt x="5906" y="7933"/>
                    <a:pt x="8547" y="5832"/>
                  </a:cubicBezTo>
                  <a:cubicBezTo>
                    <a:pt x="11188" y="3731"/>
                    <a:pt x="14279" y="1662"/>
                    <a:pt x="17500" y="831"/>
                  </a:cubicBezTo>
                  <a:cubicBezTo>
                    <a:pt x="20721" y="0"/>
                    <a:pt x="24587" y="95"/>
                    <a:pt x="27874" y="847"/>
                  </a:cubicBezTo>
                  <a:cubicBezTo>
                    <a:pt x="31161" y="1599"/>
                    <a:pt x="34630" y="3220"/>
                    <a:pt x="37222" y="5342"/>
                  </a:cubicBezTo>
                  <a:cubicBezTo>
                    <a:pt x="39814" y="7464"/>
                    <a:pt x="42075" y="10541"/>
                    <a:pt x="43427" y="13578"/>
                  </a:cubicBezTo>
                  <a:cubicBezTo>
                    <a:pt x="44780" y="16616"/>
                    <a:pt x="45298" y="20218"/>
                    <a:pt x="45337" y="23565"/>
                  </a:cubicBezTo>
                  <a:close/>
                </a:path>
              </a:pathLst>
            </a:custGeom>
            <a:solidFill>
              <a:srgbClr val="8DBDF6"/>
            </a:solidFill>
            <a:ln w="45719" cap="rnd">
              <a:solidFill>
                <a:srgbClr val="0755A3"/>
              </a:solidFill>
              <a:round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86" name="q"/>
            <p:cNvSpPr txBox="1"/>
            <p:nvPr/>
          </p:nvSpPr>
          <p:spPr>
            <a:xfrm>
              <a:off x="14991588" y="5596128"/>
              <a:ext cx="329184" cy="424647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Ctr="0" anchor="t">
              <a:noAutofit/>
            </a:bodyPr>
            <a:lstStyle/>
            <a:p>
              <a:pPr algn="l">
                <a:lnSpc>
                  <a:spcPts val="298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2664" b="0" i="1">
                  <a:solidFill>
                    <a:srgbClr val="000000"/>
                  </a:solidFill>
                  <a:latin typeface="Liberation Serif"/>
                </a:rPr>
                <a:t>q</a:t>
              </a:r>
            </a:p>
          </p:txBody>
        </p:sp>
        <p:sp>
          <p:nvSpPr>
            <p:cNvPr id="1687" name="2"/>
            <p:cNvSpPr txBox="1"/>
            <p:nvPr/>
          </p:nvSpPr>
          <p:spPr>
            <a:xfrm>
              <a:off x="15151608" y="5760720"/>
              <a:ext cx="182880" cy="301752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Ctr="0" anchor="t">
              <a:noAutofit/>
            </a:bodyPr>
            <a:lstStyle/>
            <a:p>
              <a:pPr algn="l">
                <a:lnSpc>
                  <a:spcPts val="201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 b="0" i="1">
                  <a:solidFill>
                    <a:srgbClr val="000000"/>
                  </a:solidFill>
                  <a:latin typeface="Liberation Serif"/>
                </a:rPr>
                <a:t>2</a:t>
              </a:r>
            </a:p>
          </p:txBody>
        </p:sp>
        <p:sp>
          <p:nvSpPr>
            <p:cNvPr id="1688" name="1646 Rectangle 1687"/>
            <p:cNvSpPr/>
            <p:nvPr/>
          </p:nvSpPr>
          <p:spPr>
            <a:xfrm>
              <a:off x="16361100" y="5659835"/>
              <a:ext cx="416386" cy="424770"/>
            </a:xfrm>
            <a:custGeom>
              <a:avLst/>
              <a:gdLst/>
              <a:ahLst/>
              <a:cxnLst/>
              <a:rect l="0" t="0" r="r" b="b"/>
              <a:pathLst>
                <a:path w="45537" h="46453">
                  <a:moveTo>
                    <a:pt x="45495" y="23033"/>
                  </a:moveTo>
                  <a:cubicBezTo>
                    <a:pt x="45454" y="26393"/>
                    <a:pt x="44976" y="30099"/>
                    <a:pt x="43540" y="33055"/>
                  </a:cubicBezTo>
                  <a:cubicBezTo>
                    <a:pt x="42103" y="36012"/>
                    <a:pt x="39482" y="38669"/>
                    <a:pt x="36875" y="40772"/>
                  </a:cubicBezTo>
                  <a:cubicBezTo>
                    <a:pt x="34267" y="42875"/>
                    <a:pt x="31106" y="44892"/>
                    <a:pt x="27896" y="45673"/>
                  </a:cubicBezTo>
                  <a:cubicBezTo>
                    <a:pt x="24685" y="46453"/>
                    <a:pt x="20851" y="46247"/>
                    <a:pt x="17610" y="45457"/>
                  </a:cubicBezTo>
                  <a:cubicBezTo>
                    <a:pt x="14370" y="44667"/>
                    <a:pt x="11044" y="43012"/>
                    <a:pt x="8453" y="40933"/>
                  </a:cubicBezTo>
                  <a:cubicBezTo>
                    <a:pt x="5862" y="38855"/>
                    <a:pt x="3469" y="35968"/>
                    <a:pt x="2063" y="32985"/>
                  </a:cubicBezTo>
                  <a:cubicBezTo>
                    <a:pt x="657" y="30001"/>
                    <a:pt x="37" y="26359"/>
                    <a:pt x="18" y="23033"/>
                  </a:cubicBezTo>
                  <a:cubicBezTo>
                    <a:pt x="0" y="19707"/>
                    <a:pt x="586" y="16060"/>
                    <a:pt x="1952" y="13028"/>
                  </a:cubicBezTo>
                  <a:cubicBezTo>
                    <a:pt x="3319" y="9995"/>
                    <a:pt x="5598" y="6862"/>
                    <a:pt x="8218" y="4838"/>
                  </a:cubicBezTo>
                  <a:cubicBezTo>
                    <a:pt x="10838" y="2814"/>
                    <a:pt x="14404" y="1577"/>
                    <a:pt x="17673" y="884"/>
                  </a:cubicBezTo>
                  <a:cubicBezTo>
                    <a:pt x="20942" y="190"/>
                    <a:pt x="24584" y="0"/>
                    <a:pt x="27831" y="677"/>
                  </a:cubicBezTo>
                  <a:cubicBezTo>
                    <a:pt x="31078" y="1353"/>
                    <a:pt x="34495" y="2907"/>
                    <a:pt x="37155" y="4943"/>
                  </a:cubicBezTo>
                  <a:cubicBezTo>
                    <a:pt x="39814" y="6979"/>
                    <a:pt x="42397" y="9877"/>
                    <a:pt x="43787" y="12892"/>
                  </a:cubicBezTo>
                  <a:cubicBezTo>
                    <a:pt x="45177" y="15907"/>
                    <a:pt x="45537" y="19672"/>
                    <a:pt x="45495" y="23033"/>
                  </a:cubicBezTo>
                  <a:close/>
                </a:path>
              </a:pathLst>
            </a:custGeom>
            <a:solidFill>
              <a:srgbClr val="8DBDF6"/>
            </a:solidFill>
            <a:ln w="45719" cap="rnd">
              <a:solidFill>
                <a:srgbClr val="0755A3"/>
              </a:solidFill>
              <a:round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89" name="q"/>
            <p:cNvSpPr txBox="1"/>
            <p:nvPr/>
          </p:nvSpPr>
          <p:spPr>
            <a:xfrm>
              <a:off x="16463772" y="5687568"/>
              <a:ext cx="329184" cy="424647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Ctr="0" anchor="t">
              <a:noAutofit/>
            </a:bodyPr>
            <a:lstStyle/>
            <a:p>
              <a:pPr algn="l">
                <a:lnSpc>
                  <a:spcPts val="298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2664" b="0" i="1">
                  <a:solidFill>
                    <a:srgbClr val="000000"/>
                  </a:solidFill>
                  <a:latin typeface="Liberation Serif"/>
                </a:rPr>
                <a:t>q</a:t>
              </a:r>
            </a:p>
          </p:txBody>
        </p:sp>
        <p:sp>
          <p:nvSpPr>
            <p:cNvPr id="1690" name="3"/>
            <p:cNvSpPr txBox="1"/>
            <p:nvPr/>
          </p:nvSpPr>
          <p:spPr>
            <a:xfrm>
              <a:off x="16623792" y="5852160"/>
              <a:ext cx="182880" cy="301752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Ctr="0" anchor="t">
              <a:noAutofit/>
            </a:bodyPr>
            <a:lstStyle/>
            <a:p>
              <a:pPr algn="l">
                <a:lnSpc>
                  <a:spcPts val="201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 b="0" i="1">
                  <a:solidFill>
                    <a:srgbClr val="000000"/>
                  </a:solidFill>
                  <a:latin typeface="Liberation Serif"/>
                </a:rPr>
                <a:t>3</a:t>
              </a:r>
            </a:p>
          </p:txBody>
        </p:sp>
        <p:sp>
          <p:nvSpPr>
            <p:cNvPr id="1691" name="1649 Rectangle 1690"/>
            <p:cNvSpPr/>
            <p:nvPr/>
          </p:nvSpPr>
          <p:spPr>
            <a:xfrm>
              <a:off x="16867314" y="5016060"/>
              <a:ext cx="424842" cy="426753"/>
            </a:xfrm>
            <a:custGeom>
              <a:avLst/>
              <a:gdLst/>
              <a:ahLst/>
              <a:cxnLst/>
              <a:rect l="0" t="0" r="r" b="b"/>
              <a:pathLst>
                <a:path w="46461" h="46670">
                  <a:moveTo>
                    <a:pt x="46358" y="23437"/>
                  </a:moveTo>
                  <a:cubicBezTo>
                    <a:pt x="46461" y="26763"/>
                    <a:pt x="45834" y="30561"/>
                    <a:pt x="44397" y="33564"/>
                  </a:cubicBezTo>
                  <a:cubicBezTo>
                    <a:pt x="42960" y="36566"/>
                    <a:pt x="40388" y="39410"/>
                    <a:pt x="37735" y="41453"/>
                  </a:cubicBezTo>
                  <a:cubicBezTo>
                    <a:pt x="35082" y="43495"/>
                    <a:pt x="31726" y="45078"/>
                    <a:pt x="28477" y="45819"/>
                  </a:cubicBezTo>
                  <a:cubicBezTo>
                    <a:pt x="25228" y="46560"/>
                    <a:pt x="21453" y="46670"/>
                    <a:pt x="18241" y="45899"/>
                  </a:cubicBezTo>
                  <a:cubicBezTo>
                    <a:pt x="15030" y="45128"/>
                    <a:pt x="11839" y="43258"/>
                    <a:pt x="9208" y="41193"/>
                  </a:cubicBezTo>
                  <a:cubicBezTo>
                    <a:pt x="6577" y="39128"/>
                    <a:pt x="3982" y="36467"/>
                    <a:pt x="2456" y="33508"/>
                  </a:cubicBezTo>
                  <a:cubicBezTo>
                    <a:pt x="930" y="30549"/>
                    <a:pt x="0" y="26768"/>
                    <a:pt x="53" y="23437"/>
                  </a:cubicBezTo>
                  <a:cubicBezTo>
                    <a:pt x="106" y="20106"/>
                    <a:pt x="1288" y="16527"/>
                    <a:pt x="2775" y="13520"/>
                  </a:cubicBezTo>
                  <a:cubicBezTo>
                    <a:pt x="4263" y="10513"/>
                    <a:pt x="6412" y="7530"/>
                    <a:pt x="8979" y="5394"/>
                  </a:cubicBezTo>
                  <a:cubicBezTo>
                    <a:pt x="11546" y="3258"/>
                    <a:pt x="14934" y="1408"/>
                    <a:pt x="18179" y="704"/>
                  </a:cubicBezTo>
                  <a:cubicBezTo>
                    <a:pt x="21425" y="0"/>
                    <a:pt x="25210" y="360"/>
                    <a:pt x="28451" y="1169"/>
                  </a:cubicBezTo>
                  <a:cubicBezTo>
                    <a:pt x="31691" y="1979"/>
                    <a:pt x="35068" y="3490"/>
                    <a:pt x="37622" y="5564"/>
                  </a:cubicBezTo>
                  <a:cubicBezTo>
                    <a:pt x="40176" y="7637"/>
                    <a:pt x="42318" y="10631"/>
                    <a:pt x="43774" y="13610"/>
                  </a:cubicBezTo>
                  <a:cubicBezTo>
                    <a:pt x="45230" y="16589"/>
                    <a:pt x="46254" y="20111"/>
                    <a:pt x="46358" y="23437"/>
                  </a:cubicBezTo>
                  <a:close/>
                </a:path>
              </a:pathLst>
            </a:custGeom>
            <a:solidFill>
              <a:srgbClr val="8DBDF6"/>
            </a:solidFill>
            <a:ln w="45719" cap="rnd">
              <a:solidFill>
                <a:srgbClr val="0755A3"/>
              </a:solidFill>
              <a:round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92" name="q"/>
            <p:cNvSpPr txBox="1"/>
            <p:nvPr/>
          </p:nvSpPr>
          <p:spPr>
            <a:xfrm>
              <a:off x="16975836" y="5047488"/>
              <a:ext cx="329184" cy="424647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Ctr="0" anchor="t">
              <a:noAutofit/>
            </a:bodyPr>
            <a:lstStyle/>
            <a:p>
              <a:pPr algn="l">
                <a:lnSpc>
                  <a:spcPts val="298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2664" b="0" i="1">
                  <a:solidFill>
                    <a:srgbClr val="000000"/>
                  </a:solidFill>
                  <a:latin typeface="Liberation Serif"/>
                </a:rPr>
                <a:t>q</a:t>
              </a:r>
            </a:p>
          </p:txBody>
        </p:sp>
        <p:sp>
          <p:nvSpPr>
            <p:cNvPr id="1693" name="4"/>
            <p:cNvSpPr txBox="1"/>
            <p:nvPr/>
          </p:nvSpPr>
          <p:spPr>
            <a:xfrm>
              <a:off x="17135856" y="5212080"/>
              <a:ext cx="182880" cy="301752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Ctr="0" anchor="t">
              <a:noAutofit/>
            </a:bodyPr>
            <a:lstStyle/>
            <a:p>
              <a:pPr algn="l">
                <a:lnSpc>
                  <a:spcPts val="201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 b="0" i="1">
                  <a:solidFill>
                    <a:srgbClr val="000000"/>
                  </a:solidFill>
                  <a:latin typeface="Liberation Serif"/>
                </a:rPr>
                <a:t>4</a:t>
              </a:r>
            </a:p>
          </p:txBody>
        </p:sp>
        <p:sp>
          <p:nvSpPr>
            <p:cNvPr id="1694" name="1652 Rectangle 1693"/>
            <p:cNvSpPr/>
            <p:nvPr/>
          </p:nvSpPr>
          <p:spPr>
            <a:xfrm>
              <a:off x="16512294" y="4096107"/>
              <a:ext cx="422369" cy="425848"/>
            </a:xfrm>
            <a:custGeom>
              <a:avLst/>
              <a:gdLst/>
              <a:ahLst/>
              <a:cxnLst/>
              <a:rect l="0" t="0" r="r" b="b"/>
              <a:pathLst>
                <a:path w="46191" h="46571">
                  <a:moveTo>
                    <a:pt x="46168" y="23044"/>
                  </a:moveTo>
                  <a:cubicBezTo>
                    <a:pt x="46146" y="26358"/>
                    <a:pt x="45243" y="30001"/>
                    <a:pt x="43768" y="32952"/>
                  </a:cubicBezTo>
                  <a:cubicBezTo>
                    <a:pt x="42292" y="35904"/>
                    <a:pt x="39878" y="38607"/>
                    <a:pt x="37316" y="40753"/>
                  </a:cubicBezTo>
                  <a:cubicBezTo>
                    <a:pt x="34754" y="42899"/>
                    <a:pt x="31591" y="45083"/>
                    <a:pt x="28394" y="45827"/>
                  </a:cubicBezTo>
                  <a:cubicBezTo>
                    <a:pt x="25196" y="46571"/>
                    <a:pt x="21428" y="45970"/>
                    <a:pt x="18132" y="45219"/>
                  </a:cubicBezTo>
                  <a:cubicBezTo>
                    <a:pt x="14837" y="44467"/>
                    <a:pt x="11191" y="43371"/>
                    <a:pt x="8619" y="41320"/>
                  </a:cubicBezTo>
                  <a:cubicBezTo>
                    <a:pt x="6047" y="39269"/>
                    <a:pt x="4130" y="35959"/>
                    <a:pt x="2701" y="32913"/>
                  </a:cubicBezTo>
                  <a:cubicBezTo>
                    <a:pt x="1271" y="29867"/>
                    <a:pt x="87" y="26355"/>
                    <a:pt x="43" y="23044"/>
                  </a:cubicBezTo>
                  <a:cubicBezTo>
                    <a:pt x="0" y="19734"/>
                    <a:pt x="1012" y="16097"/>
                    <a:pt x="2441" y="13050"/>
                  </a:cubicBezTo>
                  <a:cubicBezTo>
                    <a:pt x="3869" y="10003"/>
                    <a:pt x="6001" y="6804"/>
                    <a:pt x="8613" y="4761"/>
                  </a:cubicBezTo>
                  <a:cubicBezTo>
                    <a:pt x="11226" y="2719"/>
                    <a:pt x="14836" y="1468"/>
                    <a:pt x="18115" y="794"/>
                  </a:cubicBezTo>
                  <a:cubicBezTo>
                    <a:pt x="21394" y="120"/>
                    <a:pt x="25058" y="0"/>
                    <a:pt x="28289" y="718"/>
                  </a:cubicBezTo>
                  <a:cubicBezTo>
                    <a:pt x="31520" y="1436"/>
                    <a:pt x="34899" y="3044"/>
                    <a:pt x="37502" y="5102"/>
                  </a:cubicBezTo>
                  <a:cubicBezTo>
                    <a:pt x="40104" y="7161"/>
                    <a:pt x="42459" y="10081"/>
                    <a:pt x="43903" y="13071"/>
                  </a:cubicBezTo>
                  <a:cubicBezTo>
                    <a:pt x="45348" y="16061"/>
                    <a:pt x="46191" y="19731"/>
                    <a:pt x="46168" y="23044"/>
                  </a:cubicBezTo>
                  <a:close/>
                </a:path>
              </a:pathLst>
            </a:custGeom>
            <a:solidFill>
              <a:srgbClr val="8DBDF6"/>
            </a:solidFill>
            <a:ln w="45719" cap="rnd">
              <a:solidFill>
                <a:srgbClr val="0755A3"/>
              </a:solidFill>
              <a:round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95" name="q"/>
            <p:cNvSpPr txBox="1"/>
            <p:nvPr/>
          </p:nvSpPr>
          <p:spPr>
            <a:xfrm>
              <a:off x="16619220" y="4123944"/>
              <a:ext cx="329184" cy="424647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Ctr="0" anchor="t">
              <a:noAutofit/>
            </a:bodyPr>
            <a:lstStyle/>
            <a:p>
              <a:pPr algn="l">
                <a:lnSpc>
                  <a:spcPts val="298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2664" b="0" i="1">
                  <a:solidFill>
                    <a:srgbClr val="000000"/>
                  </a:solidFill>
                  <a:latin typeface="Liberation Serif"/>
                </a:rPr>
                <a:t>q</a:t>
              </a:r>
            </a:p>
          </p:txBody>
        </p:sp>
        <p:sp>
          <p:nvSpPr>
            <p:cNvPr id="1696" name="5"/>
            <p:cNvSpPr txBox="1"/>
            <p:nvPr/>
          </p:nvSpPr>
          <p:spPr>
            <a:xfrm>
              <a:off x="16779240" y="4288536"/>
              <a:ext cx="182880" cy="301752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Ctr="0" anchor="t">
              <a:noAutofit/>
            </a:bodyPr>
            <a:lstStyle/>
            <a:p>
              <a:pPr algn="l">
                <a:lnSpc>
                  <a:spcPts val="201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 b="0" i="1">
                  <a:solidFill>
                    <a:srgbClr val="000000"/>
                  </a:solidFill>
                  <a:latin typeface="Liberation Serif"/>
                </a:rPr>
                <a:t>5</a:t>
              </a:r>
            </a:p>
          </p:txBody>
        </p:sp>
        <p:sp>
          <p:nvSpPr>
            <p:cNvPr id="1697" name="1655 Rectangle 1696"/>
            <p:cNvSpPr/>
            <p:nvPr/>
          </p:nvSpPr>
          <p:spPr>
            <a:xfrm>
              <a:off x="15664288" y="4815598"/>
              <a:ext cx="439888" cy="448176"/>
            </a:xfrm>
            <a:custGeom>
              <a:avLst/>
              <a:gdLst/>
              <a:ahLst/>
              <a:cxnLst/>
              <a:rect l="0" t="0" r="r" b="b"/>
              <a:pathLst>
                <a:path w="48107" h="49013">
                  <a:moveTo>
                    <a:pt x="48039" y="24360"/>
                  </a:moveTo>
                  <a:cubicBezTo>
                    <a:pt x="47971" y="27846"/>
                    <a:pt x="46926" y="31539"/>
                    <a:pt x="45445" y="34720"/>
                  </a:cubicBezTo>
                  <a:cubicBezTo>
                    <a:pt x="43963" y="37900"/>
                    <a:pt x="41831" y="41204"/>
                    <a:pt x="39150" y="43442"/>
                  </a:cubicBezTo>
                  <a:cubicBezTo>
                    <a:pt x="36470" y="45680"/>
                    <a:pt x="32804" y="47364"/>
                    <a:pt x="29362" y="48149"/>
                  </a:cubicBezTo>
                  <a:cubicBezTo>
                    <a:pt x="25921" y="48934"/>
                    <a:pt x="21883" y="49013"/>
                    <a:pt x="18502" y="48154"/>
                  </a:cubicBezTo>
                  <a:cubicBezTo>
                    <a:pt x="15120" y="47294"/>
                    <a:pt x="11837" y="45192"/>
                    <a:pt x="9073" y="42993"/>
                  </a:cubicBezTo>
                  <a:cubicBezTo>
                    <a:pt x="6310" y="40794"/>
                    <a:pt x="3419" y="38065"/>
                    <a:pt x="1922" y="34960"/>
                  </a:cubicBezTo>
                  <a:cubicBezTo>
                    <a:pt x="425" y="31854"/>
                    <a:pt x="0" y="27850"/>
                    <a:pt x="90" y="24360"/>
                  </a:cubicBezTo>
                  <a:cubicBezTo>
                    <a:pt x="180" y="20870"/>
                    <a:pt x="968" y="17131"/>
                    <a:pt x="2461" y="14020"/>
                  </a:cubicBezTo>
                  <a:cubicBezTo>
                    <a:pt x="3954" y="10909"/>
                    <a:pt x="6366" y="7898"/>
                    <a:pt x="9049" y="5696"/>
                  </a:cubicBezTo>
                  <a:cubicBezTo>
                    <a:pt x="11731" y="3494"/>
                    <a:pt x="15182" y="1613"/>
                    <a:pt x="18557" y="807"/>
                  </a:cubicBezTo>
                  <a:cubicBezTo>
                    <a:pt x="21931" y="0"/>
                    <a:pt x="25919" y="43"/>
                    <a:pt x="29297" y="857"/>
                  </a:cubicBezTo>
                  <a:cubicBezTo>
                    <a:pt x="32675" y="1670"/>
                    <a:pt x="36064" y="3530"/>
                    <a:pt x="38823" y="5688"/>
                  </a:cubicBezTo>
                  <a:cubicBezTo>
                    <a:pt x="41582" y="7845"/>
                    <a:pt x="44316" y="10692"/>
                    <a:pt x="45852" y="13804"/>
                  </a:cubicBezTo>
                  <a:cubicBezTo>
                    <a:pt x="47388" y="16916"/>
                    <a:pt x="48107" y="20874"/>
                    <a:pt x="48039" y="24360"/>
                  </a:cubicBezTo>
                  <a:close/>
                </a:path>
              </a:pathLst>
            </a:custGeom>
            <a:solidFill>
              <a:srgbClr val="F1B2AE"/>
            </a:solidFill>
            <a:ln w="45719" cap="rnd">
              <a:solidFill>
                <a:srgbClr val="B94F4D"/>
              </a:solidFill>
              <a:round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98" name="q"/>
            <p:cNvSpPr txBox="1"/>
            <p:nvPr/>
          </p:nvSpPr>
          <p:spPr>
            <a:xfrm>
              <a:off x="15773400" y="4855464"/>
              <a:ext cx="329184" cy="424647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Ctr="0" anchor="t">
              <a:noAutofit/>
            </a:bodyPr>
            <a:lstStyle/>
            <a:p>
              <a:pPr algn="l">
                <a:lnSpc>
                  <a:spcPts val="298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2664" b="0" i="1">
                  <a:solidFill>
                    <a:srgbClr val="000000"/>
                  </a:solidFill>
                  <a:latin typeface="Liberation Serif"/>
                </a:rPr>
                <a:t>q</a:t>
              </a:r>
            </a:p>
          </p:txBody>
        </p:sp>
        <p:sp>
          <p:nvSpPr>
            <p:cNvPr id="1699" name="6"/>
            <p:cNvSpPr txBox="1"/>
            <p:nvPr/>
          </p:nvSpPr>
          <p:spPr>
            <a:xfrm>
              <a:off x="15937992" y="5020056"/>
              <a:ext cx="182880" cy="301752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Ctr="0" anchor="t">
              <a:noAutofit/>
            </a:bodyPr>
            <a:lstStyle/>
            <a:p>
              <a:pPr algn="l">
                <a:lnSpc>
                  <a:spcPts val="201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 b="0" i="1">
                  <a:solidFill>
                    <a:srgbClr val="000000"/>
                  </a:solidFill>
                  <a:latin typeface="Liberation Serif"/>
                </a:rPr>
                <a:t>6</a:t>
              </a:r>
            </a:p>
          </p:txBody>
        </p:sp>
        <p:sp>
          <p:nvSpPr>
            <p:cNvPr id="1700" name="1658 Rectangle 1699"/>
            <p:cNvSpPr/>
            <p:nvPr/>
          </p:nvSpPr>
          <p:spPr>
            <a:xfrm>
              <a:off x="15883128" y="3081528"/>
              <a:ext cx="91" cy="1709928"/>
            </a:xfrm>
            <a:custGeom>
              <a:avLst/>
              <a:gdLst/>
              <a:ahLst/>
              <a:cxnLst/>
              <a:rect l="0" t="0" r="r" b="b"/>
              <a:pathLst>
                <a:path w="10" h="187000">
                  <a:moveTo>
                    <a:pt x="0" y="187000"/>
                  </a:moveTo>
                  <a:lnTo>
                    <a:pt x="0" y="0"/>
                  </a:lnTo>
                </a:path>
              </a:pathLst>
            </a:custGeom>
            <a:noFill/>
            <a:ln w="43891" cap="rnd">
              <a:solidFill>
                <a:srgbClr val="BE5353"/>
              </a:solidFill>
              <a:custDash>
                <a:ds d="270833" sp="270833"/>
              </a:custDash>
              <a:round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01" name="1659 Rectangle 1700"/>
            <p:cNvSpPr/>
            <p:nvPr/>
          </p:nvSpPr>
          <p:spPr>
            <a:xfrm>
              <a:off x="15834848" y="3063240"/>
              <a:ext cx="96561" cy="100584"/>
            </a:xfrm>
            <a:custGeom>
              <a:avLst/>
              <a:gdLst/>
              <a:ahLst/>
              <a:cxnLst/>
              <a:rect l="0" t="0" r="r" b="b"/>
              <a:pathLst>
                <a:path w="10560" h="11000">
                  <a:moveTo>
                    <a:pt x="5280" y="0"/>
                  </a:moveTo>
                  <a:lnTo>
                    <a:pt x="10560" y="11000"/>
                  </a:lnTo>
                  <a:lnTo>
                    <a:pt x="5280" y="8250"/>
                  </a:lnTo>
                  <a:lnTo>
                    <a:pt x="0" y="11000"/>
                  </a:lnTo>
                  <a:close/>
                </a:path>
              </a:pathLst>
            </a:custGeom>
            <a:solidFill>
              <a:srgbClr val="BE5353"/>
            </a:solidFill>
            <a:ln w="28529" cap="rnd">
              <a:solidFill>
                <a:srgbClr val="BE5353"/>
              </a:solidFill>
              <a:round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02" name="𝒢"/>
            <p:cNvSpPr txBox="1"/>
            <p:nvPr/>
          </p:nvSpPr>
          <p:spPr>
            <a:xfrm>
              <a:off x="14282928" y="6035040"/>
              <a:ext cx="283464" cy="352958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Ctr="0" anchor="t">
              <a:noAutofit/>
            </a:bodyPr>
            <a:lstStyle/>
            <a:p>
              <a:pPr algn="l">
                <a:lnSpc>
                  <a:spcPts val="241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2160" b="0" i="0">
                  <a:solidFill>
                    <a:srgbClr val="063769"/>
                  </a:solidFill>
                  <a:latin typeface="Latin Modern Math"/>
                </a:rPr>
                <a:t>𝒢</a:t>
              </a:r>
            </a:p>
          </p:txBody>
        </p:sp>
        <p:sp>
          <p:nvSpPr>
            <p:cNvPr id="1703" name="(t+1)"/>
            <p:cNvSpPr txBox="1"/>
            <p:nvPr/>
          </p:nvSpPr>
          <p:spPr>
            <a:xfrm>
              <a:off x="14474952" y="5980176"/>
              <a:ext cx="457200" cy="230063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Ctr="0" anchor="t">
              <a:noAutofit/>
            </a:bodyPr>
            <a:lstStyle/>
            <a:p>
              <a:pPr algn="l">
                <a:lnSpc>
                  <a:spcPts val="1451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96" b="0" i="1">
                  <a:solidFill>
                    <a:srgbClr val="063769"/>
                  </a:solidFill>
                  <a:latin typeface="Liberation Serif"/>
                </a:rPr>
                <a:t>(t+1)</a:t>
              </a:r>
            </a:p>
          </p:txBody>
        </p:sp>
        <p:sp>
          <p:nvSpPr>
            <p:cNvPr id="1704" name="query"/>
            <p:cNvSpPr txBox="1"/>
            <p:nvPr/>
          </p:nvSpPr>
          <p:spPr>
            <a:xfrm>
              <a:off x="14447520" y="6227064"/>
              <a:ext cx="868680" cy="230063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Ctr="0" anchor="t">
              <a:noAutofit/>
            </a:bodyPr>
            <a:lstStyle/>
            <a:p>
              <a:pPr algn="l">
                <a:lnSpc>
                  <a:spcPts val="1451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96" b="0" i="0">
                  <a:solidFill>
                    <a:srgbClr val="063769"/>
                  </a:solidFill>
                  <a:latin typeface="Liberation Serif"/>
                </a:rPr>
                <a:t>query</a:t>
              </a:r>
            </a:p>
          </p:txBody>
        </p:sp>
        <p:sp>
          <p:nvSpPr>
            <p:cNvPr id="1705" name="Update / Interaction"/>
            <p:cNvSpPr txBox="1"/>
            <p:nvPr/>
          </p:nvSpPr>
          <p:spPr>
            <a:xfrm>
              <a:off x="15115032" y="6217920"/>
              <a:ext cx="1545336" cy="616306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Ctr="0" anchor="t">
              <a:noAutofit/>
            </a:bodyPr>
            <a:lstStyle/>
            <a:p>
              <a:pPr algn="ctr">
                <a:lnSpc>
                  <a:spcPts val="224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2160" b="0" i="1">
                  <a:solidFill>
                    <a:srgbClr val="F00000"/>
                  </a:solidFill>
                  <a:latin typeface="Liberation Serif"/>
                </a:rPr>
                <a:t>Update</a:t>
              </a:r>
            </a:p>
            <a:p>
              <a:pPr algn="ctr">
                <a:lnSpc>
                  <a:spcPts val="224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2160" b="0" i="1">
                  <a:solidFill>
                    <a:srgbClr val="F00000"/>
                  </a:solidFill>
                  <a:latin typeface="Liberation Serif"/>
                </a:rPr>
                <a:t>Interaction</a:t>
              </a:r>
            </a:p>
          </p:txBody>
        </p:sp>
      </p:grpSp>
      <p:grpSp>
        <p:nvGrpSpPr>
          <p:cNvPr id="1706" name="updated-interaction-graph"/>
          <p:cNvGrpSpPr/>
          <p:nvPr/>
        </p:nvGrpSpPr>
        <p:grpSpPr>
          <a:xfrm>
            <a:off x="14502384" y="7022592"/>
            <a:ext cx="2788920" cy="2196668"/>
            <a:chOff x="14502384" y="7022592"/>
            <a:chExt cx="2788920" cy="2196668"/>
          </a:xfrm>
        </p:grpSpPr>
        <p:sp>
          <p:nvSpPr>
            <p:cNvPr id="1707" name="1664 Rectangle 1706"/>
            <p:cNvSpPr/>
            <p:nvPr/>
          </p:nvSpPr>
          <p:spPr>
            <a:xfrm>
              <a:off x="15627069" y="7868446"/>
              <a:ext cx="667574" cy="10192"/>
            </a:xfrm>
            <a:custGeom>
              <a:avLst/>
              <a:gdLst/>
              <a:ahLst/>
              <a:cxnLst/>
              <a:rect l="0" t="0" r="r" b="b"/>
              <a:pathLst>
                <a:path w="73007" h="1115">
                  <a:moveTo>
                    <a:pt x="0" y="1115"/>
                  </a:moveTo>
                  <a:lnTo>
                    <a:pt x="73007" y="0"/>
                  </a:lnTo>
                </a:path>
              </a:pathLst>
            </a:custGeom>
            <a:noFill/>
            <a:ln w="54864" cap="rnd">
              <a:solidFill>
                <a:srgbClr val="6D706D"/>
              </a:solidFill>
              <a:round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08" name="1665 Rectangle 1707"/>
            <p:cNvSpPr/>
            <p:nvPr/>
          </p:nvSpPr>
          <p:spPr>
            <a:xfrm>
              <a:off x="16183990" y="7808681"/>
              <a:ext cx="128939" cy="122881"/>
            </a:xfrm>
            <a:custGeom>
              <a:avLst/>
              <a:gdLst/>
              <a:ahLst/>
              <a:cxnLst/>
              <a:rect l="0" t="0" r="r" b="b"/>
              <a:pathLst>
                <a:path w="14101" h="13438">
                  <a:moveTo>
                    <a:pt x="14101" y="6506"/>
                  </a:moveTo>
                  <a:lnTo>
                    <a:pt x="205" y="13438"/>
                  </a:lnTo>
                  <a:lnTo>
                    <a:pt x="3602" y="666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6D706D"/>
            </a:solidFill>
            <a:ln w="35661" cap="rnd">
              <a:solidFill>
                <a:srgbClr val="6D706D"/>
              </a:solidFill>
              <a:round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09" name="1666 Rectangle 1708"/>
            <p:cNvSpPr/>
            <p:nvPr/>
          </p:nvSpPr>
          <p:spPr>
            <a:xfrm>
              <a:off x="16576286" y="8092372"/>
              <a:ext cx="14500" cy="594518"/>
            </a:xfrm>
            <a:custGeom>
              <a:avLst/>
              <a:gdLst/>
              <a:ahLst/>
              <a:cxnLst/>
              <a:rect l="0" t="0" r="r" b="b"/>
              <a:pathLst>
                <a:path w="1586" h="65017">
                  <a:moveTo>
                    <a:pt x="1586" y="0"/>
                  </a:moveTo>
                  <a:lnTo>
                    <a:pt x="0" y="65017"/>
                  </a:lnTo>
                </a:path>
              </a:pathLst>
            </a:custGeom>
            <a:noFill/>
            <a:ln w="54864" cap="rnd">
              <a:solidFill>
                <a:srgbClr val="6D706D"/>
              </a:solidFill>
              <a:round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10" name="1667 Rectangle 1709"/>
            <p:cNvSpPr/>
            <p:nvPr/>
          </p:nvSpPr>
          <p:spPr>
            <a:xfrm>
              <a:off x="16517532" y="8575696"/>
              <a:ext cx="122859" cy="129476"/>
            </a:xfrm>
            <a:custGeom>
              <a:avLst/>
              <a:gdLst/>
              <a:ahLst/>
              <a:cxnLst/>
              <a:rect l="0" t="0" r="r" b="b"/>
              <a:pathLst>
                <a:path w="13436" h="14160">
                  <a:moveTo>
                    <a:pt x="6377" y="14160"/>
                  </a:moveTo>
                  <a:lnTo>
                    <a:pt x="0" y="0"/>
                  </a:lnTo>
                  <a:lnTo>
                    <a:pt x="6633" y="3663"/>
                  </a:lnTo>
                  <a:lnTo>
                    <a:pt x="13436" y="328"/>
                  </a:lnTo>
                  <a:close/>
                </a:path>
              </a:pathLst>
            </a:custGeom>
            <a:solidFill>
              <a:srgbClr val="6D706D"/>
            </a:solidFill>
            <a:ln w="35661" cap="rnd">
              <a:solidFill>
                <a:srgbClr val="6D706D"/>
              </a:solidFill>
              <a:round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11" name="1668 Rectangle 1710"/>
            <p:cNvSpPr/>
            <p:nvPr/>
          </p:nvSpPr>
          <p:spPr>
            <a:xfrm>
              <a:off x="15691068" y="8974942"/>
              <a:ext cx="649288" cy="10066"/>
            </a:xfrm>
            <a:custGeom>
              <a:avLst/>
              <a:gdLst/>
              <a:ahLst/>
              <a:cxnLst/>
              <a:rect l="0" t="0" r="r" b="b"/>
              <a:pathLst>
                <a:path w="71007" h="1101">
                  <a:moveTo>
                    <a:pt x="71007" y="1101"/>
                  </a:moveTo>
                  <a:lnTo>
                    <a:pt x="0" y="0"/>
                  </a:lnTo>
                </a:path>
              </a:pathLst>
            </a:custGeom>
            <a:noFill/>
            <a:ln w="54864" cap="rnd">
              <a:solidFill>
                <a:srgbClr val="6D706D"/>
              </a:solidFill>
              <a:round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12" name="1669 Rectangle 1711"/>
            <p:cNvSpPr/>
            <p:nvPr/>
          </p:nvSpPr>
          <p:spPr>
            <a:xfrm>
              <a:off x="15672782" y="8915202"/>
              <a:ext cx="128953" cy="122881"/>
            </a:xfrm>
            <a:custGeom>
              <a:avLst/>
              <a:gdLst/>
              <a:ahLst/>
              <a:cxnLst/>
              <a:rect l="0" t="0" r="r" b="b"/>
              <a:pathLst>
                <a:path w="14102" h="13438">
                  <a:moveTo>
                    <a:pt x="0" y="6502"/>
                  </a:moveTo>
                  <a:lnTo>
                    <a:pt x="14102" y="0"/>
                  </a:lnTo>
                  <a:lnTo>
                    <a:pt x="10499" y="6665"/>
                  </a:lnTo>
                  <a:lnTo>
                    <a:pt x="13894" y="13438"/>
                  </a:lnTo>
                  <a:close/>
                </a:path>
              </a:pathLst>
            </a:custGeom>
            <a:solidFill>
              <a:srgbClr val="6D706D"/>
            </a:solidFill>
            <a:ln w="35661" cap="rnd">
              <a:solidFill>
                <a:srgbClr val="6D706D"/>
              </a:solidFill>
              <a:round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13" name="1670 Rectangle 1712"/>
            <p:cNvSpPr/>
            <p:nvPr/>
          </p:nvSpPr>
          <p:spPr>
            <a:xfrm>
              <a:off x="15391273" y="8183869"/>
              <a:ext cx="4687" cy="557803"/>
            </a:xfrm>
            <a:custGeom>
              <a:avLst/>
              <a:gdLst/>
              <a:ahLst/>
              <a:cxnLst/>
              <a:rect l="0" t="0" r="r" b="b"/>
              <a:pathLst>
                <a:path w="513" h="61002">
                  <a:moveTo>
                    <a:pt x="0" y="61002"/>
                  </a:moveTo>
                  <a:lnTo>
                    <a:pt x="513" y="0"/>
                  </a:lnTo>
                </a:path>
              </a:pathLst>
            </a:custGeom>
            <a:noFill/>
            <a:ln w="54864" cap="rnd">
              <a:solidFill>
                <a:srgbClr val="6D706D"/>
              </a:solidFill>
              <a:round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14" name="1671 Rectangle 1713"/>
            <p:cNvSpPr/>
            <p:nvPr/>
          </p:nvSpPr>
          <p:spPr>
            <a:xfrm>
              <a:off x="15333593" y="8165582"/>
              <a:ext cx="122891" cy="128528"/>
            </a:xfrm>
            <a:custGeom>
              <a:avLst/>
              <a:gdLst/>
              <a:ahLst/>
              <a:cxnLst/>
              <a:rect l="0" t="0" r="r" b="b"/>
              <a:pathLst>
                <a:path w="13440" h="14056">
                  <a:moveTo>
                    <a:pt x="6837" y="0"/>
                  </a:moveTo>
                  <a:lnTo>
                    <a:pt x="13440" y="14056"/>
                  </a:lnTo>
                  <a:lnTo>
                    <a:pt x="6749" y="10500"/>
                  </a:lnTo>
                  <a:lnTo>
                    <a:pt x="0" y="13943"/>
                  </a:lnTo>
                  <a:close/>
                </a:path>
              </a:pathLst>
            </a:custGeom>
            <a:solidFill>
              <a:srgbClr val="6D706D"/>
            </a:solidFill>
            <a:ln w="35661" cap="rnd">
              <a:solidFill>
                <a:srgbClr val="6D706D"/>
              </a:solidFill>
              <a:round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grpSp>
          <p:nvGrpSpPr>
            <p:cNvPr id="1715" name="agent-clown-1684-862"/>
            <p:cNvGrpSpPr/>
            <p:nvPr/>
          </p:nvGrpSpPr>
          <p:grpSpPr>
            <a:xfrm>
              <a:off x="15167815" y="7651123"/>
              <a:ext cx="458208" cy="460467"/>
              <a:chOff x="15167815" y="7651123"/>
              <a:chExt cx="458208" cy="460467"/>
            </a:xfrm>
          </p:grpSpPr>
          <p:sp>
            <p:nvSpPr>
              <p:cNvPr id="1716" name="1672 Rectangle 1715"/>
              <p:cNvSpPr/>
              <p:nvPr/>
            </p:nvSpPr>
            <p:spPr>
              <a:xfrm>
                <a:off x="15167815" y="7651123"/>
                <a:ext cx="458208" cy="460467"/>
              </a:xfrm>
              <a:custGeom>
                <a:avLst/>
                <a:gdLst/>
                <a:ahLst/>
                <a:cxnLst/>
                <a:rect l="0" t="0" r="r" b="b"/>
                <a:pathLst>
                  <a:path w="50110" h="50357">
                    <a:moveTo>
                      <a:pt x="50077" y="25263"/>
                    </a:moveTo>
                    <a:cubicBezTo>
                      <a:pt x="50043" y="28881"/>
                      <a:pt x="49198" y="32799"/>
                      <a:pt x="47663" y="36067"/>
                    </a:cubicBezTo>
                    <a:cubicBezTo>
                      <a:pt x="46127" y="39335"/>
                      <a:pt x="43678" y="42619"/>
                      <a:pt x="40863" y="44869"/>
                    </a:cubicBezTo>
                    <a:cubicBezTo>
                      <a:pt x="38049" y="47120"/>
                      <a:pt x="34307" y="48781"/>
                      <a:pt x="30775" y="49569"/>
                    </a:cubicBezTo>
                    <a:cubicBezTo>
                      <a:pt x="27244" y="50357"/>
                      <a:pt x="23235" y="50343"/>
                      <a:pt x="19673" y="49598"/>
                    </a:cubicBezTo>
                    <a:cubicBezTo>
                      <a:pt x="16112" y="48853"/>
                      <a:pt x="12217" y="47358"/>
                      <a:pt x="9408" y="45101"/>
                    </a:cubicBezTo>
                    <a:cubicBezTo>
                      <a:pt x="6598" y="42843"/>
                      <a:pt x="4382" y="39362"/>
                      <a:pt x="2816" y="36056"/>
                    </a:cubicBezTo>
                    <a:cubicBezTo>
                      <a:pt x="1251" y="32749"/>
                      <a:pt x="0" y="28853"/>
                      <a:pt x="15" y="25263"/>
                    </a:cubicBezTo>
                    <a:cubicBezTo>
                      <a:pt x="30" y="21673"/>
                      <a:pt x="1309" y="17779"/>
                      <a:pt x="2907" y="14514"/>
                    </a:cubicBezTo>
                    <a:cubicBezTo>
                      <a:pt x="4506" y="11249"/>
                      <a:pt x="6817" y="7966"/>
                      <a:pt x="9605" y="5673"/>
                    </a:cubicBezTo>
                    <a:cubicBezTo>
                      <a:pt x="12393" y="3381"/>
                      <a:pt x="16113" y="1520"/>
                      <a:pt x="19635" y="760"/>
                    </a:cubicBezTo>
                    <a:cubicBezTo>
                      <a:pt x="23157" y="0"/>
                      <a:pt x="27241" y="247"/>
                      <a:pt x="30740" y="1112"/>
                    </a:cubicBezTo>
                    <a:cubicBezTo>
                      <a:pt x="34239" y="1977"/>
                      <a:pt x="37773" y="3744"/>
                      <a:pt x="40628" y="5952"/>
                    </a:cubicBezTo>
                    <a:cubicBezTo>
                      <a:pt x="43482" y="8160"/>
                      <a:pt x="46290" y="11143"/>
                      <a:pt x="47865" y="14361"/>
                    </a:cubicBezTo>
                    <a:cubicBezTo>
                      <a:pt x="49440" y="17580"/>
                      <a:pt x="50110" y="21645"/>
                      <a:pt x="50077" y="25263"/>
                    </a:cubicBezTo>
                    <a:close/>
                  </a:path>
                </a:pathLst>
              </a:custGeom>
              <a:solidFill>
                <a:srgbClr val="D89BEF"/>
              </a:solidFill>
              <a:ln w="54864" cap="rnd">
                <a:solidFill>
                  <a:srgbClr val="400076"/>
                </a:solidFill>
                <a:round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717" name="1673 Rectangle 1716"/>
              <p:cNvSpPr/>
              <p:nvPr/>
            </p:nvSpPr>
            <p:spPr>
              <a:xfrm>
                <a:off x="15266963" y="7751562"/>
                <a:ext cx="263066" cy="261132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718" name="1674 Rectangle 1717"/>
              <p:cNvSpPr/>
              <p:nvPr/>
            </p:nvSpPr>
            <p:spPr>
              <a:xfrm>
                <a:off x="15350138" y="7756398"/>
                <a:ext cx="97264" cy="19892"/>
              </a:xfrm>
              <a:prstGeom prst="rect">
                <a:avLst/>
              </a:prstGeom>
              <a:solidFill>
                <a:srgbClr val="151518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719" name="1675 Rectangle 1718"/>
              <p:cNvSpPr/>
              <p:nvPr/>
            </p:nvSpPr>
            <p:spPr>
              <a:xfrm>
                <a:off x="15311452" y="7775741"/>
                <a:ext cx="39235" cy="19892"/>
              </a:xfrm>
              <a:prstGeom prst="rect">
                <a:avLst/>
              </a:prstGeom>
              <a:solidFill>
                <a:srgbClr val="151518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720" name="1676 Rectangle 1719"/>
              <p:cNvSpPr/>
              <p:nvPr/>
            </p:nvSpPr>
            <p:spPr>
              <a:xfrm>
                <a:off x="15350138" y="7775741"/>
                <a:ext cx="97264" cy="19892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721" name="1677 Rectangle 1720"/>
              <p:cNvSpPr/>
              <p:nvPr/>
            </p:nvSpPr>
            <p:spPr>
              <a:xfrm>
                <a:off x="15446854" y="7775741"/>
                <a:ext cx="39235" cy="19892"/>
              </a:xfrm>
              <a:prstGeom prst="rect">
                <a:avLst/>
              </a:prstGeom>
              <a:solidFill>
                <a:srgbClr val="151518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722" name="1678 Rectangle 1721"/>
              <p:cNvSpPr/>
              <p:nvPr/>
            </p:nvSpPr>
            <p:spPr>
              <a:xfrm>
                <a:off x="15292109" y="7795084"/>
                <a:ext cx="19892" cy="19892"/>
              </a:xfrm>
              <a:prstGeom prst="rect">
                <a:avLst/>
              </a:prstGeom>
              <a:solidFill>
                <a:srgbClr val="151518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723" name="1679 Rectangle 1722"/>
              <p:cNvSpPr/>
              <p:nvPr/>
            </p:nvSpPr>
            <p:spPr>
              <a:xfrm>
                <a:off x="15311452" y="7795084"/>
                <a:ext cx="19892" cy="19892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724" name="1680 Rectangle 1723"/>
              <p:cNvSpPr/>
              <p:nvPr/>
            </p:nvSpPr>
            <p:spPr>
              <a:xfrm>
                <a:off x="15330795" y="7795084"/>
                <a:ext cx="39235" cy="19892"/>
              </a:xfrm>
              <a:prstGeom prst="rect">
                <a:avLst/>
              </a:prstGeom>
              <a:solidFill>
                <a:srgbClr val="FF263E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725" name="1681 Rectangle 1724"/>
              <p:cNvSpPr/>
              <p:nvPr/>
            </p:nvSpPr>
            <p:spPr>
              <a:xfrm>
                <a:off x="15369481" y="7795084"/>
                <a:ext cx="19892" cy="19892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726" name="1682 Rectangle 1725"/>
              <p:cNvSpPr/>
              <p:nvPr/>
            </p:nvSpPr>
            <p:spPr>
              <a:xfrm>
                <a:off x="15388824" y="7795084"/>
                <a:ext cx="39235" cy="19892"/>
              </a:xfrm>
              <a:prstGeom prst="rect">
                <a:avLst/>
              </a:prstGeom>
              <a:solidFill>
                <a:srgbClr val="FF263E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727" name="1683 Rectangle 1726"/>
              <p:cNvSpPr/>
              <p:nvPr/>
            </p:nvSpPr>
            <p:spPr>
              <a:xfrm>
                <a:off x="15427511" y="7795084"/>
                <a:ext cx="58578" cy="19892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728" name="1684 Rectangle 1727"/>
              <p:cNvSpPr/>
              <p:nvPr/>
            </p:nvSpPr>
            <p:spPr>
              <a:xfrm>
                <a:off x="15485540" y="7795084"/>
                <a:ext cx="19892" cy="19892"/>
              </a:xfrm>
              <a:prstGeom prst="rect">
                <a:avLst/>
              </a:prstGeom>
              <a:solidFill>
                <a:srgbClr val="151518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729" name="1685 Rectangle 1728"/>
              <p:cNvSpPr/>
              <p:nvPr/>
            </p:nvSpPr>
            <p:spPr>
              <a:xfrm>
                <a:off x="15292109" y="7814427"/>
                <a:ext cx="19892" cy="19892"/>
              </a:xfrm>
              <a:prstGeom prst="rect">
                <a:avLst/>
              </a:prstGeom>
              <a:solidFill>
                <a:srgbClr val="151518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730" name="1686 Rectangle 1729"/>
              <p:cNvSpPr/>
              <p:nvPr/>
            </p:nvSpPr>
            <p:spPr>
              <a:xfrm>
                <a:off x="15311452" y="7814427"/>
                <a:ext cx="19892" cy="19892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731" name="1687 Rectangle 1730"/>
              <p:cNvSpPr/>
              <p:nvPr/>
            </p:nvSpPr>
            <p:spPr>
              <a:xfrm>
                <a:off x="15330795" y="7814427"/>
                <a:ext cx="19892" cy="19892"/>
              </a:xfrm>
              <a:prstGeom prst="rect">
                <a:avLst/>
              </a:prstGeom>
              <a:solidFill>
                <a:srgbClr val="FF263E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732" name="1688 Rectangle 1731"/>
              <p:cNvSpPr/>
              <p:nvPr/>
            </p:nvSpPr>
            <p:spPr>
              <a:xfrm>
                <a:off x="15350138" y="7814427"/>
                <a:ext cx="97264" cy="19892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733" name="1689 Rectangle 1732"/>
              <p:cNvSpPr/>
              <p:nvPr/>
            </p:nvSpPr>
            <p:spPr>
              <a:xfrm>
                <a:off x="15446854" y="7814427"/>
                <a:ext cx="39235" cy="19892"/>
              </a:xfrm>
              <a:prstGeom prst="rect">
                <a:avLst/>
              </a:prstGeom>
              <a:solidFill>
                <a:srgbClr val="FF263E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734" name="1690 Rectangle 1733"/>
              <p:cNvSpPr/>
              <p:nvPr/>
            </p:nvSpPr>
            <p:spPr>
              <a:xfrm>
                <a:off x="15485540" y="7814427"/>
                <a:ext cx="19892" cy="19892"/>
              </a:xfrm>
              <a:prstGeom prst="rect">
                <a:avLst/>
              </a:prstGeom>
              <a:solidFill>
                <a:srgbClr val="151518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735" name="1691 Rectangle 1734"/>
              <p:cNvSpPr/>
              <p:nvPr/>
            </p:nvSpPr>
            <p:spPr>
              <a:xfrm>
                <a:off x="15272766" y="7833770"/>
                <a:ext cx="19892" cy="19892"/>
              </a:xfrm>
              <a:prstGeom prst="rect">
                <a:avLst/>
              </a:prstGeom>
              <a:solidFill>
                <a:srgbClr val="151518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736" name="1692 Rectangle 1735"/>
              <p:cNvSpPr/>
              <p:nvPr/>
            </p:nvSpPr>
            <p:spPr>
              <a:xfrm>
                <a:off x="15292109" y="7833770"/>
                <a:ext cx="174636" cy="19892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737" name="1693 Rectangle 1736"/>
              <p:cNvSpPr/>
              <p:nvPr/>
            </p:nvSpPr>
            <p:spPr>
              <a:xfrm>
                <a:off x="15466197" y="7833770"/>
                <a:ext cx="19892" cy="19892"/>
              </a:xfrm>
              <a:prstGeom prst="rect">
                <a:avLst/>
              </a:prstGeom>
              <a:solidFill>
                <a:srgbClr val="FF263E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738" name="1694 Rectangle 1737"/>
              <p:cNvSpPr/>
              <p:nvPr/>
            </p:nvSpPr>
            <p:spPr>
              <a:xfrm>
                <a:off x="15485540" y="7833770"/>
                <a:ext cx="19892" cy="19892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739" name="1695 Rectangle 1738"/>
              <p:cNvSpPr/>
              <p:nvPr/>
            </p:nvSpPr>
            <p:spPr>
              <a:xfrm>
                <a:off x="15504883" y="7833770"/>
                <a:ext cx="19892" cy="19892"/>
              </a:xfrm>
              <a:prstGeom prst="rect">
                <a:avLst/>
              </a:prstGeom>
              <a:solidFill>
                <a:srgbClr val="151518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740" name="1696 Rectangle 1739"/>
              <p:cNvSpPr/>
              <p:nvPr/>
            </p:nvSpPr>
            <p:spPr>
              <a:xfrm>
                <a:off x="15272766" y="7853113"/>
                <a:ext cx="19892" cy="19892"/>
              </a:xfrm>
              <a:prstGeom prst="rect">
                <a:avLst/>
              </a:prstGeom>
              <a:solidFill>
                <a:srgbClr val="151518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741" name="1697 Rectangle 1740"/>
              <p:cNvSpPr/>
              <p:nvPr/>
            </p:nvSpPr>
            <p:spPr>
              <a:xfrm>
                <a:off x="15292109" y="7853113"/>
                <a:ext cx="39235" cy="19892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742" name="1698 Rectangle 1741"/>
              <p:cNvSpPr/>
              <p:nvPr/>
            </p:nvSpPr>
            <p:spPr>
              <a:xfrm>
                <a:off x="15330795" y="7853113"/>
                <a:ext cx="19892" cy="19892"/>
              </a:xfrm>
              <a:prstGeom prst="rect">
                <a:avLst/>
              </a:prstGeom>
              <a:solidFill>
                <a:srgbClr val="151518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743" name="1699 Rectangle 1742"/>
              <p:cNvSpPr/>
              <p:nvPr/>
            </p:nvSpPr>
            <p:spPr>
              <a:xfrm>
                <a:off x="15350138" y="7853113"/>
                <a:ext cx="39235" cy="19892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744" name="1700 Rectangle 1743"/>
              <p:cNvSpPr/>
              <p:nvPr/>
            </p:nvSpPr>
            <p:spPr>
              <a:xfrm>
                <a:off x="15388824" y="7853113"/>
                <a:ext cx="19892" cy="19892"/>
              </a:xfrm>
              <a:prstGeom prst="rect">
                <a:avLst/>
              </a:prstGeom>
              <a:solidFill>
                <a:srgbClr val="151518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745" name="1701 Rectangle 1744"/>
              <p:cNvSpPr/>
              <p:nvPr/>
            </p:nvSpPr>
            <p:spPr>
              <a:xfrm>
                <a:off x="15408168" y="7853113"/>
                <a:ext cx="97264" cy="19892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746" name="1702 Rectangle 1745"/>
              <p:cNvSpPr/>
              <p:nvPr/>
            </p:nvSpPr>
            <p:spPr>
              <a:xfrm>
                <a:off x="15504883" y="7853113"/>
                <a:ext cx="19892" cy="19892"/>
              </a:xfrm>
              <a:prstGeom prst="rect">
                <a:avLst/>
              </a:prstGeom>
              <a:solidFill>
                <a:srgbClr val="151518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747" name="1703 Rectangle 1746"/>
              <p:cNvSpPr/>
              <p:nvPr/>
            </p:nvSpPr>
            <p:spPr>
              <a:xfrm>
                <a:off x="15272766" y="7872456"/>
                <a:ext cx="19892" cy="19892"/>
              </a:xfrm>
              <a:prstGeom prst="rect">
                <a:avLst/>
              </a:prstGeom>
              <a:solidFill>
                <a:srgbClr val="151518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748" name="1704 Rectangle 1747"/>
              <p:cNvSpPr/>
              <p:nvPr/>
            </p:nvSpPr>
            <p:spPr>
              <a:xfrm>
                <a:off x="15292109" y="7872456"/>
                <a:ext cx="135950" cy="19892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749" name="1705 Rectangle 1748"/>
              <p:cNvSpPr/>
              <p:nvPr/>
            </p:nvSpPr>
            <p:spPr>
              <a:xfrm>
                <a:off x="15427511" y="7872456"/>
                <a:ext cx="39235" cy="19892"/>
              </a:xfrm>
              <a:prstGeom prst="rect">
                <a:avLst/>
              </a:prstGeom>
              <a:solidFill>
                <a:srgbClr val="FF263E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750" name="1706 Rectangle 1749"/>
              <p:cNvSpPr/>
              <p:nvPr/>
            </p:nvSpPr>
            <p:spPr>
              <a:xfrm>
                <a:off x="15466197" y="7872456"/>
                <a:ext cx="39235" cy="19892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751" name="1707 Rectangle 1750"/>
              <p:cNvSpPr/>
              <p:nvPr/>
            </p:nvSpPr>
            <p:spPr>
              <a:xfrm>
                <a:off x="15504883" y="7872456"/>
                <a:ext cx="19892" cy="19892"/>
              </a:xfrm>
              <a:prstGeom prst="rect">
                <a:avLst/>
              </a:prstGeom>
              <a:solidFill>
                <a:srgbClr val="151518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752" name="1708 Rectangle 1751"/>
              <p:cNvSpPr/>
              <p:nvPr/>
            </p:nvSpPr>
            <p:spPr>
              <a:xfrm>
                <a:off x="15272766" y="7891800"/>
                <a:ext cx="19892" cy="19892"/>
              </a:xfrm>
              <a:prstGeom prst="rect">
                <a:avLst/>
              </a:prstGeom>
              <a:solidFill>
                <a:srgbClr val="151518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753" name="1709 Rectangle 1752"/>
              <p:cNvSpPr/>
              <p:nvPr/>
            </p:nvSpPr>
            <p:spPr>
              <a:xfrm>
                <a:off x="15292109" y="7891800"/>
                <a:ext cx="19892" cy="19892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754" name="1710 Rectangle 1753"/>
              <p:cNvSpPr/>
              <p:nvPr/>
            </p:nvSpPr>
            <p:spPr>
              <a:xfrm>
                <a:off x="15311452" y="7891800"/>
                <a:ext cx="19892" cy="19892"/>
              </a:xfrm>
              <a:prstGeom prst="rect">
                <a:avLst/>
              </a:prstGeom>
              <a:solidFill>
                <a:srgbClr val="F682D5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755" name="1711 Rectangle 1754"/>
              <p:cNvSpPr/>
              <p:nvPr/>
            </p:nvSpPr>
            <p:spPr>
              <a:xfrm>
                <a:off x="15330795" y="7891800"/>
                <a:ext cx="97264" cy="19892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756" name="1712 Rectangle 1755"/>
              <p:cNvSpPr/>
              <p:nvPr/>
            </p:nvSpPr>
            <p:spPr>
              <a:xfrm>
                <a:off x="15427511" y="7891800"/>
                <a:ext cx="19892" cy="19892"/>
              </a:xfrm>
              <a:prstGeom prst="rect">
                <a:avLst/>
              </a:prstGeom>
              <a:solidFill>
                <a:srgbClr val="F682D5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757" name="1713 Rectangle 1756"/>
              <p:cNvSpPr/>
              <p:nvPr/>
            </p:nvSpPr>
            <p:spPr>
              <a:xfrm>
                <a:off x="15446854" y="7891800"/>
                <a:ext cx="58578" cy="19892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758" name="1714 Rectangle 1757"/>
              <p:cNvSpPr/>
              <p:nvPr/>
            </p:nvSpPr>
            <p:spPr>
              <a:xfrm>
                <a:off x="15504883" y="7891800"/>
                <a:ext cx="19892" cy="19892"/>
              </a:xfrm>
              <a:prstGeom prst="rect">
                <a:avLst/>
              </a:prstGeom>
              <a:solidFill>
                <a:srgbClr val="151518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759" name="1715 Rectangle 1758"/>
              <p:cNvSpPr/>
              <p:nvPr/>
            </p:nvSpPr>
            <p:spPr>
              <a:xfrm>
                <a:off x="15272766" y="7911143"/>
                <a:ext cx="19892" cy="19892"/>
              </a:xfrm>
              <a:prstGeom prst="rect">
                <a:avLst/>
              </a:prstGeom>
              <a:solidFill>
                <a:srgbClr val="151518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760" name="1716 Rectangle 1759"/>
              <p:cNvSpPr/>
              <p:nvPr/>
            </p:nvSpPr>
            <p:spPr>
              <a:xfrm>
                <a:off x="15292109" y="7911143"/>
                <a:ext cx="77921" cy="19892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761" name="1717 Rectangle 1760"/>
              <p:cNvSpPr/>
              <p:nvPr/>
            </p:nvSpPr>
            <p:spPr>
              <a:xfrm>
                <a:off x="15369481" y="7911143"/>
                <a:ext cx="19892" cy="19892"/>
              </a:xfrm>
              <a:prstGeom prst="rect">
                <a:avLst/>
              </a:prstGeom>
              <a:solidFill>
                <a:srgbClr val="151518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762" name="1718 Rectangle 1761"/>
              <p:cNvSpPr/>
              <p:nvPr/>
            </p:nvSpPr>
            <p:spPr>
              <a:xfrm>
                <a:off x="15388824" y="7911143"/>
                <a:ext cx="116607" cy="19892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763" name="1719 Rectangle 1762"/>
              <p:cNvSpPr/>
              <p:nvPr/>
            </p:nvSpPr>
            <p:spPr>
              <a:xfrm>
                <a:off x="15504883" y="7911143"/>
                <a:ext cx="19892" cy="19892"/>
              </a:xfrm>
              <a:prstGeom prst="rect">
                <a:avLst/>
              </a:prstGeom>
              <a:solidFill>
                <a:srgbClr val="151518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764" name="1720 Rectangle 1763"/>
              <p:cNvSpPr/>
              <p:nvPr/>
            </p:nvSpPr>
            <p:spPr>
              <a:xfrm>
                <a:off x="15272766" y="7930486"/>
                <a:ext cx="19892" cy="19892"/>
              </a:xfrm>
              <a:prstGeom prst="rect">
                <a:avLst/>
              </a:prstGeom>
              <a:solidFill>
                <a:srgbClr val="151518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765" name="1721 Rectangle 1764"/>
              <p:cNvSpPr/>
              <p:nvPr/>
            </p:nvSpPr>
            <p:spPr>
              <a:xfrm>
                <a:off x="15292109" y="7930486"/>
                <a:ext cx="58578" cy="19892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766" name="1722 Rectangle 1765"/>
              <p:cNvSpPr/>
              <p:nvPr/>
            </p:nvSpPr>
            <p:spPr>
              <a:xfrm>
                <a:off x="15350138" y="7930486"/>
                <a:ext cx="19892" cy="19892"/>
              </a:xfrm>
              <a:prstGeom prst="rect">
                <a:avLst/>
              </a:prstGeom>
              <a:solidFill>
                <a:srgbClr val="FF263E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767" name="1723 Rectangle 1766"/>
              <p:cNvSpPr/>
              <p:nvPr/>
            </p:nvSpPr>
            <p:spPr>
              <a:xfrm>
                <a:off x="15369481" y="7930486"/>
                <a:ext cx="135950" cy="19892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768" name="1724 Rectangle 1767"/>
              <p:cNvSpPr/>
              <p:nvPr/>
            </p:nvSpPr>
            <p:spPr>
              <a:xfrm>
                <a:off x="15504883" y="7930486"/>
                <a:ext cx="19892" cy="19892"/>
              </a:xfrm>
              <a:prstGeom prst="rect">
                <a:avLst/>
              </a:prstGeom>
              <a:solidFill>
                <a:srgbClr val="151518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769" name="1725 Rectangle 1768"/>
              <p:cNvSpPr/>
              <p:nvPr/>
            </p:nvSpPr>
            <p:spPr>
              <a:xfrm>
                <a:off x="15272766" y="7949829"/>
                <a:ext cx="19892" cy="19892"/>
              </a:xfrm>
              <a:prstGeom prst="rect">
                <a:avLst/>
              </a:prstGeom>
              <a:solidFill>
                <a:srgbClr val="151518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770" name="1726 Rectangle 1769"/>
              <p:cNvSpPr/>
              <p:nvPr/>
            </p:nvSpPr>
            <p:spPr>
              <a:xfrm>
                <a:off x="15292109" y="7949829"/>
                <a:ext cx="58578" cy="19892"/>
              </a:xfrm>
              <a:prstGeom prst="rect">
                <a:avLst/>
              </a:prstGeom>
              <a:solidFill>
                <a:srgbClr val="061CDE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771" name="1727 Rectangle 1770"/>
              <p:cNvSpPr/>
              <p:nvPr/>
            </p:nvSpPr>
            <p:spPr>
              <a:xfrm>
                <a:off x="15350138" y="7949829"/>
                <a:ext cx="19892" cy="19892"/>
              </a:xfrm>
              <a:prstGeom prst="rect">
                <a:avLst/>
              </a:prstGeom>
              <a:solidFill>
                <a:srgbClr val="FF263E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772" name="1728 Rectangle 1771"/>
              <p:cNvSpPr/>
              <p:nvPr/>
            </p:nvSpPr>
            <p:spPr>
              <a:xfrm>
                <a:off x="15369481" y="7949829"/>
                <a:ext cx="19892" cy="19892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773" name="1729 Rectangle 1772"/>
              <p:cNvSpPr/>
              <p:nvPr/>
            </p:nvSpPr>
            <p:spPr>
              <a:xfrm>
                <a:off x="15388824" y="7949829"/>
                <a:ext cx="116607" cy="19892"/>
              </a:xfrm>
              <a:prstGeom prst="rect">
                <a:avLst/>
              </a:prstGeom>
              <a:solidFill>
                <a:srgbClr val="061CDE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774" name="1730 Rectangle 1773"/>
              <p:cNvSpPr/>
              <p:nvPr/>
            </p:nvSpPr>
            <p:spPr>
              <a:xfrm>
                <a:off x="15504883" y="7949829"/>
                <a:ext cx="19892" cy="19892"/>
              </a:xfrm>
              <a:prstGeom prst="rect">
                <a:avLst/>
              </a:prstGeom>
              <a:solidFill>
                <a:srgbClr val="151518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775" name="1731 Rectangle 1774"/>
              <p:cNvSpPr/>
              <p:nvPr/>
            </p:nvSpPr>
            <p:spPr>
              <a:xfrm>
                <a:off x="15272766" y="7969172"/>
                <a:ext cx="19892" cy="19892"/>
              </a:xfrm>
              <a:prstGeom prst="rect">
                <a:avLst/>
              </a:prstGeom>
              <a:solidFill>
                <a:srgbClr val="151518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776" name="1732 Rectangle 1775"/>
              <p:cNvSpPr/>
              <p:nvPr/>
            </p:nvSpPr>
            <p:spPr>
              <a:xfrm>
                <a:off x="15292109" y="7969172"/>
                <a:ext cx="213322" cy="19892"/>
              </a:xfrm>
              <a:prstGeom prst="rect">
                <a:avLst/>
              </a:prstGeom>
              <a:solidFill>
                <a:srgbClr val="061CDE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777" name="1733 Rectangle 1776"/>
              <p:cNvSpPr/>
              <p:nvPr/>
            </p:nvSpPr>
            <p:spPr>
              <a:xfrm>
                <a:off x="15504883" y="7969172"/>
                <a:ext cx="19892" cy="19892"/>
              </a:xfrm>
              <a:prstGeom prst="rect">
                <a:avLst/>
              </a:prstGeom>
              <a:solidFill>
                <a:srgbClr val="151518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778" name="1734 Rectangle 1777"/>
              <p:cNvSpPr/>
              <p:nvPr/>
            </p:nvSpPr>
            <p:spPr>
              <a:xfrm>
                <a:off x="15272766" y="7988515"/>
                <a:ext cx="252009" cy="19892"/>
              </a:xfrm>
              <a:prstGeom prst="rect">
                <a:avLst/>
              </a:prstGeom>
              <a:solidFill>
                <a:srgbClr val="151518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</p:grpSp>
        <p:grpSp>
          <p:nvGrpSpPr>
            <p:cNvPr id="1779" name="agent-clown-1815-860"/>
            <p:cNvGrpSpPr/>
            <p:nvPr/>
          </p:nvGrpSpPr>
          <p:grpSpPr>
            <a:xfrm>
              <a:off x="16365187" y="7633042"/>
              <a:ext cx="460711" cy="463156"/>
              <a:chOff x="16365187" y="7633042"/>
              <a:chExt cx="460711" cy="463156"/>
            </a:xfrm>
          </p:grpSpPr>
          <p:sp>
            <p:nvSpPr>
              <p:cNvPr id="1780" name="1735 Rectangle 1779"/>
              <p:cNvSpPr/>
              <p:nvPr/>
            </p:nvSpPr>
            <p:spPr>
              <a:xfrm>
                <a:off x="16365187" y="7633042"/>
                <a:ext cx="460711" cy="463156"/>
              </a:xfrm>
              <a:custGeom>
                <a:avLst/>
                <a:gdLst/>
                <a:ahLst/>
                <a:cxnLst/>
                <a:rect l="0" t="0" r="r" b="b"/>
                <a:pathLst>
                  <a:path w="50384" h="50651">
                    <a:moveTo>
                      <a:pt x="50355" y="25240"/>
                    </a:moveTo>
                    <a:cubicBezTo>
                      <a:pt x="50384" y="28842"/>
                      <a:pt x="49419" y="32872"/>
                      <a:pt x="47805" y="36087"/>
                    </a:cubicBezTo>
                    <a:cubicBezTo>
                      <a:pt x="46190" y="39302"/>
                      <a:pt x="43508" y="42343"/>
                      <a:pt x="40667" y="44533"/>
                    </a:cubicBezTo>
                    <a:cubicBezTo>
                      <a:pt x="37825" y="46723"/>
                      <a:pt x="34257" y="48337"/>
                      <a:pt x="30756" y="49226"/>
                    </a:cubicBezTo>
                    <a:cubicBezTo>
                      <a:pt x="27255" y="50116"/>
                      <a:pt x="23138" y="50651"/>
                      <a:pt x="19660" y="49871"/>
                    </a:cubicBezTo>
                    <a:cubicBezTo>
                      <a:pt x="16182" y="49090"/>
                      <a:pt x="12719" y="46834"/>
                      <a:pt x="9888" y="44543"/>
                    </a:cubicBezTo>
                    <a:cubicBezTo>
                      <a:pt x="7057" y="42252"/>
                      <a:pt x="4321" y="39344"/>
                      <a:pt x="2675" y="36127"/>
                    </a:cubicBezTo>
                    <a:cubicBezTo>
                      <a:pt x="1030" y="32910"/>
                      <a:pt x="0" y="28862"/>
                      <a:pt x="15" y="25240"/>
                    </a:cubicBezTo>
                    <a:cubicBezTo>
                      <a:pt x="29" y="21619"/>
                      <a:pt x="1186" y="17699"/>
                      <a:pt x="2762" y="14396"/>
                    </a:cubicBezTo>
                    <a:cubicBezTo>
                      <a:pt x="4339" y="11092"/>
                      <a:pt x="6634" y="7611"/>
                      <a:pt x="9475" y="5419"/>
                    </a:cubicBezTo>
                    <a:cubicBezTo>
                      <a:pt x="12315" y="3228"/>
                      <a:pt x="16236" y="2034"/>
                      <a:pt x="19805" y="1246"/>
                    </a:cubicBezTo>
                    <a:cubicBezTo>
                      <a:pt x="23373" y="458"/>
                      <a:pt x="27334" y="0"/>
                      <a:pt x="30885" y="691"/>
                    </a:cubicBezTo>
                    <a:cubicBezTo>
                      <a:pt x="34436" y="1381"/>
                      <a:pt x="38320" y="3092"/>
                      <a:pt x="41112" y="5390"/>
                    </a:cubicBezTo>
                    <a:cubicBezTo>
                      <a:pt x="43903" y="7687"/>
                      <a:pt x="46092" y="11168"/>
                      <a:pt x="47633" y="14477"/>
                    </a:cubicBezTo>
                    <a:cubicBezTo>
                      <a:pt x="49173" y="17785"/>
                      <a:pt x="50327" y="21639"/>
                      <a:pt x="50355" y="25240"/>
                    </a:cubicBezTo>
                    <a:close/>
                  </a:path>
                </a:pathLst>
              </a:custGeom>
              <a:solidFill>
                <a:srgbClr val="D89BEF"/>
              </a:solidFill>
              <a:ln w="54864" cap="rnd">
                <a:solidFill>
                  <a:srgbClr val="400076"/>
                </a:solidFill>
                <a:round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781" name="1736 Rectangle 1780"/>
              <p:cNvSpPr/>
              <p:nvPr/>
            </p:nvSpPr>
            <p:spPr>
              <a:xfrm>
                <a:off x="16464827" y="7733274"/>
                <a:ext cx="263066" cy="261132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782" name="1737 Rectangle 1781"/>
              <p:cNvSpPr/>
              <p:nvPr/>
            </p:nvSpPr>
            <p:spPr>
              <a:xfrm>
                <a:off x="16548002" y="7738110"/>
                <a:ext cx="97264" cy="19892"/>
              </a:xfrm>
              <a:prstGeom prst="rect">
                <a:avLst/>
              </a:prstGeom>
              <a:solidFill>
                <a:srgbClr val="151518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783" name="1738 Rectangle 1782"/>
              <p:cNvSpPr/>
              <p:nvPr/>
            </p:nvSpPr>
            <p:spPr>
              <a:xfrm>
                <a:off x="16509316" y="7757453"/>
                <a:ext cx="39235" cy="19892"/>
              </a:xfrm>
              <a:prstGeom prst="rect">
                <a:avLst/>
              </a:prstGeom>
              <a:solidFill>
                <a:srgbClr val="151518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784" name="1739 Rectangle 1783"/>
              <p:cNvSpPr/>
              <p:nvPr/>
            </p:nvSpPr>
            <p:spPr>
              <a:xfrm>
                <a:off x="16548002" y="7757453"/>
                <a:ext cx="97264" cy="19892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785" name="1740 Rectangle 1784"/>
              <p:cNvSpPr/>
              <p:nvPr/>
            </p:nvSpPr>
            <p:spPr>
              <a:xfrm>
                <a:off x="16644718" y="7757453"/>
                <a:ext cx="39235" cy="19892"/>
              </a:xfrm>
              <a:prstGeom prst="rect">
                <a:avLst/>
              </a:prstGeom>
              <a:solidFill>
                <a:srgbClr val="151518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786" name="1741 Rectangle 1785"/>
              <p:cNvSpPr/>
              <p:nvPr/>
            </p:nvSpPr>
            <p:spPr>
              <a:xfrm>
                <a:off x="16489973" y="7776796"/>
                <a:ext cx="19892" cy="19892"/>
              </a:xfrm>
              <a:prstGeom prst="rect">
                <a:avLst/>
              </a:prstGeom>
              <a:solidFill>
                <a:srgbClr val="151518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787" name="1742 Rectangle 1786"/>
              <p:cNvSpPr/>
              <p:nvPr/>
            </p:nvSpPr>
            <p:spPr>
              <a:xfrm>
                <a:off x="16509316" y="7776796"/>
                <a:ext cx="19892" cy="19892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788" name="1743 Rectangle 1787"/>
              <p:cNvSpPr/>
              <p:nvPr/>
            </p:nvSpPr>
            <p:spPr>
              <a:xfrm>
                <a:off x="16528659" y="7776796"/>
                <a:ext cx="39235" cy="19892"/>
              </a:xfrm>
              <a:prstGeom prst="rect">
                <a:avLst/>
              </a:prstGeom>
              <a:solidFill>
                <a:srgbClr val="FF263E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789" name="1744 Rectangle 1788"/>
              <p:cNvSpPr/>
              <p:nvPr/>
            </p:nvSpPr>
            <p:spPr>
              <a:xfrm>
                <a:off x="16567345" y="7776796"/>
                <a:ext cx="19892" cy="19892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790" name="1745 Rectangle 1789"/>
              <p:cNvSpPr/>
              <p:nvPr/>
            </p:nvSpPr>
            <p:spPr>
              <a:xfrm>
                <a:off x="16586688" y="7776796"/>
                <a:ext cx="39235" cy="19892"/>
              </a:xfrm>
              <a:prstGeom prst="rect">
                <a:avLst/>
              </a:prstGeom>
              <a:solidFill>
                <a:srgbClr val="FF263E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791" name="1746 Rectangle 1790"/>
              <p:cNvSpPr/>
              <p:nvPr/>
            </p:nvSpPr>
            <p:spPr>
              <a:xfrm>
                <a:off x="16625375" y="7776796"/>
                <a:ext cx="58578" cy="19892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792" name="1747 Rectangle 1791"/>
              <p:cNvSpPr/>
              <p:nvPr/>
            </p:nvSpPr>
            <p:spPr>
              <a:xfrm>
                <a:off x="16683404" y="7776796"/>
                <a:ext cx="19892" cy="19892"/>
              </a:xfrm>
              <a:prstGeom prst="rect">
                <a:avLst/>
              </a:prstGeom>
              <a:solidFill>
                <a:srgbClr val="151518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793" name="1748 Rectangle 1792"/>
              <p:cNvSpPr/>
              <p:nvPr/>
            </p:nvSpPr>
            <p:spPr>
              <a:xfrm>
                <a:off x="16489973" y="7796139"/>
                <a:ext cx="19892" cy="19892"/>
              </a:xfrm>
              <a:prstGeom prst="rect">
                <a:avLst/>
              </a:prstGeom>
              <a:solidFill>
                <a:srgbClr val="151518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794" name="1749 Rectangle 1793"/>
              <p:cNvSpPr/>
              <p:nvPr/>
            </p:nvSpPr>
            <p:spPr>
              <a:xfrm>
                <a:off x="16509316" y="7796139"/>
                <a:ext cx="19892" cy="19892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795" name="1750 Rectangle 1794"/>
              <p:cNvSpPr/>
              <p:nvPr/>
            </p:nvSpPr>
            <p:spPr>
              <a:xfrm>
                <a:off x="16528659" y="7796139"/>
                <a:ext cx="19892" cy="19892"/>
              </a:xfrm>
              <a:prstGeom prst="rect">
                <a:avLst/>
              </a:prstGeom>
              <a:solidFill>
                <a:srgbClr val="FF263E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796" name="1751 Rectangle 1795"/>
              <p:cNvSpPr/>
              <p:nvPr/>
            </p:nvSpPr>
            <p:spPr>
              <a:xfrm>
                <a:off x="16548002" y="7796139"/>
                <a:ext cx="97264" cy="19892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797" name="1752 Rectangle 1796"/>
              <p:cNvSpPr/>
              <p:nvPr/>
            </p:nvSpPr>
            <p:spPr>
              <a:xfrm>
                <a:off x="16644718" y="7796139"/>
                <a:ext cx="39235" cy="19892"/>
              </a:xfrm>
              <a:prstGeom prst="rect">
                <a:avLst/>
              </a:prstGeom>
              <a:solidFill>
                <a:srgbClr val="FF263E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798" name="1753 Rectangle 1797"/>
              <p:cNvSpPr/>
              <p:nvPr/>
            </p:nvSpPr>
            <p:spPr>
              <a:xfrm>
                <a:off x="16683404" y="7796139"/>
                <a:ext cx="19892" cy="19892"/>
              </a:xfrm>
              <a:prstGeom prst="rect">
                <a:avLst/>
              </a:prstGeom>
              <a:solidFill>
                <a:srgbClr val="151518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799" name="1754 Rectangle 1798"/>
              <p:cNvSpPr/>
              <p:nvPr/>
            </p:nvSpPr>
            <p:spPr>
              <a:xfrm>
                <a:off x="16470630" y="7815482"/>
                <a:ext cx="19892" cy="19892"/>
              </a:xfrm>
              <a:prstGeom prst="rect">
                <a:avLst/>
              </a:prstGeom>
              <a:solidFill>
                <a:srgbClr val="151518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800" name="1755 Rectangle 1799"/>
              <p:cNvSpPr/>
              <p:nvPr/>
            </p:nvSpPr>
            <p:spPr>
              <a:xfrm>
                <a:off x="16489973" y="7815482"/>
                <a:ext cx="174636" cy="19892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801" name="1756 Rectangle 1800"/>
              <p:cNvSpPr/>
              <p:nvPr/>
            </p:nvSpPr>
            <p:spPr>
              <a:xfrm>
                <a:off x="16664061" y="7815482"/>
                <a:ext cx="19892" cy="19892"/>
              </a:xfrm>
              <a:prstGeom prst="rect">
                <a:avLst/>
              </a:prstGeom>
              <a:solidFill>
                <a:srgbClr val="FF263E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802" name="1757 Rectangle 1801"/>
              <p:cNvSpPr/>
              <p:nvPr/>
            </p:nvSpPr>
            <p:spPr>
              <a:xfrm>
                <a:off x="16683404" y="7815482"/>
                <a:ext cx="19892" cy="19892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803" name="1758 Rectangle 1802"/>
              <p:cNvSpPr/>
              <p:nvPr/>
            </p:nvSpPr>
            <p:spPr>
              <a:xfrm>
                <a:off x="16702747" y="7815482"/>
                <a:ext cx="19892" cy="19892"/>
              </a:xfrm>
              <a:prstGeom prst="rect">
                <a:avLst/>
              </a:prstGeom>
              <a:solidFill>
                <a:srgbClr val="151518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804" name="1759 Rectangle 1803"/>
              <p:cNvSpPr/>
              <p:nvPr/>
            </p:nvSpPr>
            <p:spPr>
              <a:xfrm>
                <a:off x="16470630" y="7834825"/>
                <a:ext cx="19892" cy="19892"/>
              </a:xfrm>
              <a:prstGeom prst="rect">
                <a:avLst/>
              </a:prstGeom>
              <a:solidFill>
                <a:srgbClr val="151518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805" name="1760 Rectangle 1804"/>
              <p:cNvSpPr/>
              <p:nvPr/>
            </p:nvSpPr>
            <p:spPr>
              <a:xfrm>
                <a:off x="16489973" y="7834825"/>
                <a:ext cx="39235" cy="19892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806" name="1761 Rectangle 1805"/>
              <p:cNvSpPr/>
              <p:nvPr/>
            </p:nvSpPr>
            <p:spPr>
              <a:xfrm>
                <a:off x="16528659" y="7834825"/>
                <a:ext cx="19892" cy="19892"/>
              </a:xfrm>
              <a:prstGeom prst="rect">
                <a:avLst/>
              </a:prstGeom>
              <a:solidFill>
                <a:srgbClr val="151518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807" name="1762 Rectangle 1806"/>
              <p:cNvSpPr/>
              <p:nvPr/>
            </p:nvSpPr>
            <p:spPr>
              <a:xfrm>
                <a:off x="16548002" y="7834825"/>
                <a:ext cx="39235" cy="19892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808" name="1763 Rectangle 1807"/>
              <p:cNvSpPr/>
              <p:nvPr/>
            </p:nvSpPr>
            <p:spPr>
              <a:xfrm>
                <a:off x="16586688" y="7834825"/>
                <a:ext cx="19892" cy="19892"/>
              </a:xfrm>
              <a:prstGeom prst="rect">
                <a:avLst/>
              </a:prstGeom>
              <a:solidFill>
                <a:srgbClr val="151518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809" name="1764 Rectangle 1808"/>
              <p:cNvSpPr/>
              <p:nvPr/>
            </p:nvSpPr>
            <p:spPr>
              <a:xfrm>
                <a:off x="16606032" y="7834825"/>
                <a:ext cx="97264" cy="19892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810" name="1765 Rectangle 1809"/>
              <p:cNvSpPr/>
              <p:nvPr/>
            </p:nvSpPr>
            <p:spPr>
              <a:xfrm>
                <a:off x="16702747" y="7834825"/>
                <a:ext cx="19892" cy="19892"/>
              </a:xfrm>
              <a:prstGeom prst="rect">
                <a:avLst/>
              </a:prstGeom>
              <a:solidFill>
                <a:srgbClr val="151518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811" name="1766 Rectangle 1810"/>
              <p:cNvSpPr/>
              <p:nvPr/>
            </p:nvSpPr>
            <p:spPr>
              <a:xfrm>
                <a:off x="16470630" y="7854168"/>
                <a:ext cx="19892" cy="19892"/>
              </a:xfrm>
              <a:prstGeom prst="rect">
                <a:avLst/>
              </a:prstGeom>
              <a:solidFill>
                <a:srgbClr val="151518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812" name="1767 Rectangle 1811"/>
              <p:cNvSpPr/>
              <p:nvPr/>
            </p:nvSpPr>
            <p:spPr>
              <a:xfrm>
                <a:off x="16489973" y="7854168"/>
                <a:ext cx="135950" cy="19892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813" name="1768 Rectangle 1812"/>
              <p:cNvSpPr/>
              <p:nvPr/>
            </p:nvSpPr>
            <p:spPr>
              <a:xfrm>
                <a:off x="16625375" y="7854168"/>
                <a:ext cx="39235" cy="19892"/>
              </a:xfrm>
              <a:prstGeom prst="rect">
                <a:avLst/>
              </a:prstGeom>
              <a:solidFill>
                <a:srgbClr val="FF263E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814" name="1769 Rectangle 1813"/>
              <p:cNvSpPr/>
              <p:nvPr/>
            </p:nvSpPr>
            <p:spPr>
              <a:xfrm>
                <a:off x="16664061" y="7854168"/>
                <a:ext cx="39235" cy="19892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815" name="1770 Rectangle 1814"/>
              <p:cNvSpPr/>
              <p:nvPr/>
            </p:nvSpPr>
            <p:spPr>
              <a:xfrm>
                <a:off x="16702747" y="7854168"/>
                <a:ext cx="19892" cy="19892"/>
              </a:xfrm>
              <a:prstGeom prst="rect">
                <a:avLst/>
              </a:prstGeom>
              <a:solidFill>
                <a:srgbClr val="151518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816" name="1771 Rectangle 1815"/>
              <p:cNvSpPr/>
              <p:nvPr/>
            </p:nvSpPr>
            <p:spPr>
              <a:xfrm>
                <a:off x="16470630" y="7873512"/>
                <a:ext cx="19892" cy="19892"/>
              </a:xfrm>
              <a:prstGeom prst="rect">
                <a:avLst/>
              </a:prstGeom>
              <a:solidFill>
                <a:srgbClr val="151518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817" name="1772 Rectangle 1816"/>
              <p:cNvSpPr/>
              <p:nvPr/>
            </p:nvSpPr>
            <p:spPr>
              <a:xfrm>
                <a:off x="16489973" y="7873512"/>
                <a:ext cx="19892" cy="19892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818" name="1773 Rectangle 1817"/>
              <p:cNvSpPr/>
              <p:nvPr/>
            </p:nvSpPr>
            <p:spPr>
              <a:xfrm>
                <a:off x="16509316" y="7873512"/>
                <a:ext cx="19892" cy="19892"/>
              </a:xfrm>
              <a:prstGeom prst="rect">
                <a:avLst/>
              </a:prstGeom>
              <a:solidFill>
                <a:srgbClr val="F682D5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819" name="1774 Rectangle 1818"/>
              <p:cNvSpPr/>
              <p:nvPr/>
            </p:nvSpPr>
            <p:spPr>
              <a:xfrm>
                <a:off x="16528659" y="7873512"/>
                <a:ext cx="97264" cy="19892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820" name="1775 Rectangle 1819"/>
              <p:cNvSpPr/>
              <p:nvPr/>
            </p:nvSpPr>
            <p:spPr>
              <a:xfrm>
                <a:off x="16625375" y="7873512"/>
                <a:ext cx="19892" cy="19892"/>
              </a:xfrm>
              <a:prstGeom prst="rect">
                <a:avLst/>
              </a:prstGeom>
              <a:solidFill>
                <a:srgbClr val="F682D5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821" name="1776 Rectangle 1820"/>
              <p:cNvSpPr/>
              <p:nvPr/>
            </p:nvSpPr>
            <p:spPr>
              <a:xfrm>
                <a:off x="16644718" y="7873512"/>
                <a:ext cx="58578" cy="19892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822" name="1777 Rectangle 1821"/>
              <p:cNvSpPr/>
              <p:nvPr/>
            </p:nvSpPr>
            <p:spPr>
              <a:xfrm>
                <a:off x="16702747" y="7873512"/>
                <a:ext cx="19892" cy="19892"/>
              </a:xfrm>
              <a:prstGeom prst="rect">
                <a:avLst/>
              </a:prstGeom>
              <a:solidFill>
                <a:srgbClr val="151518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823" name="1778 Rectangle 1822"/>
              <p:cNvSpPr/>
              <p:nvPr/>
            </p:nvSpPr>
            <p:spPr>
              <a:xfrm>
                <a:off x="16470630" y="7892855"/>
                <a:ext cx="19892" cy="19892"/>
              </a:xfrm>
              <a:prstGeom prst="rect">
                <a:avLst/>
              </a:prstGeom>
              <a:solidFill>
                <a:srgbClr val="151518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824" name="1779 Rectangle 1823"/>
              <p:cNvSpPr/>
              <p:nvPr/>
            </p:nvSpPr>
            <p:spPr>
              <a:xfrm>
                <a:off x="16489973" y="7892855"/>
                <a:ext cx="77921" cy="19892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825" name="1780 Rectangle 1824"/>
              <p:cNvSpPr/>
              <p:nvPr/>
            </p:nvSpPr>
            <p:spPr>
              <a:xfrm>
                <a:off x="16567345" y="7892855"/>
                <a:ext cx="19892" cy="19892"/>
              </a:xfrm>
              <a:prstGeom prst="rect">
                <a:avLst/>
              </a:prstGeom>
              <a:solidFill>
                <a:srgbClr val="151518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826" name="1781 Rectangle 1825"/>
              <p:cNvSpPr/>
              <p:nvPr/>
            </p:nvSpPr>
            <p:spPr>
              <a:xfrm>
                <a:off x="16586688" y="7892855"/>
                <a:ext cx="116607" cy="19892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827" name="1782 Rectangle 1826"/>
              <p:cNvSpPr/>
              <p:nvPr/>
            </p:nvSpPr>
            <p:spPr>
              <a:xfrm>
                <a:off x="16702747" y="7892855"/>
                <a:ext cx="19892" cy="19892"/>
              </a:xfrm>
              <a:prstGeom prst="rect">
                <a:avLst/>
              </a:prstGeom>
              <a:solidFill>
                <a:srgbClr val="151518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828" name="1783 Rectangle 1827"/>
              <p:cNvSpPr/>
              <p:nvPr/>
            </p:nvSpPr>
            <p:spPr>
              <a:xfrm>
                <a:off x="16470630" y="7912198"/>
                <a:ext cx="19892" cy="19892"/>
              </a:xfrm>
              <a:prstGeom prst="rect">
                <a:avLst/>
              </a:prstGeom>
              <a:solidFill>
                <a:srgbClr val="151518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829" name="1784 Rectangle 1828"/>
              <p:cNvSpPr/>
              <p:nvPr/>
            </p:nvSpPr>
            <p:spPr>
              <a:xfrm>
                <a:off x="16489973" y="7912198"/>
                <a:ext cx="58578" cy="19892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830" name="1785 Rectangle 1829"/>
              <p:cNvSpPr/>
              <p:nvPr/>
            </p:nvSpPr>
            <p:spPr>
              <a:xfrm>
                <a:off x="16548002" y="7912198"/>
                <a:ext cx="19892" cy="19892"/>
              </a:xfrm>
              <a:prstGeom prst="rect">
                <a:avLst/>
              </a:prstGeom>
              <a:solidFill>
                <a:srgbClr val="FF263E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831" name="1786 Rectangle 1830"/>
              <p:cNvSpPr/>
              <p:nvPr/>
            </p:nvSpPr>
            <p:spPr>
              <a:xfrm>
                <a:off x="16567345" y="7912198"/>
                <a:ext cx="135950" cy="19892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832" name="1787 Rectangle 1831"/>
              <p:cNvSpPr/>
              <p:nvPr/>
            </p:nvSpPr>
            <p:spPr>
              <a:xfrm>
                <a:off x="16702747" y="7912198"/>
                <a:ext cx="19892" cy="19892"/>
              </a:xfrm>
              <a:prstGeom prst="rect">
                <a:avLst/>
              </a:prstGeom>
              <a:solidFill>
                <a:srgbClr val="151518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833" name="1788 Rectangle 1832"/>
              <p:cNvSpPr/>
              <p:nvPr/>
            </p:nvSpPr>
            <p:spPr>
              <a:xfrm>
                <a:off x="16470630" y="7931541"/>
                <a:ext cx="19892" cy="19892"/>
              </a:xfrm>
              <a:prstGeom prst="rect">
                <a:avLst/>
              </a:prstGeom>
              <a:solidFill>
                <a:srgbClr val="151518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834" name="1789 Rectangle 1833"/>
              <p:cNvSpPr/>
              <p:nvPr/>
            </p:nvSpPr>
            <p:spPr>
              <a:xfrm>
                <a:off x="16489973" y="7931541"/>
                <a:ext cx="58578" cy="19892"/>
              </a:xfrm>
              <a:prstGeom prst="rect">
                <a:avLst/>
              </a:prstGeom>
              <a:solidFill>
                <a:srgbClr val="061CDE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835" name="1790 Rectangle 1834"/>
              <p:cNvSpPr/>
              <p:nvPr/>
            </p:nvSpPr>
            <p:spPr>
              <a:xfrm>
                <a:off x="16548002" y="7931541"/>
                <a:ext cx="19892" cy="19892"/>
              </a:xfrm>
              <a:prstGeom prst="rect">
                <a:avLst/>
              </a:prstGeom>
              <a:solidFill>
                <a:srgbClr val="FF263E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836" name="1791 Rectangle 1835"/>
              <p:cNvSpPr/>
              <p:nvPr/>
            </p:nvSpPr>
            <p:spPr>
              <a:xfrm>
                <a:off x="16567345" y="7931541"/>
                <a:ext cx="19892" cy="19892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837" name="1792 Rectangle 1836"/>
              <p:cNvSpPr/>
              <p:nvPr/>
            </p:nvSpPr>
            <p:spPr>
              <a:xfrm>
                <a:off x="16586688" y="7931541"/>
                <a:ext cx="116607" cy="19892"/>
              </a:xfrm>
              <a:prstGeom prst="rect">
                <a:avLst/>
              </a:prstGeom>
              <a:solidFill>
                <a:srgbClr val="061CDE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838" name="1793 Rectangle 1837"/>
              <p:cNvSpPr/>
              <p:nvPr/>
            </p:nvSpPr>
            <p:spPr>
              <a:xfrm>
                <a:off x="16702747" y="7931541"/>
                <a:ext cx="19892" cy="19892"/>
              </a:xfrm>
              <a:prstGeom prst="rect">
                <a:avLst/>
              </a:prstGeom>
              <a:solidFill>
                <a:srgbClr val="151518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839" name="1794 Rectangle 1838"/>
              <p:cNvSpPr/>
              <p:nvPr/>
            </p:nvSpPr>
            <p:spPr>
              <a:xfrm>
                <a:off x="16470630" y="7950884"/>
                <a:ext cx="19892" cy="19892"/>
              </a:xfrm>
              <a:prstGeom prst="rect">
                <a:avLst/>
              </a:prstGeom>
              <a:solidFill>
                <a:srgbClr val="151518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840" name="1795 Rectangle 1839"/>
              <p:cNvSpPr/>
              <p:nvPr/>
            </p:nvSpPr>
            <p:spPr>
              <a:xfrm>
                <a:off x="16489973" y="7950884"/>
                <a:ext cx="213322" cy="19892"/>
              </a:xfrm>
              <a:prstGeom prst="rect">
                <a:avLst/>
              </a:prstGeom>
              <a:solidFill>
                <a:srgbClr val="061CDE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841" name="1796 Rectangle 1840"/>
              <p:cNvSpPr/>
              <p:nvPr/>
            </p:nvSpPr>
            <p:spPr>
              <a:xfrm>
                <a:off x="16702747" y="7950884"/>
                <a:ext cx="19892" cy="19892"/>
              </a:xfrm>
              <a:prstGeom prst="rect">
                <a:avLst/>
              </a:prstGeom>
              <a:solidFill>
                <a:srgbClr val="151518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842" name="1797 Rectangle 1841"/>
              <p:cNvSpPr/>
              <p:nvPr/>
            </p:nvSpPr>
            <p:spPr>
              <a:xfrm>
                <a:off x="16470630" y="7970227"/>
                <a:ext cx="252009" cy="19892"/>
              </a:xfrm>
              <a:prstGeom prst="rect">
                <a:avLst/>
              </a:prstGeom>
              <a:solidFill>
                <a:srgbClr val="151518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</p:grpSp>
        <p:grpSp>
          <p:nvGrpSpPr>
            <p:cNvPr id="1843" name="agent-king-1812-983"/>
            <p:cNvGrpSpPr/>
            <p:nvPr/>
          </p:nvGrpSpPr>
          <p:grpSpPr>
            <a:xfrm>
              <a:off x="16340994" y="8755497"/>
              <a:ext cx="458033" cy="463763"/>
              <a:chOff x="16340994" y="8755497"/>
              <a:chExt cx="458033" cy="463763"/>
            </a:xfrm>
          </p:grpSpPr>
          <p:sp>
            <p:nvSpPr>
              <p:cNvPr id="1844" name="1798 Rectangle 1843"/>
              <p:cNvSpPr/>
              <p:nvPr/>
            </p:nvSpPr>
            <p:spPr>
              <a:xfrm>
                <a:off x="16340994" y="8755497"/>
                <a:ext cx="458033" cy="463763"/>
              </a:xfrm>
              <a:custGeom>
                <a:avLst/>
                <a:gdLst/>
                <a:ahLst/>
                <a:cxnLst/>
                <a:rect l="0" t="0" r="r" b="b"/>
                <a:pathLst>
                  <a:path w="50091" h="50718">
                    <a:moveTo>
                      <a:pt x="50075" y="25487"/>
                    </a:moveTo>
                    <a:cubicBezTo>
                      <a:pt x="50059" y="29137"/>
                      <a:pt x="49205" y="33150"/>
                      <a:pt x="47617" y="36414"/>
                    </a:cubicBezTo>
                    <a:cubicBezTo>
                      <a:pt x="46029" y="39678"/>
                      <a:pt x="43398" y="42817"/>
                      <a:pt x="40547" y="45074"/>
                    </a:cubicBezTo>
                    <a:cubicBezTo>
                      <a:pt x="37696" y="47330"/>
                      <a:pt x="34034" y="49187"/>
                      <a:pt x="30511" y="49953"/>
                    </a:cubicBezTo>
                    <a:cubicBezTo>
                      <a:pt x="26988" y="50718"/>
                      <a:pt x="22891" y="50543"/>
                      <a:pt x="19409" y="49665"/>
                    </a:cubicBezTo>
                    <a:cubicBezTo>
                      <a:pt x="15927" y="48787"/>
                      <a:pt x="12502" y="46882"/>
                      <a:pt x="9618" y="44684"/>
                    </a:cubicBezTo>
                    <a:cubicBezTo>
                      <a:pt x="6735" y="42486"/>
                      <a:pt x="3701" y="39675"/>
                      <a:pt x="2109" y="36476"/>
                    </a:cubicBezTo>
                    <a:cubicBezTo>
                      <a:pt x="516" y="33277"/>
                      <a:pt x="0" y="29120"/>
                      <a:pt x="64" y="25487"/>
                    </a:cubicBezTo>
                    <a:cubicBezTo>
                      <a:pt x="127" y="21855"/>
                      <a:pt x="961" y="17961"/>
                      <a:pt x="2490" y="14682"/>
                    </a:cubicBezTo>
                    <a:cubicBezTo>
                      <a:pt x="4019" y="11403"/>
                      <a:pt x="6436" y="8115"/>
                      <a:pt x="9240" y="5816"/>
                    </a:cubicBezTo>
                    <a:cubicBezTo>
                      <a:pt x="12044" y="3517"/>
                      <a:pt x="15761" y="1712"/>
                      <a:pt x="19313" y="888"/>
                    </a:cubicBezTo>
                    <a:cubicBezTo>
                      <a:pt x="22864" y="63"/>
                      <a:pt x="27034" y="0"/>
                      <a:pt x="30546" y="868"/>
                    </a:cubicBezTo>
                    <a:cubicBezTo>
                      <a:pt x="34059" y="1737"/>
                      <a:pt x="37528" y="3824"/>
                      <a:pt x="40389" y="6099"/>
                    </a:cubicBezTo>
                    <a:cubicBezTo>
                      <a:pt x="43250" y="8373"/>
                      <a:pt x="46099" y="11282"/>
                      <a:pt x="47714" y="14514"/>
                    </a:cubicBezTo>
                    <a:cubicBezTo>
                      <a:pt x="49328" y="17745"/>
                      <a:pt x="50091" y="21837"/>
                      <a:pt x="50075" y="25487"/>
                    </a:cubicBezTo>
                    <a:close/>
                  </a:path>
                </a:pathLst>
              </a:custGeom>
              <a:solidFill>
                <a:srgbClr val="D4C0DB"/>
              </a:solidFill>
              <a:ln w="54864" cap="rnd">
                <a:solidFill>
                  <a:srgbClr val="400076"/>
                </a:solidFill>
                <a:round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845" name="1799 Rectangle 1844"/>
              <p:cNvSpPr/>
              <p:nvPr/>
            </p:nvSpPr>
            <p:spPr>
              <a:xfrm>
                <a:off x="16437395" y="8857986"/>
                <a:ext cx="263066" cy="261132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846" name="1800 Rectangle 1845"/>
              <p:cNvSpPr/>
              <p:nvPr/>
            </p:nvSpPr>
            <p:spPr>
              <a:xfrm>
                <a:off x="16481884" y="8862822"/>
                <a:ext cx="19892" cy="19892"/>
              </a:xfrm>
              <a:prstGeom prst="rect">
                <a:avLst/>
              </a:prstGeom>
              <a:solidFill>
                <a:srgbClr val="151518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847" name="1801 Rectangle 1846"/>
              <p:cNvSpPr/>
              <p:nvPr/>
            </p:nvSpPr>
            <p:spPr>
              <a:xfrm>
                <a:off x="16636629" y="8862822"/>
                <a:ext cx="19892" cy="19892"/>
              </a:xfrm>
              <a:prstGeom prst="rect">
                <a:avLst/>
              </a:prstGeom>
              <a:solidFill>
                <a:srgbClr val="151518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848" name="1802 Rectangle 1847"/>
              <p:cNvSpPr/>
              <p:nvPr/>
            </p:nvSpPr>
            <p:spPr>
              <a:xfrm>
                <a:off x="16481884" y="8882165"/>
                <a:ext cx="19892" cy="19892"/>
              </a:xfrm>
              <a:prstGeom prst="rect">
                <a:avLst/>
              </a:prstGeom>
              <a:solidFill>
                <a:srgbClr val="151518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849" name="1803 Rectangle 1848"/>
              <p:cNvSpPr/>
              <p:nvPr/>
            </p:nvSpPr>
            <p:spPr>
              <a:xfrm>
                <a:off x="16501227" y="8882165"/>
                <a:ext cx="19892" cy="19892"/>
              </a:xfrm>
              <a:prstGeom prst="rect">
                <a:avLst/>
              </a:prstGeom>
              <a:solidFill>
                <a:srgbClr val="FFF126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850" name="1804 Rectangle 1849"/>
              <p:cNvSpPr/>
              <p:nvPr/>
            </p:nvSpPr>
            <p:spPr>
              <a:xfrm>
                <a:off x="16559256" y="8882165"/>
                <a:ext cx="19892" cy="19892"/>
              </a:xfrm>
              <a:prstGeom prst="rect">
                <a:avLst/>
              </a:prstGeom>
              <a:solidFill>
                <a:srgbClr val="151518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851" name="1805 Rectangle 1850"/>
              <p:cNvSpPr/>
              <p:nvPr/>
            </p:nvSpPr>
            <p:spPr>
              <a:xfrm>
                <a:off x="16617286" y="8882165"/>
                <a:ext cx="19892" cy="19892"/>
              </a:xfrm>
              <a:prstGeom prst="rect">
                <a:avLst/>
              </a:prstGeom>
              <a:solidFill>
                <a:srgbClr val="FFF126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852" name="1806 Rectangle 1851"/>
              <p:cNvSpPr/>
              <p:nvPr/>
            </p:nvSpPr>
            <p:spPr>
              <a:xfrm>
                <a:off x="16636629" y="8882165"/>
                <a:ext cx="19892" cy="19892"/>
              </a:xfrm>
              <a:prstGeom prst="rect">
                <a:avLst/>
              </a:prstGeom>
              <a:solidFill>
                <a:srgbClr val="151518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853" name="1807 Rectangle 1852"/>
              <p:cNvSpPr/>
              <p:nvPr/>
            </p:nvSpPr>
            <p:spPr>
              <a:xfrm>
                <a:off x="16481884" y="8901508"/>
                <a:ext cx="19892" cy="19892"/>
              </a:xfrm>
              <a:prstGeom prst="rect">
                <a:avLst/>
              </a:prstGeom>
              <a:solidFill>
                <a:srgbClr val="151518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854" name="1808 Rectangle 1853"/>
              <p:cNvSpPr/>
              <p:nvPr/>
            </p:nvSpPr>
            <p:spPr>
              <a:xfrm>
                <a:off x="16501227" y="8901508"/>
                <a:ext cx="39235" cy="19892"/>
              </a:xfrm>
              <a:prstGeom prst="rect">
                <a:avLst/>
              </a:prstGeom>
              <a:solidFill>
                <a:srgbClr val="FFF126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855" name="1809 Rectangle 1854"/>
              <p:cNvSpPr/>
              <p:nvPr/>
            </p:nvSpPr>
            <p:spPr>
              <a:xfrm>
                <a:off x="16539913" y="8901508"/>
                <a:ext cx="19892" cy="19892"/>
              </a:xfrm>
              <a:prstGeom prst="rect">
                <a:avLst/>
              </a:prstGeom>
              <a:solidFill>
                <a:srgbClr val="151518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856" name="1810 Rectangle 1855"/>
              <p:cNvSpPr/>
              <p:nvPr/>
            </p:nvSpPr>
            <p:spPr>
              <a:xfrm>
                <a:off x="16559256" y="8901508"/>
                <a:ext cx="19892" cy="19892"/>
              </a:xfrm>
              <a:prstGeom prst="rect">
                <a:avLst/>
              </a:prstGeom>
              <a:solidFill>
                <a:srgbClr val="FFF126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857" name="1811 Rectangle 1856"/>
              <p:cNvSpPr/>
              <p:nvPr/>
            </p:nvSpPr>
            <p:spPr>
              <a:xfrm>
                <a:off x="16578600" y="8901508"/>
                <a:ext cx="19892" cy="19892"/>
              </a:xfrm>
              <a:prstGeom prst="rect">
                <a:avLst/>
              </a:prstGeom>
              <a:solidFill>
                <a:srgbClr val="151518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858" name="1812 Rectangle 1857"/>
              <p:cNvSpPr/>
              <p:nvPr/>
            </p:nvSpPr>
            <p:spPr>
              <a:xfrm>
                <a:off x="16597943" y="8901508"/>
                <a:ext cx="39235" cy="19892"/>
              </a:xfrm>
              <a:prstGeom prst="rect">
                <a:avLst/>
              </a:prstGeom>
              <a:solidFill>
                <a:srgbClr val="FFF126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859" name="1813 Rectangle 1858"/>
              <p:cNvSpPr/>
              <p:nvPr/>
            </p:nvSpPr>
            <p:spPr>
              <a:xfrm>
                <a:off x="16636629" y="8901508"/>
                <a:ext cx="19892" cy="19892"/>
              </a:xfrm>
              <a:prstGeom prst="rect">
                <a:avLst/>
              </a:prstGeom>
              <a:solidFill>
                <a:srgbClr val="151518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860" name="1814 Rectangle 1859"/>
              <p:cNvSpPr/>
              <p:nvPr/>
            </p:nvSpPr>
            <p:spPr>
              <a:xfrm>
                <a:off x="16481884" y="8920851"/>
                <a:ext cx="19892" cy="19892"/>
              </a:xfrm>
              <a:prstGeom prst="rect">
                <a:avLst/>
              </a:prstGeom>
              <a:solidFill>
                <a:srgbClr val="151518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861" name="1815 Rectangle 1860"/>
              <p:cNvSpPr/>
              <p:nvPr/>
            </p:nvSpPr>
            <p:spPr>
              <a:xfrm>
                <a:off x="16501227" y="8920851"/>
                <a:ext cx="135950" cy="19892"/>
              </a:xfrm>
              <a:prstGeom prst="rect">
                <a:avLst/>
              </a:prstGeom>
              <a:solidFill>
                <a:srgbClr val="FFF126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862" name="1816 Rectangle 1861"/>
              <p:cNvSpPr/>
              <p:nvPr/>
            </p:nvSpPr>
            <p:spPr>
              <a:xfrm>
                <a:off x="16636629" y="8920851"/>
                <a:ext cx="19892" cy="19892"/>
              </a:xfrm>
              <a:prstGeom prst="rect">
                <a:avLst/>
              </a:prstGeom>
              <a:solidFill>
                <a:srgbClr val="151518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863" name="1817 Rectangle 1862"/>
              <p:cNvSpPr/>
              <p:nvPr/>
            </p:nvSpPr>
            <p:spPr>
              <a:xfrm>
                <a:off x="16481884" y="8940194"/>
                <a:ext cx="19892" cy="19892"/>
              </a:xfrm>
              <a:prstGeom prst="rect">
                <a:avLst/>
              </a:prstGeom>
              <a:solidFill>
                <a:srgbClr val="151518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864" name="1818 Rectangle 1863"/>
              <p:cNvSpPr/>
              <p:nvPr/>
            </p:nvSpPr>
            <p:spPr>
              <a:xfrm>
                <a:off x="16501227" y="8940194"/>
                <a:ext cx="19892" cy="19892"/>
              </a:xfrm>
              <a:prstGeom prst="rect">
                <a:avLst/>
              </a:prstGeom>
              <a:solidFill>
                <a:srgbClr val="FFF126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865" name="1819 Rectangle 1864"/>
              <p:cNvSpPr/>
              <p:nvPr/>
            </p:nvSpPr>
            <p:spPr>
              <a:xfrm>
                <a:off x="16520570" y="8940194"/>
                <a:ext cx="19892" cy="19892"/>
              </a:xfrm>
              <a:prstGeom prst="rect">
                <a:avLst/>
              </a:prstGeom>
              <a:solidFill>
                <a:srgbClr val="FF263E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866" name="1820 Rectangle 1865"/>
              <p:cNvSpPr/>
              <p:nvPr/>
            </p:nvSpPr>
            <p:spPr>
              <a:xfrm>
                <a:off x="16539913" y="8940194"/>
                <a:ext cx="19892" cy="19892"/>
              </a:xfrm>
              <a:prstGeom prst="rect">
                <a:avLst/>
              </a:prstGeom>
              <a:solidFill>
                <a:srgbClr val="FFF126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867" name="1821 Rectangle 1866"/>
              <p:cNvSpPr/>
              <p:nvPr/>
            </p:nvSpPr>
            <p:spPr>
              <a:xfrm>
                <a:off x="16559256" y="8940194"/>
                <a:ext cx="19892" cy="19892"/>
              </a:xfrm>
              <a:prstGeom prst="rect">
                <a:avLst/>
              </a:prstGeom>
              <a:solidFill>
                <a:srgbClr val="FF263E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868" name="1822 Rectangle 1867"/>
              <p:cNvSpPr/>
              <p:nvPr/>
            </p:nvSpPr>
            <p:spPr>
              <a:xfrm>
                <a:off x="16578600" y="8940194"/>
                <a:ext cx="19892" cy="19892"/>
              </a:xfrm>
              <a:prstGeom prst="rect">
                <a:avLst/>
              </a:prstGeom>
              <a:solidFill>
                <a:srgbClr val="FFF126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869" name="1823 Rectangle 1868"/>
              <p:cNvSpPr/>
              <p:nvPr/>
            </p:nvSpPr>
            <p:spPr>
              <a:xfrm>
                <a:off x="16597943" y="8940194"/>
                <a:ext cx="19892" cy="19892"/>
              </a:xfrm>
              <a:prstGeom prst="rect">
                <a:avLst/>
              </a:prstGeom>
              <a:solidFill>
                <a:srgbClr val="FF263E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870" name="1824 Rectangle 1869"/>
              <p:cNvSpPr/>
              <p:nvPr/>
            </p:nvSpPr>
            <p:spPr>
              <a:xfrm>
                <a:off x="16617286" y="8940194"/>
                <a:ext cx="19892" cy="19892"/>
              </a:xfrm>
              <a:prstGeom prst="rect">
                <a:avLst/>
              </a:prstGeom>
              <a:solidFill>
                <a:srgbClr val="FFF126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871" name="1825 Rectangle 1870"/>
              <p:cNvSpPr/>
              <p:nvPr/>
            </p:nvSpPr>
            <p:spPr>
              <a:xfrm>
                <a:off x="16636629" y="8940194"/>
                <a:ext cx="19892" cy="19892"/>
              </a:xfrm>
              <a:prstGeom prst="rect">
                <a:avLst/>
              </a:prstGeom>
              <a:solidFill>
                <a:srgbClr val="151518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872" name="1826 Rectangle 1871"/>
              <p:cNvSpPr/>
              <p:nvPr/>
            </p:nvSpPr>
            <p:spPr>
              <a:xfrm>
                <a:off x="16481884" y="8959537"/>
                <a:ext cx="19892" cy="19892"/>
              </a:xfrm>
              <a:prstGeom prst="rect">
                <a:avLst/>
              </a:prstGeom>
              <a:solidFill>
                <a:srgbClr val="151518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873" name="1827 Rectangle 1872"/>
              <p:cNvSpPr/>
              <p:nvPr/>
            </p:nvSpPr>
            <p:spPr>
              <a:xfrm>
                <a:off x="16501227" y="8959537"/>
                <a:ext cx="135950" cy="19892"/>
              </a:xfrm>
              <a:prstGeom prst="rect">
                <a:avLst/>
              </a:prstGeom>
              <a:solidFill>
                <a:srgbClr val="FFF126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874" name="1828 Rectangle 1873"/>
              <p:cNvSpPr/>
              <p:nvPr/>
            </p:nvSpPr>
            <p:spPr>
              <a:xfrm>
                <a:off x="16636629" y="8959537"/>
                <a:ext cx="19892" cy="19892"/>
              </a:xfrm>
              <a:prstGeom prst="rect">
                <a:avLst/>
              </a:prstGeom>
              <a:solidFill>
                <a:srgbClr val="151518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875" name="1829 Rectangle 1874"/>
              <p:cNvSpPr/>
              <p:nvPr/>
            </p:nvSpPr>
            <p:spPr>
              <a:xfrm>
                <a:off x="16481884" y="8978880"/>
                <a:ext cx="19892" cy="19892"/>
              </a:xfrm>
              <a:prstGeom prst="rect">
                <a:avLst/>
              </a:prstGeom>
              <a:solidFill>
                <a:srgbClr val="151518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876" name="1830 Rectangle 1875"/>
              <p:cNvSpPr/>
              <p:nvPr/>
            </p:nvSpPr>
            <p:spPr>
              <a:xfrm>
                <a:off x="16501227" y="8978880"/>
                <a:ext cx="135950" cy="19892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877" name="1831 Rectangle 1876"/>
              <p:cNvSpPr/>
              <p:nvPr/>
            </p:nvSpPr>
            <p:spPr>
              <a:xfrm>
                <a:off x="16636629" y="8978880"/>
                <a:ext cx="19892" cy="19892"/>
              </a:xfrm>
              <a:prstGeom prst="rect">
                <a:avLst/>
              </a:prstGeom>
              <a:solidFill>
                <a:srgbClr val="151518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878" name="1832 Rectangle 1877"/>
              <p:cNvSpPr/>
              <p:nvPr/>
            </p:nvSpPr>
            <p:spPr>
              <a:xfrm>
                <a:off x="16481884" y="8998224"/>
                <a:ext cx="19892" cy="19892"/>
              </a:xfrm>
              <a:prstGeom prst="rect">
                <a:avLst/>
              </a:prstGeom>
              <a:solidFill>
                <a:srgbClr val="151518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879" name="1833 Rectangle 1878"/>
              <p:cNvSpPr/>
              <p:nvPr/>
            </p:nvSpPr>
            <p:spPr>
              <a:xfrm>
                <a:off x="16501227" y="8998224"/>
                <a:ext cx="19892" cy="19892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880" name="1834 Rectangle 1879"/>
              <p:cNvSpPr/>
              <p:nvPr/>
            </p:nvSpPr>
            <p:spPr>
              <a:xfrm>
                <a:off x="16520570" y="8998224"/>
                <a:ext cx="19892" cy="19892"/>
              </a:xfrm>
              <a:prstGeom prst="rect">
                <a:avLst/>
              </a:prstGeom>
              <a:solidFill>
                <a:srgbClr val="151518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881" name="1835 Rectangle 1880"/>
              <p:cNvSpPr/>
              <p:nvPr/>
            </p:nvSpPr>
            <p:spPr>
              <a:xfrm>
                <a:off x="16539913" y="8998224"/>
                <a:ext cx="39235" cy="19892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882" name="1836 Rectangle 1881"/>
              <p:cNvSpPr/>
              <p:nvPr/>
            </p:nvSpPr>
            <p:spPr>
              <a:xfrm>
                <a:off x="16578600" y="8998224"/>
                <a:ext cx="19892" cy="19892"/>
              </a:xfrm>
              <a:prstGeom prst="rect">
                <a:avLst/>
              </a:prstGeom>
              <a:solidFill>
                <a:srgbClr val="151518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883" name="1837 Rectangle 1882"/>
              <p:cNvSpPr/>
              <p:nvPr/>
            </p:nvSpPr>
            <p:spPr>
              <a:xfrm>
                <a:off x="16597943" y="8998224"/>
                <a:ext cx="39235" cy="19892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884" name="1838 Rectangle 1883"/>
              <p:cNvSpPr/>
              <p:nvPr/>
            </p:nvSpPr>
            <p:spPr>
              <a:xfrm>
                <a:off x="16636629" y="8998224"/>
                <a:ext cx="19892" cy="19892"/>
              </a:xfrm>
              <a:prstGeom prst="rect">
                <a:avLst/>
              </a:prstGeom>
              <a:solidFill>
                <a:srgbClr val="151518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885" name="1839 Rectangle 1884"/>
              <p:cNvSpPr/>
              <p:nvPr/>
            </p:nvSpPr>
            <p:spPr>
              <a:xfrm>
                <a:off x="16481884" y="9017567"/>
                <a:ext cx="19892" cy="19892"/>
              </a:xfrm>
              <a:prstGeom prst="rect">
                <a:avLst/>
              </a:prstGeom>
              <a:solidFill>
                <a:srgbClr val="151518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886" name="1840 Rectangle 1885"/>
              <p:cNvSpPr/>
              <p:nvPr/>
            </p:nvSpPr>
            <p:spPr>
              <a:xfrm>
                <a:off x="16501227" y="9017567"/>
                <a:ext cx="116607" cy="19892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887" name="1841 Rectangle 1886"/>
              <p:cNvSpPr/>
              <p:nvPr/>
            </p:nvSpPr>
            <p:spPr>
              <a:xfrm>
                <a:off x="16617286" y="9017567"/>
                <a:ext cx="19892" cy="19892"/>
              </a:xfrm>
              <a:prstGeom prst="rect">
                <a:avLst/>
              </a:prstGeom>
              <a:solidFill>
                <a:srgbClr val="061CDE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888" name="1842 Rectangle 1887"/>
              <p:cNvSpPr/>
              <p:nvPr/>
            </p:nvSpPr>
            <p:spPr>
              <a:xfrm>
                <a:off x="16636629" y="9017567"/>
                <a:ext cx="19892" cy="19892"/>
              </a:xfrm>
              <a:prstGeom prst="rect">
                <a:avLst/>
              </a:prstGeom>
              <a:solidFill>
                <a:srgbClr val="151518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889" name="1843 Rectangle 1888"/>
              <p:cNvSpPr/>
              <p:nvPr/>
            </p:nvSpPr>
            <p:spPr>
              <a:xfrm>
                <a:off x="16481884" y="9036910"/>
                <a:ext cx="19892" cy="19892"/>
              </a:xfrm>
              <a:prstGeom prst="rect">
                <a:avLst/>
              </a:prstGeom>
              <a:solidFill>
                <a:srgbClr val="151518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890" name="1844 Rectangle 1889"/>
              <p:cNvSpPr/>
              <p:nvPr/>
            </p:nvSpPr>
            <p:spPr>
              <a:xfrm>
                <a:off x="16501227" y="9036910"/>
                <a:ext cx="58578" cy="19892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891" name="1845 Rectangle 1890"/>
              <p:cNvSpPr/>
              <p:nvPr/>
            </p:nvSpPr>
            <p:spPr>
              <a:xfrm>
                <a:off x="16559256" y="9036910"/>
                <a:ext cx="19892" cy="19892"/>
              </a:xfrm>
              <a:prstGeom prst="rect">
                <a:avLst/>
              </a:prstGeom>
              <a:solidFill>
                <a:srgbClr val="151518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892" name="1846 Rectangle 1891"/>
              <p:cNvSpPr/>
              <p:nvPr/>
            </p:nvSpPr>
            <p:spPr>
              <a:xfrm>
                <a:off x="16578600" y="9036910"/>
                <a:ext cx="19892" cy="19892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893" name="1847 Rectangle 1892"/>
              <p:cNvSpPr/>
              <p:nvPr/>
            </p:nvSpPr>
            <p:spPr>
              <a:xfrm>
                <a:off x="16597943" y="9036910"/>
                <a:ext cx="39235" cy="19892"/>
              </a:xfrm>
              <a:prstGeom prst="rect">
                <a:avLst/>
              </a:prstGeom>
              <a:solidFill>
                <a:srgbClr val="061CDE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894" name="1848 Rectangle 1893"/>
              <p:cNvSpPr/>
              <p:nvPr/>
            </p:nvSpPr>
            <p:spPr>
              <a:xfrm>
                <a:off x="16636629" y="9036910"/>
                <a:ext cx="19892" cy="19892"/>
              </a:xfrm>
              <a:prstGeom prst="rect">
                <a:avLst/>
              </a:prstGeom>
              <a:solidFill>
                <a:srgbClr val="151518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895" name="1849 Rectangle 1894"/>
              <p:cNvSpPr/>
              <p:nvPr/>
            </p:nvSpPr>
            <p:spPr>
              <a:xfrm>
                <a:off x="16481884" y="9056253"/>
                <a:ext cx="19892" cy="19892"/>
              </a:xfrm>
              <a:prstGeom prst="rect">
                <a:avLst/>
              </a:prstGeom>
              <a:solidFill>
                <a:srgbClr val="151518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896" name="1850 Rectangle 1895"/>
              <p:cNvSpPr/>
              <p:nvPr/>
            </p:nvSpPr>
            <p:spPr>
              <a:xfrm>
                <a:off x="16501227" y="9056253"/>
                <a:ext cx="19892" cy="19892"/>
              </a:xfrm>
              <a:prstGeom prst="rect">
                <a:avLst/>
              </a:prstGeom>
              <a:solidFill>
                <a:srgbClr val="061CDE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897" name="1851 Rectangle 1896"/>
              <p:cNvSpPr/>
              <p:nvPr/>
            </p:nvSpPr>
            <p:spPr>
              <a:xfrm>
                <a:off x="16520570" y="9056253"/>
                <a:ext cx="58578" cy="19892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898" name="1852 Rectangle 1897"/>
              <p:cNvSpPr/>
              <p:nvPr/>
            </p:nvSpPr>
            <p:spPr>
              <a:xfrm>
                <a:off x="16578600" y="9056253"/>
                <a:ext cx="58578" cy="19892"/>
              </a:xfrm>
              <a:prstGeom prst="rect">
                <a:avLst/>
              </a:prstGeom>
              <a:solidFill>
                <a:srgbClr val="061CDE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899" name="1853 Rectangle 1898"/>
              <p:cNvSpPr/>
              <p:nvPr/>
            </p:nvSpPr>
            <p:spPr>
              <a:xfrm>
                <a:off x="16636629" y="9056253"/>
                <a:ext cx="19892" cy="19892"/>
              </a:xfrm>
              <a:prstGeom prst="rect">
                <a:avLst/>
              </a:prstGeom>
              <a:solidFill>
                <a:srgbClr val="151518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900" name="1854 Rectangle 1899"/>
              <p:cNvSpPr/>
              <p:nvPr/>
            </p:nvSpPr>
            <p:spPr>
              <a:xfrm>
                <a:off x="16481884" y="9075596"/>
                <a:ext cx="19892" cy="19892"/>
              </a:xfrm>
              <a:prstGeom prst="rect">
                <a:avLst/>
              </a:prstGeom>
              <a:solidFill>
                <a:srgbClr val="151518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901" name="1855 Rectangle 1900"/>
              <p:cNvSpPr/>
              <p:nvPr/>
            </p:nvSpPr>
            <p:spPr>
              <a:xfrm>
                <a:off x="16501227" y="9075596"/>
                <a:ext cx="135950" cy="19892"/>
              </a:xfrm>
              <a:prstGeom prst="rect">
                <a:avLst/>
              </a:prstGeom>
              <a:solidFill>
                <a:srgbClr val="061CDE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902" name="1856 Rectangle 1901"/>
              <p:cNvSpPr/>
              <p:nvPr/>
            </p:nvSpPr>
            <p:spPr>
              <a:xfrm>
                <a:off x="16636629" y="9075596"/>
                <a:ext cx="19892" cy="19892"/>
              </a:xfrm>
              <a:prstGeom prst="rect">
                <a:avLst/>
              </a:prstGeom>
              <a:solidFill>
                <a:srgbClr val="151518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903" name="1857 Rectangle 1902"/>
              <p:cNvSpPr/>
              <p:nvPr/>
            </p:nvSpPr>
            <p:spPr>
              <a:xfrm>
                <a:off x="16481884" y="9094939"/>
                <a:ext cx="174636" cy="19892"/>
              </a:xfrm>
              <a:prstGeom prst="rect">
                <a:avLst/>
              </a:prstGeom>
              <a:solidFill>
                <a:srgbClr val="151518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</p:grpSp>
        <p:grpSp>
          <p:nvGrpSpPr>
            <p:cNvPr id="1904" name="agent-clown-1683-981"/>
            <p:cNvGrpSpPr/>
            <p:nvPr/>
          </p:nvGrpSpPr>
          <p:grpSpPr>
            <a:xfrm>
              <a:off x="15158231" y="8739586"/>
              <a:ext cx="463823" cy="463279"/>
              <a:chOff x="15158231" y="8739586"/>
              <a:chExt cx="463823" cy="463279"/>
            </a:xfrm>
          </p:grpSpPr>
          <p:sp>
            <p:nvSpPr>
              <p:cNvPr id="1905" name="1858 Rectangle 1904"/>
              <p:cNvSpPr/>
              <p:nvPr/>
            </p:nvSpPr>
            <p:spPr>
              <a:xfrm>
                <a:off x="15158231" y="8739586"/>
                <a:ext cx="463823" cy="463279"/>
              </a:xfrm>
              <a:custGeom>
                <a:avLst/>
                <a:gdLst/>
                <a:ahLst/>
                <a:cxnLst/>
                <a:rect l="0" t="0" r="r" b="b"/>
                <a:pathLst>
                  <a:path w="50724" h="50665">
                    <a:moveTo>
                      <a:pt x="50675" y="25227"/>
                    </a:moveTo>
                    <a:cubicBezTo>
                      <a:pt x="50625" y="28852"/>
                      <a:pt x="49338" y="32765"/>
                      <a:pt x="47709" y="36030"/>
                    </a:cubicBezTo>
                    <a:cubicBezTo>
                      <a:pt x="46079" y="39295"/>
                      <a:pt x="43697" y="42499"/>
                      <a:pt x="40898" y="44817"/>
                    </a:cubicBezTo>
                    <a:cubicBezTo>
                      <a:pt x="38100" y="47136"/>
                      <a:pt x="34431" y="49213"/>
                      <a:pt x="30916" y="49939"/>
                    </a:cubicBezTo>
                    <a:cubicBezTo>
                      <a:pt x="27401" y="50665"/>
                      <a:pt x="23366" y="50011"/>
                      <a:pt x="19810" y="49173"/>
                    </a:cubicBezTo>
                    <a:cubicBezTo>
                      <a:pt x="16255" y="48334"/>
                      <a:pt x="12402" y="47100"/>
                      <a:pt x="9582" y="44906"/>
                    </a:cubicBezTo>
                    <a:cubicBezTo>
                      <a:pt x="6762" y="42712"/>
                      <a:pt x="4481" y="39288"/>
                      <a:pt x="2888" y="36008"/>
                    </a:cubicBezTo>
                    <a:cubicBezTo>
                      <a:pt x="1296" y="32729"/>
                      <a:pt x="55" y="28834"/>
                      <a:pt x="28" y="25227"/>
                    </a:cubicBezTo>
                    <a:cubicBezTo>
                      <a:pt x="0" y="21620"/>
                      <a:pt x="1112" y="17624"/>
                      <a:pt x="2722" y="14366"/>
                    </a:cubicBezTo>
                    <a:cubicBezTo>
                      <a:pt x="4332" y="11108"/>
                      <a:pt x="6860" y="7949"/>
                      <a:pt x="9688" y="5680"/>
                    </a:cubicBezTo>
                    <a:cubicBezTo>
                      <a:pt x="12515" y="3411"/>
                      <a:pt x="16176" y="1503"/>
                      <a:pt x="19689" y="752"/>
                    </a:cubicBezTo>
                    <a:cubicBezTo>
                      <a:pt x="23203" y="0"/>
                      <a:pt x="27249" y="335"/>
                      <a:pt x="30767" y="1170"/>
                    </a:cubicBezTo>
                    <a:cubicBezTo>
                      <a:pt x="34284" y="2006"/>
                      <a:pt x="37922" y="3581"/>
                      <a:pt x="40795" y="5766"/>
                    </a:cubicBezTo>
                    <a:cubicBezTo>
                      <a:pt x="43669" y="7951"/>
                      <a:pt x="46359" y="11037"/>
                      <a:pt x="48006" y="14281"/>
                    </a:cubicBezTo>
                    <a:cubicBezTo>
                      <a:pt x="49653" y="17524"/>
                      <a:pt x="50724" y="21602"/>
                      <a:pt x="50675" y="25227"/>
                    </a:cubicBezTo>
                    <a:close/>
                  </a:path>
                </a:pathLst>
              </a:custGeom>
              <a:solidFill>
                <a:srgbClr val="D89BEF"/>
              </a:solidFill>
              <a:ln w="54864" cap="rnd">
                <a:solidFill>
                  <a:srgbClr val="400076"/>
                </a:solidFill>
                <a:round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906" name="1859 Rectangle 1905"/>
              <p:cNvSpPr/>
              <p:nvPr/>
            </p:nvSpPr>
            <p:spPr>
              <a:xfrm>
                <a:off x="15257819" y="8839698"/>
                <a:ext cx="263066" cy="261132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907" name="1860 Rectangle 1906"/>
              <p:cNvSpPr/>
              <p:nvPr/>
            </p:nvSpPr>
            <p:spPr>
              <a:xfrm>
                <a:off x="15340994" y="8844534"/>
                <a:ext cx="97264" cy="19892"/>
              </a:xfrm>
              <a:prstGeom prst="rect">
                <a:avLst/>
              </a:prstGeom>
              <a:solidFill>
                <a:srgbClr val="151518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908" name="1861 Rectangle 1907"/>
              <p:cNvSpPr/>
              <p:nvPr/>
            </p:nvSpPr>
            <p:spPr>
              <a:xfrm>
                <a:off x="15302308" y="8863877"/>
                <a:ext cx="39235" cy="19892"/>
              </a:xfrm>
              <a:prstGeom prst="rect">
                <a:avLst/>
              </a:prstGeom>
              <a:solidFill>
                <a:srgbClr val="151518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909" name="1862 Rectangle 1908"/>
              <p:cNvSpPr/>
              <p:nvPr/>
            </p:nvSpPr>
            <p:spPr>
              <a:xfrm>
                <a:off x="15340994" y="8863877"/>
                <a:ext cx="97264" cy="19892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910" name="1863 Rectangle 1909"/>
              <p:cNvSpPr/>
              <p:nvPr/>
            </p:nvSpPr>
            <p:spPr>
              <a:xfrm>
                <a:off x="15437710" y="8863877"/>
                <a:ext cx="39235" cy="19892"/>
              </a:xfrm>
              <a:prstGeom prst="rect">
                <a:avLst/>
              </a:prstGeom>
              <a:solidFill>
                <a:srgbClr val="151518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911" name="1864 Rectangle 1910"/>
              <p:cNvSpPr/>
              <p:nvPr/>
            </p:nvSpPr>
            <p:spPr>
              <a:xfrm>
                <a:off x="15282965" y="8883220"/>
                <a:ext cx="19892" cy="19892"/>
              </a:xfrm>
              <a:prstGeom prst="rect">
                <a:avLst/>
              </a:prstGeom>
              <a:solidFill>
                <a:srgbClr val="151518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912" name="1865 Rectangle 1911"/>
              <p:cNvSpPr/>
              <p:nvPr/>
            </p:nvSpPr>
            <p:spPr>
              <a:xfrm>
                <a:off x="15302308" y="8883220"/>
                <a:ext cx="19892" cy="19892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913" name="1866 Rectangle 1912"/>
              <p:cNvSpPr/>
              <p:nvPr/>
            </p:nvSpPr>
            <p:spPr>
              <a:xfrm>
                <a:off x="15321651" y="8883220"/>
                <a:ext cx="39235" cy="19892"/>
              </a:xfrm>
              <a:prstGeom prst="rect">
                <a:avLst/>
              </a:prstGeom>
              <a:solidFill>
                <a:srgbClr val="FF263E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914" name="1867 Rectangle 1913"/>
              <p:cNvSpPr/>
              <p:nvPr/>
            </p:nvSpPr>
            <p:spPr>
              <a:xfrm>
                <a:off x="15360337" y="8883220"/>
                <a:ext cx="19892" cy="19892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915" name="1868 Rectangle 1914"/>
              <p:cNvSpPr/>
              <p:nvPr/>
            </p:nvSpPr>
            <p:spPr>
              <a:xfrm>
                <a:off x="15379680" y="8883220"/>
                <a:ext cx="39235" cy="19892"/>
              </a:xfrm>
              <a:prstGeom prst="rect">
                <a:avLst/>
              </a:prstGeom>
              <a:solidFill>
                <a:srgbClr val="FF263E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916" name="1869 Rectangle 1915"/>
              <p:cNvSpPr/>
              <p:nvPr/>
            </p:nvSpPr>
            <p:spPr>
              <a:xfrm>
                <a:off x="15418367" y="8883220"/>
                <a:ext cx="58578" cy="19892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917" name="1870 Rectangle 1916"/>
              <p:cNvSpPr/>
              <p:nvPr/>
            </p:nvSpPr>
            <p:spPr>
              <a:xfrm>
                <a:off x="15476396" y="8883220"/>
                <a:ext cx="19892" cy="19892"/>
              </a:xfrm>
              <a:prstGeom prst="rect">
                <a:avLst/>
              </a:prstGeom>
              <a:solidFill>
                <a:srgbClr val="151518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918" name="1871 Rectangle 1917"/>
              <p:cNvSpPr/>
              <p:nvPr/>
            </p:nvSpPr>
            <p:spPr>
              <a:xfrm>
                <a:off x="15282965" y="8902563"/>
                <a:ext cx="19892" cy="19892"/>
              </a:xfrm>
              <a:prstGeom prst="rect">
                <a:avLst/>
              </a:prstGeom>
              <a:solidFill>
                <a:srgbClr val="151518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919" name="1872 Rectangle 1918"/>
              <p:cNvSpPr/>
              <p:nvPr/>
            </p:nvSpPr>
            <p:spPr>
              <a:xfrm>
                <a:off x="15302308" y="8902563"/>
                <a:ext cx="19892" cy="19892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920" name="1873 Rectangle 1919"/>
              <p:cNvSpPr/>
              <p:nvPr/>
            </p:nvSpPr>
            <p:spPr>
              <a:xfrm>
                <a:off x="15321651" y="8902563"/>
                <a:ext cx="19892" cy="19892"/>
              </a:xfrm>
              <a:prstGeom prst="rect">
                <a:avLst/>
              </a:prstGeom>
              <a:solidFill>
                <a:srgbClr val="FF263E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921" name="1874 Rectangle 1920"/>
              <p:cNvSpPr/>
              <p:nvPr/>
            </p:nvSpPr>
            <p:spPr>
              <a:xfrm>
                <a:off x="15340994" y="8902563"/>
                <a:ext cx="97264" cy="19892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922" name="1875 Rectangle 1921"/>
              <p:cNvSpPr/>
              <p:nvPr/>
            </p:nvSpPr>
            <p:spPr>
              <a:xfrm>
                <a:off x="15437710" y="8902563"/>
                <a:ext cx="39235" cy="19892"/>
              </a:xfrm>
              <a:prstGeom prst="rect">
                <a:avLst/>
              </a:prstGeom>
              <a:solidFill>
                <a:srgbClr val="FF263E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923" name="1876 Rectangle 1922"/>
              <p:cNvSpPr/>
              <p:nvPr/>
            </p:nvSpPr>
            <p:spPr>
              <a:xfrm>
                <a:off x="15476396" y="8902563"/>
                <a:ext cx="19892" cy="19892"/>
              </a:xfrm>
              <a:prstGeom prst="rect">
                <a:avLst/>
              </a:prstGeom>
              <a:solidFill>
                <a:srgbClr val="151518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924" name="1877 Rectangle 1923"/>
              <p:cNvSpPr/>
              <p:nvPr/>
            </p:nvSpPr>
            <p:spPr>
              <a:xfrm>
                <a:off x="15263622" y="8921906"/>
                <a:ext cx="19892" cy="19892"/>
              </a:xfrm>
              <a:prstGeom prst="rect">
                <a:avLst/>
              </a:prstGeom>
              <a:solidFill>
                <a:srgbClr val="151518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925" name="1878 Rectangle 1924"/>
              <p:cNvSpPr/>
              <p:nvPr/>
            </p:nvSpPr>
            <p:spPr>
              <a:xfrm>
                <a:off x="15282965" y="8921906"/>
                <a:ext cx="174636" cy="19892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926" name="1879 Rectangle 1925"/>
              <p:cNvSpPr/>
              <p:nvPr/>
            </p:nvSpPr>
            <p:spPr>
              <a:xfrm>
                <a:off x="15457053" y="8921906"/>
                <a:ext cx="19892" cy="19892"/>
              </a:xfrm>
              <a:prstGeom prst="rect">
                <a:avLst/>
              </a:prstGeom>
              <a:solidFill>
                <a:srgbClr val="FF263E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927" name="1880 Rectangle 1926"/>
              <p:cNvSpPr/>
              <p:nvPr/>
            </p:nvSpPr>
            <p:spPr>
              <a:xfrm>
                <a:off x="15476396" y="8921906"/>
                <a:ext cx="19892" cy="19892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928" name="1881 Rectangle 1927"/>
              <p:cNvSpPr/>
              <p:nvPr/>
            </p:nvSpPr>
            <p:spPr>
              <a:xfrm>
                <a:off x="15495739" y="8921906"/>
                <a:ext cx="19892" cy="19892"/>
              </a:xfrm>
              <a:prstGeom prst="rect">
                <a:avLst/>
              </a:prstGeom>
              <a:solidFill>
                <a:srgbClr val="151518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929" name="1882 Rectangle 1928"/>
              <p:cNvSpPr/>
              <p:nvPr/>
            </p:nvSpPr>
            <p:spPr>
              <a:xfrm>
                <a:off x="15263622" y="8941249"/>
                <a:ext cx="19892" cy="19892"/>
              </a:xfrm>
              <a:prstGeom prst="rect">
                <a:avLst/>
              </a:prstGeom>
              <a:solidFill>
                <a:srgbClr val="151518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930" name="1883 Rectangle 1929"/>
              <p:cNvSpPr/>
              <p:nvPr/>
            </p:nvSpPr>
            <p:spPr>
              <a:xfrm>
                <a:off x="15282965" y="8941249"/>
                <a:ext cx="39235" cy="19892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931" name="1884 Rectangle 1930"/>
              <p:cNvSpPr/>
              <p:nvPr/>
            </p:nvSpPr>
            <p:spPr>
              <a:xfrm>
                <a:off x="15321651" y="8941249"/>
                <a:ext cx="19892" cy="19892"/>
              </a:xfrm>
              <a:prstGeom prst="rect">
                <a:avLst/>
              </a:prstGeom>
              <a:solidFill>
                <a:srgbClr val="151518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932" name="1885 Rectangle 1931"/>
              <p:cNvSpPr/>
              <p:nvPr/>
            </p:nvSpPr>
            <p:spPr>
              <a:xfrm>
                <a:off x="15340994" y="8941249"/>
                <a:ext cx="39235" cy="19892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933" name="1886 Rectangle 1932"/>
              <p:cNvSpPr/>
              <p:nvPr/>
            </p:nvSpPr>
            <p:spPr>
              <a:xfrm>
                <a:off x="15379680" y="8941249"/>
                <a:ext cx="19892" cy="19892"/>
              </a:xfrm>
              <a:prstGeom prst="rect">
                <a:avLst/>
              </a:prstGeom>
              <a:solidFill>
                <a:srgbClr val="151518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934" name="1887 Rectangle 1933"/>
              <p:cNvSpPr/>
              <p:nvPr/>
            </p:nvSpPr>
            <p:spPr>
              <a:xfrm>
                <a:off x="15399024" y="8941249"/>
                <a:ext cx="97264" cy="19892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935" name="1888 Rectangle 1934"/>
              <p:cNvSpPr/>
              <p:nvPr/>
            </p:nvSpPr>
            <p:spPr>
              <a:xfrm>
                <a:off x="15495739" y="8941249"/>
                <a:ext cx="19892" cy="19892"/>
              </a:xfrm>
              <a:prstGeom prst="rect">
                <a:avLst/>
              </a:prstGeom>
              <a:solidFill>
                <a:srgbClr val="151518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936" name="1889 Rectangle 1935"/>
              <p:cNvSpPr/>
              <p:nvPr/>
            </p:nvSpPr>
            <p:spPr>
              <a:xfrm>
                <a:off x="15263622" y="8960592"/>
                <a:ext cx="19892" cy="19892"/>
              </a:xfrm>
              <a:prstGeom prst="rect">
                <a:avLst/>
              </a:prstGeom>
              <a:solidFill>
                <a:srgbClr val="151518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937" name="1890 Rectangle 1936"/>
              <p:cNvSpPr/>
              <p:nvPr/>
            </p:nvSpPr>
            <p:spPr>
              <a:xfrm>
                <a:off x="15282965" y="8960592"/>
                <a:ext cx="135950" cy="19892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938" name="1891 Rectangle 1937"/>
              <p:cNvSpPr/>
              <p:nvPr/>
            </p:nvSpPr>
            <p:spPr>
              <a:xfrm>
                <a:off x="15418367" y="8960592"/>
                <a:ext cx="39235" cy="19892"/>
              </a:xfrm>
              <a:prstGeom prst="rect">
                <a:avLst/>
              </a:prstGeom>
              <a:solidFill>
                <a:srgbClr val="FF263E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939" name="1892 Rectangle 1938"/>
              <p:cNvSpPr/>
              <p:nvPr/>
            </p:nvSpPr>
            <p:spPr>
              <a:xfrm>
                <a:off x="15457053" y="8960592"/>
                <a:ext cx="39235" cy="19892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940" name="1893 Rectangle 1939"/>
              <p:cNvSpPr/>
              <p:nvPr/>
            </p:nvSpPr>
            <p:spPr>
              <a:xfrm>
                <a:off x="15495739" y="8960592"/>
                <a:ext cx="19892" cy="19892"/>
              </a:xfrm>
              <a:prstGeom prst="rect">
                <a:avLst/>
              </a:prstGeom>
              <a:solidFill>
                <a:srgbClr val="151518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941" name="1894 Rectangle 1940"/>
              <p:cNvSpPr/>
              <p:nvPr/>
            </p:nvSpPr>
            <p:spPr>
              <a:xfrm>
                <a:off x="15263622" y="8979936"/>
                <a:ext cx="19892" cy="19892"/>
              </a:xfrm>
              <a:prstGeom prst="rect">
                <a:avLst/>
              </a:prstGeom>
              <a:solidFill>
                <a:srgbClr val="151518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942" name="1895 Rectangle 1941"/>
              <p:cNvSpPr/>
              <p:nvPr/>
            </p:nvSpPr>
            <p:spPr>
              <a:xfrm>
                <a:off x="15282965" y="8979936"/>
                <a:ext cx="19892" cy="19892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943" name="1896 Rectangle 1942"/>
              <p:cNvSpPr/>
              <p:nvPr/>
            </p:nvSpPr>
            <p:spPr>
              <a:xfrm>
                <a:off x="15302308" y="8979936"/>
                <a:ext cx="19892" cy="19892"/>
              </a:xfrm>
              <a:prstGeom prst="rect">
                <a:avLst/>
              </a:prstGeom>
              <a:solidFill>
                <a:srgbClr val="F682D5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944" name="1897 Rectangle 1943"/>
              <p:cNvSpPr/>
              <p:nvPr/>
            </p:nvSpPr>
            <p:spPr>
              <a:xfrm>
                <a:off x="15321651" y="8979936"/>
                <a:ext cx="97264" cy="19892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945" name="1898 Rectangle 1944"/>
              <p:cNvSpPr/>
              <p:nvPr/>
            </p:nvSpPr>
            <p:spPr>
              <a:xfrm>
                <a:off x="15418367" y="8979936"/>
                <a:ext cx="19892" cy="19892"/>
              </a:xfrm>
              <a:prstGeom prst="rect">
                <a:avLst/>
              </a:prstGeom>
              <a:solidFill>
                <a:srgbClr val="F682D5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946" name="1899 Rectangle 1945"/>
              <p:cNvSpPr/>
              <p:nvPr/>
            </p:nvSpPr>
            <p:spPr>
              <a:xfrm>
                <a:off x="15437710" y="8979936"/>
                <a:ext cx="58578" cy="19892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947" name="1900 Rectangle 1946"/>
              <p:cNvSpPr/>
              <p:nvPr/>
            </p:nvSpPr>
            <p:spPr>
              <a:xfrm>
                <a:off x="15495739" y="8979936"/>
                <a:ext cx="19892" cy="19892"/>
              </a:xfrm>
              <a:prstGeom prst="rect">
                <a:avLst/>
              </a:prstGeom>
              <a:solidFill>
                <a:srgbClr val="151518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948" name="1901 Rectangle 1947"/>
              <p:cNvSpPr/>
              <p:nvPr/>
            </p:nvSpPr>
            <p:spPr>
              <a:xfrm>
                <a:off x="15263622" y="8999279"/>
                <a:ext cx="19892" cy="19892"/>
              </a:xfrm>
              <a:prstGeom prst="rect">
                <a:avLst/>
              </a:prstGeom>
              <a:solidFill>
                <a:srgbClr val="151518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949" name="1902 Rectangle 1948"/>
              <p:cNvSpPr/>
              <p:nvPr/>
            </p:nvSpPr>
            <p:spPr>
              <a:xfrm>
                <a:off x="15282965" y="8999279"/>
                <a:ext cx="77921" cy="19892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950" name="1903 Rectangle 1949"/>
              <p:cNvSpPr/>
              <p:nvPr/>
            </p:nvSpPr>
            <p:spPr>
              <a:xfrm>
                <a:off x="15360337" y="8999279"/>
                <a:ext cx="19892" cy="19892"/>
              </a:xfrm>
              <a:prstGeom prst="rect">
                <a:avLst/>
              </a:prstGeom>
              <a:solidFill>
                <a:srgbClr val="151518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951" name="1904 Rectangle 1950"/>
              <p:cNvSpPr/>
              <p:nvPr/>
            </p:nvSpPr>
            <p:spPr>
              <a:xfrm>
                <a:off x="15379680" y="8999279"/>
                <a:ext cx="116607" cy="19892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952" name="1905 Rectangle 1951"/>
              <p:cNvSpPr/>
              <p:nvPr/>
            </p:nvSpPr>
            <p:spPr>
              <a:xfrm>
                <a:off x="15495739" y="8999279"/>
                <a:ext cx="19892" cy="19892"/>
              </a:xfrm>
              <a:prstGeom prst="rect">
                <a:avLst/>
              </a:prstGeom>
              <a:solidFill>
                <a:srgbClr val="151518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953" name="1906 Rectangle 1952"/>
              <p:cNvSpPr/>
              <p:nvPr/>
            </p:nvSpPr>
            <p:spPr>
              <a:xfrm>
                <a:off x="15263622" y="9018622"/>
                <a:ext cx="19892" cy="19892"/>
              </a:xfrm>
              <a:prstGeom prst="rect">
                <a:avLst/>
              </a:prstGeom>
              <a:solidFill>
                <a:srgbClr val="151518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954" name="1907 Rectangle 1953"/>
              <p:cNvSpPr/>
              <p:nvPr/>
            </p:nvSpPr>
            <p:spPr>
              <a:xfrm>
                <a:off x="15282965" y="9018622"/>
                <a:ext cx="58578" cy="19892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955" name="1908 Rectangle 1954"/>
              <p:cNvSpPr/>
              <p:nvPr/>
            </p:nvSpPr>
            <p:spPr>
              <a:xfrm>
                <a:off x="15340994" y="9018622"/>
                <a:ext cx="19892" cy="19892"/>
              </a:xfrm>
              <a:prstGeom prst="rect">
                <a:avLst/>
              </a:prstGeom>
              <a:solidFill>
                <a:srgbClr val="FF263E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956" name="1909 Rectangle 1955"/>
              <p:cNvSpPr/>
              <p:nvPr/>
            </p:nvSpPr>
            <p:spPr>
              <a:xfrm>
                <a:off x="15360337" y="9018622"/>
                <a:ext cx="135950" cy="19892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957" name="1910 Rectangle 1956"/>
              <p:cNvSpPr/>
              <p:nvPr/>
            </p:nvSpPr>
            <p:spPr>
              <a:xfrm>
                <a:off x="15495739" y="9018622"/>
                <a:ext cx="19892" cy="19892"/>
              </a:xfrm>
              <a:prstGeom prst="rect">
                <a:avLst/>
              </a:prstGeom>
              <a:solidFill>
                <a:srgbClr val="151518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958" name="1911 Rectangle 1957"/>
              <p:cNvSpPr/>
              <p:nvPr/>
            </p:nvSpPr>
            <p:spPr>
              <a:xfrm>
                <a:off x="15263622" y="9037965"/>
                <a:ext cx="19892" cy="19892"/>
              </a:xfrm>
              <a:prstGeom prst="rect">
                <a:avLst/>
              </a:prstGeom>
              <a:solidFill>
                <a:srgbClr val="151518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959" name="1912 Rectangle 1958"/>
              <p:cNvSpPr/>
              <p:nvPr/>
            </p:nvSpPr>
            <p:spPr>
              <a:xfrm>
                <a:off x="15282965" y="9037965"/>
                <a:ext cx="58578" cy="19892"/>
              </a:xfrm>
              <a:prstGeom prst="rect">
                <a:avLst/>
              </a:prstGeom>
              <a:solidFill>
                <a:srgbClr val="061CDE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960" name="1913 Rectangle 1959"/>
              <p:cNvSpPr/>
              <p:nvPr/>
            </p:nvSpPr>
            <p:spPr>
              <a:xfrm>
                <a:off x="15340994" y="9037965"/>
                <a:ext cx="19892" cy="19892"/>
              </a:xfrm>
              <a:prstGeom prst="rect">
                <a:avLst/>
              </a:prstGeom>
              <a:solidFill>
                <a:srgbClr val="FF263E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961" name="1914 Rectangle 1960"/>
              <p:cNvSpPr/>
              <p:nvPr/>
            </p:nvSpPr>
            <p:spPr>
              <a:xfrm>
                <a:off x="15360337" y="9037965"/>
                <a:ext cx="19892" cy="19892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962" name="1915 Rectangle 1961"/>
              <p:cNvSpPr/>
              <p:nvPr/>
            </p:nvSpPr>
            <p:spPr>
              <a:xfrm>
                <a:off x="15379680" y="9037965"/>
                <a:ext cx="116607" cy="19892"/>
              </a:xfrm>
              <a:prstGeom prst="rect">
                <a:avLst/>
              </a:prstGeom>
              <a:solidFill>
                <a:srgbClr val="061CDE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963" name="1916 Rectangle 1962"/>
              <p:cNvSpPr/>
              <p:nvPr/>
            </p:nvSpPr>
            <p:spPr>
              <a:xfrm>
                <a:off x="15495739" y="9037965"/>
                <a:ext cx="19892" cy="19892"/>
              </a:xfrm>
              <a:prstGeom prst="rect">
                <a:avLst/>
              </a:prstGeom>
              <a:solidFill>
                <a:srgbClr val="151518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964" name="1917 Rectangle 1963"/>
              <p:cNvSpPr/>
              <p:nvPr/>
            </p:nvSpPr>
            <p:spPr>
              <a:xfrm>
                <a:off x="15263622" y="9057308"/>
                <a:ext cx="19892" cy="19892"/>
              </a:xfrm>
              <a:prstGeom prst="rect">
                <a:avLst/>
              </a:prstGeom>
              <a:solidFill>
                <a:srgbClr val="151518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965" name="1918 Rectangle 1964"/>
              <p:cNvSpPr/>
              <p:nvPr/>
            </p:nvSpPr>
            <p:spPr>
              <a:xfrm>
                <a:off x="15282965" y="9057308"/>
                <a:ext cx="213322" cy="19892"/>
              </a:xfrm>
              <a:prstGeom prst="rect">
                <a:avLst/>
              </a:prstGeom>
              <a:solidFill>
                <a:srgbClr val="061CDE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966" name="1919 Rectangle 1965"/>
              <p:cNvSpPr/>
              <p:nvPr/>
            </p:nvSpPr>
            <p:spPr>
              <a:xfrm>
                <a:off x="15495739" y="9057308"/>
                <a:ext cx="19892" cy="19892"/>
              </a:xfrm>
              <a:prstGeom prst="rect">
                <a:avLst/>
              </a:prstGeom>
              <a:solidFill>
                <a:srgbClr val="151518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967" name="1920 Rectangle 1966"/>
              <p:cNvSpPr/>
              <p:nvPr/>
            </p:nvSpPr>
            <p:spPr>
              <a:xfrm>
                <a:off x="15263622" y="9076651"/>
                <a:ext cx="252009" cy="19892"/>
              </a:xfrm>
              <a:prstGeom prst="rect">
                <a:avLst/>
              </a:prstGeom>
              <a:solidFill>
                <a:srgbClr val="151518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</p:grpSp>
        <p:sp>
          <p:nvSpPr>
            <p:cNvPr id="1968" name="𝒢"/>
            <p:cNvSpPr txBox="1"/>
            <p:nvPr/>
          </p:nvSpPr>
          <p:spPr>
            <a:xfrm>
              <a:off x="15727680" y="8229600"/>
              <a:ext cx="283464" cy="352958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Ctr="0" anchor="t">
              <a:noAutofit/>
            </a:bodyPr>
            <a:lstStyle/>
            <a:p>
              <a:pPr algn="l">
                <a:lnSpc>
                  <a:spcPts val="241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2160" b="0" i="0">
                  <a:solidFill>
                    <a:srgbClr val="333333"/>
                  </a:solidFill>
                  <a:latin typeface="Latin Modern Math"/>
                </a:rPr>
                <a:t>𝒢</a:t>
              </a:r>
            </a:p>
          </p:txBody>
        </p:sp>
        <p:sp>
          <p:nvSpPr>
            <p:cNvPr id="1969" name="(Q)"/>
            <p:cNvSpPr txBox="1"/>
            <p:nvPr/>
          </p:nvSpPr>
          <p:spPr>
            <a:xfrm>
              <a:off x="15919704" y="8174736"/>
              <a:ext cx="457200" cy="230063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Ctr="0" anchor="t">
              <a:noAutofit/>
            </a:bodyPr>
            <a:lstStyle/>
            <a:p>
              <a:pPr algn="l">
                <a:lnSpc>
                  <a:spcPts val="1451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96" b="0" i="1">
                  <a:solidFill>
                    <a:srgbClr val="333333"/>
                  </a:solidFill>
                  <a:latin typeface="Liberation Serif"/>
                </a:rPr>
                <a:t>(Q)</a:t>
              </a:r>
            </a:p>
          </p:txBody>
        </p:sp>
        <p:sp>
          <p:nvSpPr>
            <p:cNvPr id="1970" name="inter"/>
            <p:cNvSpPr txBox="1"/>
            <p:nvPr/>
          </p:nvSpPr>
          <p:spPr>
            <a:xfrm>
              <a:off x="15892272" y="8421624"/>
              <a:ext cx="868680" cy="230063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Ctr="0" anchor="t">
              <a:noAutofit/>
            </a:bodyPr>
            <a:lstStyle/>
            <a:p>
              <a:pPr algn="l">
                <a:lnSpc>
                  <a:spcPts val="1451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96" b="0" i="0">
                  <a:solidFill>
                    <a:srgbClr val="333333"/>
                  </a:solidFill>
                  <a:latin typeface="Liberation Serif"/>
                </a:rPr>
                <a:t>inter</a:t>
              </a:r>
            </a:p>
          </p:txBody>
        </p:sp>
        <p:grpSp>
          <p:nvGrpSpPr>
            <p:cNvPr id="1971" name="chat-1586-785"/>
            <p:cNvGrpSpPr/>
            <p:nvPr/>
          </p:nvGrpSpPr>
          <p:grpSpPr>
            <a:xfrm>
              <a:off x="14502384" y="7178040"/>
              <a:ext cx="676656" cy="694944"/>
              <a:chOff x="14502384" y="7178040"/>
              <a:chExt cx="676656" cy="694944"/>
            </a:xfrm>
          </p:grpSpPr>
          <p:sp>
            <p:nvSpPr>
              <p:cNvPr id="1972" name="1924 Rounded Rectangle 1971"/>
              <p:cNvSpPr/>
              <p:nvPr/>
            </p:nvSpPr>
            <p:spPr>
              <a:xfrm>
                <a:off x="14502384" y="7178040"/>
                <a:ext cx="676656" cy="539496"/>
              </a:xfrm>
              <a:prstGeom prst="roundRect">
                <a:avLst>
                  <a:gd name="adj" fmla="val 11864"/>
                </a:avLst>
              </a:prstGeom>
              <a:solidFill>
                <a:srgbClr val="36A5E8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973" name="1925 Rectangle 1972"/>
              <p:cNvSpPr/>
              <p:nvPr/>
            </p:nvSpPr>
            <p:spPr>
              <a:xfrm>
                <a:off x="14874545" y="7708392"/>
                <a:ext cx="155631" cy="164592"/>
              </a:xfrm>
              <a:custGeom>
                <a:avLst/>
                <a:gdLst/>
                <a:ahLst/>
                <a:cxnLst/>
                <a:rect l="0" t="0" r="r" b="b"/>
                <a:pathLst>
                  <a:path w="17020" h="18000">
                    <a:moveTo>
                      <a:pt x="0" y="0"/>
                    </a:moveTo>
                    <a:lnTo>
                      <a:pt x="17020" y="18000"/>
                    </a:lnTo>
                    <a:lnTo>
                      <a:pt x="17020" y="0"/>
                    </a:lnTo>
                    <a:close/>
                  </a:path>
                </a:pathLst>
              </a:custGeom>
              <a:solidFill>
                <a:srgbClr val="36A5E8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974" name="1926 Oval 1973"/>
              <p:cNvSpPr/>
              <p:nvPr/>
            </p:nvSpPr>
            <p:spPr>
              <a:xfrm>
                <a:off x="14636984" y="7387529"/>
                <a:ext cx="109728" cy="109728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975" name="1927 Oval 1974"/>
              <p:cNvSpPr/>
              <p:nvPr/>
            </p:nvSpPr>
            <p:spPr>
              <a:xfrm>
                <a:off x="14772315" y="7387529"/>
                <a:ext cx="109728" cy="109728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976" name="1928 Oval 1975"/>
              <p:cNvSpPr/>
              <p:nvPr/>
            </p:nvSpPr>
            <p:spPr>
              <a:xfrm>
                <a:off x="14907646" y="7387529"/>
                <a:ext cx="109728" cy="109728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</p:grpSp>
        <p:grpSp>
          <p:nvGrpSpPr>
            <p:cNvPr id="1977" name="chat-1809-768"/>
            <p:cNvGrpSpPr/>
            <p:nvPr/>
          </p:nvGrpSpPr>
          <p:grpSpPr>
            <a:xfrm>
              <a:off x="16541496" y="7022592"/>
              <a:ext cx="676656" cy="694944"/>
              <a:chOff x="16541496" y="7022592"/>
              <a:chExt cx="676656" cy="694944"/>
            </a:xfrm>
          </p:grpSpPr>
          <p:sp>
            <p:nvSpPr>
              <p:cNvPr id="1978" name="1929 Rounded Rectangle 1977"/>
              <p:cNvSpPr/>
              <p:nvPr/>
            </p:nvSpPr>
            <p:spPr>
              <a:xfrm>
                <a:off x="16541496" y="7022592"/>
                <a:ext cx="676656" cy="539496"/>
              </a:xfrm>
              <a:prstGeom prst="roundRect">
                <a:avLst>
                  <a:gd name="adj" fmla="val 11864"/>
                </a:avLst>
              </a:prstGeom>
              <a:solidFill>
                <a:srgbClr val="36A5E8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979" name="1930 Rectangle 1978"/>
              <p:cNvSpPr/>
              <p:nvPr/>
            </p:nvSpPr>
            <p:spPr>
              <a:xfrm>
                <a:off x="16913657" y="7552944"/>
                <a:ext cx="155631" cy="164592"/>
              </a:xfrm>
              <a:custGeom>
                <a:avLst/>
                <a:gdLst/>
                <a:ahLst/>
                <a:cxnLst/>
                <a:rect l="0" t="0" r="r" b="b"/>
                <a:pathLst>
                  <a:path w="17020" h="18000">
                    <a:moveTo>
                      <a:pt x="0" y="0"/>
                    </a:moveTo>
                    <a:lnTo>
                      <a:pt x="17020" y="18000"/>
                    </a:lnTo>
                    <a:lnTo>
                      <a:pt x="17020" y="0"/>
                    </a:lnTo>
                    <a:close/>
                  </a:path>
                </a:pathLst>
              </a:custGeom>
              <a:solidFill>
                <a:srgbClr val="36A5E8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980" name="1931 Oval 1979"/>
              <p:cNvSpPr/>
              <p:nvPr/>
            </p:nvSpPr>
            <p:spPr>
              <a:xfrm>
                <a:off x="16676096" y="7232081"/>
                <a:ext cx="109728" cy="109728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981" name="1932 Oval 1980"/>
              <p:cNvSpPr/>
              <p:nvPr/>
            </p:nvSpPr>
            <p:spPr>
              <a:xfrm>
                <a:off x="16811427" y="7232081"/>
                <a:ext cx="109728" cy="109728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982" name="1933 Oval 1981"/>
              <p:cNvSpPr/>
              <p:nvPr/>
            </p:nvSpPr>
            <p:spPr>
              <a:xfrm>
                <a:off x="16946758" y="7232081"/>
                <a:ext cx="109728" cy="109728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</p:grpSp>
        <p:grpSp>
          <p:nvGrpSpPr>
            <p:cNvPr id="1983" name="chat-1589-904"/>
            <p:cNvGrpSpPr/>
            <p:nvPr/>
          </p:nvGrpSpPr>
          <p:grpSpPr>
            <a:xfrm>
              <a:off x="14529816" y="8266176"/>
              <a:ext cx="685800" cy="694944"/>
              <a:chOff x="14529816" y="8266176"/>
              <a:chExt cx="685800" cy="694944"/>
            </a:xfrm>
          </p:grpSpPr>
          <p:sp>
            <p:nvSpPr>
              <p:cNvPr id="1984" name="1934 Rounded Rectangle 1983"/>
              <p:cNvSpPr/>
              <p:nvPr/>
            </p:nvSpPr>
            <p:spPr>
              <a:xfrm>
                <a:off x="14529816" y="8266176"/>
                <a:ext cx="685800" cy="539496"/>
              </a:xfrm>
              <a:prstGeom prst="roundRect">
                <a:avLst>
                  <a:gd name="adj" fmla="val 11864"/>
                </a:avLst>
              </a:prstGeom>
              <a:solidFill>
                <a:srgbClr val="36A5E8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985" name="1935 Rectangle 1984"/>
              <p:cNvSpPr/>
              <p:nvPr/>
            </p:nvSpPr>
            <p:spPr>
              <a:xfrm>
                <a:off x="14907006" y="8796528"/>
                <a:ext cx="157734" cy="164592"/>
              </a:xfrm>
              <a:custGeom>
                <a:avLst/>
                <a:gdLst/>
                <a:ahLst/>
                <a:cxnLst/>
                <a:rect l="0" t="0" r="r" b="b"/>
                <a:pathLst>
                  <a:path w="17250" h="18000">
                    <a:moveTo>
                      <a:pt x="0" y="0"/>
                    </a:moveTo>
                    <a:lnTo>
                      <a:pt x="17250" y="18000"/>
                    </a:lnTo>
                    <a:lnTo>
                      <a:pt x="17250" y="0"/>
                    </a:lnTo>
                    <a:close/>
                  </a:path>
                </a:pathLst>
              </a:custGeom>
              <a:solidFill>
                <a:srgbClr val="36A5E8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986" name="1936 Oval 1985"/>
              <p:cNvSpPr/>
              <p:nvPr/>
            </p:nvSpPr>
            <p:spPr>
              <a:xfrm>
                <a:off x="14666976" y="8475665"/>
                <a:ext cx="109728" cy="109728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987" name="1937 Oval 1986"/>
              <p:cNvSpPr/>
              <p:nvPr/>
            </p:nvSpPr>
            <p:spPr>
              <a:xfrm>
                <a:off x="14804136" y="8475665"/>
                <a:ext cx="109728" cy="109728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988" name="1938 Oval 1987"/>
              <p:cNvSpPr/>
              <p:nvPr/>
            </p:nvSpPr>
            <p:spPr>
              <a:xfrm>
                <a:off x="14941296" y="8475665"/>
                <a:ext cx="109728" cy="109728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</p:grpSp>
        <p:grpSp>
          <p:nvGrpSpPr>
            <p:cNvPr id="1989" name="chat-1816-900"/>
            <p:cNvGrpSpPr/>
            <p:nvPr/>
          </p:nvGrpSpPr>
          <p:grpSpPr>
            <a:xfrm>
              <a:off x="16605504" y="8229600"/>
              <a:ext cx="685800" cy="694944"/>
              <a:chOff x="16605504" y="8229600"/>
              <a:chExt cx="685800" cy="694944"/>
            </a:xfrm>
          </p:grpSpPr>
          <p:sp>
            <p:nvSpPr>
              <p:cNvPr id="1990" name="1939 Rounded Rectangle 1989"/>
              <p:cNvSpPr/>
              <p:nvPr/>
            </p:nvSpPr>
            <p:spPr>
              <a:xfrm>
                <a:off x="16605504" y="8229600"/>
                <a:ext cx="685800" cy="539496"/>
              </a:xfrm>
              <a:prstGeom prst="roundRect">
                <a:avLst>
                  <a:gd name="adj" fmla="val 11864"/>
                </a:avLst>
              </a:prstGeom>
              <a:solidFill>
                <a:srgbClr val="36A5E8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991" name="1940 Rectangle 1990"/>
              <p:cNvSpPr/>
              <p:nvPr/>
            </p:nvSpPr>
            <p:spPr>
              <a:xfrm>
                <a:off x="16982694" y="8759952"/>
                <a:ext cx="157734" cy="164592"/>
              </a:xfrm>
              <a:custGeom>
                <a:avLst/>
                <a:gdLst/>
                <a:ahLst/>
                <a:cxnLst/>
                <a:rect l="0" t="0" r="r" b="b"/>
                <a:pathLst>
                  <a:path w="17250" h="18000">
                    <a:moveTo>
                      <a:pt x="0" y="0"/>
                    </a:moveTo>
                    <a:lnTo>
                      <a:pt x="17250" y="18000"/>
                    </a:lnTo>
                    <a:lnTo>
                      <a:pt x="17250" y="0"/>
                    </a:lnTo>
                    <a:close/>
                  </a:path>
                </a:pathLst>
              </a:custGeom>
              <a:solidFill>
                <a:srgbClr val="36A5E8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992" name="1941 Oval 1991"/>
              <p:cNvSpPr/>
              <p:nvPr/>
            </p:nvSpPr>
            <p:spPr>
              <a:xfrm>
                <a:off x="16742664" y="8439089"/>
                <a:ext cx="109728" cy="109728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993" name="1942 Oval 1992"/>
              <p:cNvSpPr/>
              <p:nvPr/>
            </p:nvSpPr>
            <p:spPr>
              <a:xfrm>
                <a:off x="16879824" y="8439089"/>
                <a:ext cx="109728" cy="109728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994" name="1943 Oval 1993"/>
              <p:cNvSpPr/>
              <p:nvPr/>
            </p:nvSpPr>
            <p:spPr>
              <a:xfrm>
                <a:off x="17016984" y="8439089"/>
                <a:ext cx="109728" cy="109728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</p:grpSp>
      </p:grp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REFERENCE_IMAGE_DO_NOT_EVALUATE" descr="G-Memory Tracing Hierarchical Memory for Multi-Agent Systems_diagram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7748504" cy="997610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G-Memory — Editable Diagram Reconstruction</dc:title>
  <dc:subject>Hierarchical memory for multi-agent systems</dc:subject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