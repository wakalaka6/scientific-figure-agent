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7391888" cy="95554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Relationship Id="rId39" Type="http://schemas.openxmlformats.org/officeDocument/2006/relationships/image" Target="../media/image38.png"/><Relationship Id="rId40" Type="http://schemas.openxmlformats.org/officeDocument/2006/relationships/image" Target="../media/image39.png"/><Relationship Id="rId41" Type="http://schemas.openxmlformats.org/officeDocument/2006/relationships/image" Target="../media/image40.png"/><Relationship Id="rId42" Type="http://schemas.openxmlformats.org/officeDocument/2006/relationships/image" Target="../media/image41.png"/><Relationship Id="rId43" Type="http://schemas.openxmlformats.org/officeDocument/2006/relationships/image" Target="../media/image4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-1"/>
          <p:cNvSpPr/>
          <p:nvPr/>
        </p:nvSpPr>
        <p:spPr>
          <a:xfrm>
            <a:off x="0" y="0"/>
            <a:ext cx="17391888" cy="9555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-2"/>
          <p:cNvSpPr/>
          <p:nvPr/>
        </p:nvSpPr>
        <p:spPr>
          <a:xfrm>
            <a:off x="82296" y="402336"/>
            <a:ext cx="17291304" cy="4087368"/>
          </a:xfrm>
          <a:prstGeom prst="roundRect">
            <a:avLst>
              <a:gd name="adj" fmla="val 5145"/>
            </a:avLst>
          </a:prstGeom>
          <a:solidFill>
            <a:srgbClr val="FFFFFF"/>
          </a:solidFill>
          <a:ln w="25603">
            <a:solidFill>
              <a:srgbClr val="1A3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-3"/>
          <p:cNvSpPr/>
          <p:nvPr/>
        </p:nvSpPr>
        <p:spPr>
          <a:xfrm>
            <a:off x="82296" y="4983480"/>
            <a:ext cx="4690872" cy="3886200"/>
          </a:xfrm>
          <a:prstGeom prst="roundRect">
            <a:avLst>
              <a:gd name="adj" fmla="val 5411"/>
            </a:avLst>
          </a:prstGeom>
          <a:solidFill>
            <a:srgbClr val="FFFFFF"/>
          </a:solidFill>
          <a:ln w="25603">
            <a:solidFill>
              <a:srgbClr val="1A3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-4"/>
          <p:cNvSpPr/>
          <p:nvPr/>
        </p:nvSpPr>
        <p:spPr>
          <a:xfrm>
            <a:off x="5084064" y="4983480"/>
            <a:ext cx="9345168" cy="3886200"/>
          </a:xfrm>
          <a:prstGeom prst="roundRect">
            <a:avLst>
              <a:gd name="adj" fmla="val 5411"/>
            </a:avLst>
          </a:prstGeom>
          <a:solidFill>
            <a:srgbClr val="FFFFFF"/>
          </a:solidFill>
          <a:ln w="25603">
            <a:solidFill>
              <a:srgbClr val="1A3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-5"/>
          <p:cNvSpPr/>
          <p:nvPr/>
        </p:nvSpPr>
        <p:spPr>
          <a:xfrm>
            <a:off x="14502384" y="4983480"/>
            <a:ext cx="2871216" cy="3886200"/>
          </a:xfrm>
          <a:prstGeom prst="roundRect">
            <a:avLst>
              <a:gd name="adj" fmla="val 7324"/>
            </a:avLst>
          </a:prstGeom>
          <a:solidFill>
            <a:srgbClr val="FFFFFF"/>
          </a:solidFill>
          <a:ln w="25603">
            <a:solidFill>
              <a:srgbClr val="1A3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7" name="Editable beveled panel"/>
          <p:cNvGrpSpPr/>
          <p:nvPr/>
        </p:nvGrpSpPr>
        <p:grpSpPr>
          <a:xfrm>
            <a:off x="4617720" y="155448"/>
            <a:ext cx="7863840" cy="402336"/>
            <a:chOff x="4617720" y="155448"/>
            <a:chExt cx="7863840" cy="402336"/>
          </a:xfrm>
        </p:grpSpPr>
        <p:sp>
          <p:nvSpPr>
            <p:cNvPr id="8" name="rectangle-7"/>
            <p:cNvSpPr/>
            <p:nvPr/>
          </p:nvSpPr>
          <p:spPr>
            <a:xfrm>
              <a:off x="4617720" y="155448"/>
              <a:ext cx="7863840" cy="402336"/>
            </a:xfrm>
            <a:prstGeom prst="roundRect">
              <a:avLst>
                <a:gd name="adj" fmla="val 31818"/>
              </a:avLst>
            </a:prstGeom>
            <a:solidFill>
              <a:srgbClr val="8B9AA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polygon-8"/>
            <p:cNvSpPr/>
            <p:nvPr/>
          </p:nvSpPr>
          <p:spPr>
            <a:xfrm>
              <a:off x="4690872" y="155448"/>
              <a:ext cx="7717536" cy="9144"/>
            </a:xfrm>
            <a:custGeom>
              <a:avLst/>
              <a:gdLst/>
              <a:ahLst/>
              <a:cxnLst/>
              <a:rect l="l" t="t" r="r" b="b"/>
              <a:pathLst>
                <a:path w="844" h="1">
                  <a:moveTo>
                    <a:pt x="6" y="0"/>
                  </a:moveTo>
                  <a:lnTo>
                    <a:pt x="838" y="0"/>
                  </a:lnTo>
                  <a:lnTo>
                    <a:pt x="844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CABBA"/>
            </a:solidFill>
            <a:ln w="13716">
              <a:solidFill>
                <a:srgbClr val="9CABB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polygon-9"/>
            <p:cNvSpPr/>
            <p:nvPr/>
          </p:nvSpPr>
          <p:spPr>
            <a:xfrm>
              <a:off x="4672584" y="164592"/>
              <a:ext cx="7754112" cy="9144"/>
            </a:xfrm>
            <a:custGeom>
              <a:avLst/>
              <a:gdLst/>
              <a:ahLst/>
              <a:cxnLst/>
              <a:rect l="l" t="t" r="r" b="b"/>
              <a:pathLst>
                <a:path w="848" h="1">
                  <a:moveTo>
                    <a:pt x="2" y="0"/>
                  </a:moveTo>
                  <a:lnTo>
                    <a:pt x="846" y="0"/>
                  </a:lnTo>
                  <a:lnTo>
                    <a:pt x="848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FCDD7"/>
            </a:solidFill>
            <a:ln w="13716">
              <a:solidFill>
                <a:srgbClr val="BFCDD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polygon-10"/>
            <p:cNvSpPr/>
            <p:nvPr/>
          </p:nvSpPr>
          <p:spPr>
            <a:xfrm>
              <a:off x="4663440" y="173736"/>
              <a:ext cx="7772400" cy="18288"/>
            </a:xfrm>
            <a:custGeom>
              <a:avLst/>
              <a:gdLst/>
              <a:ahLst/>
              <a:cxnLst/>
              <a:rect l="l" t="t" r="r" b="b"/>
              <a:pathLst>
                <a:path w="850" h="2">
                  <a:moveTo>
                    <a:pt x="1" y="0"/>
                  </a:moveTo>
                  <a:lnTo>
                    <a:pt x="849" y="0"/>
                  </a:lnTo>
                  <a:lnTo>
                    <a:pt x="850" y="2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E1EEF4"/>
            </a:solidFill>
            <a:ln w="13716">
              <a:solidFill>
                <a:srgbClr val="E1EEF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polygon-11"/>
            <p:cNvSpPr/>
            <p:nvPr/>
          </p:nvSpPr>
          <p:spPr>
            <a:xfrm>
              <a:off x="4645152" y="192024"/>
              <a:ext cx="7808976" cy="9144"/>
            </a:xfrm>
            <a:custGeom>
              <a:avLst/>
              <a:gdLst/>
              <a:ahLst/>
              <a:cxnLst/>
              <a:rect l="l" t="t" r="r" b="b"/>
              <a:pathLst>
                <a:path w="854" h="1">
                  <a:moveTo>
                    <a:pt x="2" y="0"/>
                  </a:moveTo>
                  <a:lnTo>
                    <a:pt x="852" y="0"/>
                  </a:lnTo>
                  <a:lnTo>
                    <a:pt x="854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DFBFF"/>
            </a:solidFill>
            <a:ln w="13716">
              <a:solidFill>
                <a:srgbClr val="EDFB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polygon-12"/>
            <p:cNvSpPr/>
            <p:nvPr/>
          </p:nvSpPr>
          <p:spPr>
            <a:xfrm>
              <a:off x="4636008" y="201168"/>
              <a:ext cx="7827264" cy="9144"/>
            </a:xfrm>
            <a:custGeom>
              <a:avLst/>
              <a:gdLst/>
              <a:ahLst/>
              <a:cxnLst/>
              <a:rect l="l" t="t" r="r" b="b"/>
              <a:pathLst>
                <a:path w="856" h="1">
                  <a:moveTo>
                    <a:pt x="1" y="0"/>
                  </a:moveTo>
                  <a:lnTo>
                    <a:pt x="855" y="0"/>
                  </a:lnTo>
                  <a:lnTo>
                    <a:pt x="856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CFBFF"/>
            </a:solidFill>
            <a:ln w="13716">
              <a:solidFill>
                <a:srgbClr val="ECFB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polygon-13"/>
            <p:cNvSpPr/>
            <p:nvPr/>
          </p:nvSpPr>
          <p:spPr>
            <a:xfrm>
              <a:off x="4636008" y="210312"/>
              <a:ext cx="7827264" cy="9144"/>
            </a:xfrm>
            <a:custGeom>
              <a:avLst/>
              <a:gdLst/>
              <a:ahLst/>
              <a:cxnLst/>
              <a:rect l="l" t="t" r="r" b="b"/>
              <a:pathLst>
                <a:path w="856" h="1">
                  <a:moveTo>
                    <a:pt x="0" y="0"/>
                  </a:moveTo>
                  <a:lnTo>
                    <a:pt x="856" y="0"/>
                  </a:lnTo>
                  <a:lnTo>
                    <a:pt x="856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BFBFF"/>
            </a:solidFill>
            <a:ln w="13716">
              <a:solidFill>
                <a:srgbClr val="EBFB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polygon-14"/>
            <p:cNvSpPr/>
            <p:nvPr/>
          </p:nvSpPr>
          <p:spPr>
            <a:xfrm>
              <a:off x="4626864" y="219456"/>
              <a:ext cx="7845552" cy="18288"/>
            </a:xfrm>
            <a:custGeom>
              <a:avLst/>
              <a:gdLst/>
              <a:ahLst/>
              <a:cxnLst/>
              <a:rect l="l" t="t" r="r" b="b"/>
              <a:pathLst>
                <a:path w="858" h="2">
                  <a:moveTo>
                    <a:pt x="1" y="0"/>
                  </a:moveTo>
                  <a:lnTo>
                    <a:pt x="857" y="0"/>
                  </a:lnTo>
                  <a:lnTo>
                    <a:pt x="858" y="2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E9FBFF"/>
            </a:solidFill>
            <a:ln w="13716">
              <a:solidFill>
                <a:srgbClr val="E9FB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polygon-15"/>
            <p:cNvSpPr/>
            <p:nvPr/>
          </p:nvSpPr>
          <p:spPr>
            <a:xfrm>
              <a:off x="4626864" y="237744"/>
              <a:ext cx="7845552" cy="9144"/>
            </a:xfrm>
            <a:custGeom>
              <a:avLst/>
              <a:gdLst/>
              <a:ahLst/>
              <a:cxnLst/>
              <a:rect l="l" t="t" r="r" b="b"/>
              <a:pathLst>
                <a:path w="858" h="1">
                  <a:moveTo>
                    <a:pt x="0" y="0"/>
                  </a:moveTo>
                  <a:lnTo>
                    <a:pt x="858" y="0"/>
                  </a:lnTo>
                  <a:lnTo>
                    <a:pt x="858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8FBFF"/>
            </a:solidFill>
            <a:ln w="13716">
              <a:solidFill>
                <a:srgbClr val="E8FB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polygon-16"/>
            <p:cNvSpPr/>
            <p:nvPr/>
          </p:nvSpPr>
          <p:spPr>
            <a:xfrm>
              <a:off x="4617720" y="246888"/>
              <a:ext cx="7863840" cy="9144"/>
            </a:xfrm>
            <a:custGeom>
              <a:avLst/>
              <a:gdLst/>
              <a:ahLst/>
              <a:cxnLst/>
              <a:rect l="l" t="t" r="r" b="b"/>
              <a:pathLst>
                <a:path w="860" h="1">
                  <a:moveTo>
                    <a:pt x="1" y="0"/>
                  </a:moveTo>
                  <a:lnTo>
                    <a:pt x="859" y="0"/>
                  </a:lnTo>
                  <a:lnTo>
                    <a:pt x="86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EF1FC"/>
            </a:solidFill>
            <a:ln w="13716">
              <a:solidFill>
                <a:srgbClr val="DEF1F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polygon-17"/>
            <p:cNvSpPr/>
            <p:nvPr/>
          </p:nvSpPr>
          <p:spPr>
            <a:xfrm>
              <a:off x="4617720" y="256032"/>
              <a:ext cx="7863840" cy="9144"/>
            </a:xfrm>
            <a:custGeom>
              <a:avLst/>
              <a:gdLst/>
              <a:ahLst/>
              <a:cxnLst/>
              <a:rect l="l" t="t" r="r" b="b"/>
              <a:pathLst>
                <a:path w="860" h="1">
                  <a:moveTo>
                    <a:pt x="0" y="0"/>
                  </a:moveTo>
                  <a:lnTo>
                    <a:pt x="860" y="0"/>
                  </a:lnTo>
                  <a:lnTo>
                    <a:pt x="86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3E6F9"/>
            </a:solidFill>
            <a:ln w="13716">
              <a:solidFill>
                <a:srgbClr val="D3E6F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polygon-18"/>
            <p:cNvSpPr/>
            <p:nvPr/>
          </p:nvSpPr>
          <p:spPr>
            <a:xfrm>
              <a:off x="4617720" y="265176"/>
              <a:ext cx="7863840" cy="9144"/>
            </a:xfrm>
            <a:custGeom>
              <a:avLst/>
              <a:gdLst/>
              <a:ahLst/>
              <a:cxnLst/>
              <a:rect l="l" t="t" r="r" b="b"/>
              <a:pathLst>
                <a:path w="860" h="1">
                  <a:moveTo>
                    <a:pt x="0" y="0"/>
                  </a:moveTo>
                  <a:lnTo>
                    <a:pt x="860" y="0"/>
                  </a:lnTo>
                  <a:lnTo>
                    <a:pt x="86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8DBF6"/>
            </a:solidFill>
            <a:ln w="13716">
              <a:solidFill>
                <a:srgbClr val="C8DB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polygon-19"/>
            <p:cNvSpPr/>
            <p:nvPr/>
          </p:nvSpPr>
          <p:spPr>
            <a:xfrm>
              <a:off x="4617720" y="274320"/>
              <a:ext cx="7863840" cy="18288"/>
            </a:xfrm>
            <a:custGeom>
              <a:avLst/>
              <a:gdLst/>
              <a:ahLst/>
              <a:cxnLst/>
              <a:rect l="l" t="t" r="r" b="b"/>
              <a:pathLst>
                <a:path w="860" h="2">
                  <a:moveTo>
                    <a:pt x="0" y="0"/>
                  </a:moveTo>
                  <a:lnTo>
                    <a:pt x="860" y="0"/>
                  </a:lnTo>
                  <a:lnTo>
                    <a:pt x="860" y="2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C5D8F5"/>
            </a:solidFill>
            <a:ln w="13716">
              <a:solidFill>
                <a:srgbClr val="C5D8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polygon-20"/>
            <p:cNvSpPr/>
            <p:nvPr/>
          </p:nvSpPr>
          <p:spPr>
            <a:xfrm>
              <a:off x="4617720" y="292608"/>
              <a:ext cx="7863840" cy="9144"/>
            </a:xfrm>
            <a:custGeom>
              <a:avLst/>
              <a:gdLst/>
              <a:ahLst/>
              <a:cxnLst/>
              <a:rect l="l" t="t" r="r" b="b"/>
              <a:pathLst>
                <a:path w="860" h="1">
                  <a:moveTo>
                    <a:pt x="0" y="0"/>
                  </a:moveTo>
                  <a:lnTo>
                    <a:pt x="860" y="0"/>
                  </a:lnTo>
                  <a:lnTo>
                    <a:pt x="86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4D7F4"/>
            </a:solidFill>
            <a:ln w="13716">
              <a:solidFill>
                <a:srgbClr val="C4D7F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polygon-21"/>
            <p:cNvSpPr/>
            <p:nvPr/>
          </p:nvSpPr>
          <p:spPr>
            <a:xfrm>
              <a:off x="4617720" y="301752"/>
              <a:ext cx="7863840" cy="9144"/>
            </a:xfrm>
            <a:custGeom>
              <a:avLst/>
              <a:gdLst/>
              <a:ahLst/>
              <a:cxnLst/>
              <a:rect l="l" t="t" r="r" b="b"/>
              <a:pathLst>
                <a:path w="860" h="1">
                  <a:moveTo>
                    <a:pt x="0" y="0"/>
                  </a:moveTo>
                  <a:lnTo>
                    <a:pt x="860" y="0"/>
                  </a:lnTo>
                  <a:lnTo>
                    <a:pt x="86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4D7F4"/>
            </a:solidFill>
            <a:ln w="13716">
              <a:solidFill>
                <a:srgbClr val="C4D7F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polygon-22"/>
            <p:cNvSpPr/>
            <p:nvPr/>
          </p:nvSpPr>
          <p:spPr>
            <a:xfrm>
              <a:off x="4617720" y="310896"/>
              <a:ext cx="7863840" cy="9144"/>
            </a:xfrm>
            <a:custGeom>
              <a:avLst/>
              <a:gdLst/>
              <a:ahLst/>
              <a:cxnLst/>
              <a:rect l="l" t="t" r="r" b="b"/>
              <a:pathLst>
                <a:path w="860" h="1">
                  <a:moveTo>
                    <a:pt x="0" y="0"/>
                  </a:moveTo>
                  <a:lnTo>
                    <a:pt x="860" y="0"/>
                  </a:lnTo>
                  <a:lnTo>
                    <a:pt x="86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4D7F4"/>
            </a:solidFill>
            <a:ln w="13716">
              <a:solidFill>
                <a:srgbClr val="C4D7F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polygon-23"/>
            <p:cNvSpPr/>
            <p:nvPr/>
          </p:nvSpPr>
          <p:spPr>
            <a:xfrm>
              <a:off x="4617720" y="320040"/>
              <a:ext cx="7863840" cy="18288"/>
            </a:xfrm>
            <a:custGeom>
              <a:avLst/>
              <a:gdLst/>
              <a:ahLst/>
              <a:cxnLst/>
              <a:rect l="l" t="t" r="r" b="b"/>
              <a:pathLst>
                <a:path w="860" h="2">
                  <a:moveTo>
                    <a:pt x="0" y="0"/>
                  </a:moveTo>
                  <a:lnTo>
                    <a:pt x="860" y="0"/>
                  </a:lnTo>
                  <a:lnTo>
                    <a:pt x="860" y="2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C3D6F3"/>
            </a:solidFill>
            <a:ln w="13716">
              <a:solidFill>
                <a:srgbClr val="C3D6F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polygon-24"/>
            <p:cNvSpPr/>
            <p:nvPr/>
          </p:nvSpPr>
          <p:spPr>
            <a:xfrm>
              <a:off x="4617720" y="338328"/>
              <a:ext cx="7863840" cy="9144"/>
            </a:xfrm>
            <a:custGeom>
              <a:avLst/>
              <a:gdLst/>
              <a:ahLst/>
              <a:cxnLst/>
              <a:rect l="l" t="t" r="r" b="b"/>
              <a:pathLst>
                <a:path w="860" h="1">
                  <a:moveTo>
                    <a:pt x="0" y="0"/>
                  </a:moveTo>
                  <a:lnTo>
                    <a:pt x="860" y="0"/>
                  </a:lnTo>
                  <a:lnTo>
                    <a:pt x="86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3D6F3"/>
            </a:solidFill>
            <a:ln w="13716">
              <a:solidFill>
                <a:srgbClr val="C3D6F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polygon-25"/>
            <p:cNvSpPr/>
            <p:nvPr/>
          </p:nvSpPr>
          <p:spPr>
            <a:xfrm>
              <a:off x="4617720" y="347472"/>
              <a:ext cx="7863840" cy="9144"/>
            </a:xfrm>
            <a:custGeom>
              <a:avLst/>
              <a:gdLst/>
              <a:ahLst/>
              <a:cxnLst/>
              <a:rect l="l" t="t" r="r" b="b"/>
              <a:pathLst>
                <a:path w="860" h="1">
                  <a:moveTo>
                    <a:pt x="0" y="0"/>
                  </a:moveTo>
                  <a:lnTo>
                    <a:pt x="860" y="0"/>
                  </a:lnTo>
                  <a:lnTo>
                    <a:pt x="86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3D6F3"/>
            </a:solidFill>
            <a:ln w="13716">
              <a:solidFill>
                <a:srgbClr val="C3D6F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polygon-26"/>
            <p:cNvSpPr/>
            <p:nvPr/>
          </p:nvSpPr>
          <p:spPr>
            <a:xfrm>
              <a:off x="4617720" y="356616"/>
              <a:ext cx="7863840" cy="9144"/>
            </a:xfrm>
            <a:custGeom>
              <a:avLst/>
              <a:gdLst/>
              <a:ahLst/>
              <a:cxnLst/>
              <a:rect l="l" t="t" r="r" b="b"/>
              <a:pathLst>
                <a:path w="860" h="1">
                  <a:moveTo>
                    <a:pt x="0" y="0"/>
                  </a:moveTo>
                  <a:lnTo>
                    <a:pt x="860" y="0"/>
                  </a:lnTo>
                  <a:lnTo>
                    <a:pt x="86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2D5F2"/>
            </a:solidFill>
            <a:ln w="13716">
              <a:solidFill>
                <a:srgbClr val="C2D5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polygon-27"/>
            <p:cNvSpPr/>
            <p:nvPr/>
          </p:nvSpPr>
          <p:spPr>
            <a:xfrm>
              <a:off x="4617720" y="365760"/>
              <a:ext cx="7863840" cy="9144"/>
            </a:xfrm>
            <a:custGeom>
              <a:avLst/>
              <a:gdLst/>
              <a:ahLst/>
              <a:cxnLst/>
              <a:rect l="l" t="t" r="r" b="b"/>
              <a:pathLst>
                <a:path w="860" h="1">
                  <a:moveTo>
                    <a:pt x="0" y="0"/>
                  </a:moveTo>
                  <a:lnTo>
                    <a:pt x="860" y="0"/>
                  </a:lnTo>
                  <a:lnTo>
                    <a:pt x="86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2D5F2"/>
            </a:solidFill>
            <a:ln w="13716">
              <a:solidFill>
                <a:srgbClr val="C2D5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polygon-28"/>
            <p:cNvSpPr/>
            <p:nvPr/>
          </p:nvSpPr>
          <p:spPr>
            <a:xfrm>
              <a:off x="4617720" y="374904"/>
              <a:ext cx="7863840" cy="18288"/>
            </a:xfrm>
            <a:custGeom>
              <a:avLst/>
              <a:gdLst/>
              <a:ahLst/>
              <a:cxnLst/>
              <a:rect l="l" t="t" r="r" b="b"/>
              <a:pathLst>
                <a:path w="860" h="2">
                  <a:moveTo>
                    <a:pt x="0" y="0"/>
                  </a:moveTo>
                  <a:lnTo>
                    <a:pt x="860" y="0"/>
                  </a:lnTo>
                  <a:lnTo>
                    <a:pt x="860" y="2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C2D5F2"/>
            </a:solidFill>
            <a:ln w="13716">
              <a:solidFill>
                <a:srgbClr val="C2D5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polygon-29"/>
            <p:cNvSpPr/>
            <p:nvPr/>
          </p:nvSpPr>
          <p:spPr>
            <a:xfrm>
              <a:off x="4617720" y="393192"/>
              <a:ext cx="7863840" cy="9144"/>
            </a:xfrm>
            <a:custGeom>
              <a:avLst/>
              <a:gdLst/>
              <a:ahLst/>
              <a:cxnLst/>
              <a:rect l="l" t="t" r="r" b="b"/>
              <a:pathLst>
                <a:path w="860" h="1">
                  <a:moveTo>
                    <a:pt x="0" y="0"/>
                  </a:moveTo>
                  <a:lnTo>
                    <a:pt x="860" y="0"/>
                  </a:lnTo>
                  <a:lnTo>
                    <a:pt x="86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1D4F1"/>
            </a:solidFill>
            <a:ln w="13716">
              <a:solidFill>
                <a:srgbClr val="C1D4F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polygon-30"/>
            <p:cNvSpPr/>
            <p:nvPr/>
          </p:nvSpPr>
          <p:spPr>
            <a:xfrm>
              <a:off x="4617720" y="402336"/>
              <a:ext cx="7863840" cy="9144"/>
            </a:xfrm>
            <a:custGeom>
              <a:avLst/>
              <a:gdLst/>
              <a:ahLst/>
              <a:cxnLst/>
              <a:rect l="l" t="t" r="r" b="b"/>
              <a:pathLst>
                <a:path w="860" h="1">
                  <a:moveTo>
                    <a:pt x="0" y="0"/>
                  </a:moveTo>
                  <a:lnTo>
                    <a:pt x="860" y="0"/>
                  </a:lnTo>
                  <a:lnTo>
                    <a:pt x="86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1D4F1"/>
            </a:solidFill>
            <a:ln w="13716">
              <a:solidFill>
                <a:srgbClr val="C1D4F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polygon-31"/>
            <p:cNvSpPr/>
            <p:nvPr/>
          </p:nvSpPr>
          <p:spPr>
            <a:xfrm>
              <a:off x="4617720" y="411480"/>
              <a:ext cx="7863840" cy="9144"/>
            </a:xfrm>
            <a:custGeom>
              <a:avLst/>
              <a:gdLst/>
              <a:ahLst/>
              <a:cxnLst/>
              <a:rect l="l" t="t" r="r" b="b"/>
              <a:pathLst>
                <a:path w="860" h="1">
                  <a:moveTo>
                    <a:pt x="0" y="0"/>
                  </a:moveTo>
                  <a:lnTo>
                    <a:pt x="860" y="0"/>
                  </a:lnTo>
                  <a:lnTo>
                    <a:pt x="86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1D4F1"/>
            </a:solidFill>
            <a:ln w="13716">
              <a:solidFill>
                <a:srgbClr val="C1D4F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polygon-32"/>
            <p:cNvSpPr/>
            <p:nvPr/>
          </p:nvSpPr>
          <p:spPr>
            <a:xfrm>
              <a:off x="4617720" y="420624"/>
              <a:ext cx="7863840" cy="18288"/>
            </a:xfrm>
            <a:custGeom>
              <a:avLst/>
              <a:gdLst/>
              <a:ahLst/>
              <a:cxnLst/>
              <a:rect l="l" t="t" r="r" b="b"/>
              <a:pathLst>
                <a:path w="860" h="2">
                  <a:moveTo>
                    <a:pt x="0" y="0"/>
                  </a:moveTo>
                  <a:lnTo>
                    <a:pt x="860" y="0"/>
                  </a:lnTo>
                  <a:lnTo>
                    <a:pt x="860" y="2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C0D3F0"/>
            </a:solidFill>
            <a:ln w="13716">
              <a:solidFill>
                <a:srgbClr val="C0D3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polygon-33"/>
            <p:cNvSpPr/>
            <p:nvPr/>
          </p:nvSpPr>
          <p:spPr>
            <a:xfrm>
              <a:off x="4617720" y="438912"/>
              <a:ext cx="7863840" cy="9144"/>
            </a:xfrm>
            <a:custGeom>
              <a:avLst/>
              <a:gdLst/>
              <a:ahLst/>
              <a:cxnLst/>
              <a:rect l="l" t="t" r="r" b="b"/>
              <a:pathLst>
                <a:path w="860" h="1">
                  <a:moveTo>
                    <a:pt x="0" y="0"/>
                  </a:moveTo>
                  <a:lnTo>
                    <a:pt x="860" y="0"/>
                  </a:lnTo>
                  <a:lnTo>
                    <a:pt x="86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0D3F0"/>
            </a:solidFill>
            <a:ln w="13716">
              <a:solidFill>
                <a:srgbClr val="C0D3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polygon-34"/>
            <p:cNvSpPr/>
            <p:nvPr/>
          </p:nvSpPr>
          <p:spPr>
            <a:xfrm>
              <a:off x="4617720" y="448056"/>
              <a:ext cx="7863840" cy="9144"/>
            </a:xfrm>
            <a:custGeom>
              <a:avLst/>
              <a:gdLst/>
              <a:ahLst/>
              <a:cxnLst/>
              <a:rect l="l" t="t" r="r" b="b"/>
              <a:pathLst>
                <a:path w="860" h="1">
                  <a:moveTo>
                    <a:pt x="0" y="0"/>
                  </a:moveTo>
                  <a:lnTo>
                    <a:pt x="860" y="0"/>
                  </a:lnTo>
                  <a:lnTo>
                    <a:pt x="86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DD0EC"/>
            </a:solidFill>
            <a:ln w="13716">
              <a:solidFill>
                <a:srgbClr val="BDD0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polygon-35"/>
            <p:cNvSpPr/>
            <p:nvPr/>
          </p:nvSpPr>
          <p:spPr>
            <a:xfrm>
              <a:off x="4617720" y="457200"/>
              <a:ext cx="7863840" cy="9144"/>
            </a:xfrm>
            <a:custGeom>
              <a:avLst/>
              <a:gdLst/>
              <a:ahLst/>
              <a:cxnLst/>
              <a:rect l="l" t="t" r="r" b="b"/>
              <a:pathLst>
                <a:path w="860" h="1">
                  <a:moveTo>
                    <a:pt x="0" y="0"/>
                  </a:moveTo>
                  <a:lnTo>
                    <a:pt x="860" y="0"/>
                  </a:lnTo>
                  <a:lnTo>
                    <a:pt x="859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7CAE5"/>
            </a:solidFill>
            <a:ln w="13716">
              <a:solidFill>
                <a:srgbClr val="B7CAE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polygon-36"/>
            <p:cNvSpPr/>
            <p:nvPr/>
          </p:nvSpPr>
          <p:spPr>
            <a:xfrm>
              <a:off x="4626864" y="466344"/>
              <a:ext cx="7845552" cy="9144"/>
            </a:xfrm>
            <a:custGeom>
              <a:avLst/>
              <a:gdLst/>
              <a:ahLst/>
              <a:cxnLst/>
              <a:rect l="l" t="t" r="r" b="b"/>
              <a:pathLst>
                <a:path w="858" h="1">
                  <a:moveTo>
                    <a:pt x="0" y="0"/>
                  </a:moveTo>
                  <a:lnTo>
                    <a:pt x="858" y="0"/>
                  </a:lnTo>
                  <a:lnTo>
                    <a:pt x="858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2C4DE"/>
            </a:solidFill>
            <a:ln w="13716">
              <a:solidFill>
                <a:srgbClr val="B2C4D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polygon-37"/>
            <p:cNvSpPr/>
            <p:nvPr/>
          </p:nvSpPr>
          <p:spPr>
            <a:xfrm>
              <a:off x="4626864" y="475488"/>
              <a:ext cx="7845552" cy="18288"/>
            </a:xfrm>
            <a:custGeom>
              <a:avLst/>
              <a:gdLst/>
              <a:ahLst/>
              <a:cxnLst/>
              <a:rect l="l" t="t" r="r" b="b"/>
              <a:pathLst>
                <a:path w="858" h="2">
                  <a:moveTo>
                    <a:pt x="0" y="0"/>
                  </a:moveTo>
                  <a:lnTo>
                    <a:pt x="858" y="0"/>
                  </a:lnTo>
                  <a:lnTo>
                    <a:pt x="857" y="2"/>
                  </a:lnTo>
                  <a:lnTo>
                    <a:pt x="1" y="2"/>
                  </a:lnTo>
                  <a:close/>
                </a:path>
              </a:pathLst>
            </a:custGeom>
            <a:solidFill>
              <a:srgbClr val="ADBFD7"/>
            </a:solidFill>
            <a:ln w="13716">
              <a:solidFill>
                <a:srgbClr val="ADBFD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polygon-38"/>
            <p:cNvSpPr/>
            <p:nvPr/>
          </p:nvSpPr>
          <p:spPr>
            <a:xfrm>
              <a:off x="4636008" y="493776"/>
              <a:ext cx="7827264" cy="9144"/>
            </a:xfrm>
            <a:custGeom>
              <a:avLst/>
              <a:gdLst/>
              <a:ahLst/>
              <a:cxnLst/>
              <a:rect l="l" t="t" r="r" b="b"/>
              <a:pathLst>
                <a:path w="856" h="1">
                  <a:moveTo>
                    <a:pt x="0" y="0"/>
                  </a:moveTo>
                  <a:lnTo>
                    <a:pt x="856" y="0"/>
                  </a:lnTo>
                  <a:lnTo>
                    <a:pt x="856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A7B9D0"/>
            </a:solidFill>
            <a:ln w="13716">
              <a:solidFill>
                <a:srgbClr val="A7B9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polygon-39"/>
            <p:cNvSpPr/>
            <p:nvPr/>
          </p:nvSpPr>
          <p:spPr>
            <a:xfrm>
              <a:off x="4636008" y="502920"/>
              <a:ext cx="7827264" cy="9144"/>
            </a:xfrm>
            <a:custGeom>
              <a:avLst/>
              <a:gdLst/>
              <a:ahLst/>
              <a:cxnLst/>
              <a:rect l="l" t="t" r="r" b="b"/>
              <a:pathLst>
                <a:path w="856" h="1">
                  <a:moveTo>
                    <a:pt x="0" y="0"/>
                  </a:moveTo>
                  <a:lnTo>
                    <a:pt x="856" y="0"/>
                  </a:lnTo>
                  <a:lnTo>
                    <a:pt x="855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A2B3C8"/>
            </a:solidFill>
            <a:ln w="13716">
              <a:solidFill>
                <a:srgbClr val="A2B3C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polygon-40"/>
            <p:cNvSpPr/>
            <p:nvPr/>
          </p:nvSpPr>
          <p:spPr>
            <a:xfrm>
              <a:off x="4645152" y="512064"/>
              <a:ext cx="7808976" cy="9144"/>
            </a:xfrm>
            <a:custGeom>
              <a:avLst/>
              <a:gdLst/>
              <a:ahLst/>
              <a:cxnLst/>
              <a:rect l="l" t="t" r="r" b="b"/>
              <a:pathLst>
                <a:path w="854" h="1">
                  <a:moveTo>
                    <a:pt x="0" y="0"/>
                  </a:moveTo>
                  <a:lnTo>
                    <a:pt x="854" y="0"/>
                  </a:lnTo>
                  <a:lnTo>
                    <a:pt x="852" y="1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9CAEC1"/>
            </a:solidFill>
            <a:ln w="13716">
              <a:solidFill>
                <a:srgbClr val="9CAEC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polygon-41"/>
            <p:cNvSpPr/>
            <p:nvPr/>
          </p:nvSpPr>
          <p:spPr>
            <a:xfrm>
              <a:off x="4663440" y="521208"/>
              <a:ext cx="7772400" cy="18288"/>
            </a:xfrm>
            <a:custGeom>
              <a:avLst/>
              <a:gdLst/>
              <a:ahLst/>
              <a:cxnLst/>
              <a:rect l="l" t="t" r="r" b="b"/>
              <a:pathLst>
                <a:path w="850" h="2">
                  <a:moveTo>
                    <a:pt x="0" y="0"/>
                  </a:moveTo>
                  <a:lnTo>
                    <a:pt x="850" y="0"/>
                  </a:lnTo>
                  <a:lnTo>
                    <a:pt x="849" y="2"/>
                  </a:lnTo>
                  <a:lnTo>
                    <a:pt x="1" y="2"/>
                  </a:lnTo>
                  <a:close/>
                </a:path>
              </a:pathLst>
            </a:custGeom>
            <a:solidFill>
              <a:srgbClr val="90A1B3"/>
            </a:solidFill>
            <a:ln w="13716">
              <a:solidFill>
                <a:srgbClr val="90A1B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polygon-42"/>
            <p:cNvSpPr/>
            <p:nvPr/>
          </p:nvSpPr>
          <p:spPr>
            <a:xfrm>
              <a:off x="4672584" y="539496"/>
              <a:ext cx="7754112" cy="9144"/>
            </a:xfrm>
            <a:custGeom>
              <a:avLst/>
              <a:gdLst/>
              <a:ahLst/>
              <a:cxnLst/>
              <a:rect l="l" t="t" r="r" b="b"/>
              <a:pathLst>
                <a:path w="848" h="1">
                  <a:moveTo>
                    <a:pt x="0" y="0"/>
                  </a:moveTo>
                  <a:lnTo>
                    <a:pt x="848" y="0"/>
                  </a:lnTo>
                  <a:lnTo>
                    <a:pt x="846" y="1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7A8999"/>
            </a:solidFill>
            <a:ln w="13716">
              <a:solidFill>
                <a:srgbClr val="7A899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polygon-43"/>
            <p:cNvSpPr/>
            <p:nvPr/>
          </p:nvSpPr>
          <p:spPr>
            <a:xfrm>
              <a:off x="4690872" y="548640"/>
              <a:ext cx="7717536" cy="9144"/>
            </a:xfrm>
            <a:custGeom>
              <a:avLst/>
              <a:gdLst/>
              <a:ahLst/>
              <a:cxnLst/>
              <a:rect l="l" t="t" r="r" b="b"/>
              <a:pathLst>
                <a:path w="844" h="1">
                  <a:moveTo>
                    <a:pt x="0" y="0"/>
                  </a:moveTo>
                  <a:lnTo>
                    <a:pt x="844" y="0"/>
                  </a:lnTo>
                  <a:lnTo>
                    <a:pt x="838" y="1"/>
                  </a:lnTo>
                  <a:lnTo>
                    <a:pt x="6" y="1"/>
                  </a:lnTo>
                  <a:close/>
                </a:path>
              </a:pathLst>
            </a:custGeom>
            <a:solidFill>
              <a:srgbClr val="63717F"/>
            </a:solidFill>
            <a:ln w="13716">
              <a:solidFill>
                <a:srgbClr val="63717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ectangle-44"/>
            <p:cNvSpPr/>
            <p:nvPr/>
          </p:nvSpPr>
          <p:spPr>
            <a:xfrm>
              <a:off x="4617720" y="155448"/>
              <a:ext cx="7863840" cy="402336"/>
            </a:xfrm>
            <a:prstGeom prst="roundRect">
              <a:avLst>
                <a:gd name="adj" fmla="val 31818"/>
              </a:avLst>
            </a:prstGeom>
            <a:noFill/>
            <a:ln w="21945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46" name="Text: (a) Infrared Degradation Processing"/>
          <p:cNvSpPr txBox="1"/>
          <p:nvPr/>
        </p:nvSpPr>
        <p:spPr>
          <a:xfrm>
            <a:off x="4672584" y="210312"/>
            <a:ext cx="7754112" cy="2834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000000"/>
                </a:solidFill>
                <a:latin typeface="Liberation Serif"/>
              </a:rPr>
              <a:t>(a) Infrared Degradation Processing</a:t>
            </a:r>
          </a:p>
        </p:txBody>
      </p:sp>
      <p:grpSp>
        <p:nvGrpSpPr>
          <p:cNvPr id="47" name="Editable beveled panel"/>
          <p:cNvGrpSpPr/>
          <p:nvPr/>
        </p:nvGrpSpPr>
        <p:grpSpPr>
          <a:xfrm>
            <a:off x="448056" y="4709160"/>
            <a:ext cx="4151376" cy="402336"/>
            <a:chOff x="448056" y="4709160"/>
            <a:chExt cx="4151376" cy="402336"/>
          </a:xfrm>
        </p:grpSpPr>
        <p:sp>
          <p:nvSpPr>
            <p:cNvPr id="48" name="rectangle-46"/>
            <p:cNvSpPr/>
            <p:nvPr/>
          </p:nvSpPr>
          <p:spPr>
            <a:xfrm>
              <a:off x="448056" y="4709160"/>
              <a:ext cx="4151376" cy="402336"/>
            </a:xfrm>
            <a:prstGeom prst="roundRect">
              <a:avLst>
                <a:gd name="adj" fmla="val 31818"/>
              </a:avLst>
            </a:prstGeom>
            <a:solidFill>
              <a:srgbClr val="8B9AA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polygon-47"/>
            <p:cNvSpPr/>
            <p:nvPr/>
          </p:nvSpPr>
          <p:spPr>
            <a:xfrm>
              <a:off x="521208" y="4709160"/>
              <a:ext cx="4005072" cy="9144"/>
            </a:xfrm>
            <a:custGeom>
              <a:avLst/>
              <a:gdLst/>
              <a:ahLst/>
              <a:cxnLst/>
              <a:rect l="l" t="t" r="r" b="b"/>
              <a:pathLst>
                <a:path w="438" h="1">
                  <a:moveTo>
                    <a:pt x="6" y="0"/>
                  </a:moveTo>
                  <a:lnTo>
                    <a:pt x="432" y="0"/>
                  </a:lnTo>
                  <a:lnTo>
                    <a:pt x="438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CABBA"/>
            </a:solidFill>
            <a:ln w="13716">
              <a:solidFill>
                <a:srgbClr val="9CABB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polygon-48"/>
            <p:cNvSpPr/>
            <p:nvPr/>
          </p:nvSpPr>
          <p:spPr>
            <a:xfrm>
              <a:off x="502920" y="4718304"/>
              <a:ext cx="4041648" cy="9144"/>
            </a:xfrm>
            <a:custGeom>
              <a:avLst/>
              <a:gdLst/>
              <a:ahLst/>
              <a:cxnLst/>
              <a:rect l="l" t="t" r="r" b="b"/>
              <a:pathLst>
                <a:path w="442" h="1">
                  <a:moveTo>
                    <a:pt x="2" y="0"/>
                  </a:moveTo>
                  <a:lnTo>
                    <a:pt x="440" y="0"/>
                  </a:lnTo>
                  <a:lnTo>
                    <a:pt x="442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FCDD7"/>
            </a:solidFill>
            <a:ln w="13716">
              <a:solidFill>
                <a:srgbClr val="BFCDD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polygon-49"/>
            <p:cNvSpPr/>
            <p:nvPr/>
          </p:nvSpPr>
          <p:spPr>
            <a:xfrm>
              <a:off x="493776" y="4727448"/>
              <a:ext cx="4059936" cy="18288"/>
            </a:xfrm>
            <a:custGeom>
              <a:avLst/>
              <a:gdLst/>
              <a:ahLst/>
              <a:cxnLst/>
              <a:rect l="l" t="t" r="r" b="b"/>
              <a:pathLst>
                <a:path w="444" h="2">
                  <a:moveTo>
                    <a:pt x="1" y="0"/>
                  </a:moveTo>
                  <a:lnTo>
                    <a:pt x="443" y="0"/>
                  </a:lnTo>
                  <a:lnTo>
                    <a:pt x="444" y="2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E1EEF4"/>
            </a:solidFill>
            <a:ln w="13716">
              <a:solidFill>
                <a:srgbClr val="E1EEF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polygon-50"/>
            <p:cNvSpPr/>
            <p:nvPr/>
          </p:nvSpPr>
          <p:spPr>
            <a:xfrm>
              <a:off x="475488" y="4745736"/>
              <a:ext cx="4096512" cy="9144"/>
            </a:xfrm>
            <a:custGeom>
              <a:avLst/>
              <a:gdLst/>
              <a:ahLst/>
              <a:cxnLst/>
              <a:rect l="l" t="t" r="r" b="b"/>
              <a:pathLst>
                <a:path w="448" h="1">
                  <a:moveTo>
                    <a:pt x="2" y="0"/>
                  </a:moveTo>
                  <a:lnTo>
                    <a:pt x="446" y="0"/>
                  </a:lnTo>
                  <a:lnTo>
                    <a:pt x="448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DFBFF"/>
            </a:solidFill>
            <a:ln w="13716">
              <a:solidFill>
                <a:srgbClr val="EDFB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polygon-51"/>
            <p:cNvSpPr/>
            <p:nvPr/>
          </p:nvSpPr>
          <p:spPr>
            <a:xfrm>
              <a:off x="466344" y="4754880"/>
              <a:ext cx="4114800" cy="9144"/>
            </a:xfrm>
            <a:custGeom>
              <a:avLst/>
              <a:gdLst/>
              <a:ahLst/>
              <a:cxnLst/>
              <a:rect l="l" t="t" r="r" b="b"/>
              <a:pathLst>
                <a:path w="450" h="1">
                  <a:moveTo>
                    <a:pt x="1" y="0"/>
                  </a:moveTo>
                  <a:lnTo>
                    <a:pt x="449" y="0"/>
                  </a:lnTo>
                  <a:lnTo>
                    <a:pt x="45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CFBFF"/>
            </a:solidFill>
            <a:ln w="13716">
              <a:solidFill>
                <a:srgbClr val="ECFB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polygon-52"/>
            <p:cNvSpPr/>
            <p:nvPr/>
          </p:nvSpPr>
          <p:spPr>
            <a:xfrm>
              <a:off x="466344" y="4764024"/>
              <a:ext cx="4114800" cy="9144"/>
            </a:xfrm>
            <a:custGeom>
              <a:avLst/>
              <a:gdLst/>
              <a:ahLst/>
              <a:cxnLst/>
              <a:rect l="l" t="t" r="r" b="b"/>
              <a:pathLst>
                <a:path w="450" h="1">
                  <a:moveTo>
                    <a:pt x="0" y="0"/>
                  </a:moveTo>
                  <a:lnTo>
                    <a:pt x="450" y="0"/>
                  </a:lnTo>
                  <a:lnTo>
                    <a:pt x="45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BFBFF"/>
            </a:solidFill>
            <a:ln w="13716">
              <a:solidFill>
                <a:srgbClr val="EBFB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polygon-53"/>
            <p:cNvSpPr/>
            <p:nvPr/>
          </p:nvSpPr>
          <p:spPr>
            <a:xfrm>
              <a:off x="457200" y="4773168"/>
              <a:ext cx="4133088" cy="18288"/>
            </a:xfrm>
            <a:custGeom>
              <a:avLst/>
              <a:gdLst/>
              <a:ahLst/>
              <a:cxnLst/>
              <a:rect l="l" t="t" r="r" b="b"/>
              <a:pathLst>
                <a:path w="452" h="2">
                  <a:moveTo>
                    <a:pt x="1" y="0"/>
                  </a:moveTo>
                  <a:lnTo>
                    <a:pt x="451" y="0"/>
                  </a:lnTo>
                  <a:lnTo>
                    <a:pt x="452" y="2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E9FBFF"/>
            </a:solidFill>
            <a:ln w="13716">
              <a:solidFill>
                <a:srgbClr val="E9FB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polygon-54"/>
            <p:cNvSpPr/>
            <p:nvPr/>
          </p:nvSpPr>
          <p:spPr>
            <a:xfrm>
              <a:off x="457200" y="4791456"/>
              <a:ext cx="4133088" cy="9144"/>
            </a:xfrm>
            <a:custGeom>
              <a:avLst/>
              <a:gdLst/>
              <a:ahLst/>
              <a:cxnLst/>
              <a:rect l="l" t="t" r="r" b="b"/>
              <a:pathLst>
                <a:path w="452" h="1">
                  <a:moveTo>
                    <a:pt x="0" y="0"/>
                  </a:moveTo>
                  <a:lnTo>
                    <a:pt x="452" y="0"/>
                  </a:lnTo>
                  <a:lnTo>
                    <a:pt x="452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8FBFF"/>
            </a:solidFill>
            <a:ln w="13716">
              <a:solidFill>
                <a:srgbClr val="E8FB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polygon-55"/>
            <p:cNvSpPr/>
            <p:nvPr/>
          </p:nvSpPr>
          <p:spPr>
            <a:xfrm>
              <a:off x="448056" y="4800600"/>
              <a:ext cx="4151376" cy="9144"/>
            </a:xfrm>
            <a:custGeom>
              <a:avLst/>
              <a:gdLst/>
              <a:ahLst/>
              <a:cxnLst/>
              <a:rect l="l" t="t" r="r" b="b"/>
              <a:pathLst>
                <a:path w="454" h="1">
                  <a:moveTo>
                    <a:pt x="1" y="0"/>
                  </a:moveTo>
                  <a:lnTo>
                    <a:pt x="453" y="0"/>
                  </a:lnTo>
                  <a:lnTo>
                    <a:pt x="454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EF1FC"/>
            </a:solidFill>
            <a:ln w="13716">
              <a:solidFill>
                <a:srgbClr val="DEF1F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polygon-56"/>
            <p:cNvSpPr/>
            <p:nvPr/>
          </p:nvSpPr>
          <p:spPr>
            <a:xfrm>
              <a:off x="448056" y="4809744"/>
              <a:ext cx="4151376" cy="9144"/>
            </a:xfrm>
            <a:custGeom>
              <a:avLst/>
              <a:gdLst/>
              <a:ahLst/>
              <a:cxnLst/>
              <a:rect l="l" t="t" r="r" b="b"/>
              <a:pathLst>
                <a:path w="454" h="1">
                  <a:moveTo>
                    <a:pt x="0" y="0"/>
                  </a:moveTo>
                  <a:lnTo>
                    <a:pt x="454" y="0"/>
                  </a:lnTo>
                  <a:lnTo>
                    <a:pt x="454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3E6F9"/>
            </a:solidFill>
            <a:ln w="13716">
              <a:solidFill>
                <a:srgbClr val="D3E6F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polygon-57"/>
            <p:cNvSpPr/>
            <p:nvPr/>
          </p:nvSpPr>
          <p:spPr>
            <a:xfrm>
              <a:off x="448056" y="4818888"/>
              <a:ext cx="4151376" cy="9144"/>
            </a:xfrm>
            <a:custGeom>
              <a:avLst/>
              <a:gdLst/>
              <a:ahLst/>
              <a:cxnLst/>
              <a:rect l="l" t="t" r="r" b="b"/>
              <a:pathLst>
                <a:path w="454" h="1">
                  <a:moveTo>
                    <a:pt x="0" y="0"/>
                  </a:moveTo>
                  <a:lnTo>
                    <a:pt x="454" y="0"/>
                  </a:lnTo>
                  <a:lnTo>
                    <a:pt x="454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8DBF6"/>
            </a:solidFill>
            <a:ln w="13716">
              <a:solidFill>
                <a:srgbClr val="C8DB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polygon-58"/>
            <p:cNvSpPr/>
            <p:nvPr/>
          </p:nvSpPr>
          <p:spPr>
            <a:xfrm>
              <a:off x="448056" y="4828032"/>
              <a:ext cx="4151376" cy="18288"/>
            </a:xfrm>
            <a:custGeom>
              <a:avLst/>
              <a:gdLst/>
              <a:ahLst/>
              <a:cxnLst/>
              <a:rect l="l" t="t" r="r" b="b"/>
              <a:pathLst>
                <a:path w="454" h="2">
                  <a:moveTo>
                    <a:pt x="0" y="0"/>
                  </a:moveTo>
                  <a:lnTo>
                    <a:pt x="454" y="0"/>
                  </a:lnTo>
                  <a:lnTo>
                    <a:pt x="454" y="2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C5D8F5"/>
            </a:solidFill>
            <a:ln w="13716">
              <a:solidFill>
                <a:srgbClr val="C5D8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polygon-59"/>
            <p:cNvSpPr/>
            <p:nvPr/>
          </p:nvSpPr>
          <p:spPr>
            <a:xfrm>
              <a:off x="448056" y="4846320"/>
              <a:ext cx="4151376" cy="9144"/>
            </a:xfrm>
            <a:custGeom>
              <a:avLst/>
              <a:gdLst/>
              <a:ahLst/>
              <a:cxnLst/>
              <a:rect l="l" t="t" r="r" b="b"/>
              <a:pathLst>
                <a:path w="454" h="1">
                  <a:moveTo>
                    <a:pt x="0" y="0"/>
                  </a:moveTo>
                  <a:lnTo>
                    <a:pt x="454" y="0"/>
                  </a:lnTo>
                  <a:lnTo>
                    <a:pt x="454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4D7F4"/>
            </a:solidFill>
            <a:ln w="13716">
              <a:solidFill>
                <a:srgbClr val="C4D7F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polygon-60"/>
            <p:cNvSpPr/>
            <p:nvPr/>
          </p:nvSpPr>
          <p:spPr>
            <a:xfrm>
              <a:off x="448056" y="4855464"/>
              <a:ext cx="4151376" cy="9144"/>
            </a:xfrm>
            <a:custGeom>
              <a:avLst/>
              <a:gdLst/>
              <a:ahLst/>
              <a:cxnLst/>
              <a:rect l="l" t="t" r="r" b="b"/>
              <a:pathLst>
                <a:path w="454" h="1">
                  <a:moveTo>
                    <a:pt x="0" y="0"/>
                  </a:moveTo>
                  <a:lnTo>
                    <a:pt x="454" y="0"/>
                  </a:lnTo>
                  <a:lnTo>
                    <a:pt x="454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4D7F4"/>
            </a:solidFill>
            <a:ln w="13716">
              <a:solidFill>
                <a:srgbClr val="C4D7F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polygon-61"/>
            <p:cNvSpPr/>
            <p:nvPr/>
          </p:nvSpPr>
          <p:spPr>
            <a:xfrm>
              <a:off x="448056" y="4864608"/>
              <a:ext cx="4151376" cy="9144"/>
            </a:xfrm>
            <a:custGeom>
              <a:avLst/>
              <a:gdLst/>
              <a:ahLst/>
              <a:cxnLst/>
              <a:rect l="l" t="t" r="r" b="b"/>
              <a:pathLst>
                <a:path w="454" h="1">
                  <a:moveTo>
                    <a:pt x="0" y="0"/>
                  </a:moveTo>
                  <a:lnTo>
                    <a:pt x="454" y="0"/>
                  </a:lnTo>
                  <a:lnTo>
                    <a:pt x="454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4D7F4"/>
            </a:solidFill>
            <a:ln w="13716">
              <a:solidFill>
                <a:srgbClr val="C4D7F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polygon-62"/>
            <p:cNvSpPr/>
            <p:nvPr/>
          </p:nvSpPr>
          <p:spPr>
            <a:xfrm>
              <a:off x="448056" y="4873752"/>
              <a:ext cx="4151376" cy="18288"/>
            </a:xfrm>
            <a:custGeom>
              <a:avLst/>
              <a:gdLst/>
              <a:ahLst/>
              <a:cxnLst/>
              <a:rect l="l" t="t" r="r" b="b"/>
              <a:pathLst>
                <a:path w="454" h="2">
                  <a:moveTo>
                    <a:pt x="0" y="0"/>
                  </a:moveTo>
                  <a:lnTo>
                    <a:pt x="454" y="0"/>
                  </a:lnTo>
                  <a:lnTo>
                    <a:pt x="454" y="2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C3D6F3"/>
            </a:solidFill>
            <a:ln w="13716">
              <a:solidFill>
                <a:srgbClr val="C3D6F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polygon-63"/>
            <p:cNvSpPr/>
            <p:nvPr/>
          </p:nvSpPr>
          <p:spPr>
            <a:xfrm>
              <a:off x="448056" y="4892040"/>
              <a:ext cx="4151376" cy="9144"/>
            </a:xfrm>
            <a:custGeom>
              <a:avLst/>
              <a:gdLst/>
              <a:ahLst/>
              <a:cxnLst/>
              <a:rect l="l" t="t" r="r" b="b"/>
              <a:pathLst>
                <a:path w="454" h="1">
                  <a:moveTo>
                    <a:pt x="0" y="0"/>
                  </a:moveTo>
                  <a:lnTo>
                    <a:pt x="454" y="0"/>
                  </a:lnTo>
                  <a:lnTo>
                    <a:pt x="454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3D6F3"/>
            </a:solidFill>
            <a:ln w="13716">
              <a:solidFill>
                <a:srgbClr val="C3D6F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polygon-64"/>
            <p:cNvSpPr/>
            <p:nvPr/>
          </p:nvSpPr>
          <p:spPr>
            <a:xfrm>
              <a:off x="448056" y="4901184"/>
              <a:ext cx="4151376" cy="9144"/>
            </a:xfrm>
            <a:custGeom>
              <a:avLst/>
              <a:gdLst/>
              <a:ahLst/>
              <a:cxnLst/>
              <a:rect l="l" t="t" r="r" b="b"/>
              <a:pathLst>
                <a:path w="454" h="1">
                  <a:moveTo>
                    <a:pt x="0" y="0"/>
                  </a:moveTo>
                  <a:lnTo>
                    <a:pt x="454" y="0"/>
                  </a:lnTo>
                  <a:lnTo>
                    <a:pt x="454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3D6F3"/>
            </a:solidFill>
            <a:ln w="13716">
              <a:solidFill>
                <a:srgbClr val="C3D6F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polygon-65"/>
            <p:cNvSpPr/>
            <p:nvPr/>
          </p:nvSpPr>
          <p:spPr>
            <a:xfrm>
              <a:off x="448056" y="4910328"/>
              <a:ext cx="4151376" cy="9144"/>
            </a:xfrm>
            <a:custGeom>
              <a:avLst/>
              <a:gdLst/>
              <a:ahLst/>
              <a:cxnLst/>
              <a:rect l="l" t="t" r="r" b="b"/>
              <a:pathLst>
                <a:path w="454" h="1">
                  <a:moveTo>
                    <a:pt x="0" y="0"/>
                  </a:moveTo>
                  <a:lnTo>
                    <a:pt x="454" y="0"/>
                  </a:lnTo>
                  <a:lnTo>
                    <a:pt x="454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2D5F2"/>
            </a:solidFill>
            <a:ln w="13716">
              <a:solidFill>
                <a:srgbClr val="C2D5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polygon-66"/>
            <p:cNvSpPr/>
            <p:nvPr/>
          </p:nvSpPr>
          <p:spPr>
            <a:xfrm>
              <a:off x="448056" y="4919472"/>
              <a:ext cx="4151376" cy="9144"/>
            </a:xfrm>
            <a:custGeom>
              <a:avLst/>
              <a:gdLst/>
              <a:ahLst/>
              <a:cxnLst/>
              <a:rect l="l" t="t" r="r" b="b"/>
              <a:pathLst>
                <a:path w="454" h="1">
                  <a:moveTo>
                    <a:pt x="0" y="0"/>
                  </a:moveTo>
                  <a:lnTo>
                    <a:pt x="454" y="0"/>
                  </a:lnTo>
                  <a:lnTo>
                    <a:pt x="454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2D5F2"/>
            </a:solidFill>
            <a:ln w="13716">
              <a:solidFill>
                <a:srgbClr val="C2D5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polygon-67"/>
            <p:cNvSpPr/>
            <p:nvPr/>
          </p:nvSpPr>
          <p:spPr>
            <a:xfrm>
              <a:off x="448056" y="4928616"/>
              <a:ext cx="4151376" cy="18288"/>
            </a:xfrm>
            <a:custGeom>
              <a:avLst/>
              <a:gdLst/>
              <a:ahLst/>
              <a:cxnLst/>
              <a:rect l="l" t="t" r="r" b="b"/>
              <a:pathLst>
                <a:path w="454" h="2">
                  <a:moveTo>
                    <a:pt x="0" y="0"/>
                  </a:moveTo>
                  <a:lnTo>
                    <a:pt x="454" y="0"/>
                  </a:lnTo>
                  <a:lnTo>
                    <a:pt x="454" y="2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C2D5F2"/>
            </a:solidFill>
            <a:ln w="13716">
              <a:solidFill>
                <a:srgbClr val="C2D5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polygon-68"/>
            <p:cNvSpPr/>
            <p:nvPr/>
          </p:nvSpPr>
          <p:spPr>
            <a:xfrm>
              <a:off x="448056" y="4946904"/>
              <a:ext cx="4151376" cy="9144"/>
            </a:xfrm>
            <a:custGeom>
              <a:avLst/>
              <a:gdLst/>
              <a:ahLst/>
              <a:cxnLst/>
              <a:rect l="l" t="t" r="r" b="b"/>
              <a:pathLst>
                <a:path w="454" h="1">
                  <a:moveTo>
                    <a:pt x="0" y="0"/>
                  </a:moveTo>
                  <a:lnTo>
                    <a:pt x="454" y="0"/>
                  </a:lnTo>
                  <a:lnTo>
                    <a:pt x="454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1D4F1"/>
            </a:solidFill>
            <a:ln w="13716">
              <a:solidFill>
                <a:srgbClr val="C1D4F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polygon-69"/>
            <p:cNvSpPr/>
            <p:nvPr/>
          </p:nvSpPr>
          <p:spPr>
            <a:xfrm>
              <a:off x="448056" y="4956048"/>
              <a:ext cx="4151376" cy="9144"/>
            </a:xfrm>
            <a:custGeom>
              <a:avLst/>
              <a:gdLst/>
              <a:ahLst/>
              <a:cxnLst/>
              <a:rect l="l" t="t" r="r" b="b"/>
              <a:pathLst>
                <a:path w="454" h="1">
                  <a:moveTo>
                    <a:pt x="0" y="0"/>
                  </a:moveTo>
                  <a:lnTo>
                    <a:pt x="454" y="0"/>
                  </a:lnTo>
                  <a:lnTo>
                    <a:pt x="454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1D4F1"/>
            </a:solidFill>
            <a:ln w="13716">
              <a:solidFill>
                <a:srgbClr val="C1D4F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polygon-70"/>
            <p:cNvSpPr/>
            <p:nvPr/>
          </p:nvSpPr>
          <p:spPr>
            <a:xfrm>
              <a:off x="448056" y="4965192"/>
              <a:ext cx="4151376" cy="9144"/>
            </a:xfrm>
            <a:custGeom>
              <a:avLst/>
              <a:gdLst/>
              <a:ahLst/>
              <a:cxnLst/>
              <a:rect l="l" t="t" r="r" b="b"/>
              <a:pathLst>
                <a:path w="454" h="1">
                  <a:moveTo>
                    <a:pt x="0" y="0"/>
                  </a:moveTo>
                  <a:lnTo>
                    <a:pt x="454" y="0"/>
                  </a:lnTo>
                  <a:lnTo>
                    <a:pt x="454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1D4F1"/>
            </a:solidFill>
            <a:ln w="13716">
              <a:solidFill>
                <a:srgbClr val="C1D4F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polygon-71"/>
            <p:cNvSpPr/>
            <p:nvPr/>
          </p:nvSpPr>
          <p:spPr>
            <a:xfrm>
              <a:off x="448056" y="4974336"/>
              <a:ext cx="4151376" cy="18288"/>
            </a:xfrm>
            <a:custGeom>
              <a:avLst/>
              <a:gdLst/>
              <a:ahLst/>
              <a:cxnLst/>
              <a:rect l="l" t="t" r="r" b="b"/>
              <a:pathLst>
                <a:path w="454" h="2">
                  <a:moveTo>
                    <a:pt x="0" y="0"/>
                  </a:moveTo>
                  <a:lnTo>
                    <a:pt x="454" y="0"/>
                  </a:lnTo>
                  <a:lnTo>
                    <a:pt x="454" y="2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C0D3F0"/>
            </a:solidFill>
            <a:ln w="13716">
              <a:solidFill>
                <a:srgbClr val="C0D3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polygon-72"/>
            <p:cNvSpPr/>
            <p:nvPr/>
          </p:nvSpPr>
          <p:spPr>
            <a:xfrm>
              <a:off x="448056" y="4992624"/>
              <a:ext cx="4151376" cy="9144"/>
            </a:xfrm>
            <a:custGeom>
              <a:avLst/>
              <a:gdLst/>
              <a:ahLst/>
              <a:cxnLst/>
              <a:rect l="l" t="t" r="r" b="b"/>
              <a:pathLst>
                <a:path w="454" h="1">
                  <a:moveTo>
                    <a:pt x="0" y="0"/>
                  </a:moveTo>
                  <a:lnTo>
                    <a:pt x="454" y="0"/>
                  </a:lnTo>
                  <a:lnTo>
                    <a:pt x="454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0D3F0"/>
            </a:solidFill>
            <a:ln w="13716">
              <a:solidFill>
                <a:srgbClr val="C0D3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polygon-73"/>
            <p:cNvSpPr/>
            <p:nvPr/>
          </p:nvSpPr>
          <p:spPr>
            <a:xfrm>
              <a:off x="448056" y="5001768"/>
              <a:ext cx="4151376" cy="9144"/>
            </a:xfrm>
            <a:custGeom>
              <a:avLst/>
              <a:gdLst/>
              <a:ahLst/>
              <a:cxnLst/>
              <a:rect l="l" t="t" r="r" b="b"/>
              <a:pathLst>
                <a:path w="454" h="1">
                  <a:moveTo>
                    <a:pt x="0" y="0"/>
                  </a:moveTo>
                  <a:lnTo>
                    <a:pt x="454" y="0"/>
                  </a:lnTo>
                  <a:lnTo>
                    <a:pt x="454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DD0EC"/>
            </a:solidFill>
            <a:ln w="13716">
              <a:solidFill>
                <a:srgbClr val="BDD0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polygon-74"/>
            <p:cNvSpPr/>
            <p:nvPr/>
          </p:nvSpPr>
          <p:spPr>
            <a:xfrm>
              <a:off x="448056" y="5010912"/>
              <a:ext cx="4151376" cy="9144"/>
            </a:xfrm>
            <a:custGeom>
              <a:avLst/>
              <a:gdLst/>
              <a:ahLst/>
              <a:cxnLst/>
              <a:rect l="l" t="t" r="r" b="b"/>
              <a:pathLst>
                <a:path w="454" h="1">
                  <a:moveTo>
                    <a:pt x="0" y="0"/>
                  </a:moveTo>
                  <a:lnTo>
                    <a:pt x="454" y="0"/>
                  </a:lnTo>
                  <a:lnTo>
                    <a:pt x="453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7CAE5"/>
            </a:solidFill>
            <a:ln w="13716">
              <a:solidFill>
                <a:srgbClr val="B7CAE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polygon-75"/>
            <p:cNvSpPr/>
            <p:nvPr/>
          </p:nvSpPr>
          <p:spPr>
            <a:xfrm>
              <a:off x="457200" y="5020056"/>
              <a:ext cx="4133088" cy="9144"/>
            </a:xfrm>
            <a:custGeom>
              <a:avLst/>
              <a:gdLst/>
              <a:ahLst/>
              <a:cxnLst/>
              <a:rect l="l" t="t" r="r" b="b"/>
              <a:pathLst>
                <a:path w="452" h="1">
                  <a:moveTo>
                    <a:pt x="0" y="0"/>
                  </a:moveTo>
                  <a:lnTo>
                    <a:pt x="452" y="0"/>
                  </a:lnTo>
                  <a:lnTo>
                    <a:pt x="452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2C4DE"/>
            </a:solidFill>
            <a:ln w="13716">
              <a:solidFill>
                <a:srgbClr val="B2C4D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polygon-76"/>
            <p:cNvSpPr/>
            <p:nvPr/>
          </p:nvSpPr>
          <p:spPr>
            <a:xfrm>
              <a:off x="457200" y="5029200"/>
              <a:ext cx="4133088" cy="18288"/>
            </a:xfrm>
            <a:custGeom>
              <a:avLst/>
              <a:gdLst/>
              <a:ahLst/>
              <a:cxnLst/>
              <a:rect l="l" t="t" r="r" b="b"/>
              <a:pathLst>
                <a:path w="452" h="2">
                  <a:moveTo>
                    <a:pt x="0" y="0"/>
                  </a:moveTo>
                  <a:lnTo>
                    <a:pt x="452" y="0"/>
                  </a:lnTo>
                  <a:lnTo>
                    <a:pt x="451" y="2"/>
                  </a:lnTo>
                  <a:lnTo>
                    <a:pt x="1" y="2"/>
                  </a:lnTo>
                  <a:close/>
                </a:path>
              </a:pathLst>
            </a:custGeom>
            <a:solidFill>
              <a:srgbClr val="ADBFD7"/>
            </a:solidFill>
            <a:ln w="13716">
              <a:solidFill>
                <a:srgbClr val="ADBFD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polygon-77"/>
            <p:cNvSpPr/>
            <p:nvPr/>
          </p:nvSpPr>
          <p:spPr>
            <a:xfrm>
              <a:off x="466344" y="5047488"/>
              <a:ext cx="4114800" cy="9144"/>
            </a:xfrm>
            <a:custGeom>
              <a:avLst/>
              <a:gdLst/>
              <a:ahLst/>
              <a:cxnLst/>
              <a:rect l="l" t="t" r="r" b="b"/>
              <a:pathLst>
                <a:path w="450" h="1">
                  <a:moveTo>
                    <a:pt x="0" y="0"/>
                  </a:moveTo>
                  <a:lnTo>
                    <a:pt x="450" y="0"/>
                  </a:lnTo>
                  <a:lnTo>
                    <a:pt x="45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A7B9D0"/>
            </a:solidFill>
            <a:ln w="13716">
              <a:solidFill>
                <a:srgbClr val="A7B9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polygon-78"/>
            <p:cNvSpPr/>
            <p:nvPr/>
          </p:nvSpPr>
          <p:spPr>
            <a:xfrm>
              <a:off x="466344" y="5056632"/>
              <a:ext cx="4114800" cy="9144"/>
            </a:xfrm>
            <a:custGeom>
              <a:avLst/>
              <a:gdLst/>
              <a:ahLst/>
              <a:cxnLst/>
              <a:rect l="l" t="t" r="r" b="b"/>
              <a:pathLst>
                <a:path w="450" h="1">
                  <a:moveTo>
                    <a:pt x="0" y="0"/>
                  </a:moveTo>
                  <a:lnTo>
                    <a:pt x="450" y="0"/>
                  </a:lnTo>
                  <a:lnTo>
                    <a:pt x="449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A2B3C8"/>
            </a:solidFill>
            <a:ln w="13716">
              <a:solidFill>
                <a:srgbClr val="A2B3C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polygon-79"/>
            <p:cNvSpPr/>
            <p:nvPr/>
          </p:nvSpPr>
          <p:spPr>
            <a:xfrm>
              <a:off x="475488" y="5065776"/>
              <a:ext cx="4096512" cy="9144"/>
            </a:xfrm>
            <a:custGeom>
              <a:avLst/>
              <a:gdLst/>
              <a:ahLst/>
              <a:cxnLst/>
              <a:rect l="l" t="t" r="r" b="b"/>
              <a:pathLst>
                <a:path w="448" h="1">
                  <a:moveTo>
                    <a:pt x="0" y="0"/>
                  </a:moveTo>
                  <a:lnTo>
                    <a:pt x="448" y="0"/>
                  </a:lnTo>
                  <a:lnTo>
                    <a:pt x="446" y="1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9CAEC1"/>
            </a:solidFill>
            <a:ln w="13716">
              <a:solidFill>
                <a:srgbClr val="9CAEC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polygon-80"/>
            <p:cNvSpPr/>
            <p:nvPr/>
          </p:nvSpPr>
          <p:spPr>
            <a:xfrm>
              <a:off x="493776" y="5074920"/>
              <a:ext cx="4059936" cy="18288"/>
            </a:xfrm>
            <a:custGeom>
              <a:avLst/>
              <a:gdLst/>
              <a:ahLst/>
              <a:cxnLst/>
              <a:rect l="l" t="t" r="r" b="b"/>
              <a:pathLst>
                <a:path w="444" h="2">
                  <a:moveTo>
                    <a:pt x="0" y="0"/>
                  </a:moveTo>
                  <a:lnTo>
                    <a:pt x="444" y="0"/>
                  </a:lnTo>
                  <a:lnTo>
                    <a:pt x="443" y="2"/>
                  </a:lnTo>
                  <a:lnTo>
                    <a:pt x="1" y="2"/>
                  </a:lnTo>
                  <a:close/>
                </a:path>
              </a:pathLst>
            </a:custGeom>
            <a:solidFill>
              <a:srgbClr val="90A1B3"/>
            </a:solidFill>
            <a:ln w="13716">
              <a:solidFill>
                <a:srgbClr val="90A1B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polygon-81"/>
            <p:cNvSpPr/>
            <p:nvPr/>
          </p:nvSpPr>
          <p:spPr>
            <a:xfrm>
              <a:off x="502920" y="5093208"/>
              <a:ext cx="4041648" cy="9144"/>
            </a:xfrm>
            <a:custGeom>
              <a:avLst/>
              <a:gdLst/>
              <a:ahLst/>
              <a:cxnLst/>
              <a:rect l="l" t="t" r="r" b="b"/>
              <a:pathLst>
                <a:path w="442" h="1">
                  <a:moveTo>
                    <a:pt x="0" y="0"/>
                  </a:moveTo>
                  <a:lnTo>
                    <a:pt x="442" y="0"/>
                  </a:lnTo>
                  <a:lnTo>
                    <a:pt x="440" y="1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7A8999"/>
            </a:solidFill>
            <a:ln w="13716">
              <a:solidFill>
                <a:srgbClr val="7A899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polygon-82"/>
            <p:cNvSpPr/>
            <p:nvPr/>
          </p:nvSpPr>
          <p:spPr>
            <a:xfrm>
              <a:off x="521208" y="5102352"/>
              <a:ext cx="4005072" cy="9144"/>
            </a:xfrm>
            <a:custGeom>
              <a:avLst/>
              <a:gdLst/>
              <a:ahLst/>
              <a:cxnLst/>
              <a:rect l="l" t="t" r="r" b="b"/>
              <a:pathLst>
                <a:path w="438" h="1">
                  <a:moveTo>
                    <a:pt x="0" y="0"/>
                  </a:moveTo>
                  <a:lnTo>
                    <a:pt x="438" y="0"/>
                  </a:lnTo>
                  <a:lnTo>
                    <a:pt x="432" y="1"/>
                  </a:lnTo>
                  <a:lnTo>
                    <a:pt x="6" y="1"/>
                  </a:lnTo>
                  <a:close/>
                </a:path>
              </a:pathLst>
            </a:custGeom>
            <a:solidFill>
              <a:srgbClr val="63717F"/>
            </a:solidFill>
            <a:ln w="13716">
              <a:solidFill>
                <a:srgbClr val="63717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rectangle-83"/>
            <p:cNvSpPr/>
            <p:nvPr/>
          </p:nvSpPr>
          <p:spPr>
            <a:xfrm>
              <a:off x="448056" y="4709160"/>
              <a:ext cx="4151376" cy="402336"/>
            </a:xfrm>
            <a:prstGeom prst="roundRect">
              <a:avLst>
                <a:gd name="adj" fmla="val 31818"/>
              </a:avLst>
            </a:prstGeom>
            <a:noFill/>
            <a:ln w="21945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86" name="Text: (b) Dual Prompt Processing"/>
          <p:cNvSpPr txBox="1"/>
          <p:nvPr/>
        </p:nvSpPr>
        <p:spPr>
          <a:xfrm>
            <a:off x="502920" y="4764024"/>
            <a:ext cx="4041648" cy="2834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000000"/>
                </a:solidFill>
                <a:latin typeface="Liberation Serif"/>
              </a:rPr>
              <a:t>(b) Dual Prompt Processing</a:t>
            </a:r>
          </a:p>
        </p:txBody>
      </p:sp>
      <p:grpSp>
        <p:nvGrpSpPr>
          <p:cNvPr id="87" name="Editable beveled panel"/>
          <p:cNvGrpSpPr/>
          <p:nvPr/>
        </p:nvGrpSpPr>
        <p:grpSpPr>
          <a:xfrm>
            <a:off x="5522976" y="4709160"/>
            <a:ext cx="8467344" cy="402336"/>
            <a:chOff x="5522976" y="4709160"/>
            <a:chExt cx="8467344" cy="402336"/>
          </a:xfrm>
        </p:grpSpPr>
        <p:sp>
          <p:nvSpPr>
            <p:cNvPr id="88" name="rectangle-85"/>
            <p:cNvSpPr/>
            <p:nvPr/>
          </p:nvSpPr>
          <p:spPr>
            <a:xfrm>
              <a:off x="5522976" y="4709160"/>
              <a:ext cx="8467344" cy="402336"/>
            </a:xfrm>
            <a:prstGeom prst="roundRect">
              <a:avLst>
                <a:gd name="adj" fmla="val 31818"/>
              </a:avLst>
            </a:prstGeom>
            <a:solidFill>
              <a:srgbClr val="8B9AA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polygon-86"/>
            <p:cNvSpPr/>
            <p:nvPr/>
          </p:nvSpPr>
          <p:spPr>
            <a:xfrm>
              <a:off x="5596128" y="4709160"/>
              <a:ext cx="8321040" cy="9144"/>
            </a:xfrm>
            <a:custGeom>
              <a:avLst/>
              <a:gdLst/>
              <a:ahLst/>
              <a:cxnLst/>
              <a:rect l="l" t="t" r="r" b="b"/>
              <a:pathLst>
                <a:path w="910" h="1">
                  <a:moveTo>
                    <a:pt x="6" y="0"/>
                  </a:moveTo>
                  <a:lnTo>
                    <a:pt x="904" y="0"/>
                  </a:lnTo>
                  <a:lnTo>
                    <a:pt x="91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CABBA"/>
            </a:solidFill>
            <a:ln w="13716">
              <a:solidFill>
                <a:srgbClr val="9CABB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polygon-87"/>
            <p:cNvSpPr/>
            <p:nvPr/>
          </p:nvSpPr>
          <p:spPr>
            <a:xfrm>
              <a:off x="5577840" y="4718304"/>
              <a:ext cx="8357616" cy="9144"/>
            </a:xfrm>
            <a:custGeom>
              <a:avLst/>
              <a:gdLst/>
              <a:ahLst/>
              <a:cxnLst/>
              <a:rect l="l" t="t" r="r" b="b"/>
              <a:pathLst>
                <a:path w="914" h="1">
                  <a:moveTo>
                    <a:pt x="2" y="0"/>
                  </a:moveTo>
                  <a:lnTo>
                    <a:pt x="912" y="0"/>
                  </a:lnTo>
                  <a:lnTo>
                    <a:pt x="914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FCDD7"/>
            </a:solidFill>
            <a:ln w="13716">
              <a:solidFill>
                <a:srgbClr val="BFCDD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polygon-88"/>
            <p:cNvSpPr/>
            <p:nvPr/>
          </p:nvSpPr>
          <p:spPr>
            <a:xfrm>
              <a:off x="5568696" y="4727448"/>
              <a:ext cx="8375904" cy="18288"/>
            </a:xfrm>
            <a:custGeom>
              <a:avLst/>
              <a:gdLst/>
              <a:ahLst/>
              <a:cxnLst/>
              <a:rect l="l" t="t" r="r" b="b"/>
              <a:pathLst>
                <a:path w="916" h="2">
                  <a:moveTo>
                    <a:pt x="1" y="0"/>
                  </a:moveTo>
                  <a:lnTo>
                    <a:pt x="915" y="0"/>
                  </a:lnTo>
                  <a:lnTo>
                    <a:pt x="916" y="2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E1EEF4"/>
            </a:solidFill>
            <a:ln w="13716">
              <a:solidFill>
                <a:srgbClr val="E1EEF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polygon-89"/>
            <p:cNvSpPr/>
            <p:nvPr/>
          </p:nvSpPr>
          <p:spPr>
            <a:xfrm>
              <a:off x="5550408" y="4745736"/>
              <a:ext cx="8412480" cy="9144"/>
            </a:xfrm>
            <a:custGeom>
              <a:avLst/>
              <a:gdLst/>
              <a:ahLst/>
              <a:cxnLst/>
              <a:rect l="l" t="t" r="r" b="b"/>
              <a:pathLst>
                <a:path w="920" h="1">
                  <a:moveTo>
                    <a:pt x="2" y="0"/>
                  </a:moveTo>
                  <a:lnTo>
                    <a:pt x="918" y="0"/>
                  </a:lnTo>
                  <a:lnTo>
                    <a:pt x="92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DFBFF"/>
            </a:solidFill>
            <a:ln w="13716">
              <a:solidFill>
                <a:srgbClr val="EDFB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polygon-90"/>
            <p:cNvSpPr/>
            <p:nvPr/>
          </p:nvSpPr>
          <p:spPr>
            <a:xfrm>
              <a:off x="5541264" y="4754880"/>
              <a:ext cx="8430768" cy="9144"/>
            </a:xfrm>
            <a:custGeom>
              <a:avLst/>
              <a:gdLst/>
              <a:ahLst/>
              <a:cxnLst/>
              <a:rect l="l" t="t" r="r" b="b"/>
              <a:pathLst>
                <a:path w="922" h="1">
                  <a:moveTo>
                    <a:pt x="1" y="0"/>
                  </a:moveTo>
                  <a:lnTo>
                    <a:pt x="921" y="0"/>
                  </a:lnTo>
                  <a:lnTo>
                    <a:pt x="922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CFBFF"/>
            </a:solidFill>
            <a:ln w="13716">
              <a:solidFill>
                <a:srgbClr val="ECFB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polygon-91"/>
            <p:cNvSpPr/>
            <p:nvPr/>
          </p:nvSpPr>
          <p:spPr>
            <a:xfrm>
              <a:off x="5541264" y="4764024"/>
              <a:ext cx="8430768" cy="9144"/>
            </a:xfrm>
            <a:custGeom>
              <a:avLst/>
              <a:gdLst/>
              <a:ahLst/>
              <a:cxnLst/>
              <a:rect l="l" t="t" r="r" b="b"/>
              <a:pathLst>
                <a:path w="922" h="1">
                  <a:moveTo>
                    <a:pt x="0" y="0"/>
                  </a:moveTo>
                  <a:lnTo>
                    <a:pt x="922" y="0"/>
                  </a:lnTo>
                  <a:lnTo>
                    <a:pt x="922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BFBFF"/>
            </a:solidFill>
            <a:ln w="13716">
              <a:solidFill>
                <a:srgbClr val="EBFB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polygon-92"/>
            <p:cNvSpPr/>
            <p:nvPr/>
          </p:nvSpPr>
          <p:spPr>
            <a:xfrm>
              <a:off x="5532120" y="4773168"/>
              <a:ext cx="8449056" cy="18288"/>
            </a:xfrm>
            <a:custGeom>
              <a:avLst/>
              <a:gdLst/>
              <a:ahLst/>
              <a:cxnLst/>
              <a:rect l="l" t="t" r="r" b="b"/>
              <a:pathLst>
                <a:path w="924" h="2">
                  <a:moveTo>
                    <a:pt x="1" y="0"/>
                  </a:moveTo>
                  <a:lnTo>
                    <a:pt x="923" y="0"/>
                  </a:lnTo>
                  <a:lnTo>
                    <a:pt x="924" y="2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E9FBFF"/>
            </a:solidFill>
            <a:ln w="13716">
              <a:solidFill>
                <a:srgbClr val="E9FB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polygon-93"/>
            <p:cNvSpPr/>
            <p:nvPr/>
          </p:nvSpPr>
          <p:spPr>
            <a:xfrm>
              <a:off x="5532120" y="4791456"/>
              <a:ext cx="8449056" cy="9144"/>
            </a:xfrm>
            <a:custGeom>
              <a:avLst/>
              <a:gdLst/>
              <a:ahLst/>
              <a:cxnLst/>
              <a:rect l="l" t="t" r="r" b="b"/>
              <a:pathLst>
                <a:path w="924" h="1">
                  <a:moveTo>
                    <a:pt x="0" y="0"/>
                  </a:moveTo>
                  <a:lnTo>
                    <a:pt x="924" y="0"/>
                  </a:lnTo>
                  <a:lnTo>
                    <a:pt x="924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8FBFF"/>
            </a:solidFill>
            <a:ln w="13716">
              <a:solidFill>
                <a:srgbClr val="E8FB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polygon-94"/>
            <p:cNvSpPr/>
            <p:nvPr/>
          </p:nvSpPr>
          <p:spPr>
            <a:xfrm>
              <a:off x="5522976" y="4800600"/>
              <a:ext cx="8467344" cy="9144"/>
            </a:xfrm>
            <a:custGeom>
              <a:avLst/>
              <a:gdLst/>
              <a:ahLst/>
              <a:cxnLst/>
              <a:rect l="l" t="t" r="r" b="b"/>
              <a:pathLst>
                <a:path w="926" h="1">
                  <a:moveTo>
                    <a:pt x="1" y="0"/>
                  </a:moveTo>
                  <a:lnTo>
                    <a:pt x="925" y="0"/>
                  </a:lnTo>
                  <a:lnTo>
                    <a:pt x="926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EF1FC"/>
            </a:solidFill>
            <a:ln w="13716">
              <a:solidFill>
                <a:srgbClr val="DEF1F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polygon-95"/>
            <p:cNvSpPr/>
            <p:nvPr/>
          </p:nvSpPr>
          <p:spPr>
            <a:xfrm>
              <a:off x="5522976" y="4809744"/>
              <a:ext cx="8467344" cy="9144"/>
            </a:xfrm>
            <a:custGeom>
              <a:avLst/>
              <a:gdLst/>
              <a:ahLst/>
              <a:cxnLst/>
              <a:rect l="l" t="t" r="r" b="b"/>
              <a:pathLst>
                <a:path w="926" h="1">
                  <a:moveTo>
                    <a:pt x="0" y="0"/>
                  </a:moveTo>
                  <a:lnTo>
                    <a:pt x="926" y="0"/>
                  </a:lnTo>
                  <a:lnTo>
                    <a:pt x="926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3E6F9"/>
            </a:solidFill>
            <a:ln w="13716">
              <a:solidFill>
                <a:srgbClr val="D3E6F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polygon-96"/>
            <p:cNvSpPr/>
            <p:nvPr/>
          </p:nvSpPr>
          <p:spPr>
            <a:xfrm>
              <a:off x="5522976" y="4818888"/>
              <a:ext cx="8467344" cy="9144"/>
            </a:xfrm>
            <a:custGeom>
              <a:avLst/>
              <a:gdLst/>
              <a:ahLst/>
              <a:cxnLst/>
              <a:rect l="l" t="t" r="r" b="b"/>
              <a:pathLst>
                <a:path w="926" h="1">
                  <a:moveTo>
                    <a:pt x="0" y="0"/>
                  </a:moveTo>
                  <a:lnTo>
                    <a:pt x="926" y="0"/>
                  </a:lnTo>
                  <a:lnTo>
                    <a:pt x="926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8DBF6"/>
            </a:solidFill>
            <a:ln w="13716">
              <a:solidFill>
                <a:srgbClr val="C8DB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polygon-97"/>
            <p:cNvSpPr/>
            <p:nvPr/>
          </p:nvSpPr>
          <p:spPr>
            <a:xfrm>
              <a:off x="5522976" y="4828032"/>
              <a:ext cx="8467344" cy="18288"/>
            </a:xfrm>
            <a:custGeom>
              <a:avLst/>
              <a:gdLst/>
              <a:ahLst/>
              <a:cxnLst/>
              <a:rect l="l" t="t" r="r" b="b"/>
              <a:pathLst>
                <a:path w="926" h="2">
                  <a:moveTo>
                    <a:pt x="0" y="0"/>
                  </a:moveTo>
                  <a:lnTo>
                    <a:pt x="926" y="0"/>
                  </a:lnTo>
                  <a:lnTo>
                    <a:pt x="926" y="2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C5D8F5"/>
            </a:solidFill>
            <a:ln w="13716">
              <a:solidFill>
                <a:srgbClr val="C5D8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polygon-98"/>
            <p:cNvSpPr/>
            <p:nvPr/>
          </p:nvSpPr>
          <p:spPr>
            <a:xfrm>
              <a:off x="5522976" y="4846320"/>
              <a:ext cx="8467344" cy="9144"/>
            </a:xfrm>
            <a:custGeom>
              <a:avLst/>
              <a:gdLst/>
              <a:ahLst/>
              <a:cxnLst/>
              <a:rect l="l" t="t" r="r" b="b"/>
              <a:pathLst>
                <a:path w="926" h="1">
                  <a:moveTo>
                    <a:pt x="0" y="0"/>
                  </a:moveTo>
                  <a:lnTo>
                    <a:pt x="926" y="0"/>
                  </a:lnTo>
                  <a:lnTo>
                    <a:pt x="926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4D7F4"/>
            </a:solidFill>
            <a:ln w="13716">
              <a:solidFill>
                <a:srgbClr val="C4D7F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polygon-99"/>
            <p:cNvSpPr/>
            <p:nvPr/>
          </p:nvSpPr>
          <p:spPr>
            <a:xfrm>
              <a:off x="5522976" y="4855464"/>
              <a:ext cx="8467344" cy="9144"/>
            </a:xfrm>
            <a:custGeom>
              <a:avLst/>
              <a:gdLst/>
              <a:ahLst/>
              <a:cxnLst/>
              <a:rect l="l" t="t" r="r" b="b"/>
              <a:pathLst>
                <a:path w="926" h="1">
                  <a:moveTo>
                    <a:pt x="0" y="0"/>
                  </a:moveTo>
                  <a:lnTo>
                    <a:pt x="926" y="0"/>
                  </a:lnTo>
                  <a:lnTo>
                    <a:pt x="926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4D7F4"/>
            </a:solidFill>
            <a:ln w="13716">
              <a:solidFill>
                <a:srgbClr val="C4D7F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polygon-100"/>
            <p:cNvSpPr/>
            <p:nvPr/>
          </p:nvSpPr>
          <p:spPr>
            <a:xfrm>
              <a:off x="5522976" y="4864608"/>
              <a:ext cx="8467344" cy="9144"/>
            </a:xfrm>
            <a:custGeom>
              <a:avLst/>
              <a:gdLst/>
              <a:ahLst/>
              <a:cxnLst/>
              <a:rect l="l" t="t" r="r" b="b"/>
              <a:pathLst>
                <a:path w="926" h="1">
                  <a:moveTo>
                    <a:pt x="0" y="0"/>
                  </a:moveTo>
                  <a:lnTo>
                    <a:pt x="926" y="0"/>
                  </a:lnTo>
                  <a:lnTo>
                    <a:pt x="926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4D7F4"/>
            </a:solidFill>
            <a:ln w="13716">
              <a:solidFill>
                <a:srgbClr val="C4D7F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polygon-101"/>
            <p:cNvSpPr/>
            <p:nvPr/>
          </p:nvSpPr>
          <p:spPr>
            <a:xfrm>
              <a:off x="5522976" y="4873752"/>
              <a:ext cx="8467344" cy="18288"/>
            </a:xfrm>
            <a:custGeom>
              <a:avLst/>
              <a:gdLst/>
              <a:ahLst/>
              <a:cxnLst/>
              <a:rect l="l" t="t" r="r" b="b"/>
              <a:pathLst>
                <a:path w="926" h="2">
                  <a:moveTo>
                    <a:pt x="0" y="0"/>
                  </a:moveTo>
                  <a:lnTo>
                    <a:pt x="926" y="0"/>
                  </a:lnTo>
                  <a:lnTo>
                    <a:pt x="926" y="2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C3D6F3"/>
            </a:solidFill>
            <a:ln w="13716">
              <a:solidFill>
                <a:srgbClr val="C3D6F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polygon-102"/>
            <p:cNvSpPr/>
            <p:nvPr/>
          </p:nvSpPr>
          <p:spPr>
            <a:xfrm>
              <a:off x="5522976" y="4892040"/>
              <a:ext cx="8467344" cy="9144"/>
            </a:xfrm>
            <a:custGeom>
              <a:avLst/>
              <a:gdLst/>
              <a:ahLst/>
              <a:cxnLst/>
              <a:rect l="l" t="t" r="r" b="b"/>
              <a:pathLst>
                <a:path w="926" h="1">
                  <a:moveTo>
                    <a:pt x="0" y="0"/>
                  </a:moveTo>
                  <a:lnTo>
                    <a:pt x="926" y="0"/>
                  </a:lnTo>
                  <a:lnTo>
                    <a:pt x="926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3D6F3"/>
            </a:solidFill>
            <a:ln w="13716">
              <a:solidFill>
                <a:srgbClr val="C3D6F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polygon-103"/>
            <p:cNvSpPr/>
            <p:nvPr/>
          </p:nvSpPr>
          <p:spPr>
            <a:xfrm>
              <a:off x="5522976" y="4901184"/>
              <a:ext cx="8467344" cy="9144"/>
            </a:xfrm>
            <a:custGeom>
              <a:avLst/>
              <a:gdLst/>
              <a:ahLst/>
              <a:cxnLst/>
              <a:rect l="l" t="t" r="r" b="b"/>
              <a:pathLst>
                <a:path w="926" h="1">
                  <a:moveTo>
                    <a:pt x="0" y="0"/>
                  </a:moveTo>
                  <a:lnTo>
                    <a:pt x="926" y="0"/>
                  </a:lnTo>
                  <a:lnTo>
                    <a:pt x="926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3D6F3"/>
            </a:solidFill>
            <a:ln w="13716">
              <a:solidFill>
                <a:srgbClr val="C3D6F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polygon-104"/>
            <p:cNvSpPr/>
            <p:nvPr/>
          </p:nvSpPr>
          <p:spPr>
            <a:xfrm>
              <a:off x="5522976" y="4910328"/>
              <a:ext cx="8467344" cy="9144"/>
            </a:xfrm>
            <a:custGeom>
              <a:avLst/>
              <a:gdLst/>
              <a:ahLst/>
              <a:cxnLst/>
              <a:rect l="l" t="t" r="r" b="b"/>
              <a:pathLst>
                <a:path w="926" h="1">
                  <a:moveTo>
                    <a:pt x="0" y="0"/>
                  </a:moveTo>
                  <a:lnTo>
                    <a:pt x="926" y="0"/>
                  </a:lnTo>
                  <a:lnTo>
                    <a:pt x="926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2D5F2"/>
            </a:solidFill>
            <a:ln w="13716">
              <a:solidFill>
                <a:srgbClr val="C2D5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polygon-105"/>
            <p:cNvSpPr/>
            <p:nvPr/>
          </p:nvSpPr>
          <p:spPr>
            <a:xfrm>
              <a:off x="5522976" y="4919472"/>
              <a:ext cx="8467344" cy="9144"/>
            </a:xfrm>
            <a:custGeom>
              <a:avLst/>
              <a:gdLst/>
              <a:ahLst/>
              <a:cxnLst/>
              <a:rect l="l" t="t" r="r" b="b"/>
              <a:pathLst>
                <a:path w="926" h="1">
                  <a:moveTo>
                    <a:pt x="0" y="0"/>
                  </a:moveTo>
                  <a:lnTo>
                    <a:pt x="926" y="0"/>
                  </a:lnTo>
                  <a:lnTo>
                    <a:pt x="926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2D5F2"/>
            </a:solidFill>
            <a:ln w="13716">
              <a:solidFill>
                <a:srgbClr val="C2D5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polygon-106"/>
            <p:cNvSpPr/>
            <p:nvPr/>
          </p:nvSpPr>
          <p:spPr>
            <a:xfrm>
              <a:off x="5522976" y="4928616"/>
              <a:ext cx="8467344" cy="18288"/>
            </a:xfrm>
            <a:custGeom>
              <a:avLst/>
              <a:gdLst/>
              <a:ahLst/>
              <a:cxnLst/>
              <a:rect l="l" t="t" r="r" b="b"/>
              <a:pathLst>
                <a:path w="926" h="2">
                  <a:moveTo>
                    <a:pt x="0" y="0"/>
                  </a:moveTo>
                  <a:lnTo>
                    <a:pt x="926" y="0"/>
                  </a:lnTo>
                  <a:lnTo>
                    <a:pt x="926" y="2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C2D5F2"/>
            </a:solidFill>
            <a:ln w="13716">
              <a:solidFill>
                <a:srgbClr val="C2D5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polygon-107"/>
            <p:cNvSpPr/>
            <p:nvPr/>
          </p:nvSpPr>
          <p:spPr>
            <a:xfrm>
              <a:off x="5522976" y="4946904"/>
              <a:ext cx="8467344" cy="9144"/>
            </a:xfrm>
            <a:custGeom>
              <a:avLst/>
              <a:gdLst/>
              <a:ahLst/>
              <a:cxnLst/>
              <a:rect l="l" t="t" r="r" b="b"/>
              <a:pathLst>
                <a:path w="926" h="1">
                  <a:moveTo>
                    <a:pt x="0" y="0"/>
                  </a:moveTo>
                  <a:lnTo>
                    <a:pt x="926" y="0"/>
                  </a:lnTo>
                  <a:lnTo>
                    <a:pt x="926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1D4F1"/>
            </a:solidFill>
            <a:ln w="13716">
              <a:solidFill>
                <a:srgbClr val="C1D4F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polygon-108"/>
            <p:cNvSpPr/>
            <p:nvPr/>
          </p:nvSpPr>
          <p:spPr>
            <a:xfrm>
              <a:off x="5522976" y="4956048"/>
              <a:ext cx="8467344" cy="9144"/>
            </a:xfrm>
            <a:custGeom>
              <a:avLst/>
              <a:gdLst/>
              <a:ahLst/>
              <a:cxnLst/>
              <a:rect l="l" t="t" r="r" b="b"/>
              <a:pathLst>
                <a:path w="926" h="1">
                  <a:moveTo>
                    <a:pt x="0" y="0"/>
                  </a:moveTo>
                  <a:lnTo>
                    <a:pt x="926" y="0"/>
                  </a:lnTo>
                  <a:lnTo>
                    <a:pt x="926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1D4F1"/>
            </a:solidFill>
            <a:ln w="13716">
              <a:solidFill>
                <a:srgbClr val="C1D4F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polygon-109"/>
            <p:cNvSpPr/>
            <p:nvPr/>
          </p:nvSpPr>
          <p:spPr>
            <a:xfrm>
              <a:off x="5522976" y="4965192"/>
              <a:ext cx="8467344" cy="9144"/>
            </a:xfrm>
            <a:custGeom>
              <a:avLst/>
              <a:gdLst/>
              <a:ahLst/>
              <a:cxnLst/>
              <a:rect l="l" t="t" r="r" b="b"/>
              <a:pathLst>
                <a:path w="926" h="1">
                  <a:moveTo>
                    <a:pt x="0" y="0"/>
                  </a:moveTo>
                  <a:lnTo>
                    <a:pt x="926" y="0"/>
                  </a:lnTo>
                  <a:lnTo>
                    <a:pt x="926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1D4F1"/>
            </a:solidFill>
            <a:ln w="13716">
              <a:solidFill>
                <a:srgbClr val="C1D4F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polygon-110"/>
            <p:cNvSpPr/>
            <p:nvPr/>
          </p:nvSpPr>
          <p:spPr>
            <a:xfrm>
              <a:off x="5522976" y="4974336"/>
              <a:ext cx="8467344" cy="18288"/>
            </a:xfrm>
            <a:custGeom>
              <a:avLst/>
              <a:gdLst/>
              <a:ahLst/>
              <a:cxnLst/>
              <a:rect l="l" t="t" r="r" b="b"/>
              <a:pathLst>
                <a:path w="926" h="2">
                  <a:moveTo>
                    <a:pt x="0" y="0"/>
                  </a:moveTo>
                  <a:lnTo>
                    <a:pt x="926" y="0"/>
                  </a:lnTo>
                  <a:lnTo>
                    <a:pt x="926" y="2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C0D3F0"/>
            </a:solidFill>
            <a:ln w="13716">
              <a:solidFill>
                <a:srgbClr val="C0D3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polygon-111"/>
            <p:cNvSpPr/>
            <p:nvPr/>
          </p:nvSpPr>
          <p:spPr>
            <a:xfrm>
              <a:off x="5522976" y="4992624"/>
              <a:ext cx="8467344" cy="9144"/>
            </a:xfrm>
            <a:custGeom>
              <a:avLst/>
              <a:gdLst/>
              <a:ahLst/>
              <a:cxnLst/>
              <a:rect l="l" t="t" r="r" b="b"/>
              <a:pathLst>
                <a:path w="926" h="1">
                  <a:moveTo>
                    <a:pt x="0" y="0"/>
                  </a:moveTo>
                  <a:lnTo>
                    <a:pt x="926" y="0"/>
                  </a:lnTo>
                  <a:lnTo>
                    <a:pt x="926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0D3F0"/>
            </a:solidFill>
            <a:ln w="13716">
              <a:solidFill>
                <a:srgbClr val="C0D3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polygon-112"/>
            <p:cNvSpPr/>
            <p:nvPr/>
          </p:nvSpPr>
          <p:spPr>
            <a:xfrm>
              <a:off x="5522976" y="5001768"/>
              <a:ext cx="8467344" cy="9144"/>
            </a:xfrm>
            <a:custGeom>
              <a:avLst/>
              <a:gdLst/>
              <a:ahLst/>
              <a:cxnLst/>
              <a:rect l="l" t="t" r="r" b="b"/>
              <a:pathLst>
                <a:path w="926" h="1">
                  <a:moveTo>
                    <a:pt x="0" y="0"/>
                  </a:moveTo>
                  <a:lnTo>
                    <a:pt x="926" y="0"/>
                  </a:lnTo>
                  <a:lnTo>
                    <a:pt x="926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DD0EC"/>
            </a:solidFill>
            <a:ln w="13716">
              <a:solidFill>
                <a:srgbClr val="BDD0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polygon-113"/>
            <p:cNvSpPr/>
            <p:nvPr/>
          </p:nvSpPr>
          <p:spPr>
            <a:xfrm>
              <a:off x="5522976" y="5010912"/>
              <a:ext cx="8467344" cy="9144"/>
            </a:xfrm>
            <a:custGeom>
              <a:avLst/>
              <a:gdLst/>
              <a:ahLst/>
              <a:cxnLst/>
              <a:rect l="l" t="t" r="r" b="b"/>
              <a:pathLst>
                <a:path w="926" h="1">
                  <a:moveTo>
                    <a:pt x="0" y="0"/>
                  </a:moveTo>
                  <a:lnTo>
                    <a:pt x="926" y="0"/>
                  </a:lnTo>
                  <a:lnTo>
                    <a:pt x="925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7CAE5"/>
            </a:solidFill>
            <a:ln w="13716">
              <a:solidFill>
                <a:srgbClr val="B7CAE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polygon-114"/>
            <p:cNvSpPr/>
            <p:nvPr/>
          </p:nvSpPr>
          <p:spPr>
            <a:xfrm>
              <a:off x="5532120" y="5020056"/>
              <a:ext cx="8449056" cy="9144"/>
            </a:xfrm>
            <a:custGeom>
              <a:avLst/>
              <a:gdLst/>
              <a:ahLst/>
              <a:cxnLst/>
              <a:rect l="l" t="t" r="r" b="b"/>
              <a:pathLst>
                <a:path w="924" h="1">
                  <a:moveTo>
                    <a:pt x="0" y="0"/>
                  </a:moveTo>
                  <a:lnTo>
                    <a:pt x="924" y="0"/>
                  </a:lnTo>
                  <a:lnTo>
                    <a:pt x="924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2C4DE"/>
            </a:solidFill>
            <a:ln w="13716">
              <a:solidFill>
                <a:srgbClr val="B2C4D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polygon-115"/>
            <p:cNvSpPr/>
            <p:nvPr/>
          </p:nvSpPr>
          <p:spPr>
            <a:xfrm>
              <a:off x="5532120" y="5029200"/>
              <a:ext cx="8449056" cy="18288"/>
            </a:xfrm>
            <a:custGeom>
              <a:avLst/>
              <a:gdLst/>
              <a:ahLst/>
              <a:cxnLst/>
              <a:rect l="l" t="t" r="r" b="b"/>
              <a:pathLst>
                <a:path w="924" h="2">
                  <a:moveTo>
                    <a:pt x="0" y="0"/>
                  </a:moveTo>
                  <a:lnTo>
                    <a:pt x="924" y="0"/>
                  </a:lnTo>
                  <a:lnTo>
                    <a:pt x="923" y="2"/>
                  </a:lnTo>
                  <a:lnTo>
                    <a:pt x="1" y="2"/>
                  </a:lnTo>
                  <a:close/>
                </a:path>
              </a:pathLst>
            </a:custGeom>
            <a:solidFill>
              <a:srgbClr val="ADBFD7"/>
            </a:solidFill>
            <a:ln w="13716">
              <a:solidFill>
                <a:srgbClr val="ADBFD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polygon-116"/>
            <p:cNvSpPr/>
            <p:nvPr/>
          </p:nvSpPr>
          <p:spPr>
            <a:xfrm>
              <a:off x="5541264" y="5047488"/>
              <a:ext cx="8430768" cy="9144"/>
            </a:xfrm>
            <a:custGeom>
              <a:avLst/>
              <a:gdLst/>
              <a:ahLst/>
              <a:cxnLst/>
              <a:rect l="l" t="t" r="r" b="b"/>
              <a:pathLst>
                <a:path w="922" h="1">
                  <a:moveTo>
                    <a:pt x="0" y="0"/>
                  </a:moveTo>
                  <a:lnTo>
                    <a:pt x="922" y="0"/>
                  </a:lnTo>
                  <a:lnTo>
                    <a:pt x="922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A7B9D0"/>
            </a:solidFill>
            <a:ln w="13716">
              <a:solidFill>
                <a:srgbClr val="A7B9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polygon-117"/>
            <p:cNvSpPr/>
            <p:nvPr/>
          </p:nvSpPr>
          <p:spPr>
            <a:xfrm>
              <a:off x="5541264" y="5056632"/>
              <a:ext cx="8430768" cy="9144"/>
            </a:xfrm>
            <a:custGeom>
              <a:avLst/>
              <a:gdLst/>
              <a:ahLst/>
              <a:cxnLst/>
              <a:rect l="l" t="t" r="r" b="b"/>
              <a:pathLst>
                <a:path w="922" h="1">
                  <a:moveTo>
                    <a:pt x="0" y="0"/>
                  </a:moveTo>
                  <a:lnTo>
                    <a:pt x="922" y="0"/>
                  </a:lnTo>
                  <a:lnTo>
                    <a:pt x="92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A2B3C8"/>
            </a:solidFill>
            <a:ln w="13716">
              <a:solidFill>
                <a:srgbClr val="A2B3C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polygon-118"/>
            <p:cNvSpPr/>
            <p:nvPr/>
          </p:nvSpPr>
          <p:spPr>
            <a:xfrm>
              <a:off x="5550408" y="5065776"/>
              <a:ext cx="8412480" cy="9144"/>
            </a:xfrm>
            <a:custGeom>
              <a:avLst/>
              <a:gdLst/>
              <a:ahLst/>
              <a:cxnLst/>
              <a:rect l="l" t="t" r="r" b="b"/>
              <a:pathLst>
                <a:path w="920" h="1">
                  <a:moveTo>
                    <a:pt x="0" y="0"/>
                  </a:moveTo>
                  <a:lnTo>
                    <a:pt x="920" y="0"/>
                  </a:lnTo>
                  <a:lnTo>
                    <a:pt x="918" y="1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9CAEC1"/>
            </a:solidFill>
            <a:ln w="13716">
              <a:solidFill>
                <a:srgbClr val="9CAEC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polygon-119"/>
            <p:cNvSpPr/>
            <p:nvPr/>
          </p:nvSpPr>
          <p:spPr>
            <a:xfrm>
              <a:off x="5568696" y="5074920"/>
              <a:ext cx="8375904" cy="18288"/>
            </a:xfrm>
            <a:custGeom>
              <a:avLst/>
              <a:gdLst/>
              <a:ahLst/>
              <a:cxnLst/>
              <a:rect l="l" t="t" r="r" b="b"/>
              <a:pathLst>
                <a:path w="916" h="2">
                  <a:moveTo>
                    <a:pt x="0" y="0"/>
                  </a:moveTo>
                  <a:lnTo>
                    <a:pt x="916" y="0"/>
                  </a:lnTo>
                  <a:lnTo>
                    <a:pt x="915" y="2"/>
                  </a:lnTo>
                  <a:lnTo>
                    <a:pt x="1" y="2"/>
                  </a:lnTo>
                  <a:close/>
                </a:path>
              </a:pathLst>
            </a:custGeom>
            <a:solidFill>
              <a:srgbClr val="90A1B3"/>
            </a:solidFill>
            <a:ln w="13716">
              <a:solidFill>
                <a:srgbClr val="90A1B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polygon-120"/>
            <p:cNvSpPr/>
            <p:nvPr/>
          </p:nvSpPr>
          <p:spPr>
            <a:xfrm>
              <a:off x="5577840" y="5093208"/>
              <a:ext cx="8357616" cy="9144"/>
            </a:xfrm>
            <a:custGeom>
              <a:avLst/>
              <a:gdLst/>
              <a:ahLst/>
              <a:cxnLst/>
              <a:rect l="l" t="t" r="r" b="b"/>
              <a:pathLst>
                <a:path w="914" h="1">
                  <a:moveTo>
                    <a:pt x="0" y="0"/>
                  </a:moveTo>
                  <a:lnTo>
                    <a:pt x="914" y="0"/>
                  </a:lnTo>
                  <a:lnTo>
                    <a:pt x="912" y="1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7A8999"/>
            </a:solidFill>
            <a:ln w="13716">
              <a:solidFill>
                <a:srgbClr val="7A899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polygon-121"/>
            <p:cNvSpPr/>
            <p:nvPr/>
          </p:nvSpPr>
          <p:spPr>
            <a:xfrm>
              <a:off x="5596128" y="5102352"/>
              <a:ext cx="8321040" cy="9144"/>
            </a:xfrm>
            <a:custGeom>
              <a:avLst/>
              <a:gdLst/>
              <a:ahLst/>
              <a:cxnLst/>
              <a:rect l="l" t="t" r="r" b="b"/>
              <a:pathLst>
                <a:path w="910" h="1">
                  <a:moveTo>
                    <a:pt x="0" y="0"/>
                  </a:moveTo>
                  <a:lnTo>
                    <a:pt x="910" y="0"/>
                  </a:lnTo>
                  <a:lnTo>
                    <a:pt x="904" y="1"/>
                  </a:lnTo>
                  <a:lnTo>
                    <a:pt x="6" y="1"/>
                  </a:lnTo>
                  <a:close/>
                </a:path>
              </a:pathLst>
            </a:custGeom>
            <a:solidFill>
              <a:srgbClr val="63717F"/>
            </a:solidFill>
            <a:ln w="13716">
              <a:solidFill>
                <a:srgbClr val="63717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rectangle-122"/>
            <p:cNvSpPr/>
            <p:nvPr/>
          </p:nvSpPr>
          <p:spPr>
            <a:xfrm>
              <a:off x="5522976" y="4709160"/>
              <a:ext cx="8467344" cy="402336"/>
            </a:xfrm>
            <a:prstGeom prst="roundRect">
              <a:avLst>
                <a:gd name="adj" fmla="val 31818"/>
              </a:avLst>
            </a:prstGeom>
            <a:noFill/>
            <a:ln w="21945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26" name="Text: (c) IR Multi-Degradation Restoration Network"/>
          <p:cNvSpPr txBox="1"/>
          <p:nvPr/>
        </p:nvSpPr>
        <p:spPr>
          <a:xfrm>
            <a:off x="5577840" y="4764024"/>
            <a:ext cx="8357616" cy="2834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000000"/>
                </a:solidFill>
                <a:latin typeface="Liberation Serif"/>
              </a:rPr>
              <a:t>(c) IR Multi-Degradation Restoration Network</a:t>
            </a:r>
          </a:p>
        </p:txBody>
      </p:sp>
      <p:grpSp>
        <p:nvGrpSpPr>
          <p:cNvPr id="127" name="Editable beveled panel"/>
          <p:cNvGrpSpPr/>
          <p:nvPr/>
        </p:nvGrpSpPr>
        <p:grpSpPr>
          <a:xfrm>
            <a:off x="14703552" y="4718304"/>
            <a:ext cx="2468880" cy="402336"/>
            <a:chOff x="14703552" y="4718304"/>
            <a:chExt cx="2468880" cy="402336"/>
          </a:xfrm>
        </p:grpSpPr>
        <p:sp>
          <p:nvSpPr>
            <p:cNvPr id="128" name="rectangle-124"/>
            <p:cNvSpPr/>
            <p:nvPr/>
          </p:nvSpPr>
          <p:spPr>
            <a:xfrm>
              <a:off x="14703552" y="4718304"/>
              <a:ext cx="2468880" cy="402336"/>
            </a:xfrm>
            <a:prstGeom prst="roundRect">
              <a:avLst>
                <a:gd name="adj" fmla="val 31818"/>
              </a:avLst>
            </a:prstGeom>
            <a:solidFill>
              <a:srgbClr val="8B9AA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polygon-125"/>
            <p:cNvSpPr/>
            <p:nvPr/>
          </p:nvSpPr>
          <p:spPr>
            <a:xfrm>
              <a:off x="14776704" y="4718304"/>
              <a:ext cx="2322576" cy="9144"/>
            </a:xfrm>
            <a:custGeom>
              <a:avLst/>
              <a:gdLst/>
              <a:ahLst/>
              <a:cxnLst/>
              <a:rect l="l" t="t" r="r" b="b"/>
              <a:pathLst>
                <a:path w="254" h="1">
                  <a:moveTo>
                    <a:pt x="6" y="0"/>
                  </a:moveTo>
                  <a:lnTo>
                    <a:pt x="248" y="0"/>
                  </a:lnTo>
                  <a:lnTo>
                    <a:pt x="254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CABBA"/>
            </a:solidFill>
            <a:ln w="13716">
              <a:solidFill>
                <a:srgbClr val="9CABB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polygon-126"/>
            <p:cNvSpPr/>
            <p:nvPr/>
          </p:nvSpPr>
          <p:spPr>
            <a:xfrm>
              <a:off x="14758416" y="4727448"/>
              <a:ext cx="2359152" cy="9144"/>
            </a:xfrm>
            <a:custGeom>
              <a:avLst/>
              <a:gdLst/>
              <a:ahLst/>
              <a:cxnLst/>
              <a:rect l="l" t="t" r="r" b="b"/>
              <a:pathLst>
                <a:path w="258" h="1">
                  <a:moveTo>
                    <a:pt x="2" y="0"/>
                  </a:moveTo>
                  <a:lnTo>
                    <a:pt x="256" y="0"/>
                  </a:lnTo>
                  <a:lnTo>
                    <a:pt x="258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FCDD7"/>
            </a:solidFill>
            <a:ln w="13716">
              <a:solidFill>
                <a:srgbClr val="BFCDD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polygon-127"/>
            <p:cNvSpPr/>
            <p:nvPr/>
          </p:nvSpPr>
          <p:spPr>
            <a:xfrm>
              <a:off x="14749272" y="4736592"/>
              <a:ext cx="2377440" cy="18288"/>
            </a:xfrm>
            <a:custGeom>
              <a:avLst/>
              <a:gdLst/>
              <a:ahLst/>
              <a:cxnLst/>
              <a:rect l="l" t="t" r="r" b="b"/>
              <a:pathLst>
                <a:path w="260" h="2">
                  <a:moveTo>
                    <a:pt x="1" y="0"/>
                  </a:moveTo>
                  <a:lnTo>
                    <a:pt x="259" y="0"/>
                  </a:lnTo>
                  <a:lnTo>
                    <a:pt x="260" y="2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E1EEF4"/>
            </a:solidFill>
            <a:ln w="13716">
              <a:solidFill>
                <a:srgbClr val="E1EEF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polygon-128"/>
            <p:cNvSpPr/>
            <p:nvPr/>
          </p:nvSpPr>
          <p:spPr>
            <a:xfrm>
              <a:off x="14730984" y="4754880"/>
              <a:ext cx="2414016" cy="9144"/>
            </a:xfrm>
            <a:custGeom>
              <a:avLst/>
              <a:gdLst/>
              <a:ahLst/>
              <a:cxnLst/>
              <a:rect l="l" t="t" r="r" b="b"/>
              <a:pathLst>
                <a:path w="264" h="1">
                  <a:moveTo>
                    <a:pt x="2" y="0"/>
                  </a:moveTo>
                  <a:lnTo>
                    <a:pt x="262" y="0"/>
                  </a:lnTo>
                  <a:lnTo>
                    <a:pt x="264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DFBFF"/>
            </a:solidFill>
            <a:ln w="13716">
              <a:solidFill>
                <a:srgbClr val="EDFB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polygon-129"/>
            <p:cNvSpPr/>
            <p:nvPr/>
          </p:nvSpPr>
          <p:spPr>
            <a:xfrm>
              <a:off x="14721840" y="4764024"/>
              <a:ext cx="2432304" cy="9144"/>
            </a:xfrm>
            <a:custGeom>
              <a:avLst/>
              <a:gdLst/>
              <a:ahLst/>
              <a:cxnLst/>
              <a:rect l="l" t="t" r="r" b="b"/>
              <a:pathLst>
                <a:path w="266" h="1">
                  <a:moveTo>
                    <a:pt x="1" y="0"/>
                  </a:moveTo>
                  <a:lnTo>
                    <a:pt x="265" y="0"/>
                  </a:lnTo>
                  <a:lnTo>
                    <a:pt x="266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CFBFF"/>
            </a:solidFill>
            <a:ln w="13716">
              <a:solidFill>
                <a:srgbClr val="ECFB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4" name="polygon-130"/>
            <p:cNvSpPr/>
            <p:nvPr/>
          </p:nvSpPr>
          <p:spPr>
            <a:xfrm>
              <a:off x="14721840" y="4773168"/>
              <a:ext cx="2432304" cy="9144"/>
            </a:xfrm>
            <a:custGeom>
              <a:avLst/>
              <a:gdLst/>
              <a:ahLst/>
              <a:cxnLst/>
              <a:rect l="l" t="t" r="r" b="b"/>
              <a:pathLst>
                <a:path w="266" h="1">
                  <a:moveTo>
                    <a:pt x="0" y="0"/>
                  </a:moveTo>
                  <a:lnTo>
                    <a:pt x="266" y="0"/>
                  </a:lnTo>
                  <a:lnTo>
                    <a:pt x="266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BFBFF"/>
            </a:solidFill>
            <a:ln w="13716">
              <a:solidFill>
                <a:srgbClr val="EBFB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polygon-131"/>
            <p:cNvSpPr/>
            <p:nvPr/>
          </p:nvSpPr>
          <p:spPr>
            <a:xfrm>
              <a:off x="14712696" y="4782312"/>
              <a:ext cx="2450592" cy="18288"/>
            </a:xfrm>
            <a:custGeom>
              <a:avLst/>
              <a:gdLst/>
              <a:ahLst/>
              <a:cxnLst/>
              <a:rect l="l" t="t" r="r" b="b"/>
              <a:pathLst>
                <a:path w="268" h="2">
                  <a:moveTo>
                    <a:pt x="1" y="0"/>
                  </a:moveTo>
                  <a:lnTo>
                    <a:pt x="267" y="0"/>
                  </a:lnTo>
                  <a:lnTo>
                    <a:pt x="268" y="2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E9FBFF"/>
            </a:solidFill>
            <a:ln w="13716">
              <a:solidFill>
                <a:srgbClr val="E9FB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polygon-132"/>
            <p:cNvSpPr/>
            <p:nvPr/>
          </p:nvSpPr>
          <p:spPr>
            <a:xfrm>
              <a:off x="14712696" y="4800600"/>
              <a:ext cx="2450592" cy="9144"/>
            </a:xfrm>
            <a:custGeom>
              <a:avLst/>
              <a:gdLst/>
              <a:ahLst/>
              <a:cxnLst/>
              <a:rect l="l" t="t" r="r" b="b"/>
              <a:pathLst>
                <a:path w="268" h="1">
                  <a:moveTo>
                    <a:pt x="0" y="0"/>
                  </a:moveTo>
                  <a:lnTo>
                    <a:pt x="268" y="0"/>
                  </a:lnTo>
                  <a:lnTo>
                    <a:pt x="268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8FBFF"/>
            </a:solidFill>
            <a:ln w="13716">
              <a:solidFill>
                <a:srgbClr val="E8FB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polygon-133"/>
            <p:cNvSpPr/>
            <p:nvPr/>
          </p:nvSpPr>
          <p:spPr>
            <a:xfrm>
              <a:off x="14703552" y="4809744"/>
              <a:ext cx="2468880" cy="9144"/>
            </a:xfrm>
            <a:custGeom>
              <a:avLst/>
              <a:gdLst/>
              <a:ahLst/>
              <a:cxnLst/>
              <a:rect l="l" t="t" r="r" b="b"/>
              <a:pathLst>
                <a:path w="270" h="1">
                  <a:moveTo>
                    <a:pt x="1" y="0"/>
                  </a:moveTo>
                  <a:lnTo>
                    <a:pt x="269" y="0"/>
                  </a:lnTo>
                  <a:lnTo>
                    <a:pt x="27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EF1FC"/>
            </a:solidFill>
            <a:ln w="13716">
              <a:solidFill>
                <a:srgbClr val="DEF1F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polygon-134"/>
            <p:cNvSpPr/>
            <p:nvPr/>
          </p:nvSpPr>
          <p:spPr>
            <a:xfrm>
              <a:off x="14703552" y="4818888"/>
              <a:ext cx="2468880" cy="9144"/>
            </a:xfrm>
            <a:custGeom>
              <a:avLst/>
              <a:gdLst/>
              <a:ahLst/>
              <a:cxnLst/>
              <a:rect l="l" t="t" r="r" b="b"/>
              <a:pathLst>
                <a:path w="270" h="1">
                  <a:moveTo>
                    <a:pt x="0" y="0"/>
                  </a:moveTo>
                  <a:lnTo>
                    <a:pt x="270" y="0"/>
                  </a:lnTo>
                  <a:lnTo>
                    <a:pt x="27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3E6F9"/>
            </a:solidFill>
            <a:ln w="13716">
              <a:solidFill>
                <a:srgbClr val="D3E6F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polygon-135"/>
            <p:cNvSpPr/>
            <p:nvPr/>
          </p:nvSpPr>
          <p:spPr>
            <a:xfrm>
              <a:off x="14703552" y="4828032"/>
              <a:ext cx="2468880" cy="9144"/>
            </a:xfrm>
            <a:custGeom>
              <a:avLst/>
              <a:gdLst/>
              <a:ahLst/>
              <a:cxnLst/>
              <a:rect l="l" t="t" r="r" b="b"/>
              <a:pathLst>
                <a:path w="270" h="1">
                  <a:moveTo>
                    <a:pt x="0" y="0"/>
                  </a:moveTo>
                  <a:lnTo>
                    <a:pt x="270" y="0"/>
                  </a:lnTo>
                  <a:lnTo>
                    <a:pt x="27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8DBF6"/>
            </a:solidFill>
            <a:ln w="13716">
              <a:solidFill>
                <a:srgbClr val="C8DB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polygon-136"/>
            <p:cNvSpPr/>
            <p:nvPr/>
          </p:nvSpPr>
          <p:spPr>
            <a:xfrm>
              <a:off x="14703552" y="4837176"/>
              <a:ext cx="2468880" cy="18288"/>
            </a:xfrm>
            <a:custGeom>
              <a:avLst/>
              <a:gdLst/>
              <a:ahLst/>
              <a:cxnLst/>
              <a:rect l="l" t="t" r="r" b="b"/>
              <a:pathLst>
                <a:path w="270" h="2">
                  <a:moveTo>
                    <a:pt x="0" y="0"/>
                  </a:moveTo>
                  <a:lnTo>
                    <a:pt x="270" y="0"/>
                  </a:lnTo>
                  <a:lnTo>
                    <a:pt x="270" y="2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C5D8F5"/>
            </a:solidFill>
            <a:ln w="13716">
              <a:solidFill>
                <a:srgbClr val="C5D8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" name="polygon-137"/>
            <p:cNvSpPr/>
            <p:nvPr/>
          </p:nvSpPr>
          <p:spPr>
            <a:xfrm>
              <a:off x="14703552" y="4855464"/>
              <a:ext cx="2468880" cy="9144"/>
            </a:xfrm>
            <a:custGeom>
              <a:avLst/>
              <a:gdLst/>
              <a:ahLst/>
              <a:cxnLst/>
              <a:rect l="l" t="t" r="r" b="b"/>
              <a:pathLst>
                <a:path w="270" h="1">
                  <a:moveTo>
                    <a:pt x="0" y="0"/>
                  </a:moveTo>
                  <a:lnTo>
                    <a:pt x="270" y="0"/>
                  </a:lnTo>
                  <a:lnTo>
                    <a:pt x="27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4D7F4"/>
            </a:solidFill>
            <a:ln w="13716">
              <a:solidFill>
                <a:srgbClr val="C4D7F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2" name="polygon-138"/>
            <p:cNvSpPr/>
            <p:nvPr/>
          </p:nvSpPr>
          <p:spPr>
            <a:xfrm>
              <a:off x="14703552" y="4864608"/>
              <a:ext cx="2468880" cy="9144"/>
            </a:xfrm>
            <a:custGeom>
              <a:avLst/>
              <a:gdLst/>
              <a:ahLst/>
              <a:cxnLst/>
              <a:rect l="l" t="t" r="r" b="b"/>
              <a:pathLst>
                <a:path w="270" h="1">
                  <a:moveTo>
                    <a:pt x="0" y="0"/>
                  </a:moveTo>
                  <a:lnTo>
                    <a:pt x="270" y="0"/>
                  </a:lnTo>
                  <a:lnTo>
                    <a:pt x="27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4D7F4"/>
            </a:solidFill>
            <a:ln w="13716">
              <a:solidFill>
                <a:srgbClr val="C4D7F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3" name="polygon-139"/>
            <p:cNvSpPr/>
            <p:nvPr/>
          </p:nvSpPr>
          <p:spPr>
            <a:xfrm>
              <a:off x="14703552" y="4873752"/>
              <a:ext cx="2468880" cy="9144"/>
            </a:xfrm>
            <a:custGeom>
              <a:avLst/>
              <a:gdLst/>
              <a:ahLst/>
              <a:cxnLst/>
              <a:rect l="l" t="t" r="r" b="b"/>
              <a:pathLst>
                <a:path w="270" h="1">
                  <a:moveTo>
                    <a:pt x="0" y="0"/>
                  </a:moveTo>
                  <a:lnTo>
                    <a:pt x="270" y="0"/>
                  </a:lnTo>
                  <a:lnTo>
                    <a:pt x="27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4D7F4"/>
            </a:solidFill>
            <a:ln w="13716">
              <a:solidFill>
                <a:srgbClr val="C4D7F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4" name="polygon-140"/>
            <p:cNvSpPr/>
            <p:nvPr/>
          </p:nvSpPr>
          <p:spPr>
            <a:xfrm>
              <a:off x="14703552" y="4882896"/>
              <a:ext cx="2468880" cy="18288"/>
            </a:xfrm>
            <a:custGeom>
              <a:avLst/>
              <a:gdLst/>
              <a:ahLst/>
              <a:cxnLst/>
              <a:rect l="l" t="t" r="r" b="b"/>
              <a:pathLst>
                <a:path w="270" h="2">
                  <a:moveTo>
                    <a:pt x="0" y="0"/>
                  </a:moveTo>
                  <a:lnTo>
                    <a:pt x="270" y="0"/>
                  </a:lnTo>
                  <a:lnTo>
                    <a:pt x="270" y="2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C3D6F3"/>
            </a:solidFill>
            <a:ln w="13716">
              <a:solidFill>
                <a:srgbClr val="C3D6F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" name="polygon-141"/>
            <p:cNvSpPr/>
            <p:nvPr/>
          </p:nvSpPr>
          <p:spPr>
            <a:xfrm>
              <a:off x="14703552" y="4901184"/>
              <a:ext cx="2468880" cy="9144"/>
            </a:xfrm>
            <a:custGeom>
              <a:avLst/>
              <a:gdLst/>
              <a:ahLst/>
              <a:cxnLst/>
              <a:rect l="l" t="t" r="r" b="b"/>
              <a:pathLst>
                <a:path w="270" h="1">
                  <a:moveTo>
                    <a:pt x="0" y="0"/>
                  </a:moveTo>
                  <a:lnTo>
                    <a:pt x="270" y="0"/>
                  </a:lnTo>
                  <a:lnTo>
                    <a:pt x="27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3D6F3"/>
            </a:solidFill>
            <a:ln w="13716">
              <a:solidFill>
                <a:srgbClr val="C3D6F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" name="polygon-142"/>
            <p:cNvSpPr/>
            <p:nvPr/>
          </p:nvSpPr>
          <p:spPr>
            <a:xfrm>
              <a:off x="14703552" y="4910328"/>
              <a:ext cx="2468880" cy="9144"/>
            </a:xfrm>
            <a:custGeom>
              <a:avLst/>
              <a:gdLst/>
              <a:ahLst/>
              <a:cxnLst/>
              <a:rect l="l" t="t" r="r" b="b"/>
              <a:pathLst>
                <a:path w="270" h="1">
                  <a:moveTo>
                    <a:pt x="0" y="0"/>
                  </a:moveTo>
                  <a:lnTo>
                    <a:pt x="270" y="0"/>
                  </a:lnTo>
                  <a:lnTo>
                    <a:pt x="27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3D6F3"/>
            </a:solidFill>
            <a:ln w="13716">
              <a:solidFill>
                <a:srgbClr val="C3D6F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polygon-143"/>
            <p:cNvSpPr/>
            <p:nvPr/>
          </p:nvSpPr>
          <p:spPr>
            <a:xfrm>
              <a:off x="14703552" y="4919472"/>
              <a:ext cx="2468880" cy="9144"/>
            </a:xfrm>
            <a:custGeom>
              <a:avLst/>
              <a:gdLst/>
              <a:ahLst/>
              <a:cxnLst/>
              <a:rect l="l" t="t" r="r" b="b"/>
              <a:pathLst>
                <a:path w="270" h="1">
                  <a:moveTo>
                    <a:pt x="0" y="0"/>
                  </a:moveTo>
                  <a:lnTo>
                    <a:pt x="270" y="0"/>
                  </a:lnTo>
                  <a:lnTo>
                    <a:pt x="27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2D5F2"/>
            </a:solidFill>
            <a:ln w="13716">
              <a:solidFill>
                <a:srgbClr val="C2D5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" name="polygon-144"/>
            <p:cNvSpPr/>
            <p:nvPr/>
          </p:nvSpPr>
          <p:spPr>
            <a:xfrm>
              <a:off x="14703552" y="4928616"/>
              <a:ext cx="2468880" cy="9144"/>
            </a:xfrm>
            <a:custGeom>
              <a:avLst/>
              <a:gdLst/>
              <a:ahLst/>
              <a:cxnLst/>
              <a:rect l="l" t="t" r="r" b="b"/>
              <a:pathLst>
                <a:path w="270" h="1">
                  <a:moveTo>
                    <a:pt x="0" y="0"/>
                  </a:moveTo>
                  <a:lnTo>
                    <a:pt x="270" y="0"/>
                  </a:lnTo>
                  <a:lnTo>
                    <a:pt x="27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2D5F2"/>
            </a:solidFill>
            <a:ln w="13716">
              <a:solidFill>
                <a:srgbClr val="C2D5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9" name="polygon-145"/>
            <p:cNvSpPr/>
            <p:nvPr/>
          </p:nvSpPr>
          <p:spPr>
            <a:xfrm>
              <a:off x="14703552" y="4937760"/>
              <a:ext cx="2468880" cy="18288"/>
            </a:xfrm>
            <a:custGeom>
              <a:avLst/>
              <a:gdLst/>
              <a:ahLst/>
              <a:cxnLst/>
              <a:rect l="l" t="t" r="r" b="b"/>
              <a:pathLst>
                <a:path w="270" h="2">
                  <a:moveTo>
                    <a:pt x="0" y="0"/>
                  </a:moveTo>
                  <a:lnTo>
                    <a:pt x="270" y="0"/>
                  </a:lnTo>
                  <a:lnTo>
                    <a:pt x="270" y="2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C2D5F2"/>
            </a:solidFill>
            <a:ln w="13716">
              <a:solidFill>
                <a:srgbClr val="C2D5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polygon-146"/>
            <p:cNvSpPr/>
            <p:nvPr/>
          </p:nvSpPr>
          <p:spPr>
            <a:xfrm>
              <a:off x="14703552" y="4956048"/>
              <a:ext cx="2468880" cy="9144"/>
            </a:xfrm>
            <a:custGeom>
              <a:avLst/>
              <a:gdLst/>
              <a:ahLst/>
              <a:cxnLst/>
              <a:rect l="l" t="t" r="r" b="b"/>
              <a:pathLst>
                <a:path w="270" h="1">
                  <a:moveTo>
                    <a:pt x="0" y="0"/>
                  </a:moveTo>
                  <a:lnTo>
                    <a:pt x="270" y="0"/>
                  </a:lnTo>
                  <a:lnTo>
                    <a:pt x="27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1D4F1"/>
            </a:solidFill>
            <a:ln w="13716">
              <a:solidFill>
                <a:srgbClr val="C1D4F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polygon-147"/>
            <p:cNvSpPr/>
            <p:nvPr/>
          </p:nvSpPr>
          <p:spPr>
            <a:xfrm>
              <a:off x="14703552" y="4965192"/>
              <a:ext cx="2468880" cy="9144"/>
            </a:xfrm>
            <a:custGeom>
              <a:avLst/>
              <a:gdLst/>
              <a:ahLst/>
              <a:cxnLst/>
              <a:rect l="l" t="t" r="r" b="b"/>
              <a:pathLst>
                <a:path w="270" h="1">
                  <a:moveTo>
                    <a:pt x="0" y="0"/>
                  </a:moveTo>
                  <a:lnTo>
                    <a:pt x="270" y="0"/>
                  </a:lnTo>
                  <a:lnTo>
                    <a:pt x="27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1D4F1"/>
            </a:solidFill>
            <a:ln w="13716">
              <a:solidFill>
                <a:srgbClr val="C1D4F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polygon-148"/>
            <p:cNvSpPr/>
            <p:nvPr/>
          </p:nvSpPr>
          <p:spPr>
            <a:xfrm>
              <a:off x="14703552" y="4974336"/>
              <a:ext cx="2468880" cy="9144"/>
            </a:xfrm>
            <a:custGeom>
              <a:avLst/>
              <a:gdLst/>
              <a:ahLst/>
              <a:cxnLst/>
              <a:rect l="l" t="t" r="r" b="b"/>
              <a:pathLst>
                <a:path w="270" h="1">
                  <a:moveTo>
                    <a:pt x="0" y="0"/>
                  </a:moveTo>
                  <a:lnTo>
                    <a:pt x="270" y="0"/>
                  </a:lnTo>
                  <a:lnTo>
                    <a:pt x="27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1D4F1"/>
            </a:solidFill>
            <a:ln w="13716">
              <a:solidFill>
                <a:srgbClr val="C1D4F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polygon-149"/>
            <p:cNvSpPr/>
            <p:nvPr/>
          </p:nvSpPr>
          <p:spPr>
            <a:xfrm>
              <a:off x="14703552" y="4983480"/>
              <a:ext cx="2468880" cy="18288"/>
            </a:xfrm>
            <a:custGeom>
              <a:avLst/>
              <a:gdLst/>
              <a:ahLst/>
              <a:cxnLst/>
              <a:rect l="l" t="t" r="r" b="b"/>
              <a:pathLst>
                <a:path w="270" h="2">
                  <a:moveTo>
                    <a:pt x="0" y="0"/>
                  </a:moveTo>
                  <a:lnTo>
                    <a:pt x="270" y="0"/>
                  </a:lnTo>
                  <a:lnTo>
                    <a:pt x="270" y="2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C0D3F0"/>
            </a:solidFill>
            <a:ln w="13716">
              <a:solidFill>
                <a:srgbClr val="C0D3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polygon-150"/>
            <p:cNvSpPr/>
            <p:nvPr/>
          </p:nvSpPr>
          <p:spPr>
            <a:xfrm>
              <a:off x="14703552" y="5001768"/>
              <a:ext cx="2468880" cy="9144"/>
            </a:xfrm>
            <a:custGeom>
              <a:avLst/>
              <a:gdLst/>
              <a:ahLst/>
              <a:cxnLst/>
              <a:rect l="l" t="t" r="r" b="b"/>
              <a:pathLst>
                <a:path w="270" h="1">
                  <a:moveTo>
                    <a:pt x="0" y="0"/>
                  </a:moveTo>
                  <a:lnTo>
                    <a:pt x="270" y="0"/>
                  </a:lnTo>
                  <a:lnTo>
                    <a:pt x="27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0D3F0"/>
            </a:solidFill>
            <a:ln w="13716">
              <a:solidFill>
                <a:srgbClr val="C0D3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" name="polygon-151"/>
            <p:cNvSpPr/>
            <p:nvPr/>
          </p:nvSpPr>
          <p:spPr>
            <a:xfrm>
              <a:off x="14703552" y="5010912"/>
              <a:ext cx="2468880" cy="9144"/>
            </a:xfrm>
            <a:custGeom>
              <a:avLst/>
              <a:gdLst/>
              <a:ahLst/>
              <a:cxnLst/>
              <a:rect l="l" t="t" r="r" b="b"/>
              <a:pathLst>
                <a:path w="270" h="1">
                  <a:moveTo>
                    <a:pt x="0" y="0"/>
                  </a:moveTo>
                  <a:lnTo>
                    <a:pt x="270" y="0"/>
                  </a:lnTo>
                  <a:lnTo>
                    <a:pt x="27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DD0EC"/>
            </a:solidFill>
            <a:ln w="13716">
              <a:solidFill>
                <a:srgbClr val="BDD0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" name="polygon-152"/>
            <p:cNvSpPr/>
            <p:nvPr/>
          </p:nvSpPr>
          <p:spPr>
            <a:xfrm>
              <a:off x="14703552" y="5020056"/>
              <a:ext cx="2468880" cy="9144"/>
            </a:xfrm>
            <a:custGeom>
              <a:avLst/>
              <a:gdLst/>
              <a:ahLst/>
              <a:cxnLst/>
              <a:rect l="l" t="t" r="r" b="b"/>
              <a:pathLst>
                <a:path w="270" h="1">
                  <a:moveTo>
                    <a:pt x="0" y="0"/>
                  </a:moveTo>
                  <a:lnTo>
                    <a:pt x="270" y="0"/>
                  </a:lnTo>
                  <a:lnTo>
                    <a:pt x="269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7CAE5"/>
            </a:solidFill>
            <a:ln w="13716">
              <a:solidFill>
                <a:srgbClr val="B7CAE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polygon-153"/>
            <p:cNvSpPr/>
            <p:nvPr/>
          </p:nvSpPr>
          <p:spPr>
            <a:xfrm>
              <a:off x="14712696" y="5029200"/>
              <a:ext cx="2450592" cy="9144"/>
            </a:xfrm>
            <a:custGeom>
              <a:avLst/>
              <a:gdLst/>
              <a:ahLst/>
              <a:cxnLst/>
              <a:rect l="l" t="t" r="r" b="b"/>
              <a:pathLst>
                <a:path w="268" h="1">
                  <a:moveTo>
                    <a:pt x="0" y="0"/>
                  </a:moveTo>
                  <a:lnTo>
                    <a:pt x="268" y="0"/>
                  </a:lnTo>
                  <a:lnTo>
                    <a:pt x="268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2C4DE"/>
            </a:solidFill>
            <a:ln w="13716">
              <a:solidFill>
                <a:srgbClr val="B2C4D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polygon-154"/>
            <p:cNvSpPr/>
            <p:nvPr/>
          </p:nvSpPr>
          <p:spPr>
            <a:xfrm>
              <a:off x="14712696" y="5038344"/>
              <a:ext cx="2450592" cy="18288"/>
            </a:xfrm>
            <a:custGeom>
              <a:avLst/>
              <a:gdLst/>
              <a:ahLst/>
              <a:cxnLst/>
              <a:rect l="l" t="t" r="r" b="b"/>
              <a:pathLst>
                <a:path w="268" h="2">
                  <a:moveTo>
                    <a:pt x="0" y="0"/>
                  </a:moveTo>
                  <a:lnTo>
                    <a:pt x="268" y="0"/>
                  </a:lnTo>
                  <a:lnTo>
                    <a:pt x="267" y="2"/>
                  </a:lnTo>
                  <a:lnTo>
                    <a:pt x="1" y="2"/>
                  </a:lnTo>
                  <a:close/>
                </a:path>
              </a:pathLst>
            </a:custGeom>
            <a:solidFill>
              <a:srgbClr val="ADBFD7"/>
            </a:solidFill>
            <a:ln w="13716">
              <a:solidFill>
                <a:srgbClr val="ADBFD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polygon-155"/>
            <p:cNvSpPr/>
            <p:nvPr/>
          </p:nvSpPr>
          <p:spPr>
            <a:xfrm>
              <a:off x="14721840" y="5056632"/>
              <a:ext cx="2432304" cy="9144"/>
            </a:xfrm>
            <a:custGeom>
              <a:avLst/>
              <a:gdLst/>
              <a:ahLst/>
              <a:cxnLst/>
              <a:rect l="l" t="t" r="r" b="b"/>
              <a:pathLst>
                <a:path w="266" h="1">
                  <a:moveTo>
                    <a:pt x="0" y="0"/>
                  </a:moveTo>
                  <a:lnTo>
                    <a:pt x="266" y="0"/>
                  </a:lnTo>
                  <a:lnTo>
                    <a:pt x="266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A7B9D0"/>
            </a:solidFill>
            <a:ln w="13716">
              <a:solidFill>
                <a:srgbClr val="A7B9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polygon-156"/>
            <p:cNvSpPr/>
            <p:nvPr/>
          </p:nvSpPr>
          <p:spPr>
            <a:xfrm>
              <a:off x="14721840" y="5065776"/>
              <a:ext cx="2432304" cy="9144"/>
            </a:xfrm>
            <a:custGeom>
              <a:avLst/>
              <a:gdLst/>
              <a:ahLst/>
              <a:cxnLst/>
              <a:rect l="l" t="t" r="r" b="b"/>
              <a:pathLst>
                <a:path w="266" h="1">
                  <a:moveTo>
                    <a:pt x="0" y="0"/>
                  </a:moveTo>
                  <a:lnTo>
                    <a:pt x="266" y="0"/>
                  </a:lnTo>
                  <a:lnTo>
                    <a:pt x="265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A2B3C8"/>
            </a:solidFill>
            <a:ln w="13716">
              <a:solidFill>
                <a:srgbClr val="A2B3C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polygon-157"/>
            <p:cNvSpPr/>
            <p:nvPr/>
          </p:nvSpPr>
          <p:spPr>
            <a:xfrm>
              <a:off x="14730984" y="5074920"/>
              <a:ext cx="2414016" cy="9144"/>
            </a:xfrm>
            <a:custGeom>
              <a:avLst/>
              <a:gdLst/>
              <a:ahLst/>
              <a:cxnLst/>
              <a:rect l="l" t="t" r="r" b="b"/>
              <a:pathLst>
                <a:path w="264" h="1">
                  <a:moveTo>
                    <a:pt x="0" y="0"/>
                  </a:moveTo>
                  <a:lnTo>
                    <a:pt x="264" y="0"/>
                  </a:lnTo>
                  <a:lnTo>
                    <a:pt x="262" y="1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9CAEC1"/>
            </a:solidFill>
            <a:ln w="13716">
              <a:solidFill>
                <a:srgbClr val="9CAEC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" name="polygon-158"/>
            <p:cNvSpPr/>
            <p:nvPr/>
          </p:nvSpPr>
          <p:spPr>
            <a:xfrm>
              <a:off x="14749272" y="5084064"/>
              <a:ext cx="2377440" cy="18288"/>
            </a:xfrm>
            <a:custGeom>
              <a:avLst/>
              <a:gdLst/>
              <a:ahLst/>
              <a:cxnLst/>
              <a:rect l="l" t="t" r="r" b="b"/>
              <a:pathLst>
                <a:path w="260" h="2">
                  <a:moveTo>
                    <a:pt x="0" y="0"/>
                  </a:moveTo>
                  <a:lnTo>
                    <a:pt x="260" y="0"/>
                  </a:lnTo>
                  <a:lnTo>
                    <a:pt x="259" y="2"/>
                  </a:lnTo>
                  <a:lnTo>
                    <a:pt x="1" y="2"/>
                  </a:lnTo>
                  <a:close/>
                </a:path>
              </a:pathLst>
            </a:custGeom>
            <a:solidFill>
              <a:srgbClr val="90A1B3"/>
            </a:solidFill>
            <a:ln w="13716">
              <a:solidFill>
                <a:srgbClr val="90A1B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" name="polygon-159"/>
            <p:cNvSpPr/>
            <p:nvPr/>
          </p:nvSpPr>
          <p:spPr>
            <a:xfrm>
              <a:off x="14758416" y="5102352"/>
              <a:ext cx="2359152" cy="9144"/>
            </a:xfrm>
            <a:custGeom>
              <a:avLst/>
              <a:gdLst/>
              <a:ahLst/>
              <a:cxnLst/>
              <a:rect l="l" t="t" r="r" b="b"/>
              <a:pathLst>
                <a:path w="258" h="1">
                  <a:moveTo>
                    <a:pt x="0" y="0"/>
                  </a:moveTo>
                  <a:lnTo>
                    <a:pt x="258" y="0"/>
                  </a:lnTo>
                  <a:lnTo>
                    <a:pt x="256" y="1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7A8999"/>
            </a:solidFill>
            <a:ln w="13716">
              <a:solidFill>
                <a:srgbClr val="7A899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polygon-160"/>
            <p:cNvSpPr/>
            <p:nvPr/>
          </p:nvSpPr>
          <p:spPr>
            <a:xfrm>
              <a:off x="14776704" y="5111496"/>
              <a:ext cx="2322576" cy="9144"/>
            </a:xfrm>
            <a:custGeom>
              <a:avLst/>
              <a:gdLst/>
              <a:ahLst/>
              <a:cxnLst/>
              <a:rect l="l" t="t" r="r" b="b"/>
              <a:pathLst>
                <a:path w="254" h="1">
                  <a:moveTo>
                    <a:pt x="0" y="0"/>
                  </a:moveTo>
                  <a:lnTo>
                    <a:pt x="254" y="0"/>
                  </a:lnTo>
                  <a:lnTo>
                    <a:pt x="248" y="1"/>
                  </a:lnTo>
                  <a:lnTo>
                    <a:pt x="6" y="1"/>
                  </a:lnTo>
                  <a:close/>
                </a:path>
              </a:pathLst>
            </a:custGeom>
            <a:solidFill>
              <a:srgbClr val="63717F"/>
            </a:solidFill>
            <a:ln w="13716">
              <a:solidFill>
                <a:srgbClr val="63717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rectangle-161"/>
            <p:cNvSpPr/>
            <p:nvPr/>
          </p:nvSpPr>
          <p:spPr>
            <a:xfrm>
              <a:off x="14703552" y="4718304"/>
              <a:ext cx="2468880" cy="402336"/>
            </a:xfrm>
            <a:prstGeom prst="roundRect">
              <a:avLst>
                <a:gd name="adj" fmla="val 31818"/>
              </a:avLst>
            </a:prstGeom>
            <a:noFill/>
            <a:ln w="21945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66" name="Text: (d) SPT"/>
          <p:cNvSpPr txBox="1"/>
          <p:nvPr/>
        </p:nvSpPr>
        <p:spPr>
          <a:xfrm>
            <a:off x="14758416" y="4773168"/>
            <a:ext cx="2359152" cy="2834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000000"/>
                </a:solidFill>
                <a:latin typeface="Liberation Serif"/>
              </a:rPr>
              <a:t>(d) SPT</a:t>
            </a:r>
          </a:p>
        </p:txBody>
      </p:sp>
      <p:grpSp>
        <p:nvGrpSpPr>
          <p:cNvPr id="167" name="(a) Infrared Degradation Processing"/>
          <p:cNvGrpSpPr/>
          <p:nvPr/>
        </p:nvGrpSpPr>
        <p:grpSpPr>
          <a:xfrm>
            <a:off x="228600" y="621792"/>
            <a:ext cx="17071848" cy="3794760"/>
            <a:chOff x="228600" y="621792"/>
            <a:chExt cx="17071848" cy="3794760"/>
          </a:xfrm>
        </p:grpSpPr>
        <p:grpSp>
          <p:nvGrpSpPr>
            <p:cNvPr id="168" name="Low contrast image stack"/>
            <p:cNvGrpSpPr/>
            <p:nvPr/>
          </p:nvGrpSpPr>
          <p:grpSpPr>
            <a:xfrm>
              <a:off x="237744" y="777240"/>
              <a:ext cx="1947672" cy="1618488"/>
              <a:chOff x="237744" y="777240"/>
              <a:chExt cx="1947672" cy="1618488"/>
            </a:xfrm>
          </p:grpSpPr>
          <p:pic>
            <p:nvPicPr>
              <p:cNvPr id="169" name="Low contrast rear top" descr="Low contrast rear top.png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37744" y="777240"/>
                <a:ext cx="1947672" cy="1618488"/>
              </a:xfrm>
              <a:prstGeom prst="rect">
                <a:avLst/>
              </a:prstGeom>
            </p:spPr>
          </p:pic>
          <p:pic>
            <p:nvPicPr>
              <p:cNvPr id="170" name="Low contrast rear side" descr="Low contrast rear side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7744" y="777240"/>
                <a:ext cx="1947672" cy="1618488"/>
              </a:xfrm>
              <a:prstGeom prst="rect">
                <a:avLst/>
              </a:prstGeom>
            </p:spPr>
          </p:pic>
          <p:pic>
            <p:nvPicPr>
              <p:cNvPr id="171" name="Low contrast front image" descr="Low contrast front image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2648" y="1152144"/>
                <a:ext cx="1572768" cy="1243584"/>
              </a:xfrm>
              <a:prstGeom prst="rect">
                <a:avLst/>
              </a:prstGeom>
            </p:spPr>
          </p:pic>
          <p:cxnSp>
            <p:nvCxnSpPr>
              <p:cNvPr id="172" name="line-167"/>
              <p:cNvCxnSpPr/>
              <p:nvPr/>
            </p:nvCxnSpPr>
            <p:spPr>
              <a:xfrm>
                <a:off x="237744" y="777240"/>
                <a:ext cx="374904" cy="374904"/>
              </a:xfrm>
              <a:prstGeom prst="line">
                <a:avLst/>
              </a:prstGeom>
              <a:ln w="18288">
                <a:solidFill>
                  <a:srgbClr val="080808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line-168"/>
              <p:cNvCxnSpPr/>
              <p:nvPr/>
            </p:nvCxnSpPr>
            <p:spPr>
              <a:xfrm>
                <a:off x="1682496" y="777240"/>
                <a:ext cx="502920" cy="374904"/>
              </a:xfrm>
              <a:prstGeom prst="line">
                <a:avLst/>
              </a:prstGeom>
              <a:ln w="18288">
                <a:solidFill>
                  <a:srgbClr val="080808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line-169"/>
              <p:cNvCxnSpPr/>
              <p:nvPr/>
            </p:nvCxnSpPr>
            <p:spPr>
              <a:xfrm>
                <a:off x="237744" y="1783080"/>
                <a:ext cx="374904" cy="612648"/>
              </a:xfrm>
              <a:prstGeom prst="line">
                <a:avLst/>
              </a:prstGeom>
              <a:ln w="18288">
                <a:solidFill>
                  <a:srgbClr val="080808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ellipse-170"/>
              <p:cNvSpPr/>
              <p:nvPr/>
            </p:nvSpPr>
            <p:spPr>
              <a:xfrm>
                <a:off x="237744" y="2084832"/>
                <a:ext cx="29261" cy="2926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" name="ellipse-171"/>
              <p:cNvSpPr/>
              <p:nvPr/>
            </p:nvSpPr>
            <p:spPr>
              <a:xfrm>
                <a:off x="274320" y="2148840"/>
                <a:ext cx="29261" cy="2926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" name="ellipse-172"/>
              <p:cNvSpPr/>
              <p:nvPr/>
            </p:nvSpPr>
            <p:spPr>
              <a:xfrm>
                <a:off x="310896" y="2212848"/>
                <a:ext cx="29261" cy="2926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78" name="Blur image stack"/>
            <p:cNvGrpSpPr/>
            <p:nvPr/>
          </p:nvGrpSpPr>
          <p:grpSpPr>
            <a:xfrm>
              <a:off x="228600" y="2697480"/>
              <a:ext cx="1947672" cy="1627632"/>
              <a:chOff x="228600" y="2697480"/>
              <a:chExt cx="1947672" cy="1627632"/>
            </a:xfrm>
          </p:grpSpPr>
          <p:pic>
            <p:nvPicPr>
              <p:cNvPr id="179" name="Blur rear top" descr="Blur rear top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8600" y="2697480"/>
                <a:ext cx="1947672" cy="1627632"/>
              </a:xfrm>
              <a:prstGeom prst="rect">
                <a:avLst/>
              </a:prstGeom>
            </p:spPr>
          </p:pic>
          <p:pic>
            <p:nvPicPr>
              <p:cNvPr id="180" name="Blur rear side" descr="Blur rear side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8600" y="2697480"/>
                <a:ext cx="1947672" cy="1627632"/>
              </a:xfrm>
              <a:prstGeom prst="rect">
                <a:avLst/>
              </a:prstGeom>
            </p:spPr>
          </p:pic>
          <p:pic>
            <p:nvPicPr>
              <p:cNvPr id="181" name="Blur front image" descr="Blur front image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3504" y="3072384"/>
                <a:ext cx="1572768" cy="1252728"/>
              </a:xfrm>
              <a:prstGeom prst="rect">
                <a:avLst/>
              </a:prstGeom>
            </p:spPr>
          </p:pic>
          <p:cxnSp>
            <p:nvCxnSpPr>
              <p:cNvPr id="182" name="line-177"/>
              <p:cNvCxnSpPr/>
              <p:nvPr/>
            </p:nvCxnSpPr>
            <p:spPr>
              <a:xfrm>
                <a:off x="228600" y="2697480"/>
                <a:ext cx="374904" cy="374904"/>
              </a:xfrm>
              <a:prstGeom prst="line">
                <a:avLst/>
              </a:prstGeom>
              <a:ln w="18288">
                <a:solidFill>
                  <a:srgbClr val="080808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line-178"/>
              <p:cNvCxnSpPr/>
              <p:nvPr/>
            </p:nvCxnSpPr>
            <p:spPr>
              <a:xfrm>
                <a:off x="1673352" y="2697480"/>
                <a:ext cx="502920" cy="374904"/>
              </a:xfrm>
              <a:prstGeom prst="line">
                <a:avLst/>
              </a:prstGeom>
              <a:ln w="18288">
                <a:solidFill>
                  <a:srgbClr val="080808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line-179"/>
              <p:cNvCxnSpPr/>
              <p:nvPr/>
            </p:nvCxnSpPr>
            <p:spPr>
              <a:xfrm>
                <a:off x="228600" y="3712464"/>
                <a:ext cx="374904" cy="612648"/>
              </a:xfrm>
              <a:prstGeom prst="line">
                <a:avLst/>
              </a:prstGeom>
              <a:ln w="18288">
                <a:solidFill>
                  <a:srgbClr val="080808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5" name="ellipse-180"/>
              <p:cNvSpPr/>
              <p:nvPr/>
            </p:nvSpPr>
            <p:spPr>
              <a:xfrm>
                <a:off x="228600" y="4014216"/>
                <a:ext cx="29261" cy="2926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" name="ellipse-181"/>
              <p:cNvSpPr/>
              <p:nvPr/>
            </p:nvSpPr>
            <p:spPr>
              <a:xfrm>
                <a:off x="265176" y="4078224"/>
                <a:ext cx="29261" cy="2926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" name="ellipse-182"/>
              <p:cNvSpPr/>
              <p:nvPr/>
            </p:nvSpPr>
            <p:spPr>
              <a:xfrm>
                <a:off x="301752" y="4142232"/>
                <a:ext cx="29261" cy="2926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88" name="Noise image stack"/>
            <p:cNvGrpSpPr/>
            <p:nvPr/>
          </p:nvGrpSpPr>
          <p:grpSpPr>
            <a:xfrm>
              <a:off x="8641080" y="822960"/>
              <a:ext cx="1947672" cy="1627632"/>
              <a:chOff x="8641080" y="822960"/>
              <a:chExt cx="1947672" cy="1627632"/>
            </a:xfrm>
          </p:grpSpPr>
          <p:pic>
            <p:nvPicPr>
              <p:cNvPr id="189" name="Noise rear top" descr="Noise rear top.png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641080" y="822960"/>
                <a:ext cx="1947672" cy="1627632"/>
              </a:xfrm>
              <a:prstGeom prst="rect">
                <a:avLst/>
              </a:prstGeom>
            </p:spPr>
          </p:pic>
          <p:pic>
            <p:nvPicPr>
              <p:cNvPr id="190" name="Noise rear side" descr="Noise rear side.png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641080" y="822960"/>
                <a:ext cx="1947672" cy="1627632"/>
              </a:xfrm>
              <a:prstGeom prst="rect">
                <a:avLst/>
              </a:prstGeom>
            </p:spPr>
          </p:pic>
          <p:pic>
            <p:nvPicPr>
              <p:cNvPr id="191" name="Noise front image" descr="Noise front image.png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015984" y="1197864"/>
                <a:ext cx="1572768" cy="1252728"/>
              </a:xfrm>
              <a:prstGeom prst="rect">
                <a:avLst/>
              </a:prstGeom>
            </p:spPr>
          </p:pic>
          <p:cxnSp>
            <p:nvCxnSpPr>
              <p:cNvPr id="192" name="line-187"/>
              <p:cNvCxnSpPr/>
              <p:nvPr/>
            </p:nvCxnSpPr>
            <p:spPr>
              <a:xfrm>
                <a:off x="8641080" y="822960"/>
                <a:ext cx="374904" cy="374904"/>
              </a:xfrm>
              <a:prstGeom prst="line">
                <a:avLst/>
              </a:prstGeom>
              <a:ln w="18288">
                <a:solidFill>
                  <a:srgbClr val="080808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line-188"/>
              <p:cNvCxnSpPr/>
              <p:nvPr/>
            </p:nvCxnSpPr>
            <p:spPr>
              <a:xfrm>
                <a:off x="10085832" y="822960"/>
                <a:ext cx="502920" cy="374904"/>
              </a:xfrm>
              <a:prstGeom prst="line">
                <a:avLst/>
              </a:prstGeom>
              <a:ln w="18288">
                <a:solidFill>
                  <a:srgbClr val="080808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line-189"/>
              <p:cNvCxnSpPr/>
              <p:nvPr/>
            </p:nvCxnSpPr>
            <p:spPr>
              <a:xfrm>
                <a:off x="8641080" y="1837944"/>
                <a:ext cx="374904" cy="612648"/>
              </a:xfrm>
              <a:prstGeom prst="line">
                <a:avLst/>
              </a:prstGeom>
              <a:ln w="18288">
                <a:solidFill>
                  <a:srgbClr val="080808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5" name="ellipse-190"/>
              <p:cNvSpPr/>
              <p:nvPr/>
            </p:nvSpPr>
            <p:spPr>
              <a:xfrm>
                <a:off x="8641080" y="2139696"/>
                <a:ext cx="29261" cy="2926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" name="ellipse-191"/>
              <p:cNvSpPr/>
              <p:nvPr/>
            </p:nvSpPr>
            <p:spPr>
              <a:xfrm>
                <a:off x="8677656" y="2203704"/>
                <a:ext cx="29261" cy="2926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7" name="ellipse-192"/>
              <p:cNvSpPr/>
              <p:nvPr/>
            </p:nvSpPr>
            <p:spPr>
              <a:xfrm>
                <a:off x="8714232" y="2267712"/>
                <a:ext cx="29261" cy="2926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98" name="Mixture image stack"/>
            <p:cNvGrpSpPr/>
            <p:nvPr/>
          </p:nvGrpSpPr>
          <p:grpSpPr>
            <a:xfrm>
              <a:off x="8641080" y="2660904"/>
              <a:ext cx="1947672" cy="1618488"/>
              <a:chOff x="8641080" y="2660904"/>
              <a:chExt cx="1947672" cy="1618488"/>
            </a:xfrm>
          </p:grpSpPr>
          <p:pic>
            <p:nvPicPr>
              <p:cNvPr id="199" name="Mixture rear top" descr="Mixture rear top.png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641080" y="2660904"/>
                <a:ext cx="1947672" cy="1618488"/>
              </a:xfrm>
              <a:prstGeom prst="rect">
                <a:avLst/>
              </a:prstGeom>
            </p:spPr>
          </p:pic>
          <p:pic>
            <p:nvPicPr>
              <p:cNvPr id="200" name="Mixture rear side" descr="Mixture rear side.png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641080" y="2660904"/>
                <a:ext cx="1947672" cy="1618488"/>
              </a:xfrm>
              <a:prstGeom prst="rect">
                <a:avLst/>
              </a:prstGeom>
            </p:spPr>
          </p:pic>
          <p:pic>
            <p:nvPicPr>
              <p:cNvPr id="201" name="Mixture front image" descr="Mixture front image.png"/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015984" y="3035808"/>
                <a:ext cx="1572768" cy="1243584"/>
              </a:xfrm>
              <a:prstGeom prst="rect">
                <a:avLst/>
              </a:prstGeom>
            </p:spPr>
          </p:pic>
          <p:cxnSp>
            <p:nvCxnSpPr>
              <p:cNvPr id="202" name="line-197"/>
              <p:cNvCxnSpPr/>
              <p:nvPr/>
            </p:nvCxnSpPr>
            <p:spPr>
              <a:xfrm>
                <a:off x="8641080" y="2660904"/>
                <a:ext cx="374904" cy="374904"/>
              </a:xfrm>
              <a:prstGeom prst="line">
                <a:avLst/>
              </a:prstGeom>
              <a:ln w="18288">
                <a:solidFill>
                  <a:srgbClr val="080808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line-198"/>
              <p:cNvCxnSpPr/>
              <p:nvPr/>
            </p:nvCxnSpPr>
            <p:spPr>
              <a:xfrm>
                <a:off x="10085832" y="2660904"/>
                <a:ext cx="502920" cy="374904"/>
              </a:xfrm>
              <a:prstGeom prst="line">
                <a:avLst/>
              </a:prstGeom>
              <a:ln w="18288">
                <a:solidFill>
                  <a:srgbClr val="080808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line-199"/>
              <p:cNvCxnSpPr/>
              <p:nvPr/>
            </p:nvCxnSpPr>
            <p:spPr>
              <a:xfrm>
                <a:off x="8641080" y="3666744"/>
                <a:ext cx="374904" cy="612648"/>
              </a:xfrm>
              <a:prstGeom prst="line">
                <a:avLst/>
              </a:prstGeom>
              <a:ln w="18288">
                <a:solidFill>
                  <a:srgbClr val="080808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5" name="ellipse-200"/>
              <p:cNvSpPr/>
              <p:nvPr/>
            </p:nvSpPr>
            <p:spPr>
              <a:xfrm>
                <a:off x="8641080" y="3968496"/>
                <a:ext cx="29261" cy="2926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6" name="ellipse-201"/>
              <p:cNvSpPr/>
              <p:nvPr/>
            </p:nvSpPr>
            <p:spPr>
              <a:xfrm>
                <a:off x="8677656" y="4032504"/>
                <a:ext cx="29261" cy="2926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7" name="ellipse-202"/>
              <p:cNvSpPr/>
              <p:nvPr/>
            </p:nvSpPr>
            <p:spPr>
              <a:xfrm>
                <a:off x="8714232" y="4096512"/>
                <a:ext cx="29261" cy="2926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08" name="polygon-203"/>
            <p:cNvSpPr/>
            <p:nvPr/>
          </p:nvSpPr>
          <p:spPr>
            <a:xfrm>
              <a:off x="2633472" y="1060704"/>
              <a:ext cx="1161288" cy="256032"/>
            </a:xfrm>
            <a:custGeom>
              <a:avLst/>
              <a:gdLst/>
              <a:ahLst/>
              <a:cxnLst/>
              <a:rect l="l" t="t" r="r" b="b"/>
              <a:pathLst>
                <a:path w="127" h="28">
                  <a:moveTo>
                    <a:pt x="0" y="28"/>
                  </a:moveTo>
                  <a:lnTo>
                    <a:pt x="28" y="0"/>
                  </a:lnTo>
                  <a:lnTo>
                    <a:pt x="97" y="0"/>
                  </a:lnTo>
                  <a:lnTo>
                    <a:pt x="127" y="28"/>
                  </a:lnTo>
                  <a:close/>
                </a:path>
              </a:pathLst>
            </a:custGeom>
            <a:solidFill>
              <a:srgbClr val="DEEDF5"/>
            </a:solidFill>
            <a:ln w="5486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9" name="rectangle-204"/>
            <p:cNvSpPr/>
            <p:nvPr/>
          </p:nvSpPr>
          <p:spPr>
            <a:xfrm>
              <a:off x="2313432" y="1344168"/>
              <a:ext cx="2075688" cy="950976"/>
            </a:xfrm>
            <a:prstGeom prst="roundRect">
              <a:avLst>
                <a:gd name="adj" fmla="val 4807"/>
              </a:avLst>
            </a:prstGeom>
            <a:solidFill>
              <a:srgbClr val="000000">
                <a:alpha val="25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0" name="rectangle-205"/>
            <p:cNvSpPr/>
            <p:nvPr/>
          </p:nvSpPr>
          <p:spPr>
            <a:xfrm>
              <a:off x="2295144" y="1325880"/>
              <a:ext cx="2075688" cy="950976"/>
            </a:xfrm>
            <a:prstGeom prst="roundRect">
              <a:avLst>
                <a:gd name="adj" fmla="val 4807"/>
              </a:avLst>
            </a:prstGeom>
            <a:solidFill>
              <a:srgbClr val="000000">
                <a:alpha val="4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1" name="rectangle-206"/>
            <p:cNvSpPr/>
            <p:nvPr/>
          </p:nvSpPr>
          <p:spPr>
            <a:xfrm>
              <a:off x="2276856" y="1307592"/>
              <a:ext cx="2075688" cy="950976"/>
            </a:xfrm>
            <a:prstGeom prst="roundRect">
              <a:avLst>
                <a:gd name="adj" fmla="val 4807"/>
              </a:avLst>
            </a:prstGeom>
            <a:solidFill>
              <a:srgbClr val="000000">
                <a:alpha val="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2" name="rectangle-207"/>
            <p:cNvSpPr/>
            <p:nvPr/>
          </p:nvSpPr>
          <p:spPr>
            <a:xfrm>
              <a:off x="2249424" y="1280160"/>
              <a:ext cx="2075688" cy="950976"/>
            </a:xfrm>
            <a:prstGeom prst="roundRect">
              <a:avLst>
                <a:gd name="adj" fmla="val 4807"/>
              </a:avLst>
            </a:prstGeom>
            <a:solidFill>
              <a:srgbClr val="DEED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3" name="polygon-208"/>
            <p:cNvSpPr/>
            <p:nvPr/>
          </p:nvSpPr>
          <p:spPr>
            <a:xfrm>
              <a:off x="2633472" y="3017520"/>
              <a:ext cx="1161288" cy="256032"/>
            </a:xfrm>
            <a:custGeom>
              <a:avLst/>
              <a:gdLst/>
              <a:ahLst/>
              <a:cxnLst/>
              <a:rect l="l" t="t" r="r" b="b"/>
              <a:pathLst>
                <a:path w="127" h="28">
                  <a:moveTo>
                    <a:pt x="0" y="28"/>
                  </a:moveTo>
                  <a:lnTo>
                    <a:pt x="28" y="0"/>
                  </a:lnTo>
                  <a:lnTo>
                    <a:pt x="97" y="0"/>
                  </a:lnTo>
                  <a:lnTo>
                    <a:pt x="127" y="28"/>
                  </a:lnTo>
                  <a:close/>
                </a:path>
              </a:pathLst>
            </a:custGeom>
            <a:solidFill>
              <a:srgbClr val="FDF0E6"/>
            </a:solidFill>
            <a:ln w="5486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4" name="rectangle-209"/>
            <p:cNvSpPr/>
            <p:nvPr/>
          </p:nvSpPr>
          <p:spPr>
            <a:xfrm>
              <a:off x="2313432" y="3300984"/>
              <a:ext cx="2075688" cy="932688"/>
            </a:xfrm>
            <a:prstGeom prst="roundRect">
              <a:avLst>
                <a:gd name="adj" fmla="val 4901"/>
              </a:avLst>
            </a:prstGeom>
            <a:solidFill>
              <a:srgbClr val="000000">
                <a:alpha val="25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5" name="rectangle-210"/>
            <p:cNvSpPr/>
            <p:nvPr/>
          </p:nvSpPr>
          <p:spPr>
            <a:xfrm>
              <a:off x="2295144" y="3282696"/>
              <a:ext cx="2075688" cy="932688"/>
            </a:xfrm>
            <a:prstGeom prst="roundRect">
              <a:avLst>
                <a:gd name="adj" fmla="val 4901"/>
              </a:avLst>
            </a:prstGeom>
            <a:solidFill>
              <a:srgbClr val="000000">
                <a:alpha val="4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6" name="rectangle-211"/>
            <p:cNvSpPr/>
            <p:nvPr/>
          </p:nvSpPr>
          <p:spPr>
            <a:xfrm>
              <a:off x="2276856" y="3264408"/>
              <a:ext cx="2075688" cy="932688"/>
            </a:xfrm>
            <a:prstGeom prst="roundRect">
              <a:avLst>
                <a:gd name="adj" fmla="val 4901"/>
              </a:avLst>
            </a:prstGeom>
            <a:solidFill>
              <a:srgbClr val="000000">
                <a:alpha val="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7" name="rectangle-212"/>
            <p:cNvSpPr/>
            <p:nvPr/>
          </p:nvSpPr>
          <p:spPr>
            <a:xfrm>
              <a:off x="2249424" y="3236976"/>
              <a:ext cx="2075688" cy="932688"/>
            </a:xfrm>
            <a:prstGeom prst="roundRect">
              <a:avLst>
                <a:gd name="adj" fmla="val 4901"/>
              </a:avLst>
            </a:prstGeom>
            <a:solidFill>
              <a:srgbClr val="FDF0E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8" name="polygon-213"/>
            <p:cNvSpPr/>
            <p:nvPr/>
          </p:nvSpPr>
          <p:spPr>
            <a:xfrm>
              <a:off x="11036808" y="1124712"/>
              <a:ext cx="1508760" cy="256032"/>
            </a:xfrm>
            <a:custGeom>
              <a:avLst/>
              <a:gdLst/>
              <a:ahLst/>
              <a:cxnLst/>
              <a:rect l="l" t="t" r="r" b="b"/>
              <a:pathLst>
                <a:path w="165" h="28">
                  <a:moveTo>
                    <a:pt x="0" y="28"/>
                  </a:moveTo>
                  <a:lnTo>
                    <a:pt x="28" y="0"/>
                  </a:lnTo>
                  <a:lnTo>
                    <a:pt x="135" y="0"/>
                  </a:lnTo>
                  <a:lnTo>
                    <a:pt x="165" y="28"/>
                  </a:lnTo>
                  <a:close/>
                </a:path>
              </a:pathLst>
            </a:custGeom>
            <a:solidFill>
              <a:srgbClr val="FFF2C4"/>
            </a:solidFill>
            <a:ln w="5486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9" name="rectangle-214"/>
            <p:cNvSpPr/>
            <p:nvPr/>
          </p:nvSpPr>
          <p:spPr>
            <a:xfrm>
              <a:off x="10716768" y="1408176"/>
              <a:ext cx="2423160" cy="978408"/>
            </a:xfrm>
            <a:prstGeom prst="roundRect">
              <a:avLst>
                <a:gd name="adj" fmla="val 4672"/>
              </a:avLst>
            </a:prstGeom>
            <a:solidFill>
              <a:srgbClr val="000000">
                <a:alpha val="25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0" name="rectangle-215"/>
            <p:cNvSpPr/>
            <p:nvPr/>
          </p:nvSpPr>
          <p:spPr>
            <a:xfrm>
              <a:off x="10698480" y="1389888"/>
              <a:ext cx="2423160" cy="978408"/>
            </a:xfrm>
            <a:prstGeom prst="roundRect">
              <a:avLst>
                <a:gd name="adj" fmla="val 4672"/>
              </a:avLst>
            </a:prstGeom>
            <a:solidFill>
              <a:srgbClr val="000000">
                <a:alpha val="4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1" name="rectangle-216"/>
            <p:cNvSpPr/>
            <p:nvPr/>
          </p:nvSpPr>
          <p:spPr>
            <a:xfrm>
              <a:off x="10680192" y="1371600"/>
              <a:ext cx="2423160" cy="978408"/>
            </a:xfrm>
            <a:prstGeom prst="roundRect">
              <a:avLst>
                <a:gd name="adj" fmla="val 4672"/>
              </a:avLst>
            </a:prstGeom>
            <a:solidFill>
              <a:srgbClr val="000000">
                <a:alpha val="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2" name="rectangle-217"/>
            <p:cNvSpPr/>
            <p:nvPr/>
          </p:nvSpPr>
          <p:spPr>
            <a:xfrm>
              <a:off x="10652760" y="1344168"/>
              <a:ext cx="2423160" cy="978408"/>
            </a:xfrm>
            <a:prstGeom prst="roundRect">
              <a:avLst>
                <a:gd name="adj" fmla="val 4672"/>
              </a:avLst>
            </a:prstGeom>
            <a:solidFill>
              <a:srgbClr val="FFF2C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3" name="polygon-218"/>
            <p:cNvSpPr/>
            <p:nvPr/>
          </p:nvSpPr>
          <p:spPr>
            <a:xfrm>
              <a:off x="11036808" y="3063240"/>
              <a:ext cx="1517904" cy="256032"/>
            </a:xfrm>
            <a:custGeom>
              <a:avLst/>
              <a:gdLst/>
              <a:ahLst/>
              <a:cxnLst/>
              <a:rect l="l" t="t" r="r" b="b"/>
              <a:pathLst>
                <a:path w="166" h="28">
                  <a:moveTo>
                    <a:pt x="0" y="28"/>
                  </a:moveTo>
                  <a:lnTo>
                    <a:pt x="28" y="0"/>
                  </a:lnTo>
                  <a:lnTo>
                    <a:pt x="136" y="0"/>
                  </a:lnTo>
                  <a:lnTo>
                    <a:pt x="166" y="28"/>
                  </a:lnTo>
                  <a:close/>
                </a:path>
              </a:pathLst>
            </a:custGeom>
            <a:solidFill>
              <a:srgbClr val="F6F4E6"/>
            </a:solidFill>
            <a:ln w="5486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4" name="rectangle-219"/>
            <p:cNvSpPr/>
            <p:nvPr/>
          </p:nvSpPr>
          <p:spPr>
            <a:xfrm>
              <a:off x="10716768" y="3346704"/>
              <a:ext cx="2432304" cy="886968"/>
            </a:xfrm>
            <a:prstGeom prst="roundRect">
              <a:avLst>
                <a:gd name="adj" fmla="val 5154"/>
              </a:avLst>
            </a:prstGeom>
            <a:solidFill>
              <a:srgbClr val="000000">
                <a:alpha val="25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5" name="rectangle-220"/>
            <p:cNvSpPr/>
            <p:nvPr/>
          </p:nvSpPr>
          <p:spPr>
            <a:xfrm>
              <a:off x="10698480" y="3328416"/>
              <a:ext cx="2432304" cy="886968"/>
            </a:xfrm>
            <a:prstGeom prst="roundRect">
              <a:avLst>
                <a:gd name="adj" fmla="val 5154"/>
              </a:avLst>
            </a:prstGeom>
            <a:solidFill>
              <a:srgbClr val="000000">
                <a:alpha val="4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6" name="rectangle-221"/>
            <p:cNvSpPr/>
            <p:nvPr/>
          </p:nvSpPr>
          <p:spPr>
            <a:xfrm>
              <a:off x="10680192" y="3310128"/>
              <a:ext cx="2432304" cy="886968"/>
            </a:xfrm>
            <a:prstGeom prst="roundRect">
              <a:avLst>
                <a:gd name="adj" fmla="val 5154"/>
              </a:avLst>
            </a:prstGeom>
            <a:solidFill>
              <a:srgbClr val="000000">
                <a:alpha val="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7" name="rectangle-222"/>
            <p:cNvSpPr/>
            <p:nvPr/>
          </p:nvSpPr>
          <p:spPr>
            <a:xfrm>
              <a:off x="10652760" y="3282696"/>
              <a:ext cx="2432304" cy="886968"/>
            </a:xfrm>
            <a:prstGeom prst="roundRect">
              <a:avLst>
                <a:gd name="adj" fmla="val 5154"/>
              </a:avLst>
            </a:prstGeom>
            <a:solidFill>
              <a:srgbClr val="F6F4E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8" name="polygon-223"/>
            <p:cNvSpPr/>
            <p:nvPr/>
          </p:nvSpPr>
          <p:spPr>
            <a:xfrm>
              <a:off x="2295144" y="731520"/>
              <a:ext cx="2103120" cy="557784"/>
            </a:xfrm>
            <a:custGeom>
              <a:avLst/>
              <a:gdLst/>
              <a:ahLst/>
              <a:cxnLst/>
              <a:rect l="l" t="t" r="r" b="b"/>
              <a:pathLst>
                <a:path w="230" h="61">
                  <a:moveTo>
                    <a:pt x="0" y="15"/>
                  </a:moveTo>
                  <a:lnTo>
                    <a:pt x="186" y="15"/>
                  </a:lnTo>
                  <a:lnTo>
                    <a:pt x="184" y="0"/>
                  </a:lnTo>
                  <a:lnTo>
                    <a:pt x="230" y="30"/>
                  </a:lnTo>
                  <a:lnTo>
                    <a:pt x="186" y="61"/>
                  </a:lnTo>
                  <a:lnTo>
                    <a:pt x="187" y="47"/>
                  </a:lnTo>
                  <a:lnTo>
                    <a:pt x="0" y="47"/>
                  </a:lnTo>
                  <a:lnTo>
                    <a:pt x="19" y="30"/>
                  </a:lnTo>
                  <a:close/>
                </a:path>
              </a:pathLst>
            </a:custGeom>
            <a:solidFill>
              <a:srgbClr val="C3C3C3">
                <a:alpha val="3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9" name="polygon-224"/>
            <p:cNvSpPr/>
            <p:nvPr/>
          </p:nvSpPr>
          <p:spPr>
            <a:xfrm>
              <a:off x="2258568" y="685800"/>
              <a:ext cx="2103120" cy="557784"/>
            </a:xfrm>
            <a:custGeom>
              <a:avLst/>
              <a:gdLst/>
              <a:ahLst/>
              <a:cxnLst/>
              <a:rect l="l" t="t" r="r" b="b"/>
              <a:pathLst>
                <a:path w="230" h="61">
                  <a:moveTo>
                    <a:pt x="0" y="15"/>
                  </a:moveTo>
                  <a:lnTo>
                    <a:pt x="186" y="15"/>
                  </a:lnTo>
                  <a:lnTo>
                    <a:pt x="184" y="0"/>
                  </a:lnTo>
                  <a:lnTo>
                    <a:pt x="230" y="31"/>
                  </a:lnTo>
                  <a:lnTo>
                    <a:pt x="186" y="61"/>
                  </a:lnTo>
                  <a:lnTo>
                    <a:pt x="187" y="47"/>
                  </a:lnTo>
                  <a:lnTo>
                    <a:pt x="0" y="47"/>
                  </a:lnTo>
                  <a:lnTo>
                    <a:pt x="19" y="31"/>
                  </a:lnTo>
                  <a:close/>
                </a:path>
              </a:pathLst>
            </a:custGeom>
            <a:solidFill>
              <a:srgbClr val="FFFFFF"/>
            </a:solidFill>
            <a:ln w="7315">
              <a:solidFill>
                <a:srgbClr val="CECEC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0" name="polygon-225"/>
            <p:cNvSpPr/>
            <p:nvPr/>
          </p:nvSpPr>
          <p:spPr>
            <a:xfrm>
              <a:off x="2340864" y="758952"/>
              <a:ext cx="1947672" cy="411480"/>
            </a:xfrm>
            <a:custGeom>
              <a:avLst/>
              <a:gdLst/>
              <a:ahLst/>
              <a:cxnLst/>
              <a:rect l="l" t="t" r="r" b="b"/>
              <a:pathLst>
                <a:path w="213" h="45">
                  <a:moveTo>
                    <a:pt x="0" y="11"/>
                  </a:moveTo>
                  <a:lnTo>
                    <a:pt x="181" y="11"/>
                  </a:lnTo>
                  <a:lnTo>
                    <a:pt x="180" y="0"/>
                  </a:lnTo>
                  <a:lnTo>
                    <a:pt x="213" y="23"/>
                  </a:lnTo>
                  <a:lnTo>
                    <a:pt x="182" y="45"/>
                  </a:lnTo>
                  <a:lnTo>
                    <a:pt x="182" y="35"/>
                  </a:lnTo>
                  <a:lnTo>
                    <a:pt x="0" y="35"/>
                  </a:lnTo>
                  <a:lnTo>
                    <a:pt x="17" y="23"/>
                  </a:lnTo>
                  <a:close/>
                </a:path>
              </a:pathLst>
            </a:custGeom>
            <a:solidFill>
              <a:srgbClr val="B9DCE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1" name="Text: Low Contrast"/>
            <p:cNvSpPr txBox="1"/>
            <p:nvPr/>
          </p:nvSpPr>
          <p:spPr>
            <a:xfrm>
              <a:off x="2532888" y="813816"/>
              <a:ext cx="1508760" cy="33832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 i="1">
                  <a:solidFill>
                    <a:srgbClr val="000000"/>
                  </a:solidFill>
                  <a:latin typeface="Liberation Serif"/>
                </a:rPr>
                <a:t>Low Contrast</a:t>
              </a:r>
            </a:p>
          </p:txBody>
        </p:sp>
        <p:sp>
          <p:nvSpPr>
            <p:cNvPr id="232" name="polygon-226"/>
            <p:cNvSpPr/>
            <p:nvPr/>
          </p:nvSpPr>
          <p:spPr>
            <a:xfrm>
              <a:off x="2221992" y="2706624"/>
              <a:ext cx="2066544" cy="557784"/>
            </a:xfrm>
            <a:custGeom>
              <a:avLst/>
              <a:gdLst/>
              <a:ahLst/>
              <a:cxnLst/>
              <a:rect l="l" t="t" r="r" b="b"/>
              <a:pathLst>
                <a:path w="226" h="61">
                  <a:moveTo>
                    <a:pt x="0" y="15"/>
                  </a:moveTo>
                  <a:lnTo>
                    <a:pt x="182" y="15"/>
                  </a:lnTo>
                  <a:lnTo>
                    <a:pt x="180" y="0"/>
                  </a:lnTo>
                  <a:lnTo>
                    <a:pt x="226" y="30"/>
                  </a:lnTo>
                  <a:lnTo>
                    <a:pt x="182" y="61"/>
                  </a:lnTo>
                  <a:lnTo>
                    <a:pt x="183" y="47"/>
                  </a:lnTo>
                  <a:lnTo>
                    <a:pt x="0" y="47"/>
                  </a:lnTo>
                  <a:lnTo>
                    <a:pt x="19" y="30"/>
                  </a:lnTo>
                  <a:close/>
                </a:path>
              </a:pathLst>
            </a:custGeom>
            <a:solidFill>
              <a:srgbClr val="C3C3C3">
                <a:alpha val="3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3" name="polygon-227"/>
            <p:cNvSpPr/>
            <p:nvPr/>
          </p:nvSpPr>
          <p:spPr>
            <a:xfrm>
              <a:off x="2185416" y="2660904"/>
              <a:ext cx="2066544" cy="557784"/>
            </a:xfrm>
            <a:custGeom>
              <a:avLst/>
              <a:gdLst/>
              <a:ahLst/>
              <a:cxnLst/>
              <a:rect l="l" t="t" r="r" b="b"/>
              <a:pathLst>
                <a:path w="226" h="61">
                  <a:moveTo>
                    <a:pt x="0" y="15"/>
                  </a:moveTo>
                  <a:lnTo>
                    <a:pt x="182" y="15"/>
                  </a:lnTo>
                  <a:lnTo>
                    <a:pt x="180" y="0"/>
                  </a:lnTo>
                  <a:lnTo>
                    <a:pt x="226" y="31"/>
                  </a:lnTo>
                  <a:lnTo>
                    <a:pt x="182" y="61"/>
                  </a:lnTo>
                  <a:lnTo>
                    <a:pt x="183" y="47"/>
                  </a:lnTo>
                  <a:lnTo>
                    <a:pt x="0" y="47"/>
                  </a:lnTo>
                  <a:lnTo>
                    <a:pt x="19" y="31"/>
                  </a:lnTo>
                  <a:close/>
                </a:path>
              </a:pathLst>
            </a:custGeom>
            <a:solidFill>
              <a:srgbClr val="FFFFFF"/>
            </a:solidFill>
            <a:ln w="7315">
              <a:solidFill>
                <a:srgbClr val="CECEC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4" name="polygon-228"/>
            <p:cNvSpPr/>
            <p:nvPr/>
          </p:nvSpPr>
          <p:spPr>
            <a:xfrm>
              <a:off x="2267712" y="2734056"/>
              <a:ext cx="1911096" cy="411480"/>
            </a:xfrm>
            <a:custGeom>
              <a:avLst/>
              <a:gdLst/>
              <a:ahLst/>
              <a:cxnLst/>
              <a:rect l="l" t="t" r="r" b="b"/>
              <a:pathLst>
                <a:path w="209" h="45">
                  <a:moveTo>
                    <a:pt x="0" y="11"/>
                  </a:moveTo>
                  <a:lnTo>
                    <a:pt x="177" y="11"/>
                  </a:lnTo>
                  <a:lnTo>
                    <a:pt x="176" y="0"/>
                  </a:lnTo>
                  <a:lnTo>
                    <a:pt x="209" y="23"/>
                  </a:lnTo>
                  <a:lnTo>
                    <a:pt x="178" y="45"/>
                  </a:lnTo>
                  <a:lnTo>
                    <a:pt x="178" y="35"/>
                  </a:lnTo>
                  <a:lnTo>
                    <a:pt x="0" y="35"/>
                  </a:lnTo>
                  <a:lnTo>
                    <a:pt x="17" y="23"/>
                  </a:lnTo>
                  <a:close/>
                </a:path>
              </a:pathLst>
            </a:custGeom>
            <a:solidFill>
              <a:srgbClr val="F9C9A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5" name="Text: Blur"/>
            <p:cNvSpPr txBox="1"/>
            <p:nvPr/>
          </p:nvSpPr>
          <p:spPr>
            <a:xfrm>
              <a:off x="2459736" y="2788920"/>
              <a:ext cx="1472184" cy="33832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 i="1">
                  <a:solidFill>
                    <a:srgbClr val="000000"/>
                  </a:solidFill>
                  <a:latin typeface="Liberation Serif"/>
                </a:rPr>
                <a:t>Blur</a:t>
              </a:r>
            </a:p>
          </p:txBody>
        </p:sp>
        <p:sp>
          <p:nvSpPr>
            <p:cNvPr id="236" name="polygon-229"/>
            <p:cNvSpPr/>
            <p:nvPr/>
          </p:nvSpPr>
          <p:spPr>
            <a:xfrm>
              <a:off x="10853928" y="768096"/>
              <a:ext cx="2194560" cy="566928"/>
            </a:xfrm>
            <a:custGeom>
              <a:avLst/>
              <a:gdLst/>
              <a:ahLst/>
              <a:cxnLst/>
              <a:rect l="l" t="t" r="r" b="b"/>
              <a:pathLst>
                <a:path w="240" h="62">
                  <a:moveTo>
                    <a:pt x="0" y="15"/>
                  </a:moveTo>
                  <a:lnTo>
                    <a:pt x="196" y="15"/>
                  </a:lnTo>
                  <a:lnTo>
                    <a:pt x="194" y="0"/>
                  </a:lnTo>
                  <a:lnTo>
                    <a:pt x="240" y="31"/>
                  </a:lnTo>
                  <a:lnTo>
                    <a:pt x="196" y="62"/>
                  </a:lnTo>
                  <a:lnTo>
                    <a:pt x="197" y="48"/>
                  </a:lnTo>
                  <a:lnTo>
                    <a:pt x="0" y="48"/>
                  </a:lnTo>
                  <a:lnTo>
                    <a:pt x="19" y="31"/>
                  </a:lnTo>
                  <a:close/>
                </a:path>
              </a:pathLst>
            </a:custGeom>
            <a:solidFill>
              <a:srgbClr val="C3C3C3">
                <a:alpha val="3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7" name="polygon-230"/>
            <p:cNvSpPr/>
            <p:nvPr/>
          </p:nvSpPr>
          <p:spPr>
            <a:xfrm>
              <a:off x="10817352" y="722376"/>
              <a:ext cx="2194560" cy="566928"/>
            </a:xfrm>
            <a:custGeom>
              <a:avLst/>
              <a:gdLst/>
              <a:ahLst/>
              <a:cxnLst/>
              <a:rect l="l" t="t" r="r" b="b"/>
              <a:pathLst>
                <a:path w="240" h="62">
                  <a:moveTo>
                    <a:pt x="0" y="15"/>
                  </a:moveTo>
                  <a:lnTo>
                    <a:pt x="196" y="15"/>
                  </a:lnTo>
                  <a:lnTo>
                    <a:pt x="194" y="0"/>
                  </a:lnTo>
                  <a:lnTo>
                    <a:pt x="240" y="31"/>
                  </a:lnTo>
                  <a:lnTo>
                    <a:pt x="196" y="62"/>
                  </a:lnTo>
                  <a:lnTo>
                    <a:pt x="197" y="48"/>
                  </a:lnTo>
                  <a:lnTo>
                    <a:pt x="0" y="48"/>
                  </a:lnTo>
                  <a:lnTo>
                    <a:pt x="19" y="31"/>
                  </a:lnTo>
                  <a:close/>
                </a:path>
              </a:pathLst>
            </a:custGeom>
            <a:solidFill>
              <a:srgbClr val="FFFFFF"/>
            </a:solidFill>
            <a:ln w="7315">
              <a:solidFill>
                <a:srgbClr val="CECEC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8" name="polygon-231"/>
            <p:cNvSpPr/>
            <p:nvPr/>
          </p:nvSpPr>
          <p:spPr>
            <a:xfrm>
              <a:off x="10899648" y="795528"/>
              <a:ext cx="2039112" cy="420624"/>
            </a:xfrm>
            <a:custGeom>
              <a:avLst/>
              <a:gdLst/>
              <a:ahLst/>
              <a:cxnLst/>
              <a:rect l="l" t="t" r="r" b="b"/>
              <a:pathLst>
                <a:path w="223" h="46">
                  <a:moveTo>
                    <a:pt x="0" y="11"/>
                  </a:moveTo>
                  <a:lnTo>
                    <a:pt x="191" y="11"/>
                  </a:lnTo>
                  <a:lnTo>
                    <a:pt x="190" y="0"/>
                  </a:lnTo>
                  <a:lnTo>
                    <a:pt x="223" y="23"/>
                  </a:lnTo>
                  <a:lnTo>
                    <a:pt x="192" y="46"/>
                  </a:lnTo>
                  <a:lnTo>
                    <a:pt x="192" y="36"/>
                  </a:lnTo>
                  <a:lnTo>
                    <a:pt x="0" y="36"/>
                  </a:lnTo>
                  <a:lnTo>
                    <a:pt x="17" y="23"/>
                  </a:lnTo>
                  <a:close/>
                </a:path>
              </a:pathLst>
            </a:custGeom>
            <a:solidFill>
              <a:srgbClr val="FFE58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9" name="Text: Noise"/>
            <p:cNvSpPr txBox="1"/>
            <p:nvPr/>
          </p:nvSpPr>
          <p:spPr>
            <a:xfrm>
              <a:off x="11091672" y="850392"/>
              <a:ext cx="1600200" cy="34747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 i="1">
                  <a:solidFill>
                    <a:srgbClr val="000000"/>
                  </a:solidFill>
                  <a:latin typeface="Liberation Serif"/>
                </a:rPr>
                <a:t>Noise</a:t>
              </a:r>
            </a:p>
          </p:txBody>
        </p:sp>
        <p:sp>
          <p:nvSpPr>
            <p:cNvPr id="240" name="polygon-232"/>
            <p:cNvSpPr/>
            <p:nvPr/>
          </p:nvSpPr>
          <p:spPr>
            <a:xfrm>
              <a:off x="10881360" y="2752344"/>
              <a:ext cx="2203704" cy="548640"/>
            </a:xfrm>
            <a:custGeom>
              <a:avLst/>
              <a:gdLst/>
              <a:ahLst/>
              <a:cxnLst/>
              <a:rect l="l" t="t" r="r" b="b"/>
              <a:pathLst>
                <a:path w="241" h="60">
                  <a:moveTo>
                    <a:pt x="0" y="15"/>
                  </a:moveTo>
                  <a:lnTo>
                    <a:pt x="197" y="15"/>
                  </a:lnTo>
                  <a:lnTo>
                    <a:pt x="195" y="0"/>
                  </a:lnTo>
                  <a:lnTo>
                    <a:pt x="241" y="30"/>
                  </a:lnTo>
                  <a:lnTo>
                    <a:pt x="197" y="60"/>
                  </a:lnTo>
                  <a:lnTo>
                    <a:pt x="198" y="46"/>
                  </a:lnTo>
                  <a:lnTo>
                    <a:pt x="0" y="46"/>
                  </a:lnTo>
                  <a:lnTo>
                    <a:pt x="19" y="30"/>
                  </a:lnTo>
                  <a:close/>
                </a:path>
              </a:pathLst>
            </a:custGeom>
            <a:solidFill>
              <a:srgbClr val="C3C3C3">
                <a:alpha val="3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1" name="polygon-233"/>
            <p:cNvSpPr/>
            <p:nvPr/>
          </p:nvSpPr>
          <p:spPr>
            <a:xfrm>
              <a:off x="10844784" y="2706624"/>
              <a:ext cx="2203704" cy="548640"/>
            </a:xfrm>
            <a:custGeom>
              <a:avLst/>
              <a:gdLst/>
              <a:ahLst/>
              <a:cxnLst/>
              <a:rect l="l" t="t" r="r" b="b"/>
              <a:pathLst>
                <a:path w="241" h="60">
                  <a:moveTo>
                    <a:pt x="0" y="15"/>
                  </a:moveTo>
                  <a:lnTo>
                    <a:pt x="197" y="15"/>
                  </a:lnTo>
                  <a:lnTo>
                    <a:pt x="195" y="0"/>
                  </a:lnTo>
                  <a:lnTo>
                    <a:pt x="241" y="30"/>
                  </a:lnTo>
                  <a:lnTo>
                    <a:pt x="197" y="60"/>
                  </a:lnTo>
                  <a:lnTo>
                    <a:pt x="198" y="46"/>
                  </a:lnTo>
                  <a:lnTo>
                    <a:pt x="0" y="46"/>
                  </a:lnTo>
                  <a:lnTo>
                    <a:pt x="19" y="30"/>
                  </a:lnTo>
                  <a:close/>
                </a:path>
              </a:pathLst>
            </a:custGeom>
            <a:solidFill>
              <a:srgbClr val="FFFFFF"/>
            </a:solidFill>
            <a:ln w="7315">
              <a:solidFill>
                <a:srgbClr val="CECEC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2" name="polygon-234"/>
            <p:cNvSpPr/>
            <p:nvPr/>
          </p:nvSpPr>
          <p:spPr>
            <a:xfrm>
              <a:off x="10927080" y="2779776"/>
              <a:ext cx="2048256" cy="402336"/>
            </a:xfrm>
            <a:custGeom>
              <a:avLst/>
              <a:gdLst/>
              <a:ahLst/>
              <a:cxnLst/>
              <a:rect l="l" t="t" r="r" b="b"/>
              <a:pathLst>
                <a:path w="224" h="44">
                  <a:moveTo>
                    <a:pt x="0" y="11"/>
                  </a:moveTo>
                  <a:lnTo>
                    <a:pt x="192" y="11"/>
                  </a:lnTo>
                  <a:lnTo>
                    <a:pt x="191" y="0"/>
                  </a:lnTo>
                  <a:lnTo>
                    <a:pt x="224" y="22"/>
                  </a:lnTo>
                  <a:lnTo>
                    <a:pt x="193" y="44"/>
                  </a:lnTo>
                  <a:lnTo>
                    <a:pt x="193" y="34"/>
                  </a:lnTo>
                  <a:lnTo>
                    <a:pt x="0" y="34"/>
                  </a:lnTo>
                  <a:lnTo>
                    <a:pt x="17" y="22"/>
                  </a:lnTo>
                  <a:close/>
                </a:path>
              </a:pathLst>
            </a:custGeom>
            <a:solidFill>
              <a:srgbClr val="C2DEF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3" name="polygon-235"/>
            <p:cNvSpPr/>
            <p:nvPr/>
          </p:nvSpPr>
          <p:spPr>
            <a:xfrm>
              <a:off x="10991088" y="2944368"/>
              <a:ext cx="1984248" cy="91440"/>
            </a:xfrm>
            <a:custGeom>
              <a:avLst/>
              <a:gdLst/>
              <a:ahLst/>
              <a:cxnLst/>
              <a:rect l="l" t="t" r="r" b="b"/>
              <a:pathLst>
                <a:path w="217" h="10">
                  <a:moveTo>
                    <a:pt x="0" y="0"/>
                  </a:moveTo>
                  <a:lnTo>
                    <a:pt x="200" y="0"/>
                  </a:lnTo>
                  <a:lnTo>
                    <a:pt x="217" y="4"/>
                  </a:lnTo>
                  <a:lnTo>
                    <a:pt x="206" y="10"/>
                  </a:lnTo>
                  <a:lnTo>
                    <a:pt x="6" y="10"/>
                  </a:lnTo>
                  <a:lnTo>
                    <a:pt x="10" y="4"/>
                  </a:lnTo>
                  <a:close/>
                </a:path>
              </a:pathLst>
            </a:custGeom>
            <a:solidFill>
              <a:srgbClr val="FACB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4" name="polygon-236"/>
            <p:cNvSpPr/>
            <p:nvPr/>
          </p:nvSpPr>
          <p:spPr>
            <a:xfrm>
              <a:off x="10927080" y="3035808"/>
              <a:ext cx="1947672" cy="146304"/>
            </a:xfrm>
            <a:custGeom>
              <a:avLst/>
              <a:gdLst/>
              <a:ahLst/>
              <a:cxnLst/>
              <a:rect l="l" t="t" r="r" b="b"/>
              <a:pathLst>
                <a:path w="213" h="16">
                  <a:moveTo>
                    <a:pt x="13" y="0"/>
                  </a:moveTo>
                  <a:lnTo>
                    <a:pt x="213" y="0"/>
                  </a:lnTo>
                  <a:lnTo>
                    <a:pt x="193" y="16"/>
                  </a:lnTo>
                  <a:lnTo>
                    <a:pt x="193" y="6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E28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5" name="Text: Mixture"/>
            <p:cNvSpPr txBox="1"/>
            <p:nvPr/>
          </p:nvSpPr>
          <p:spPr>
            <a:xfrm>
              <a:off x="11119104" y="2834640"/>
              <a:ext cx="1609344" cy="32918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 i="1">
                  <a:solidFill>
                    <a:srgbClr val="000000"/>
                  </a:solidFill>
                  <a:latin typeface="Liberation Serif"/>
                </a:rPr>
                <a:t>Mixture</a:t>
              </a:r>
            </a:p>
          </p:txBody>
        </p:sp>
        <p:grpSp>
          <p:nvGrpSpPr>
            <p:cNvPr id="246" name="Editable contrast histogram narrow"/>
            <p:cNvGrpSpPr/>
            <p:nvPr/>
          </p:nvGrpSpPr>
          <p:grpSpPr>
            <a:xfrm>
              <a:off x="2386584" y="1453896"/>
              <a:ext cx="749808" cy="539496"/>
              <a:chOff x="2386584" y="1453896"/>
              <a:chExt cx="749808" cy="539496"/>
            </a:xfrm>
          </p:grpSpPr>
          <p:sp>
            <p:nvSpPr>
              <p:cNvPr id="247" name="rectangle-238"/>
              <p:cNvSpPr/>
              <p:nvPr/>
            </p:nvSpPr>
            <p:spPr>
              <a:xfrm>
                <a:off x="2386584" y="1453896"/>
                <a:ext cx="749808" cy="53949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248" name="line-239"/>
              <p:cNvCxnSpPr/>
              <p:nvPr/>
            </p:nvCxnSpPr>
            <p:spPr>
              <a:xfrm>
                <a:off x="2558491" y="1481328"/>
                <a:ext cx="0" cy="484632"/>
              </a:xfrm>
              <a:prstGeom prst="line">
                <a:avLst/>
              </a:prstGeom>
              <a:ln w="5486">
                <a:solidFill>
                  <a:srgbClr val="9C9C9C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line-240"/>
              <p:cNvCxnSpPr/>
              <p:nvPr/>
            </p:nvCxnSpPr>
            <p:spPr>
              <a:xfrm>
                <a:off x="2693822" y="1481328"/>
                <a:ext cx="0" cy="484632"/>
              </a:xfrm>
              <a:prstGeom prst="line">
                <a:avLst/>
              </a:prstGeom>
              <a:ln w="5486">
                <a:solidFill>
                  <a:srgbClr val="9C9C9C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line-241"/>
              <p:cNvCxnSpPr/>
              <p:nvPr/>
            </p:nvCxnSpPr>
            <p:spPr>
              <a:xfrm>
                <a:off x="2829154" y="1481328"/>
                <a:ext cx="0" cy="484632"/>
              </a:xfrm>
              <a:prstGeom prst="line">
                <a:avLst/>
              </a:prstGeom>
              <a:ln w="5486">
                <a:solidFill>
                  <a:srgbClr val="9C9C9C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line-242"/>
              <p:cNvCxnSpPr/>
              <p:nvPr/>
            </p:nvCxnSpPr>
            <p:spPr>
              <a:xfrm>
                <a:off x="2964485" y="1481328"/>
                <a:ext cx="0" cy="484632"/>
              </a:xfrm>
              <a:prstGeom prst="line">
                <a:avLst/>
              </a:prstGeom>
              <a:ln w="5486">
                <a:solidFill>
                  <a:srgbClr val="9C9C9C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line-243"/>
              <p:cNvCxnSpPr/>
              <p:nvPr/>
            </p:nvCxnSpPr>
            <p:spPr>
              <a:xfrm>
                <a:off x="2414016" y="1588770"/>
                <a:ext cx="704088" cy="0"/>
              </a:xfrm>
              <a:prstGeom prst="line">
                <a:avLst/>
              </a:prstGeom>
              <a:ln w="5486">
                <a:solidFill>
                  <a:srgbClr val="9C9C9C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line-244"/>
              <p:cNvCxnSpPr/>
              <p:nvPr/>
            </p:nvCxnSpPr>
            <p:spPr>
              <a:xfrm>
                <a:off x="2414016" y="1723644"/>
                <a:ext cx="704088" cy="0"/>
              </a:xfrm>
              <a:prstGeom prst="line">
                <a:avLst/>
              </a:prstGeom>
              <a:ln w="5486">
                <a:solidFill>
                  <a:srgbClr val="9C9C9C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line-245"/>
              <p:cNvCxnSpPr/>
              <p:nvPr/>
            </p:nvCxnSpPr>
            <p:spPr>
              <a:xfrm>
                <a:off x="2414016" y="1858518"/>
                <a:ext cx="704088" cy="0"/>
              </a:xfrm>
              <a:prstGeom prst="line">
                <a:avLst/>
              </a:prstGeom>
              <a:ln w="5486">
                <a:solidFill>
                  <a:srgbClr val="9C9C9C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5" name="rectangle-246"/>
              <p:cNvSpPr/>
              <p:nvPr/>
            </p:nvSpPr>
            <p:spPr>
              <a:xfrm>
                <a:off x="2423160" y="1965960"/>
                <a:ext cx="19790" cy="0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6" name="rectangle-247"/>
              <p:cNvSpPr/>
              <p:nvPr/>
            </p:nvSpPr>
            <p:spPr>
              <a:xfrm>
                <a:off x="2442493" y="1965960"/>
                <a:ext cx="19790" cy="0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7" name="rectangle-248"/>
              <p:cNvSpPr/>
              <p:nvPr/>
            </p:nvSpPr>
            <p:spPr>
              <a:xfrm>
                <a:off x="2461826" y="1965960"/>
                <a:ext cx="19790" cy="0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8" name="rectangle-249"/>
              <p:cNvSpPr/>
              <p:nvPr/>
            </p:nvSpPr>
            <p:spPr>
              <a:xfrm>
                <a:off x="2481159" y="1965960"/>
                <a:ext cx="19790" cy="0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9" name="rectangle-250"/>
              <p:cNvSpPr/>
              <p:nvPr/>
            </p:nvSpPr>
            <p:spPr>
              <a:xfrm>
                <a:off x="2500492" y="1965960"/>
                <a:ext cx="19790" cy="0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0" name="rectangle-251"/>
              <p:cNvSpPr/>
              <p:nvPr/>
            </p:nvSpPr>
            <p:spPr>
              <a:xfrm>
                <a:off x="2519825" y="1965960"/>
                <a:ext cx="19790" cy="0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1" name="rectangle-252"/>
              <p:cNvSpPr/>
              <p:nvPr/>
            </p:nvSpPr>
            <p:spPr>
              <a:xfrm>
                <a:off x="2539158" y="1965960"/>
                <a:ext cx="19790" cy="0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2" name="rectangle-253"/>
              <p:cNvSpPr/>
              <p:nvPr/>
            </p:nvSpPr>
            <p:spPr>
              <a:xfrm>
                <a:off x="2558491" y="1965959"/>
                <a:ext cx="19790" cy="1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3" name="rectangle-254"/>
              <p:cNvSpPr/>
              <p:nvPr/>
            </p:nvSpPr>
            <p:spPr>
              <a:xfrm>
                <a:off x="2577824" y="1965676"/>
                <a:ext cx="19790" cy="284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4" name="rectangle-255"/>
              <p:cNvSpPr/>
              <p:nvPr/>
            </p:nvSpPr>
            <p:spPr>
              <a:xfrm>
                <a:off x="2597157" y="1945805"/>
                <a:ext cx="19790" cy="20155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5" name="rectangle-256"/>
              <p:cNvSpPr/>
              <p:nvPr/>
            </p:nvSpPr>
            <p:spPr>
              <a:xfrm>
                <a:off x="2616490" y="1732633"/>
                <a:ext cx="19790" cy="233327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6" name="rectangle-257"/>
              <p:cNvSpPr/>
              <p:nvPr/>
            </p:nvSpPr>
            <p:spPr>
              <a:xfrm>
                <a:off x="2635823" y="1525701"/>
                <a:ext cx="19790" cy="440259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7" name="rectangle-258"/>
              <p:cNvSpPr/>
              <p:nvPr/>
            </p:nvSpPr>
            <p:spPr>
              <a:xfrm>
                <a:off x="2655156" y="1830561"/>
                <a:ext cx="19790" cy="135399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8" name="rectangle-259"/>
              <p:cNvSpPr/>
              <p:nvPr/>
            </p:nvSpPr>
            <p:spPr>
              <a:xfrm>
                <a:off x="2674489" y="1959173"/>
                <a:ext cx="19790" cy="6787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9" name="rectangle-260"/>
              <p:cNvSpPr/>
              <p:nvPr/>
            </p:nvSpPr>
            <p:spPr>
              <a:xfrm>
                <a:off x="2693822" y="1965905"/>
                <a:ext cx="19790" cy="55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0" name="rectangle-261"/>
              <p:cNvSpPr/>
              <p:nvPr/>
            </p:nvSpPr>
            <p:spPr>
              <a:xfrm>
                <a:off x="2713155" y="1965960"/>
                <a:ext cx="19790" cy="0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1" name="rectangle-262"/>
              <p:cNvSpPr/>
              <p:nvPr/>
            </p:nvSpPr>
            <p:spPr>
              <a:xfrm>
                <a:off x="2732488" y="1965960"/>
                <a:ext cx="19790" cy="0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2" name="rectangle-263"/>
              <p:cNvSpPr/>
              <p:nvPr/>
            </p:nvSpPr>
            <p:spPr>
              <a:xfrm>
                <a:off x="2751821" y="1965960"/>
                <a:ext cx="19790" cy="0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3" name="rectangle-264"/>
              <p:cNvSpPr/>
              <p:nvPr/>
            </p:nvSpPr>
            <p:spPr>
              <a:xfrm>
                <a:off x="2771155" y="1965960"/>
                <a:ext cx="19790" cy="0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4" name="rectangle-265"/>
              <p:cNvSpPr/>
              <p:nvPr/>
            </p:nvSpPr>
            <p:spPr>
              <a:xfrm>
                <a:off x="2790488" y="1965960"/>
                <a:ext cx="19790" cy="0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5" name="rectangle-266"/>
              <p:cNvSpPr/>
              <p:nvPr/>
            </p:nvSpPr>
            <p:spPr>
              <a:xfrm>
                <a:off x="2809821" y="1965960"/>
                <a:ext cx="19790" cy="0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6" name="rectangle-267"/>
              <p:cNvSpPr/>
              <p:nvPr/>
            </p:nvSpPr>
            <p:spPr>
              <a:xfrm>
                <a:off x="2829154" y="1965960"/>
                <a:ext cx="19790" cy="0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7" name="rectangle-268"/>
              <p:cNvSpPr/>
              <p:nvPr/>
            </p:nvSpPr>
            <p:spPr>
              <a:xfrm>
                <a:off x="2848487" y="1965960"/>
                <a:ext cx="19790" cy="0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8" name="rectangle-269"/>
              <p:cNvSpPr/>
              <p:nvPr/>
            </p:nvSpPr>
            <p:spPr>
              <a:xfrm>
                <a:off x="2867820" y="1965960"/>
                <a:ext cx="19790" cy="0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9" name="rectangle-270"/>
              <p:cNvSpPr/>
              <p:nvPr/>
            </p:nvSpPr>
            <p:spPr>
              <a:xfrm>
                <a:off x="2887153" y="1965960"/>
                <a:ext cx="19790" cy="0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0" name="rectangle-271"/>
              <p:cNvSpPr/>
              <p:nvPr/>
            </p:nvSpPr>
            <p:spPr>
              <a:xfrm>
                <a:off x="2906486" y="1965960"/>
                <a:ext cx="19790" cy="0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1" name="rectangle-272"/>
              <p:cNvSpPr/>
              <p:nvPr/>
            </p:nvSpPr>
            <p:spPr>
              <a:xfrm>
                <a:off x="2925819" y="1965960"/>
                <a:ext cx="19790" cy="0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2" name="rectangle-273"/>
              <p:cNvSpPr/>
              <p:nvPr/>
            </p:nvSpPr>
            <p:spPr>
              <a:xfrm>
                <a:off x="2945152" y="1965960"/>
                <a:ext cx="19790" cy="0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3" name="rectangle-274"/>
              <p:cNvSpPr/>
              <p:nvPr/>
            </p:nvSpPr>
            <p:spPr>
              <a:xfrm>
                <a:off x="2964485" y="1965960"/>
                <a:ext cx="19790" cy="0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4" name="rectangle-275"/>
              <p:cNvSpPr/>
              <p:nvPr/>
            </p:nvSpPr>
            <p:spPr>
              <a:xfrm>
                <a:off x="2983818" y="1965960"/>
                <a:ext cx="19790" cy="0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5" name="rectangle-276"/>
              <p:cNvSpPr/>
              <p:nvPr/>
            </p:nvSpPr>
            <p:spPr>
              <a:xfrm>
                <a:off x="3003151" y="1965960"/>
                <a:ext cx="19790" cy="0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6" name="rectangle-277"/>
              <p:cNvSpPr/>
              <p:nvPr/>
            </p:nvSpPr>
            <p:spPr>
              <a:xfrm>
                <a:off x="3022484" y="1965960"/>
                <a:ext cx="19790" cy="0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7" name="rectangle-278"/>
              <p:cNvSpPr/>
              <p:nvPr/>
            </p:nvSpPr>
            <p:spPr>
              <a:xfrm>
                <a:off x="3041817" y="1965960"/>
                <a:ext cx="19790" cy="0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8" name="rectangle-279"/>
              <p:cNvSpPr/>
              <p:nvPr/>
            </p:nvSpPr>
            <p:spPr>
              <a:xfrm>
                <a:off x="3061150" y="1965960"/>
                <a:ext cx="19790" cy="0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9" name="rectangle-280"/>
              <p:cNvSpPr/>
              <p:nvPr/>
            </p:nvSpPr>
            <p:spPr>
              <a:xfrm>
                <a:off x="3080483" y="1965960"/>
                <a:ext cx="19790" cy="0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290" name="line-281"/>
              <p:cNvCxnSpPr/>
              <p:nvPr/>
            </p:nvCxnSpPr>
            <p:spPr>
              <a:xfrm flipV="1">
                <a:off x="2612624" y="1800658"/>
                <a:ext cx="0" cy="165302"/>
              </a:xfrm>
              <a:prstGeom prst="line">
                <a:avLst/>
              </a:prstGeom>
              <a:ln w="10058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1" name="line-282"/>
              <p:cNvCxnSpPr/>
              <p:nvPr/>
            </p:nvCxnSpPr>
            <p:spPr>
              <a:xfrm flipV="1">
                <a:off x="2646456" y="1677854"/>
                <a:ext cx="0" cy="288106"/>
              </a:xfrm>
              <a:prstGeom prst="line">
                <a:avLst/>
              </a:prstGeom>
              <a:ln w="10058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2" name="line-283"/>
              <p:cNvCxnSpPr/>
              <p:nvPr/>
            </p:nvCxnSpPr>
            <p:spPr>
              <a:xfrm>
                <a:off x="2414016" y="1463040"/>
                <a:ext cx="0" cy="512064"/>
              </a:xfrm>
              <a:prstGeom prst="line">
                <a:avLst/>
              </a:prstGeom>
              <a:ln w="7315">
                <a:solidFill>
                  <a:srgbClr val="14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3" name="line-284"/>
              <p:cNvCxnSpPr/>
              <p:nvPr/>
            </p:nvCxnSpPr>
            <p:spPr>
              <a:xfrm>
                <a:off x="2414016" y="1975104"/>
                <a:ext cx="713232" cy="0"/>
              </a:xfrm>
              <a:prstGeom prst="line">
                <a:avLst/>
              </a:prstGeom>
              <a:ln w="7315">
                <a:solidFill>
                  <a:srgbClr val="14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4" name="Editable contrast histogram broad"/>
            <p:cNvGrpSpPr/>
            <p:nvPr/>
          </p:nvGrpSpPr>
          <p:grpSpPr>
            <a:xfrm>
              <a:off x="3456432" y="1453896"/>
              <a:ext cx="749808" cy="539496"/>
              <a:chOff x="3456432" y="1453896"/>
              <a:chExt cx="749808" cy="539496"/>
            </a:xfrm>
          </p:grpSpPr>
          <p:sp>
            <p:nvSpPr>
              <p:cNvPr id="295" name="rectangle-286"/>
              <p:cNvSpPr/>
              <p:nvPr/>
            </p:nvSpPr>
            <p:spPr>
              <a:xfrm>
                <a:off x="3456432" y="1453896"/>
                <a:ext cx="749808" cy="53949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296" name="line-287"/>
              <p:cNvCxnSpPr/>
              <p:nvPr/>
            </p:nvCxnSpPr>
            <p:spPr>
              <a:xfrm>
                <a:off x="3628339" y="1481328"/>
                <a:ext cx="0" cy="484632"/>
              </a:xfrm>
              <a:prstGeom prst="line">
                <a:avLst/>
              </a:prstGeom>
              <a:ln w="5486">
                <a:solidFill>
                  <a:srgbClr val="9C9C9C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" name="line-288"/>
              <p:cNvCxnSpPr/>
              <p:nvPr/>
            </p:nvCxnSpPr>
            <p:spPr>
              <a:xfrm>
                <a:off x="3763670" y="1481328"/>
                <a:ext cx="0" cy="484632"/>
              </a:xfrm>
              <a:prstGeom prst="line">
                <a:avLst/>
              </a:prstGeom>
              <a:ln w="5486">
                <a:solidFill>
                  <a:srgbClr val="9C9C9C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8" name="line-289"/>
              <p:cNvCxnSpPr/>
              <p:nvPr/>
            </p:nvCxnSpPr>
            <p:spPr>
              <a:xfrm>
                <a:off x="3899002" y="1481328"/>
                <a:ext cx="0" cy="484632"/>
              </a:xfrm>
              <a:prstGeom prst="line">
                <a:avLst/>
              </a:prstGeom>
              <a:ln w="5486">
                <a:solidFill>
                  <a:srgbClr val="9C9C9C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9" name="line-290"/>
              <p:cNvCxnSpPr/>
              <p:nvPr/>
            </p:nvCxnSpPr>
            <p:spPr>
              <a:xfrm>
                <a:off x="4034333" y="1481328"/>
                <a:ext cx="0" cy="484632"/>
              </a:xfrm>
              <a:prstGeom prst="line">
                <a:avLst/>
              </a:prstGeom>
              <a:ln w="5486">
                <a:solidFill>
                  <a:srgbClr val="9C9C9C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0" name="line-291"/>
              <p:cNvCxnSpPr/>
              <p:nvPr/>
            </p:nvCxnSpPr>
            <p:spPr>
              <a:xfrm>
                <a:off x="3483864" y="1588770"/>
                <a:ext cx="704088" cy="0"/>
              </a:xfrm>
              <a:prstGeom prst="line">
                <a:avLst/>
              </a:prstGeom>
              <a:ln w="5486">
                <a:solidFill>
                  <a:srgbClr val="9C9C9C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1" name="line-292"/>
              <p:cNvCxnSpPr/>
              <p:nvPr/>
            </p:nvCxnSpPr>
            <p:spPr>
              <a:xfrm>
                <a:off x="3483864" y="1723644"/>
                <a:ext cx="704088" cy="0"/>
              </a:xfrm>
              <a:prstGeom prst="line">
                <a:avLst/>
              </a:prstGeom>
              <a:ln w="5486">
                <a:solidFill>
                  <a:srgbClr val="9C9C9C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2" name="line-293"/>
              <p:cNvCxnSpPr/>
              <p:nvPr/>
            </p:nvCxnSpPr>
            <p:spPr>
              <a:xfrm>
                <a:off x="3483864" y="1858518"/>
                <a:ext cx="704088" cy="0"/>
              </a:xfrm>
              <a:prstGeom prst="line">
                <a:avLst/>
              </a:prstGeom>
              <a:ln w="5486">
                <a:solidFill>
                  <a:srgbClr val="9C9C9C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3" name="rectangle-294"/>
              <p:cNvSpPr/>
              <p:nvPr/>
            </p:nvSpPr>
            <p:spPr>
              <a:xfrm>
                <a:off x="3493008" y="1961414"/>
                <a:ext cx="19790" cy="4546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4" name="rectangle-295"/>
              <p:cNvSpPr/>
              <p:nvPr/>
            </p:nvSpPr>
            <p:spPr>
              <a:xfrm>
                <a:off x="3512341" y="1954143"/>
                <a:ext cx="19790" cy="11817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5" name="rectangle-296"/>
              <p:cNvSpPr/>
              <p:nvPr/>
            </p:nvSpPr>
            <p:spPr>
              <a:xfrm>
                <a:off x="3531674" y="1940347"/>
                <a:ext cx="19790" cy="25613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6" name="rectangle-297"/>
              <p:cNvSpPr/>
              <p:nvPr/>
            </p:nvSpPr>
            <p:spPr>
              <a:xfrm>
                <a:off x="3551007" y="1925485"/>
                <a:ext cx="19790" cy="40475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7" name="rectangle-298"/>
              <p:cNvSpPr/>
              <p:nvPr/>
            </p:nvSpPr>
            <p:spPr>
              <a:xfrm>
                <a:off x="3570340" y="1891261"/>
                <a:ext cx="19790" cy="74699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8" name="rectangle-299"/>
              <p:cNvSpPr/>
              <p:nvPr/>
            </p:nvSpPr>
            <p:spPr>
              <a:xfrm>
                <a:off x="3589673" y="1828084"/>
                <a:ext cx="19790" cy="137876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9" name="rectangle-300"/>
              <p:cNvSpPr/>
              <p:nvPr/>
            </p:nvSpPr>
            <p:spPr>
              <a:xfrm>
                <a:off x="3609006" y="1788906"/>
                <a:ext cx="19790" cy="177054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0" name="rectangle-301"/>
              <p:cNvSpPr/>
              <p:nvPr/>
            </p:nvSpPr>
            <p:spPr>
              <a:xfrm>
                <a:off x="3628339" y="1739567"/>
                <a:ext cx="19790" cy="226393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1" name="rectangle-302"/>
              <p:cNvSpPr/>
              <p:nvPr/>
            </p:nvSpPr>
            <p:spPr>
              <a:xfrm>
                <a:off x="3647672" y="1626164"/>
                <a:ext cx="19790" cy="339796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2" name="rectangle-303"/>
              <p:cNvSpPr/>
              <p:nvPr/>
            </p:nvSpPr>
            <p:spPr>
              <a:xfrm>
                <a:off x="3667005" y="1591957"/>
                <a:ext cx="19790" cy="374003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3" name="rectangle-304"/>
              <p:cNvSpPr/>
              <p:nvPr/>
            </p:nvSpPr>
            <p:spPr>
              <a:xfrm>
                <a:off x="3686338" y="1622504"/>
                <a:ext cx="19790" cy="343456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4" name="rectangle-305"/>
              <p:cNvSpPr/>
              <p:nvPr/>
            </p:nvSpPr>
            <p:spPr>
              <a:xfrm>
                <a:off x="3705671" y="1569571"/>
                <a:ext cx="19790" cy="396389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5" name="rectangle-306"/>
              <p:cNvSpPr/>
              <p:nvPr/>
            </p:nvSpPr>
            <p:spPr>
              <a:xfrm>
                <a:off x="3725004" y="1576925"/>
                <a:ext cx="19790" cy="389035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6" name="rectangle-307"/>
              <p:cNvSpPr/>
              <p:nvPr/>
            </p:nvSpPr>
            <p:spPr>
              <a:xfrm>
                <a:off x="3744337" y="1681424"/>
                <a:ext cx="19790" cy="284536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7" name="rectangle-308"/>
              <p:cNvSpPr/>
              <p:nvPr/>
            </p:nvSpPr>
            <p:spPr>
              <a:xfrm>
                <a:off x="3763670" y="1714365"/>
                <a:ext cx="19790" cy="251595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8" name="rectangle-309"/>
              <p:cNvSpPr/>
              <p:nvPr/>
            </p:nvSpPr>
            <p:spPr>
              <a:xfrm>
                <a:off x="3783003" y="1729584"/>
                <a:ext cx="19790" cy="236376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9" name="rectangle-310"/>
              <p:cNvSpPr/>
              <p:nvPr/>
            </p:nvSpPr>
            <p:spPr>
              <a:xfrm>
                <a:off x="3802336" y="1799750"/>
                <a:ext cx="19790" cy="166210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0" name="rectangle-311"/>
              <p:cNvSpPr/>
              <p:nvPr/>
            </p:nvSpPr>
            <p:spPr>
              <a:xfrm>
                <a:off x="3821669" y="1840022"/>
                <a:ext cx="19790" cy="125938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1" name="rectangle-312"/>
              <p:cNvSpPr/>
              <p:nvPr/>
            </p:nvSpPr>
            <p:spPr>
              <a:xfrm>
                <a:off x="3841003" y="1843798"/>
                <a:ext cx="19790" cy="122162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2" name="rectangle-313"/>
              <p:cNvSpPr/>
              <p:nvPr/>
            </p:nvSpPr>
            <p:spPr>
              <a:xfrm>
                <a:off x="3860336" y="1872414"/>
                <a:ext cx="19790" cy="93546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3" name="rectangle-314"/>
              <p:cNvSpPr/>
              <p:nvPr/>
            </p:nvSpPr>
            <p:spPr>
              <a:xfrm>
                <a:off x="3879669" y="1903283"/>
                <a:ext cx="19790" cy="62677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4" name="rectangle-315"/>
              <p:cNvSpPr/>
              <p:nvPr/>
            </p:nvSpPr>
            <p:spPr>
              <a:xfrm>
                <a:off x="3899002" y="1911436"/>
                <a:ext cx="19790" cy="54524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5" name="rectangle-316"/>
              <p:cNvSpPr/>
              <p:nvPr/>
            </p:nvSpPr>
            <p:spPr>
              <a:xfrm>
                <a:off x="3918335" y="1924834"/>
                <a:ext cx="19790" cy="41126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6" name="rectangle-317"/>
              <p:cNvSpPr/>
              <p:nvPr/>
            </p:nvSpPr>
            <p:spPr>
              <a:xfrm>
                <a:off x="3937668" y="1942965"/>
                <a:ext cx="19790" cy="22995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7" name="rectangle-318"/>
              <p:cNvSpPr/>
              <p:nvPr/>
            </p:nvSpPr>
            <p:spPr>
              <a:xfrm>
                <a:off x="3957001" y="1950798"/>
                <a:ext cx="19790" cy="15162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8" name="rectangle-319"/>
              <p:cNvSpPr/>
              <p:nvPr/>
            </p:nvSpPr>
            <p:spPr>
              <a:xfrm>
                <a:off x="3976334" y="1955719"/>
                <a:ext cx="19790" cy="10241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9" name="rectangle-320"/>
              <p:cNvSpPr/>
              <p:nvPr/>
            </p:nvSpPr>
            <p:spPr>
              <a:xfrm>
                <a:off x="3995667" y="1961089"/>
                <a:ext cx="19790" cy="4871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0" name="rectangle-321"/>
              <p:cNvSpPr/>
              <p:nvPr/>
            </p:nvSpPr>
            <p:spPr>
              <a:xfrm>
                <a:off x="4015000" y="1963653"/>
                <a:ext cx="19790" cy="2307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1" name="rectangle-322"/>
              <p:cNvSpPr/>
              <p:nvPr/>
            </p:nvSpPr>
            <p:spPr>
              <a:xfrm>
                <a:off x="4034333" y="1964656"/>
                <a:ext cx="19790" cy="1304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2" name="rectangle-323"/>
              <p:cNvSpPr/>
              <p:nvPr/>
            </p:nvSpPr>
            <p:spPr>
              <a:xfrm>
                <a:off x="4053666" y="1965413"/>
                <a:ext cx="19790" cy="547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3" name="rectangle-324"/>
              <p:cNvSpPr/>
              <p:nvPr/>
            </p:nvSpPr>
            <p:spPr>
              <a:xfrm>
                <a:off x="4072999" y="1965769"/>
                <a:ext cx="19790" cy="191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4" name="rectangle-325"/>
              <p:cNvSpPr/>
              <p:nvPr/>
            </p:nvSpPr>
            <p:spPr>
              <a:xfrm>
                <a:off x="4092332" y="1965876"/>
                <a:ext cx="19790" cy="84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5" name="rectangle-326"/>
              <p:cNvSpPr/>
              <p:nvPr/>
            </p:nvSpPr>
            <p:spPr>
              <a:xfrm>
                <a:off x="4111665" y="1965929"/>
                <a:ext cx="19790" cy="31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6" name="rectangle-327"/>
              <p:cNvSpPr/>
              <p:nvPr/>
            </p:nvSpPr>
            <p:spPr>
              <a:xfrm>
                <a:off x="4130998" y="1965951"/>
                <a:ext cx="19790" cy="9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7" name="rectangle-328"/>
              <p:cNvSpPr/>
              <p:nvPr/>
            </p:nvSpPr>
            <p:spPr>
              <a:xfrm>
                <a:off x="4150331" y="1965957"/>
                <a:ext cx="19790" cy="3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338" name="line-329"/>
              <p:cNvCxnSpPr/>
              <p:nvPr/>
            </p:nvCxnSpPr>
            <p:spPr>
              <a:xfrm flipV="1">
                <a:off x="3621573" y="1715195"/>
                <a:ext cx="0" cy="250765"/>
              </a:xfrm>
              <a:prstGeom prst="line">
                <a:avLst/>
              </a:prstGeom>
              <a:ln w="10058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9" name="line-330"/>
              <p:cNvCxnSpPr/>
              <p:nvPr/>
            </p:nvCxnSpPr>
            <p:spPr>
              <a:xfrm flipV="1">
                <a:off x="3729838" y="1580861"/>
                <a:ext cx="0" cy="385099"/>
              </a:xfrm>
              <a:prstGeom prst="line">
                <a:avLst/>
              </a:prstGeom>
              <a:ln w="10058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0" name="line-331"/>
              <p:cNvCxnSpPr/>
              <p:nvPr/>
            </p:nvCxnSpPr>
            <p:spPr>
              <a:xfrm flipV="1">
                <a:off x="3871935" y="1879174"/>
                <a:ext cx="0" cy="86786"/>
              </a:xfrm>
              <a:prstGeom prst="line">
                <a:avLst/>
              </a:prstGeom>
              <a:ln w="10058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1" name="line-332"/>
              <p:cNvCxnSpPr/>
              <p:nvPr/>
            </p:nvCxnSpPr>
            <p:spPr>
              <a:xfrm>
                <a:off x="3483864" y="1463040"/>
                <a:ext cx="0" cy="512064"/>
              </a:xfrm>
              <a:prstGeom prst="line">
                <a:avLst/>
              </a:prstGeom>
              <a:ln w="7315">
                <a:solidFill>
                  <a:srgbClr val="14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2" name="line-333"/>
              <p:cNvCxnSpPr/>
              <p:nvPr/>
            </p:nvCxnSpPr>
            <p:spPr>
              <a:xfrm>
                <a:off x="3483864" y="1975104"/>
                <a:ext cx="713232" cy="0"/>
              </a:xfrm>
              <a:prstGeom prst="line">
                <a:avLst/>
              </a:prstGeom>
              <a:ln w="7315">
                <a:solidFill>
                  <a:srgbClr val="14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3" name="polygon-334"/>
            <p:cNvSpPr/>
            <p:nvPr/>
          </p:nvSpPr>
          <p:spPr>
            <a:xfrm>
              <a:off x="3172968" y="1609344"/>
              <a:ext cx="265176" cy="210312"/>
            </a:xfrm>
            <a:custGeom>
              <a:avLst/>
              <a:gdLst/>
              <a:ahLst/>
              <a:cxnLst/>
              <a:rect l="l" t="t" r="r" b="b"/>
              <a:pathLst>
                <a:path w="29" h="23">
                  <a:moveTo>
                    <a:pt x="0" y="6"/>
                  </a:moveTo>
                  <a:lnTo>
                    <a:pt x="18" y="6"/>
                  </a:lnTo>
                  <a:lnTo>
                    <a:pt x="18" y="0"/>
                  </a:lnTo>
                  <a:lnTo>
                    <a:pt x="29" y="12"/>
                  </a:lnTo>
                  <a:lnTo>
                    <a:pt x="18" y="23"/>
                  </a:lnTo>
                  <a:lnTo>
                    <a:pt x="18" y="16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DA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4" name="Text: Contrast Degradation"/>
            <p:cNvSpPr txBox="1"/>
            <p:nvPr/>
          </p:nvSpPr>
          <p:spPr>
            <a:xfrm>
              <a:off x="2276856" y="2011680"/>
              <a:ext cx="2020824" cy="2286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1" i="1">
                  <a:solidFill>
                    <a:srgbClr val="000000"/>
                  </a:solidFill>
                  <a:latin typeface="Liberation Serif"/>
                </a:rPr>
                <a:t>Contrast Degradation</a:t>
              </a:r>
            </a:p>
          </p:txBody>
        </p:sp>
        <p:grpSp>
          <p:nvGrpSpPr>
            <p:cNvPr id="345" name="Editable 3D gaussian plot"/>
            <p:cNvGrpSpPr/>
            <p:nvPr/>
          </p:nvGrpSpPr>
          <p:grpSpPr>
            <a:xfrm>
              <a:off x="2313432" y="3337560"/>
              <a:ext cx="621792" cy="484632"/>
              <a:chOff x="2313432" y="3337560"/>
              <a:chExt cx="621792" cy="484632"/>
            </a:xfrm>
          </p:grpSpPr>
          <p:sp>
            <p:nvSpPr>
              <p:cNvPr id="346" name="rectangle-336"/>
              <p:cNvSpPr/>
              <p:nvPr/>
            </p:nvSpPr>
            <p:spPr>
              <a:xfrm>
                <a:off x="2313432" y="3337560"/>
                <a:ext cx="621792" cy="48463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7" name="polygon-337"/>
              <p:cNvSpPr/>
              <p:nvPr/>
            </p:nvSpPr>
            <p:spPr>
              <a:xfrm>
                <a:off x="2606040" y="355701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0"/>
              </a:solidFill>
              <a:ln w="2286">
                <a:solidFill>
                  <a:srgbClr val="00009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8" name="polygon-338"/>
              <p:cNvSpPr/>
              <p:nvPr/>
            </p:nvSpPr>
            <p:spPr>
              <a:xfrm>
                <a:off x="2587752" y="356616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D"/>
              </a:solidFill>
              <a:ln w="2286">
                <a:solidFill>
                  <a:srgbClr val="00009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9" name="polygon-339"/>
              <p:cNvSpPr/>
              <p:nvPr/>
            </p:nvSpPr>
            <p:spPr>
              <a:xfrm>
                <a:off x="2569464" y="3575304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AD"/>
              </a:solidFill>
              <a:ln w="2286">
                <a:solidFill>
                  <a:srgbClr val="0000A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0" name="polygon-340"/>
              <p:cNvSpPr/>
              <p:nvPr/>
            </p:nvSpPr>
            <p:spPr>
              <a:xfrm>
                <a:off x="2551176" y="3584448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C2"/>
              </a:solidFill>
              <a:ln w="2286">
                <a:solidFill>
                  <a:srgbClr val="0000C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1" name="polygon-341"/>
              <p:cNvSpPr/>
              <p:nvPr/>
            </p:nvSpPr>
            <p:spPr>
              <a:xfrm>
                <a:off x="2532888" y="3584448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D9"/>
              </a:solidFill>
              <a:ln w="2286">
                <a:solidFill>
                  <a:srgbClr val="0000D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2" name="polygon-342"/>
              <p:cNvSpPr/>
              <p:nvPr/>
            </p:nvSpPr>
            <p:spPr>
              <a:xfrm>
                <a:off x="2505456" y="3593592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3" y="0"/>
                    </a:moveTo>
                    <a:lnTo>
                      <a:pt x="5" y="0"/>
                    </a:lnTo>
                    <a:lnTo>
                      <a:pt x="3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EE"/>
              </a:solidFill>
              <a:ln w="2286">
                <a:solidFill>
                  <a:srgbClr val="0000E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3" name="polygon-343"/>
              <p:cNvSpPr/>
              <p:nvPr/>
            </p:nvSpPr>
            <p:spPr>
              <a:xfrm>
                <a:off x="2487168" y="3602736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2" y="0"/>
                    </a:moveTo>
                    <a:lnTo>
                      <a:pt x="5" y="0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FC"/>
              </a:solidFill>
              <a:ln w="2286">
                <a:solidFill>
                  <a:srgbClr val="0000F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4" name="polygon-344"/>
              <p:cNvSpPr/>
              <p:nvPr/>
            </p:nvSpPr>
            <p:spPr>
              <a:xfrm>
                <a:off x="2468880" y="360273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1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3FF"/>
              </a:solidFill>
              <a:ln w="2286">
                <a:solidFill>
                  <a:srgbClr val="0003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5" name="polygon-345"/>
              <p:cNvSpPr/>
              <p:nvPr/>
            </p:nvSpPr>
            <p:spPr>
              <a:xfrm>
                <a:off x="2450592" y="361188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1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FC"/>
              </a:solidFill>
              <a:ln w="2286">
                <a:solidFill>
                  <a:srgbClr val="0000F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6" name="polygon-346"/>
              <p:cNvSpPr/>
              <p:nvPr/>
            </p:nvSpPr>
            <p:spPr>
              <a:xfrm>
                <a:off x="2432304" y="3630168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EE"/>
              </a:solidFill>
              <a:ln w="2286">
                <a:solidFill>
                  <a:srgbClr val="0000E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7" name="polygon-347"/>
              <p:cNvSpPr/>
              <p:nvPr/>
            </p:nvSpPr>
            <p:spPr>
              <a:xfrm>
                <a:off x="2414016" y="3639312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D9"/>
              </a:solidFill>
              <a:ln w="2286">
                <a:solidFill>
                  <a:srgbClr val="0000D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8" name="polygon-348"/>
              <p:cNvSpPr/>
              <p:nvPr/>
            </p:nvSpPr>
            <p:spPr>
              <a:xfrm>
                <a:off x="2395728" y="364845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C2"/>
              </a:solidFill>
              <a:ln w="2286">
                <a:solidFill>
                  <a:srgbClr val="0000C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9" name="polygon-349"/>
              <p:cNvSpPr/>
              <p:nvPr/>
            </p:nvSpPr>
            <p:spPr>
              <a:xfrm>
                <a:off x="2377440" y="365760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AD"/>
              </a:solidFill>
              <a:ln w="2286">
                <a:solidFill>
                  <a:srgbClr val="0000A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0" name="polygon-350"/>
              <p:cNvSpPr/>
              <p:nvPr/>
            </p:nvSpPr>
            <p:spPr>
              <a:xfrm>
                <a:off x="2359152" y="366674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D"/>
              </a:solidFill>
              <a:ln w="2286">
                <a:solidFill>
                  <a:srgbClr val="00009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1" name="polygon-351"/>
              <p:cNvSpPr/>
              <p:nvPr/>
            </p:nvSpPr>
            <p:spPr>
              <a:xfrm>
                <a:off x="2340864" y="3675888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90"/>
              </a:solidFill>
              <a:ln w="2286">
                <a:solidFill>
                  <a:srgbClr val="00009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2" name="polygon-352"/>
              <p:cNvSpPr/>
              <p:nvPr/>
            </p:nvSpPr>
            <p:spPr>
              <a:xfrm>
                <a:off x="2624328" y="356616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D"/>
              </a:solidFill>
              <a:ln w="2286">
                <a:solidFill>
                  <a:srgbClr val="00009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3" name="polygon-353"/>
              <p:cNvSpPr/>
              <p:nvPr/>
            </p:nvSpPr>
            <p:spPr>
              <a:xfrm>
                <a:off x="2606040" y="3575304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B1"/>
              </a:solidFill>
              <a:ln w="2286">
                <a:solidFill>
                  <a:srgbClr val="0000B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4" name="polygon-354"/>
              <p:cNvSpPr/>
              <p:nvPr/>
            </p:nvSpPr>
            <p:spPr>
              <a:xfrm>
                <a:off x="2587752" y="3584448"/>
                <a:ext cx="36576" cy="0"/>
              </a:xfrm>
              <a:custGeom>
                <a:avLst/>
                <a:gdLst/>
                <a:ahLst/>
                <a:cxnLst/>
                <a:rect l="l" t="t" r="r" b="b"/>
                <a:pathLst>
                  <a:path w="4" h="0">
                    <a:moveTo>
                      <a:pt x="2" y="0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CE"/>
              </a:solidFill>
              <a:ln w="2286">
                <a:solidFill>
                  <a:srgbClr val="0000C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5" name="polygon-355"/>
              <p:cNvSpPr/>
              <p:nvPr/>
            </p:nvSpPr>
            <p:spPr>
              <a:xfrm>
                <a:off x="2569464" y="3584448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F2"/>
              </a:solidFill>
              <a:ln w="2286">
                <a:solidFill>
                  <a:srgbClr val="0000F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6" name="polygon-356"/>
              <p:cNvSpPr/>
              <p:nvPr/>
            </p:nvSpPr>
            <p:spPr>
              <a:xfrm>
                <a:off x="2551176" y="3593592"/>
                <a:ext cx="36576" cy="0"/>
              </a:xfrm>
              <a:custGeom>
                <a:avLst/>
                <a:gdLst/>
                <a:ahLst/>
                <a:cxnLst/>
                <a:rect l="l" t="t" r="r" b="b"/>
                <a:pathLst>
                  <a:path w="4" h="0">
                    <a:moveTo>
                      <a:pt x="2" y="0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1AFF"/>
              </a:solidFill>
              <a:ln w="2286">
                <a:solidFill>
                  <a:srgbClr val="001A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7" name="polygon-357"/>
              <p:cNvSpPr/>
              <p:nvPr/>
            </p:nvSpPr>
            <p:spPr>
              <a:xfrm>
                <a:off x="2532888" y="3593592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EFF"/>
              </a:solidFill>
              <a:ln w="2286">
                <a:solidFill>
                  <a:srgbClr val="003E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8" name="polygon-358"/>
              <p:cNvSpPr/>
              <p:nvPr/>
            </p:nvSpPr>
            <p:spPr>
              <a:xfrm>
                <a:off x="2505456" y="3593592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3" y="1"/>
                    </a:moveTo>
                    <a:lnTo>
                      <a:pt x="5" y="0"/>
                    </a:lnTo>
                    <a:lnTo>
                      <a:pt x="3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57FF"/>
              </a:solidFill>
              <a:ln w="2286">
                <a:solidFill>
                  <a:srgbClr val="005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9" name="polygon-359"/>
              <p:cNvSpPr/>
              <p:nvPr/>
            </p:nvSpPr>
            <p:spPr>
              <a:xfrm>
                <a:off x="2487168" y="3602736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2" y="0"/>
                    </a:moveTo>
                    <a:lnTo>
                      <a:pt x="5" y="0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60FF"/>
              </a:solidFill>
              <a:ln w="2286">
                <a:solidFill>
                  <a:srgbClr val="0060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0" name="polygon-360"/>
              <p:cNvSpPr/>
              <p:nvPr/>
            </p:nvSpPr>
            <p:spPr>
              <a:xfrm>
                <a:off x="2468880" y="361188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57FF"/>
              </a:solidFill>
              <a:ln w="2286">
                <a:solidFill>
                  <a:srgbClr val="005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1" name="polygon-361"/>
              <p:cNvSpPr/>
              <p:nvPr/>
            </p:nvSpPr>
            <p:spPr>
              <a:xfrm>
                <a:off x="2450592" y="362102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1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3EFF"/>
              </a:solidFill>
              <a:ln w="2286">
                <a:solidFill>
                  <a:srgbClr val="003E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2" name="polygon-362"/>
              <p:cNvSpPr/>
              <p:nvPr/>
            </p:nvSpPr>
            <p:spPr>
              <a:xfrm>
                <a:off x="2432304" y="3639312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1AFF"/>
              </a:solidFill>
              <a:ln w="2286">
                <a:solidFill>
                  <a:srgbClr val="001A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3" name="polygon-363"/>
              <p:cNvSpPr/>
              <p:nvPr/>
            </p:nvSpPr>
            <p:spPr>
              <a:xfrm>
                <a:off x="2414016" y="364845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F2"/>
              </a:solidFill>
              <a:ln w="2286">
                <a:solidFill>
                  <a:srgbClr val="0000F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4" name="polygon-364"/>
              <p:cNvSpPr/>
              <p:nvPr/>
            </p:nvSpPr>
            <p:spPr>
              <a:xfrm>
                <a:off x="2395728" y="366674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CE"/>
              </a:solidFill>
              <a:ln w="2286">
                <a:solidFill>
                  <a:srgbClr val="0000C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5" name="polygon-365"/>
              <p:cNvSpPr/>
              <p:nvPr/>
            </p:nvSpPr>
            <p:spPr>
              <a:xfrm>
                <a:off x="2377440" y="3675888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B1"/>
              </a:solidFill>
              <a:ln w="2286">
                <a:solidFill>
                  <a:srgbClr val="0000B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6" name="polygon-366"/>
              <p:cNvSpPr/>
              <p:nvPr/>
            </p:nvSpPr>
            <p:spPr>
              <a:xfrm>
                <a:off x="2359152" y="3685032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D"/>
              </a:solidFill>
              <a:ln w="2286">
                <a:solidFill>
                  <a:srgbClr val="00009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7" name="polygon-367"/>
              <p:cNvSpPr/>
              <p:nvPr/>
            </p:nvSpPr>
            <p:spPr>
              <a:xfrm>
                <a:off x="2642616" y="3575304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AD"/>
              </a:solidFill>
              <a:ln w="2286">
                <a:solidFill>
                  <a:srgbClr val="0000A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8" name="polygon-368"/>
              <p:cNvSpPr/>
              <p:nvPr/>
            </p:nvSpPr>
            <p:spPr>
              <a:xfrm>
                <a:off x="2624328" y="3584448"/>
                <a:ext cx="36576" cy="0"/>
              </a:xfrm>
              <a:custGeom>
                <a:avLst/>
                <a:gdLst/>
                <a:ahLst/>
                <a:cxnLst/>
                <a:rect l="l" t="t" r="r" b="b"/>
                <a:pathLst>
                  <a:path w="4" h="0">
                    <a:moveTo>
                      <a:pt x="2" y="0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CE"/>
              </a:solidFill>
              <a:ln w="2286">
                <a:solidFill>
                  <a:srgbClr val="0000C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9" name="polygon-369"/>
              <p:cNvSpPr/>
              <p:nvPr/>
            </p:nvSpPr>
            <p:spPr>
              <a:xfrm>
                <a:off x="2606040" y="3584448"/>
                <a:ext cx="36576" cy="0"/>
              </a:xfrm>
              <a:custGeom>
                <a:avLst/>
                <a:gdLst/>
                <a:ahLst/>
                <a:cxnLst/>
                <a:rect l="l" t="t" r="r" b="b"/>
                <a:pathLst>
                  <a:path w="4" h="0">
                    <a:moveTo>
                      <a:pt x="2" y="0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FC"/>
              </a:solidFill>
              <a:ln w="2286">
                <a:solidFill>
                  <a:srgbClr val="0000F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0" name="polygon-370"/>
              <p:cNvSpPr/>
              <p:nvPr/>
            </p:nvSpPr>
            <p:spPr>
              <a:xfrm>
                <a:off x="2587752" y="3584448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6FF"/>
              </a:solidFill>
              <a:ln w="2286">
                <a:solidFill>
                  <a:srgbClr val="0036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1" name="polygon-371"/>
              <p:cNvSpPr/>
              <p:nvPr/>
            </p:nvSpPr>
            <p:spPr>
              <a:xfrm>
                <a:off x="2569464" y="3584448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1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73FF"/>
              </a:solidFill>
              <a:ln w="2286">
                <a:solidFill>
                  <a:srgbClr val="0073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2" name="polygon-372"/>
              <p:cNvSpPr/>
              <p:nvPr/>
            </p:nvSpPr>
            <p:spPr>
              <a:xfrm>
                <a:off x="2551176" y="3584448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1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ABFF"/>
              </a:solidFill>
              <a:ln w="2286">
                <a:solidFill>
                  <a:srgbClr val="00AB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3" name="polygon-373"/>
              <p:cNvSpPr/>
              <p:nvPr/>
            </p:nvSpPr>
            <p:spPr>
              <a:xfrm>
                <a:off x="2532888" y="3584448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1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D3FF"/>
              </a:solidFill>
              <a:ln w="2286">
                <a:solidFill>
                  <a:srgbClr val="00D3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4" name="polygon-374"/>
              <p:cNvSpPr/>
              <p:nvPr/>
            </p:nvSpPr>
            <p:spPr>
              <a:xfrm>
                <a:off x="2505456" y="3584448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3" y="2"/>
                    </a:moveTo>
                    <a:lnTo>
                      <a:pt x="5" y="0"/>
                    </a:lnTo>
                    <a:lnTo>
                      <a:pt x="3" y="1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E2FF"/>
              </a:solidFill>
              <a:ln w="2286">
                <a:solidFill>
                  <a:srgbClr val="00E2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5" name="polygon-375"/>
              <p:cNvSpPr/>
              <p:nvPr/>
            </p:nvSpPr>
            <p:spPr>
              <a:xfrm>
                <a:off x="2487168" y="3593592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2" y="2"/>
                    </a:moveTo>
                    <a:lnTo>
                      <a:pt x="5" y="0"/>
                    </a:lnTo>
                    <a:lnTo>
                      <a:pt x="2" y="2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D3FF"/>
              </a:solidFill>
              <a:ln w="2286">
                <a:solidFill>
                  <a:srgbClr val="00D3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6" name="polygon-376"/>
              <p:cNvSpPr/>
              <p:nvPr/>
            </p:nvSpPr>
            <p:spPr>
              <a:xfrm>
                <a:off x="2468880" y="3611880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1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ABFF"/>
              </a:solidFill>
              <a:ln w="2286">
                <a:solidFill>
                  <a:srgbClr val="00AB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7" name="polygon-377"/>
              <p:cNvSpPr/>
              <p:nvPr/>
            </p:nvSpPr>
            <p:spPr>
              <a:xfrm>
                <a:off x="2450592" y="3630168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1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73FF"/>
              </a:solidFill>
              <a:ln w="2286">
                <a:solidFill>
                  <a:srgbClr val="0073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8" name="polygon-378"/>
              <p:cNvSpPr/>
              <p:nvPr/>
            </p:nvSpPr>
            <p:spPr>
              <a:xfrm>
                <a:off x="2432304" y="364845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36FF"/>
              </a:solidFill>
              <a:ln w="2286">
                <a:solidFill>
                  <a:srgbClr val="0036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9" name="polygon-379"/>
              <p:cNvSpPr/>
              <p:nvPr/>
            </p:nvSpPr>
            <p:spPr>
              <a:xfrm>
                <a:off x="2414016" y="366674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FC"/>
              </a:solidFill>
              <a:ln w="2286">
                <a:solidFill>
                  <a:srgbClr val="0000F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0" name="polygon-380"/>
              <p:cNvSpPr/>
              <p:nvPr/>
            </p:nvSpPr>
            <p:spPr>
              <a:xfrm>
                <a:off x="2395728" y="3685032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CE"/>
              </a:solidFill>
              <a:ln w="2286">
                <a:solidFill>
                  <a:srgbClr val="0000C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1" name="polygon-381"/>
              <p:cNvSpPr/>
              <p:nvPr/>
            </p:nvSpPr>
            <p:spPr>
              <a:xfrm>
                <a:off x="2377440" y="369417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AD"/>
              </a:solidFill>
              <a:ln w="2286">
                <a:solidFill>
                  <a:srgbClr val="0000A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2" name="polygon-382"/>
              <p:cNvSpPr/>
              <p:nvPr/>
            </p:nvSpPr>
            <p:spPr>
              <a:xfrm>
                <a:off x="2660904" y="3584448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C2"/>
              </a:solidFill>
              <a:ln w="2286">
                <a:solidFill>
                  <a:srgbClr val="0000C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3" name="polygon-383"/>
              <p:cNvSpPr/>
              <p:nvPr/>
            </p:nvSpPr>
            <p:spPr>
              <a:xfrm>
                <a:off x="2642616" y="3584448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F2"/>
              </a:solidFill>
              <a:ln w="2286">
                <a:solidFill>
                  <a:srgbClr val="0000F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4" name="polygon-384"/>
              <p:cNvSpPr/>
              <p:nvPr/>
            </p:nvSpPr>
            <p:spPr>
              <a:xfrm>
                <a:off x="2624328" y="3584448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6FF"/>
              </a:solidFill>
              <a:ln w="2286">
                <a:solidFill>
                  <a:srgbClr val="0036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5" name="polygon-385"/>
              <p:cNvSpPr/>
              <p:nvPr/>
            </p:nvSpPr>
            <p:spPr>
              <a:xfrm>
                <a:off x="2606040" y="3584448"/>
                <a:ext cx="36576" cy="0"/>
              </a:xfrm>
              <a:custGeom>
                <a:avLst/>
                <a:gdLst/>
                <a:ahLst/>
                <a:cxnLst/>
                <a:rect l="l" t="t" r="r" b="b"/>
                <a:pathLst>
                  <a:path w="4" h="0">
                    <a:moveTo>
                      <a:pt x="2" y="0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88FF"/>
              </a:solidFill>
              <a:ln w="2286">
                <a:solidFill>
                  <a:srgbClr val="0088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6" name="polygon-386"/>
              <p:cNvSpPr/>
              <p:nvPr/>
            </p:nvSpPr>
            <p:spPr>
              <a:xfrm>
                <a:off x="2587752" y="3575304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1"/>
                    </a:moveTo>
                    <a:lnTo>
                      <a:pt x="4" y="1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E2FF"/>
              </a:solidFill>
              <a:ln w="2286">
                <a:solidFill>
                  <a:srgbClr val="00E2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7" name="polygon-387"/>
              <p:cNvSpPr/>
              <p:nvPr/>
            </p:nvSpPr>
            <p:spPr>
              <a:xfrm>
                <a:off x="2569464" y="3575304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1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34FFCB"/>
              </a:solidFill>
              <a:ln w="2286">
                <a:solidFill>
                  <a:srgbClr val="34FFC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8" name="polygon-388"/>
              <p:cNvSpPr/>
              <p:nvPr/>
            </p:nvSpPr>
            <p:spPr>
              <a:xfrm>
                <a:off x="2551176" y="3575304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1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6EFF91"/>
              </a:solidFill>
              <a:ln w="2286">
                <a:solidFill>
                  <a:srgbClr val="6EFF9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9" name="polygon-389"/>
              <p:cNvSpPr/>
              <p:nvPr/>
            </p:nvSpPr>
            <p:spPr>
              <a:xfrm>
                <a:off x="2532888" y="357530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1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83FF7C"/>
              </a:solidFill>
              <a:ln w="2286">
                <a:solidFill>
                  <a:srgbClr val="83FF7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0" name="polygon-390"/>
              <p:cNvSpPr/>
              <p:nvPr/>
            </p:nvSpPr>
            <p:spPr>
              <a:xfrm>
                <a:off x="2505456" y="3584448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3" y="1"/>
                    </a:moveTo>
                    <a:lnTo>
                      <a:pt x="5" y="0"/>
                    </a:lnTo>
                    <a:lnTo>
                      <a:pt x="3" y="1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6EFF91"/>
              </a:solidFill>
              <a:ln w="2286">
                <a:solidFill>
                  <a:srgbClr val="6EFF9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1" name="polygon-391"/>
              <p:cNvSpPr/>
              <p:nvPr/>
            </p:nvSpPr>
            <p:spPr>
              <a:xfrm>
                <a:off x="2487168" y="3593592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2" y="2"/>
                    </a:moveTo>
                    <a:lnTo>
                      <a:pt x="5" y="0"/>
                    </a:lnTo>
                    <a:lnTo>
                      <a:pt x="2" y="3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34FFCB"/>
              </a:solidFill>
              <a:ln w="2286">
                <a:solidFill>
                  <a:srgbClr val="34FFC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2" name="polygon-392"/>
              <p:cNvSpPr/>
              <p:nvPr/>
            </p:nvSpPr>
            <p:spPr>
              <a:xfrm>
                <a:off x="2468880" y="3621024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1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E2FF"/>
              </a:solidFill>
              <a:ln w="2286">
                <a:solidFill>
                  <a:srgbClr val="00E2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3" name="polygon-393"/>
              <p:cNvSpPr/>
              <p:nvPr/>
            </p:nvSpPr>
            <p:spPr>
              <a:xfrm>
                <a:off x="2450592" y="3639312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1"/>
                    </a:moveTo>
                    <a:lnTo>
                      <a:pt x="4" y="0"/>
                    </a:lnTo>
                    <a:lnTo>
                      <a:pt x="2" y="3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88FF"/>
              </a:solidFill>
              <a:ln w="2286">
                <a:solidFill>
                  <a:srgbClr val="0088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4" name="polygon-394"/>
              <p:cNvSpPr/>
              <p:nvPr/>
            </p:nvSpPr>
            <p:spPr>
              <a:xfrm>
                <a:off x="2432304" y="366674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36FF"/>
              </a:solidFill>
              <a:ln w="2286">
                <a:solidFill>
                  <a:srgbClr val="0036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5" name="polygon-395"/>
              <p:cNvSpPr/>
              <p:nvPr/>
            </p:nvSpPr>
            <p:spPr>
              <a:xfrm>
                <a:off x="2414016" y="3685032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F2"/>
              </a:solidFill>
              <a:ln w="2286">
                <a:solidFill>
                  <a:srgbClr val="0000F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6" name="polygon-396"/>
              <p:cNvSpPr/>
              <p:nvPr/>
            </p:nvSpPr>
            <p:spPr>
              <a:xfrm>
                <a:off x="2395728" y="370332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C2"/>
              </a:solidFill>
              <a:ln w="2286">
                <a:solidFill>
                  <a:srgbClr val="0000C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7" name="polygon-397"/>
              <p:cNvSpPr/>
              <p:nvPr/>
            </p:nvSpPr>
            <p:spPr>
              <a:xfrm>
                <a:off x="2679192" y="3584448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D9"/>
              </a:solidFill>
              <a:ln w="2286">
                <a:solidFill>
                  <a:srgbClr val="0000D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8" name="polygon-398"/>
              <p:cNvSpPr/>
              <p:nvPr/>
            </p:nvSpPr>
            <p:spPr>
              <a:xfrm>
                <a:off x="2660904" y="3593592"/>
                <a:ext cx="36576" cy="0"/>
              </a:xfrm>
              <a:custGeom>
                <a:avLst/>
                <a:gdLst/>
                <a:ahLst/>
                <a:cxnLst/>
                <a:rect l="l" t="t" r="r" b="b"/>
                <a:pathLst>
                  <a:path w="4" h="0">
                    <a:moveTo>
                      <a:pt x="2" y="0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1AFF"/>
              </a:solidFill>
              <a:ln w="2286">
                <a:solidFill>
                  <a:srgbClr val="001A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9" name="polygon-399"/>
              <p:cNvSpPr/>
              <p:nvPr/>
            </p:nvSpPr>
            <p:spPr>
              <a:xfrm>
                <a:off x="2642616" y="3584448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1"/>
                    </a:moveTo>
                    <a:lnTo>
                      <a:pt x="4" y="1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3FF"/>
              </a:solidFill>
              <a:ln w="2286">
                <a:solidFill>
                  <a:srgbClr val="0073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0" name="polygon-400"/>
              <p:cNvSpPr/>
              <p:nvPr/>
            </p:nvSpPr>
            <p:spPr>
              <a:xfrm>
                <a:off x="2624328" y="3575304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1"/>
                    </a:moveTo>
                    <a:lnTo>
                      <a:pt x="4" y="1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E2FF"/>
              </a:solidFill>
              <a:ln w="2286">
                <a:solidFill>
                  <a:srgbClr val="00E2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1" name="polygon-401"/>
              <p:cNvSpPr/>
              <p:nvPr/>
            </p:nvSpPr>
            <p:spPr>
              <a:xfrm>
                <a:off x="2606040" y="356616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2"/>
                    </a:moveTo>
                    <a:lnTo>
                      <a:pt x="4" y="1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5AFFA5"/>
              </a:solidFill>
              <a:ln w="2286">
                <a:solidFill>
                  <a:srgbClr val="5AFFA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2" name="polygon-402"/>
              <p:cNvSpPr/>
              <p:nvPr/>
            </p:nvSpPr>
            <p:spPr>
              <a:xfrm>
                <a:off x="2587752" y="355701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2"/>
                    </a:moveTo>
                    <a:lnTo>
                      <a:pt x="4" y="1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C7FF38"/>
              </a:solidFill>
              <a:ln w="2286">
                <a:solidFill>
                  <a:srgbClr val="C7FF3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3" name="polygon-403"/>
              <p:cNvSpPr/>
              <p:nvPr/>
            </p:nvSpPr>
            <p:spPr>
              <a:xfrm>
                <a:off x="2569464" y="355701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2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EA00"/>
              </a:solidFill>
              <a:ln w="2286">
                <a:solidFill>
                  <a:srgbClr val="FFEA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4" name="polygon-404"/>
              <p:cNvSpPr/>
              <p:nvPr/>
            </p:nvSpPr>
            <p:spPr>
              <a:xfrm>
                <a:off x="2551176" y="3557016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2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FFCE00"/>
              </a:solidFill>
              <a:ln w="2286">
                <a:solidFill>
                  <a:srgbClr val="FFC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5" name="polygon-405"/>
              <p:cNvSpPr/>
              <p:nvPr/>
            </p:nvSpPr>
            <p:spPr>
              <a:xfrm>
                <a:off x="2532888" y="3566160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2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FFEA00"/>
              </a:solidFill>
              <a:ln w="2286">
                <a:solidFill>
                  <a:srgbClr val="FFEA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6" name="polygon-406"/>
              <p:cNvSpPr/>
              <p:nvPr/>
            </p:nvSpPr>
            <p:spPr>
              <a:xfrm>
                <a:off x="2505456" y="3584448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3" y="1"/>
                    </a:moveTo>
                    <a:lnTo>
                      <a:pt x="5" y="0"/>
                    </a:lnTo>
                    <a:lnTo>
                      <a:pt x="3" y="3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C7FF38"/>
              </a:solidFill>
              <a:ln w="2286">
                <a:solidFill>
                  <a:srgbClr val="C7FF3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7" name="polygon-407"/>
              <p:cNvSpPr/>
              <p:nvPr/>
            </p:nvSpPr>
            <p:spPr>
              <a:xfrm>
                <a:off x="2487168" y="3611880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2" y="1"/>
                    </a:moveTo>
                    <a:lnTo>
                      <a:pt x="5" y="0"/>
                    </a:lnTo>
                    <a:lnTo>
                      <a:pt x="2" y="3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5AFFA5"/>
              </a:solidFill>
              <a:ln w="2286">
                <a:solidFill>
                  <a:srgbClr val="5AFFA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8" name="polygon-408"/>
              <p:cNvSpPr/>
              <p:nvPr/>
            </p:nvSpPr>
            <p:spPr>
              <a:xfrm>
                <a:off x="2468880" y="3639312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0"/>
                    </a:lnTo>
                    <a:lnTo>
                      <a:pt x="2" y="3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E2FF"/>
              </a:solidFill>
              <a:ln w="2286">
                <a:solidFill>
                  <a:srgbClr val="00E2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9" name="polygon-409"/>
              <p:cNvSpPr/>
              <p:nvPr/>
            </p:nvSpPr>
            <p:spPr>
              <a:xfrm>
                <a:off x="2450592" y="366674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73FF"/>
              </a:solidFill>
              <a:ln w="2286">
                <a:solidFill>
                  <a:srgbClr val="0073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0" name="polygon-410"/>
              <p:cNvSpPr/>
              <p:nvPr/>
            </p:nvSpPr>
            <p:spPr>
              <a:xfrm>
                <a:off x="2432304" y="3685032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0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1AFF"/>
              </a:solidFill>
              <a:ln w="2286">
                <a:solidFill>
                  <a:srgbClr val="001A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1" name="polygon-411"/>
              <p:cNvSpPr/>
              <p:nvPr/>
            </p:nvSpPr>
            <p:spPr>
              <a:xfrm>
                <a:off x="2414016" y="370332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D9"/>
              </a:solidFill>
              <a:ln w="2286">
                <a:solidFill>
                  <a:srgbClr val="0000D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2" name="polygon-412"/>
              <p:cNvSpPr/>
              <p:nvPr/>
            </p:nvSpPr>
            <p:spPr>
              <a:xfrm>
                <a:off x="2697480" y="3593592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2" y="0"/>
                    </a:moveTo>
                    <a:lnTo>
                      <a:pt x="5" y="1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EE"/>
              </a:solidFill>
              <a:ln w="2286">
                <a:solidFill>
                  <a:srgbClr val="0000E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3" name="polygon-413"/>
              <p:cNvSpPr/>
              <p:nvPr/>
            </p:nvSpPr>
            <p:spPr>
              <a:xfrm>
                <a:off x="2679192" y="3593592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EFF"/>
              </a:solidFill>
              <a:ln w="2286">
                <a:solidFill>
                  <a:srgbClr val="003E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4" name="polygon-414"/>
              <p:cNvSpPr/>
              <p:nvPr/>
            </p:nvSpPr>
            <p:spPr>
              <a:xfrm>
                <a:off x="2660904" y="3584448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1"/>
                    </a:moveTo>
                    <a:lnTo>
                      <a:pt x="4" y="1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ABFF"/>
              </a:solidFill>
              <a:ln w="2286">
                <a:solidFill>
                  <a:srgbClr val="00AB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5" name="polygon-415"/>
              <p:cNvSpPr/>
              <p:nvPr/>
            </p:nvSpPr>
            <p:spPr>
              <a:xfrm>
                <a:off x="2642616" y="3575304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1"/>
                    </a:moveTo>
                    <a:lnTo>
                      <a:pt x="4" y="1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4FFCB"/>
              </a:solidFill>
              <a:ln w="2286">
                <a:solidFill>
                  <a:srgbClr val="34FFC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6" name="polygon-416"/>
              <p:cNvSpPr/>
              <p:nvPr/>
            </p:nvSpPr>
            <p:spPr>
              <a:xfrm>
                <a:off x="2624328" y="355701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2"/>
                    </a:moveTo>
                    <a:lnTo>
                      <a:pt x="4" y="2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C7FF38"/>
              </a:solidFill>
              <a:ln w="2286">
                <a:solidFill>
                  <a:srgbClr val="C7FF3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7" name="polygon-417"/>
              <p:cNvSpPr/>
              <p:nvPr/>
            </p:nvSpPr>
            <p:spPr>
              <a:xfrm>
                <a:off x="2606040" y="3547872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2"/>
                    </a:moveTo>
                    <a:lnTo>
                      <a:pt x="4" y="1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100"/>
              </a:solidFill>
              <a:ln w="2286">
                <a:solidFill>
                  <a:srgbClr val="FFB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8" name="polygon-418"/>
              <p:cNvSpPr/>
              <p:nvPr/>
            </p:nvSpPr>
            <p:spPr>
              <a:xfrm>
                <a:off x="2587752" y="3547872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1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5100"/>
              </a:solidFill>
              <a:ln w="2286">
                <a:solidFill>
                  <a:srgbClr val="FF5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9" name="polygon-419"/>
              <p:cNvSpPr/>
              <p:nvPr/>
            </p:nvSpPr>
            <p:spPr>
              <a:xfrm>
                <a:off x="2569464" y="3547872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1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2F00"/>
              </a:solidFill>
              <a:ln w="2286">
                <a:solidFill>
                  <a:srgbClr val="FF2F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0" name="polygon-420"/>
              <p:cNvSpPr/>
              <p:nvPr/>
            </p:nvSpPr>
            <p:spPr>
              <a:xfrm>
                <a:off x="2551176" y="3557016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1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FF5100"/>
              </a:solidFill>
              <a:ln w="2286">
                <a:solidFill>
                  <a:srgbClr val="FF5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1" name="polygon-421"/>
              <p:cNvSpPr/>
              <p:nvPr/>
            </p:nvSpPr>
            <p:spPr>
              <a:xfrm>
                <a:off x="2532888" y="3575304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1"/>
                    </a:moveTo>
                    <a:lnTo>
                      <a:pt x="4" y="0"/>
                    </a:lnTo>
                    <a:lnTo>
                      <a:pt x="2" y="3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FFB100"/>
              </a:solidFill>
              <a:ln w="2286">
                <a:solidFill>
                  <a:srgbClr val="FFB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2" name="polygon-422"/>
              <p:cNvSpPr/>
              <p:nvPr/>
            </p:nvSpPr>
            <p:spPr>
              <a:xfrm>
                <a:off x="2505456" y="3602736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3" y="1"/>
                    </a:moveTo>
                    <a:lnTo>
                      <a:pt x="5" y="0"/>
                    </a:lnTo>
                    <a:lnTo>
                      <a:pt x="3" y="3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C7FF38"/>
              </a:solidFill>
              <a:ln w="2286">
                <a:solidFill>
                  <a:srgbClr val="C7FF3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3" name="polygon-423"/>
              <p:cNvSpPr/>
              <p:nvPr/>
            </p:nvSpPr>
            <p:spPr>
              <a:xfrm>
                <a:off x="2487168" y="3630168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2" y="1"/>
                    </a:moveTo>
                    <a:lnTo>
                      <a:pt x="5" y="0"/>
                    </a:lnTo>
                    <a:lnTo>
                      <a:pt x="2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34FFCB"/>
              </a:solidFill>
              <a:ln w="2286">
                <a:solidFill>
                  <a:srgbClr val="34FFC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4" name="polygon-424"/>
              <p:cNvSpPr/>
              <p:nvPr/>
            </p:nvSpPr>
            <p:spPr>
              <a:xfrm>
                <a:off x="2468880" y="3666744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0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ABFF"/>
              </a:solidFill>
              <a:ln w="2286">
                <a:solidFill>
                  <a:srgbClr val="00AB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5" name="polygon-425"/>
              <p:cNvSpPr/>
              <p:nvPr/>
            </p:nvSpPr>
            <p:spPr>
              <a:xfrm>
                <a:off x="2450592" y="3685032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1"/>
                    </a:lnTo>
                    <a:lnTo>
                      <a:pt x="2" y="3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3EFF"/>
              </a:solidFill>
              <a:ln w="2286">
                <a:solidFill>
                  <a:srgbClr val="003E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6" name="polygon-426"/>
              <p:cNvSpPr/>
              <p:nvPr/>
            </p:nvSpPr>
            <p:spPr>
              <a:xfrm>
                <a:off x="2432304" y="371246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EE"/>
              </a:solidFill>
              <a:ln w="2286">
                <a:solidFill>
                  <a:srgbClr val="0000E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7" name="polygon-427"/>
              <p:cNvSpPr/>
              <p:nvPr/>
            </p:nvSpPr>
            <p:spPr>
              <a:xfrm>
                <a:off x="2715768" y="3602736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3" y="0"/>
                    </a:moveTo>
                    <a:lnTo>
                      <a:pt x="5" y="1"/>
                    </a:lnTo>
                    <a:lnTo>
                      <a:pt x="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FC"/>
              </a:solidFill>
              <a:ln w="2286">
                <a:solidFill>
                  <a:srgbClr val="0000F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8" name="polygon-428"/>
              <p:cNvSpPr/>
              <p:nvPr/>
            </p:nvSpPr>
            <p:spPr>
              <a:xfrm>
                <a:off x="2697480" y="3593592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2" y="1"/>
                    </a:moveTo>
                    <a:lnTo>
                      <a:pt x="5" y="1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57FF"/>
              </a:solidFill>
              <a:ln w="2286">
                <a:solidFill>
                  <a:srgbClr val="005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9" name="polygon-429"/>
              <p:cNvSpPr/>
              <p:nvPr/>
            </p:nvSpPr>
            <p:spPr>
              <a:xfrm>
                <a:off x="2679192" y="3584448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1"/>
                    </a:moveTo>
                    <a:lnTo>
                      <a:pt x="4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D3FF"/>
              </a:solidFill>
              <a:ln w="2286">
                <a:solidFill>
                  <a:srgbClr val="00D3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0" name="polygon-430"/>
              <p:cNvSpPr/>
              <p:nvPr/>
            </p:nvSpPr>
            <p:spPr>
              <a:xfrm>
                <a:off x="2660904" y="3575304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1"/>
                    </a:moveTo>
                    <a:lnTo>
                      <a:pt x="4" y="1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EFF91"/>
              </a:solidFill>
              <a:ln w="2286">
                <a:solidFill>
                  <a:srgbClr val="6EFF9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1" name="polygon-431"/>
              <p:cNvSpPr/>
              <p:nvPr/>
            </p:nvSpPr>
            <p:spPr>
              <a:xfrm>
                <a:off x="2642616" y="355701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2"/>
                    </a:moveTo>
                    <a:lnTo>
                      <a:pt x="4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A00"/>
              </a:solidFill>
              <a:ln w="2286">
                <a:solidFill>
                  <a:srgbClr val="FFEA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2" name="polygon-432"/>
              <p:cNvSpPr/>
              <p:nvPr/>
            </p:nvSpPr>
            <p:spPr>
              <a:xfrm>
                <a:off x="2624328" y="3547872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1"/>
                    </a:moveTo>
                    <a:lnTo>
                      <a:pt x="4" y="1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5100"/>
              </a:solidFill>
              <a:ln w="2286">
                <a:solidFill>
                  <a:srgbClr val="FF5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3" name="polygon-433"/>
              <p:cNvSpPr/>
              <p:nvPr/>
            </p:nvSpPr>
            <p:spPr>
              <a:xfrm>
                <a:off x="2606040" y="3547872"/>
                <a:ext cx="36576" cy="0"/>
              </a:xfrm>
              <a:custGeom>
                <a:avLst/>
                <a:gdLst/>
                <a:ahLst/>
                <a:cxnLst/>
                <a:rect l="l" t="t" r="r" b="b"/>
                <a:pathLst>
                  <a:path w="4" h="0">
                    <a:moveTo>
                      <a:pt x="2" y="0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50000"/>
              </a:solidFill>
              <a:ln w="2286">
                <a:solidFill>
                  <a:srgbClr val="E5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4" name="polygon-434"/>
              <p:cNvSpPr/>
              <p:nvPr/>
            </p:nvSpPr>
            <p:spPr>
              <a:xfrm>
                <a:off x="2587752" y="3547872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BE0000"/>
              </a:solidFill>
              <a:ln w="2286">
                <a:solidFill>
                  <a:srgbClr val="BE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5" name="polygon-435"/>
              <p:cNvSpPr/>
              <p:nvPr/>
            </p:nvSpPr>
            <p:spPr>
              <a:xfrm>
                <a:off x="2569464" y="3547872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1"/>
                    </a:moveTo>
                    <a:lnTo>
                      <a:pt x="4" y="0"/>
                    </a:lnTo>
                    <a:lnTo>
                      <a:pt x="2" y="3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E50000"/>
              </a:solidFill>
              <a:ln w="2286">
                <a:solidFill>
                  <a:srgbClr val="E5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6" name="polygon-436"/>
              <p:cNvSpPr/>
              <p:nvPr/>
            </p:nvSpPr>
            <p:spPr>
              <a:xfrm>
                <a:off x="2551176" y="3575304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0"/>
                    </a:lnTo>
                    <a:lnTo>
                      <a:pt x="2" y="3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FF5100"/>
              </a:solidFill>
              <a:ln w="2286">
                <a:solidFill>
                  <a:srgbClr val="FF5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7" name="polygon-437"/>
              <p:cNvSpPr/>
              <p:nvPr/>
            </p:nvSpPr>
            <p:spPr>
              <a:xfrm>
                <a:off x="2532888" y="3602736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0"/>
                    </a:lnTo>
                    <a:lnTo>
                      <a:pt x="2" y="3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FFEA00"/>
              </a:solidFill>
              <a:ln w="2286">
                <a:solidFill>
                  <a:srgbClr val="FFEA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8" name="polygon-438"/>
              <p:cNvSpPr/>
              <p:nvPr/>
            </p:nvSpPr>
            <p:spPr>
              <a:xfrm>
                <a:off x="2505456" y="3630168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3" y="0"/>
                    </a:moveTo>
                    <a:lnTo>
                      <a:pt x="5" y="0"/>
                    </a:lnTo>
                    <a:lnTo>
                      <a:pt x="3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6EFF91"/>
              </a:solidFill>
              <a:ln w="2286">
                <a:solidFill>
                  <a:srgbClr val="6EFF9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9" name="polygon-439"/>
              <p:cNvSpPr/>
              <p:nvPr/>
            </p:nvSpPr>
            <p:spPr>
              <a:xfrm>
                <a:off x="2487168" y="3666744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2" y="0"/>
                    </a:moveTo>
                    <a:lnTo>
                      <a:pt x="5" y="0"/>
                    </a:lnTo>
                    <a:lnTo>
                      <a:pt x="2" y="3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D3FF"/>
              </a:solidFill>
              <a:ln w="2286">
                <a:solidFill>
                  <a:srgbClr val="00D3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0" name="polygon-440"/>
              <p:cNvSpPr/>
              <p:nvPr/>
            </p:nvSpPr>
            <p:spPr>
              <a:xfrm>
                <a:off x="2468880" y="3694176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0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57FF"/>
              </a:solidFill>
              <a:ln w="2286">
                <a:solidFill>
                  <a:srgbClr val="005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1" name="polygon-441"/>
              <p:cNvSpPr/>
              <p:nvPr/>
            </p:nvSpPr>
            <p:spPr>
              <a:xfrm>
                <a:off x="2450592" y="3712464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1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FC"/>
              </a:solidFill>
              <a:ln w="2286">
                <a:solidFill>
                  <a:srgbClr val="0000F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2" name="polygon-442"/>
              <p:cNvSpPr/>
              <p:nvPr/>
            </p:nvSpPr>
            <p:spPr>
              <a:xfrm>
                <a:off x="2743200" y="360273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1"/>
                    </a:moveTo>
                    <a:lnTo>
                      <a:pt x="4" y="2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3FF"/>
              </a:solidFill>
              <a:ln w="2286">
                <a:solidFill>
                  <a:srgbClr val="0003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3" name="polygon-443"/>
              <p:cNvSpPr/>
              <p:nvPr/>
            </p:nvSpPr>
            <p:spPr>
              <a:xfrm>
                <a:off x="2715768" y="3602736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3" y="0"/>
                    </a:moveTo>
                    <a:lnTo>
                      <a:pt x="5" y="1"/>
                    </a:lnTo>
                    <a:lnTo>
                      <a:pt x="3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60FF"/>
              </a:solidFill>
              <a:ln w="2286">
                <a:solidFill>
                  <a:srgbClr val="0060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4" name="polygon-444"/>
              <p:cNvSpPr/>
              <p:nvPr/>
            </p:nvSpPr>
            <p:spPr>
              <a:xfrm>
                <a:off x="2697480" y="3584448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2" y="2"/>
                    </a:moveTo>
                    <a:lnTo>
                      <a:pt x="5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2FF"/>
              </a:solidFill>
              <a:ln w="2286">
                <a:solidFill>
                  <a:srgbClr val="00E2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5" name="polygon-445"/>
              <p:cNvSpPr/>
              <p:nvPr/>
            </p:nvSpPr>
            <p:spPr>
              <a:xfrm>
                <a:off x="2679192" y="357530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1"/>
                    </a:moveTo>
                    <a:lnTo>
                      <a:pt x="4" y="2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3FF7C"/>
              </a:solidFill>
              <a:ln w="2286">
                <a:solidFill>
                  <a:srgbClr val="83FF7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6" name="polygon-446"/>
              <p:cNvSpPr/>
              <p:nvPr/>
            </p:nvSpPr>
            <p:spPr>
              <a:xfrm>
                <a:off x="2660904" y="3557016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2"/>
                    </a:moveTo>
                    <a:lnTo>
                      <a:pt x="4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E00"/>
              </a:solidFill>
              <a:ln w="2286">
                <a:solidFill>
                  <a:srgbClr val="FFC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7" name="polygon-447"/>
              <p:cNvSpPr/>
              <p:nvPr/>
            </p:nvSpPr>
            <p:spPr>
              <a:xfrm>
                <a:off x="2642616" y="3547872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1"/>
                    </a:moveTo>
                    <a:lnTo>
                      <a:pt x="4" y="2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2F00"/>
              </a:solidFill>
              <a:ln w="2286">
                <a:solidFill>
                  <a:srgbClr val="FF2F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8" name="polygon-448"/>
              <p:cNvSpPr/>
              <p:nvPr/>
            </p:nvSpPr>
            <p:spPr>
              <a:xfrm>
                <a:off x="2624328" y="3547872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E0000"/>
              </a:solidFill>
              <a:ln w="2286">
                <a:solidFill>
                  <a:srgbClr val="BE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9" name="polygon-449"/>
              <p:cNvSpPr/>
              <p:nvPr/>
            </p:nvSpPr>
            <p:spPr>
              <a:xfrm>
                <a:off x="2606040" y="3547872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50000"/>
              </a:solidFill>
              <a:ln w="2286">
                <a:solidFill>
                  <a:srgbClr val="95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0" name="polygon-450"/>
              <p:cNvSpPr/>
              <p:nvPr/>
            </p:nvSpPr>
            <p:spPr>
              <a:xfrm>
                <a:off x="2587752" y="3547872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1"/>
                    </a:lnTo>
                    <a:lnTo>
                      <a:pt x="2" y="4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BE0000"/>
              </a:solidFill>
              <a:ln w="2286">
                <a:solidFill>
                  <a:srgbClr val="BE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1" name="polygon-451"/>
              <p:cNvSpPr/>
              <p:nvPr/>
            </p:nvSpPr>
            <p:spPr>
              <a:xfrm>
                <a:off x="2569464" y="3575304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1"/>
                    </a:lnTo>
                    <a:lnTo>
                      <a:pt x="2" y="4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FF2F00"/>
              </a:solidFill>
              <a:ln w="2286">
                <a:solidFill>
                  <a:srgbClr val="FF2F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2" name="polygon-452"/>
              <p:cNvSpPr/>
              <p:nvPr/>
            </p:nvSpPr>
            <p:spPr>
              <a:xfrm>
                <a:off x="2551176" y="3602736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1"/>
                    </a:lnTo>
                    <a:lnTo>
                      <a:pt x="2" y="4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FFCE00"/>
              </a:solidFill>
              <a:ln w="2286">
                <a:solidFill>
                  <a:srgbClr val="FFC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3" name="polygon-453"/>
              <p:cNvSpPr/>
              <p:nvPr/>
            </p:nvSpPr>
            <p:spPr>
              <a:xfrm>
                <a:off x="2532888" y="3630168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1"/>
                    </a:lnTo>
                    <a:lnTo>
                      <a:pt x="2" y="5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83FF7C"/>
              </a:solidFill>
              <a:ln w="2286">
                <a:solidFill>
                  <a:srgbClr val="83FF7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4" name="polygon-454"/>
              <p:cNvSpPr/>
              <p:nvPr/>
            </p:nvSpPr>
            <p:spPr>
              <a:xfrm>
                <a:off x="2505456" y="3666744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3" y="0"/>
                    </a:moveTo>
                    <a:lnTo>
                      <a:pt x="5" y="1"/>
                    </a:lnTo>
                    <a:lnTo>
                      <a:pt x="3" y="4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E2FF"/>
              </a:solidFill>
              <a:ln w="2286">
                <a:solidFill>
                  <a:srgbClr val="00E2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5" name="polygon-455"/>
              <p:cNvSpPr/>
              <p:nvPr/>
            </p:nvSpPr>
            <p:spPr>
              <a:xfrm>
                <a:off x="2487168" y="3694176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2" y="0"/>
                    </a:moveTo>
                    <a:lnTo>
                      <a:pt x="5" y="1"/>
                    </a:lnTo>
                    <a:lnTo>
                      <a:pt x="2" y="4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60FF"/>
              </a:solidFill>
              <a:ln w="2286">
                <a:solidFill>
                  <a:srgbClr val="0060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6" name="polygon-456"/>
              <p:cNvSpPr/>
              <p:nvPr/>
            </p:nvSpPr>
            <p:spPr>
              <a:xfrm>
                <a:off x="2468880" y="3721608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1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3FF"/>
              </a:solidFill>
              <a:ln w="2286">
                <a:solidFill>
                  <a:srgbClr val="0003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7" name="polygon-457"/>
              <p:cNvSpPr/>
              <p:nvPr/>
            </p:nvSpPr>
            <p:spPr>
              <a:xfrm>
                <a:off x="2761488" y="361188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1"/>
                    </a:moveTo>
                    <a:lnTo>
                      <a:pt x="4" y="2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FC"/>
              </a:solidFill>
              <a:ln w="2286">
                <a:solidFill>
                  <a:srgbClr val="0000F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8" name="polygon-458"/>
              <p:cNvSpPr/>
              <p:nvPr/>
            </p:nvSpPr>
            <p:spPr>
              <a:xfrm>
                <a:off x="2743200" y="361188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2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57FF"/>
              </a:solidFill>
              <a:ln w="2286">
                <a:solidFill>
                  <a:srgbClr val="005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9" name="polygon-459"/>
              <p:cNvSpPr/>
              <p:nvPr/>
            </p:nvSpPr>
            <p:spPr>
              <a:xfrm>
                <a:off x="2715768" y="3593592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3" y="2"/>
                    </a:moveTo>
                    <a:lnTo>
                      <a:pt x="5" y="3"/>
                    </a:lnTo>
                    <a:lnTo>
                      <a:pt x="3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D3FF"/>
              </a:solidFill>
              <a:ln w="2286">
                <a:solidFill>
                  <a:srgbClr val="00D3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0" name="polygon-460"/>
              <p:cNvSpPr/>
              <p:nvPr/>
            </p:nvSpPr>
            <p:spPr>
              <a:xfrm>
                <a:off x="2697480" y="3584448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2" y="1"/>
                    </a:moveTo>
                    <a:lnTo>
                      <a:pt x="5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EFF91"/>
              </a:solidFill>
              <a:ln w="2286">
                <a:solidFill>
                  <a:srgbClr val="6EFF9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1" name="polygon-461"/>
              <p:cNvSpPr/>
              <p:nvPr/>
            </p:nvSpPr>
            <p:spPr>
              <a:xfrm>
                <a:off x="2679192" y="3566160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2"/>
                    </a:moveTo>
                    <a:lnTo>
                      <a:pt x="4" y="3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A00"/>
              </a:solidFill>
              <a:ln w="2286">
                <a:solidFill>
                  <a:srgbClr val="FFEA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2" name="polygon-462"/>
              <p:cNvSpPr/>
              <p:nvPr/>
            </p:nvSpPr>
            <p:spPr>
              <a:xfrm>
                <a:off x="2660904" y="3557016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1"/>
                    </a:moveTo>
                    <a:lnTo>
                      <a:pt x="4" y="3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5100"/>
              </a:solidFill>
              <a:ln w="2286">
                <a:solidFill>
                  <a:srgbClr val="FF5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3" name="polygon-463"/>
              <p:cNvSpPr/>
              <p:nvPr/>
            </p:nvSpPr>
            <p:spPr>
              <a:xfrm>
                <a:off x="2642616" y="3547872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1"/>
                    </a:moveTo>
                    <a:lnTo>
                      <a:pt x="4" y="3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50000"/>
              </a:solidFill>
              <a:ln w="2286">
                <a:solidFill>
                  <a:srgbClr val="E5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4" name="polygon-464"/>
              <p:cNvSpPr/>
              <p:nvPr/>
            </p:nvSpPr>
            <p:spPr>
              <a:xfrm>
                <a:off x="2624328" y="3547872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3"/>
                    </a:lnTo>
                    <a:lnTo>
                      <a:pt x="2" y="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BE0000"/>
              </a:solidFill>
              <a:ln w="2286">
                <a:solidFill>
                  <a:srgbClr val="BE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5" name="polygon-465"/>
              <p:cNvSpPr/>
              <p:nvPr/>
            </p:nvSpPr>
            <p:spPr>
              <a:xfrm>
                <a:off x="2606040" y="3557016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3"/>
                    </a:lnTo>
                    <a:lnTo>
                      <a:pt x="2" y="5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E50000"/>
              </a:solidFill>
              <a:ln w="2286">
                <a:solidFill>
                  <a:srgbClr val="E5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6" name="polygon-466"/>
              <p:cNvSpPr/>
              <p:nvPr/>
            </p:nvSpPr>
            <p:spPr>
              <a:xfrm>
                <a:off x="2587752" y="3584448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2"/>
                    </a:lnTo>
                    <a:lnTo>
                      <a:pt x="2" y="5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FF5100"/>
              </a:solidFill>
              <a:ln w="2286">
                <a:solidFill>
                  <a:srgbClr val="FF5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7" name="polygon-467"/>
              <p:cNvSpPr/>
              <p:nvPr/>
            </p:nvSpPr>
            <p:spPr>
              <a:xfrm>
                <a:off x="2569464" y="3611880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2"/>
                    </a:lnTo>
                    <a:lnTo>
                      <a:pt x="2" y="5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FFEA00"/>
              </a:solidFill>
              <a:ln w="2286">
                <a:solidFill>
                  <a:srgbClr val="FFEA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8" name="polygon-468"/>
              <p:cNvSpPr/>
              <p:nvPr/>
            </p:nvSpPr>
            <p:spPr>
              <a:xfrm>
                <a:off x="2551176" y="3639312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2"/>
                    </a:lnTo>
                    <a:lnTo>
                      <a:pt x="2" y="5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6EFF91"/>
              </a:solidFill>
              <a:ln w="2286">
                <a:solidFill>
                  <a:srgbClr val="6EFF9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9" name="polygon-469"/>
              <p:cNvSpPr/>
              <p:nvPr/>
            </p:nvSpPr>
            <p:spPr>
              <a:xfrm>
                <a:off x="2532888" y="3675888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1"/>
                    </a:lnTo>
                    <a:lnTo>
                      <a:pt x="2" y="4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D3FF"/>
              </a:solidFill>
              <a:ln w="2286">
                <a:solidFill>
                  <a:srgbClr val="00D3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0" name="polygon-470"/>
              <p:cNvSpPr/>
              <p:nvPr/>
            </p:nvSpPr>
            <p:spPr>
              <a:xfrm>
                <a:off x="2505456" y="3703320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3" y="0"/>
                    </a:moveTo>
                    <a:lnTo>
                      <a:pt x="5" y="1"/>
                    </a:lnTo>
                    <a:lnTo>
                      <a:pt x="3" y="4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57FF"/>
              </a:solidFill>
              <a:ln w="2286">
                <a:solidFill>
                  <a:srgbClr val="005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1" name="polygon-471"/>
              <p:cNvSpPr/>
              <p:nvPr/>
            </p:nvSpPr>
            <p:spPr>
              <a:xfrm>
                <a:off x="2487168" y="3730752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2" y="0"/>
                    </a:moveTo>
                    <a:lnTo>
                      <a:pt x="5" y="1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FC"/>
              </a:solidFill>
              <a:ln w="2286">
                <a:solidFill>
                  <a:srgbClr val="0000F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2" name="polygon-472"/>
              <p:cNvSpPr/>
              <p:nvPr/>
            </p:nvSpPr>
            <p:spPr>
              <a:xfrm>
                <a:off x="2779776" y="3630168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EE"/>
              </a:solidFill>
              <a:ln w="2286">
                <a:solidFill>
                  <a:srgbClr val="0000E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3" name="polygon-473"/>
              <p:cNvSpPr/>
              <p:nvPr/>
            </p:nvSpPr>
            <p:spPr>
              <a:xfrm>
                <a:off x="2761488" y="362102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1"/>
                    </a:moveTo>
                    <a:lnTo>
                      <a:pt x="4" y="2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EFF"/>
              </a:solidFill>
              <a:ln w="2286">
                <a:solidFill>
                  <a:srgbClr val="003E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4" name="polygon-474"/>
              <p:cNvSpPr/>
              <p:nvPr/>
            </p:nvSpPr>
            <p:spPr>
              <a:xfrm>
                <a:off x="2743200" y="3611880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1"/>
                    </a:moveTo>
                    <a:lnTo>
                      <a:pt x="4" y="3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ABFF"/>
              </a:solidFill>
              <a:ln w="2286">
                <a:solidFill>
                  <a:srgbClr val="00AB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5" name="polygon-475"/>
              <p:cNvSpPr/>
              <p:nvPr/>
            </p:nvSpPr>
            <p:spPr>
              <a:xfrm>
                <a:off x="2715768" y="3593592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3" y="2"/>
                    </a:moveTo>
                    <a:lnTo>
                      <a:pt x="5" y="4"/>
                    </a:lnTo>
                    <a:lnTo>
                      <a:pt x="3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4FFCB"/>
              </a:solidFill>
              <a:ln w="2286">
                <a:solidFill>
                  <a:srgbClr val="34FFC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6" name="polygon-476"/>
              <p:cNvSpPr/>
              <p:nvPr/>
            </p:nvSpPr>
            <p:spPr>
              <a:xfrm>
                <a:off x="2697480" y="3584448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2" y="1"/>
                    </a:moveTo>
                    <a:lnTo>
                      <a:pt x="5" y="4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7FF38"/>
              </a:solidFill>
              <a:ln w="2286">
                <a:solidFill>
                  <a:srgbClr val="C7FF3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7" name="polygon-477"/>
              <p:cNvSpPr/>
              <p:nvPr/>
            </p:nvSpPr>
            <p:spPr>
              <a:xfrm>
                <a:off x="2679192" y="3575304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1"/>
                    </a:moveTo>
                    <a:lnTo>
                      <a:pt x="4" y="4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100"/>
              </a:solidFill>
              <a:ln w="2286">
                <a:solidFill>
                  <a:srgbClr val="FFB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8" name="polygon-478"/>
              <p:cNvSpPr/>
              <p:nvPr/>
            </p:nvSpPr>
            <p:spPr>
              <a:xfrm>
                <a:off x="2660904" y="3575304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3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5100"/>
              </a:solidFill>
              <a:ln w="2286">
                <a:solidFill>
                  <a:srgbClr val="FF5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9" name="polygon-479"/>
              <p:cNvSpPr/>
              <p:nvPr/>
            </p:nvSpPr>
            <p:spPr>
              <a:xfrm>
                <a:off x="2642616" y="3575304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3"/>
                    </a:lnTo>
                    <a:lnTo>
                      <a:pt x="2" y="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2F00"/>
              </a:solidFill>
              <a:ln w="2286">
                <a:solidFill>
                  <a:srgbClr val="FF2F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0" name="polygon-480"/>
              <p:cNvSpPr/>
              <p:nvPr/>
            </p:nvSpPr>
            <p:spPr>
              <a:xfrm>
                <a:off x="2624328" y="3584448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3"/>
                    </a:lnTo>
                    <a:lnTo>
                      <a:pt x="2" y="5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5100"/>
              </a:solidFill>
              <a:ln w="2286">
                <a:solidFill>
                  <a:srgbClr val="FF5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1" name="polygon-481"/>
              <p:cNvSpPr/>
              <p:nvPr/>
            </p:nvSpPr>
            <p:spPr>
              <a:xfrm>
                <a:off x="2606040" y="3602736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3"/>
                    </a:lnTo>
                    <a:lnTo>
                      <a:pt x="2" y="5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FFB100"/>
              </a:solidFill>
              <a:ln w="2286">
                <a:solidFill>
                  <a:srgbClr val="FFB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2" name="polygon-482"/>
              <p:cNvSpPr/>
              <p:nvPr/>
            </p:nvSpPr>
            <p:spPr>
              <a:xfrm>
                <a:off x="2587752" y="3630168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2"/>
                    </a:lnTo>
                    <a:lnTo>
                      <a:pt x="2" y="5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C7FF38"/>
              </a:solidFill>
              <a:ln w="2286">
                <a:solidFill>
                  <a:srgbClr val="C7FF3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3" name="polygon-483"/>
              <p:cNvSpPr/>
              <p:nvPr/>
            </p:nvSpPr>
            <p:spPr>
              <a:xfrm>
                <a:off x="2569464" y="3657600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2"/>
                    </a:lnTo>
                    <a:lnTo>
                      <a:pt x="2" y="5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34FFCB"/>
              </a:solidFill>
              <a:ln w="2286">
                <a:solidFill>
                  <a:srgbClr val="34FFC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4" name="polygon-484"/>
              <p:cNvSpPr/>
              <p:nvPr/>
            </p:nvSpPr>
            <p:spPr>
              <a:xfrm>
                <a:off x="2551176" y="3685032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2"/>
                    </a:lnTo>
                    <a:lnTo>
                      <a:pt x="2" y="5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ABFF"/>
              </a:solidFill>
              <a:ln w="2286">
                <a:solidFill>
                  <a:srgbClr val="00AB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5" name="polygon-485"/>
              <p:cNvSpPr/>
              <p:nvPr/>
            </p:nvSpPr>
            <p:spPr>
              <a:xfrm>
                <a:off x="2532888" y="3712464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2"/>
                    </a:lnTo>
                    <a:lnTo>
                      <a:pt x="2" y="4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3EFF"/>
              </a:solidFill>
              <a:ln w="2286">
                <a:solidFill>
                  <a:srgbClr val="003E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6" name="polygon-486"/>
              <p:cNvSpPr/>
              <p:nvPr/>
            </p:nvSpPr>
            <p:spPr>
              <a:xfrm>
                <a:off x="2505456" y="3739896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3" y="0"/>
                    </a:moveTo>
                    <a:lnTo>
                      <a:pt x="5" y="1"/>
                    </a:lnTo>
                    <a:lnTo>
                      <a:pt x="3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EE"/>
              </a:solidFill>
              <a:ln w="2286">
                <a:solidFill>
                  <a:srgbClr val="0000E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7" name="polygon-487"/>
              <p:cNvSpPr/>
              <p:nvPr/>
            </p:nvSpPr>
            <p:spPr>
              <a:xfrm>
                <a:off x="2798064" y="3639312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D9"/>
              </a:solidFill>
              <a:ln w="2286">
                <a:solidFill>
                  <a:srgbClr val="0000D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8" name="polygon-488"/>
              <p:cNvSpPr/>
              <p:nvPr/>
            </p:nvSpPr>
            <p:spPr>
              <a:xfrm>
                <a:off x="2779776" y="3639312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1AFF"/>
              </a:solidFill>
              <a:ln w="2286">
                <a:solidFill>
                  <a:srgbClr val="001A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9" name="polygon-489"/>
              <p:cNvSpPr/>
              <p:nvPr/>
            </p:nvSpPr>
            <p:spPr>
              <a:xfrm>
                <a:off x="2761488" y="3630168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1"/>
                    </a:moveTo>
                    <a:lnTo>
                      <a:pt x="4" y="2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3FF"/>
              </a:solidFill>
              <a:ln w="2286">
                <a:solidFill>
                  <a:srgbClr val="0073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0" name="polygon-490"/>
              <p:cNvSpPr/>
              <p:nvPr/>
            </p:nvSpPr>
            <p:spPr>
              <a:xfrm>
                <a:off x="2743200" y="3621024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1"/>
                    </a:moveTo>
                    <a:lnTo>
                      <a:pt x="4" y="3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2FF"/>
              </a:solidFill>
              <a:ln w="2286">
                <a:solidFill>
                  <a:srgbClr val="00E2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1" name="polygon-491"/>
              <p:cNvSpPr/>
              <p:nvPr/>
            </p:nvSpPr>
            <p:spPr>
              <a:xfrm>
                <a:off x="2715768" y="3611880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3" y="1"/>
                    </a:moveTo>
                    <a:lnTo>
                      <a:pt x="5" y="3"/>
                    </a:lnTo>
                    <a:lnTo>
                      <a:pt x="3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AFFA5"/>
              </a:solidFill>
              <a:ln w="2286">
                <a:solidFill>
                  <a:srgbClr val="5AFFA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2" name="polygon-492"/>
              <p:cNvSpPr/>
              <p:nvPr/>
            </p:nvSpPr>
            <p:spPr>
              <a:xfrm>
                <a:off x="2697480" y="3602736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2" y="1"/>
                    </a:moveTo>
                    <a:lnTo>
                      <a:pt x="5" y="4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7FF38"/>
              </a:solidFill>
              <a:ln w="2286">
                <a:solidFill>
                  <a:srgbClr val="C7FF3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3" name="polygon-493"/>
              <p:cNvSpPr/>
              <p:nvPr/>
            </p:nvSpPr>
            <p:spPr>
              <a:xfrm>
                <a:off x="2679192" y="3602736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3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A00"/>
              </a:solidFill>
              <a:ln w="2286">
                <a:solidFill>
                  <a:srgbClr val="FFEA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4" name="polygon-494"/>
              <p:cNvSpPr/>
              <p:nvPr/>
            </p:nvSpPr>
            <p:spPr>
              <a:xfrm>
                <a:off x="2660904" y="3602736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3"/>
                    </a:lnTo>
                    <a:lnTo>
                      <a:pt x="2" y="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E00"/>
              </a:solidFill>
              <a:ln w="2286">
                <a:solidFill>
                  <a:srgbClr val="FFC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5" name="polygon-495"/>
              <p:cNvSpPr/>
              <p:nvPr/>
            </p:nvSpPr>
            <p:spPr>
              <a:xfrm>
                <a:off x="2642616" y="3611880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3"/>
                    </a:lnTo>
                    <a:lnTo>
                      <a:pt x="2" y="5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EA00"/>
              </a:solidFill>
              <a:ln w="2286">
                <a:solidFill>
                  <a:srgbClr val="FFEA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6" name="polygon-496"/>
              <p:cNvSpPr/>
              <p:nvPr/>
            </p:nvSpPr>
            <p:spPr>
              <a:xfrm>
                <a:off x="2624328" y="3630168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3"/>
                    </a:lnTo>
                    <a:lnTo>
                      <a:pt x="2" y="5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C7FF38"/>
              </a:solidFill>
              <a:ln w="2286">
                <a:solidFill>
                  <a:srgbClr val="C7FF3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7" name="polygon-497"/>
              <p:cNvSpPr/>
              <p:nvPr/>
            </p:nvSpPr>
            <p:spPr>
              <a:xfrm>
                <a:off x="2606040" y="3648456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0"/>
                    </a:moveTo>
                    <a:lnTo>
                      <a:pt x="4" y="3"/>
                    </a:lnTo>
                    <a:lnTo>
                      <a:pt x="2" y="6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5AFFA5"/>
              </a:solidFill>
              <a:ln w="2286">
                <a:solidFill>
                  <a:srgbClr val="5AFFA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8" name="polygon-498"/>
              <p:cNvSpPr/>
              <p:nvPr/>
            </p:nvSpPr>
            <p:spPr>
              <a:xfrm>
                <a:off x="2587752" y="3675888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3"/>
                    </a:lnTo>
                    <a:lnTo>
                      <a:pt x="2" y="5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E2FF"/>
              </a:solidFill>
              <a:ln w="2286">
                <a:solidFill>
                  <a:srgbClr val="00E2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9" name="polygon-499"/>
              <p:cNvSpPr/>
              <p:nvPr/>
            </p:nvSpPr>
            <p:spPr>
              <a:xfrm>
                <a:off x="2569464" y="3703320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2"/>
                    </a:lnTo>
                    <a:lnTo>
                      <a:pt x="2" y="5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73FF"/>
              </a:solidFill>
              <a:ln w="2286">
                <a:solidFill>
                  <a:srgbClr val="0073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0" name="polygon-500"/>
              <p:cNvSpPr/>
              <p:nvPr/>
            </p:nvSpPr>
            <p:spPr>
              <a:xfrm>
                <a:off x="2551176" y="3730752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2"/>
                    </a:lnTo>
                    <a:lnTo>
                      <a:pt x="2" y="4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1AFF"/>
              </a:solidFill>
              <a:ln w="2286">
                <a:solidFill>
                  <a:srgbClr val="001A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1" name="polygon-501"/>
              <p:cNvSpPr/>
              <p:nvPr/>
            </p:nvSpPr>
            <p:spPr>
              <a:xfrm>
                <a:off x="2532888" y="3749040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2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D9"/>
              </a:solidFill>
              <a:ln w="2286">
                <a:solidFill>
                  <a:srgbClr val="0000D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2" name="polygon-502"/>
              <p:cNvSpPr/>
              <p:nvPr/>
            </p:nvSpPr>
            <p:spPr>
              <a:xfrm>
                <a:off x="2816352" y="364845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C2"/>
              </a:solidFill>
              <a:ln w="2286">
                <a:solidFill>
                  <a:srgbClr val="0000C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3" name="polygon-503"/>
              <p:cNvSpPr/>
              <p:nvPr/>
            </p:nvSpPr>
            <p:spPr>
              <a:xfrm>
                <a:off x="2798064" y="364845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2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F2"/>
              </a:solidFill>
              <a:ln w="2286">
                <a:solidFill>
                  <a:srgbClr val="0000F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4" name="polygon-504"/>
              <p:cNvSpPr/>
              <p:nvPr/>
            </p:nvSpPr>
            <p:spPr>
              <a:xfrm>
                <a:off x="2779776" y="364845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2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6FF"/>
              </a:solidFill>
              <a:ln w="2286">
                <a:solidFill>
                  <a:srgbClr val="0036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5" name="polygon-505"/>
              <p:cNvSpPr/>
              <p:nvPr/>
            </p:nvSpPr>
            <p:spPr>
              <a:xfrm>
                <a:off x="2761488" y="3639312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1"/>
                    </a:moveTo>
                    <a:lnTo>
                      <a:pt x="4" y="3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88FF"/>
              </a:solidFill>
              <a:ln w="2286">
                <a:solidFill>
                  <a:srgbClr val="0088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6" name="polygon-506"/>
              <p:cNvSpPr/>
              <p:nvPr/>
            </p:nvSpPr>
            <p:spPr>
              <a:xfrm>
                <a:off x="2743200" y="3639312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3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2FF"/>
              </a:solidFill>
              <a:ln w="2286">
                <a:solidFill>
                  <a:srgbClr val="00E2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7" name="polygon-507"/>
              <p:cNvSpPr/>
              <p:nvPr/>
            </p:nvSpPr>
            <p:spPr>
              <a:xfrm>
                <a:off x="2715768" y="3630168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3" y="1"/>
                    </a:moveTo>
                    <a:lnTo>
                      <a:pt x="5" y="4"/>
                    </a:lnTo>
                    <a:lnTo>
                      <a:pt x="3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4FFCB"/>
              </a:solidFill>
              <a:ln w="2286">
                <a:solidFill>
                  <a:srgbClr val="34FFC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8" name="polygon-508"/>
              <p:cNvSpPr/>
              <p:nvPr/>
            </p:nvSpPr>
            <p:spPr>
              <a:xfrm>
                <a:off x="2697480" y="3630168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2" y="0"/>
                    </a:moveTo>
                    <a:lnTo>
                      <a:pt x="5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EFF91"/>
              </a:solidFill>
              <a:ln w="2286">
                <a:solidFill>
                  <a:srgbClr val="6EFF9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9" name="polygon-509"/>
              <p:cNvSpPr/>
              <p:nvPr/>
            </p:nvSpPr>
            <p:spPr>
              <a:xfrm>
                <a:off x="2679192" y="3630168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4"/>
                    </a:lnTo>
                    <a:lnTo>
                      <a:pt x="2" y="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83FF7C"/>
              </a:solidFill>
              <a:ln w="2286">
                <a:solidFill>
                  <a:srgbClr val="83FF7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0" name="polygon-510"/>
              <p:cNvSpPr/>
              <p:nvPr/>
            </p:nvSpPr>
            <p:spPr>
              <a:xfrm>
                <a:off x="2660904" y="3639312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4"/>
                    </a:lnTo>
                    <a:lnTo>
                      <a:pt x="2" y="5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6EFF91"/>
              </a:solidFill>
              <a:ln w="2286">
                <a:solidFill>
                  <a:srgbClr val="6EFF9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1" name="polygon-511"/>
              <p:cNvSpPr/>
              <p:nvPr/>
            </p:nvSpPr>
            <p:spPr>
              <a:xfrm>
                <a:off x="2642616" y="3657600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3"/>
                    </a:lnTo>
                    <a:lnTo>
                      <a:pt x="2" y="5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4FFCB"/>
              </a:solidFill>
              <a:ln w="2286">
                <a:solidFill>
                  <a:srgbClr val="34FFC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2" name="polygon-512"/>
              <p:cNvSpPr/>
              <p:nvPr/>
            </p:nvSpPr>
            <p:spPr>
              <a:xfrm>
                <a:off x="2624328" y="3675888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3"/>
                    </a:lnTo>
                    <a:lnTo>
                      <a:pt x="2" y="5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E2FF"/>
              </a:solidFill>
              <a:ln w="2286">
                <a:solidFill>
                  <a:srgbClr val="00E2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3" name="polygon-513"/>
              <p:cNvSpPr/>
              <p:nvPr/>
            </p:nvSpPr>
            <p:spPr>
              <a:xfrm>
                <a:off x="2606040" y="3703320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2"/>
                    </a:lnTo>
                    <a:lnTo>
                      <a:pt x="2" y="4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88FF"/>
              </a:solidFill>
              <a:ln w="2286">
                <a:solidFill>
                  <a:srgbClr val="0088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4" name="polygon-514"/>
              <p:cNvSpPr/>
              <p:nvPr/>
            </p:nvSpPr>
            <p:spPr>
              <a:xfrm>
                <a:off x="2587752" y="3721608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2"/>
                    </a:lnTo>
                    <a:lnTo>
                      <a:pt x="2" y="4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36FF"/>
              </a:solidFill>
              <a:ln w="2286">
                <a:solidFill>
                  <a:srgbClr val="0036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5" name="polygon-515"/>
              <p:cNvSpPr/>
              <p:nvPr/>
            </p:nvSpPr>
            <p:spPr>
              <a:xfrm>
                <a:off x="2569464" y="3749040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1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F2"/>
              </a:solidFill>
              <a:ln w="2286">
                <a:solidFill>
                  <a:srgbClr val="0000F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6" name="polygon-516"/>
              <p:cNvSpPr/>
              <p:nvPr/>
            </p:nvSpPr>
            <p:spPr>
              <a:xfrm>
                <a:off x="2551176" y="3767328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1"/>
                    </a:lnTo>
                    <a:lnTo>
                      <a:pt x="2" y="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C2"/>
              </a:solidFill>
              <a:ln w="2286">
                <a:solidFill>
                  <a:srgbClr val="0000C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7" name="polygon-517"/>
              <p:cNvSpPr/>
              <p:nvPr/>
            </p:nvSpPr>
            <p:spPr>
              <a:xfrm>
                <a:off x="2834640" y="365760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AD"/>
              </a:solidFill>
              <a:ln w="2286">
                <a:solidFill>
                  <a:srgbClr val="0000A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8" name="polygon-518"/>
              <p:cNvSpPr/>
              <p:nvPr/>
            </p:nvSpPr>
            <p:spPr>
              <a:xfrm>
                <a:off x="2816352" y="366674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CE"/>
              </a:solidFill>
              <a:ln w="2286">
                <a:solidFill>
                  <a:srgbClr val="0000C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9" name="polygon-519"/>
              <p:cNvSpPr/>
              <p:nvPr/>
            </p:nvSpPr>
            <p:spPr>
              <a:xfrm>
                <a:off x="2798064" y="366674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2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FC"/>
              </a:solidFill>
              <a:ln w="2286">
                <a:solidFill>
                  <a:srgbClr val="0000F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0" name="polygon-520"/>
              <p:cNvSpPr/>
              <p:nvPr/>
            </p:nvSpPr>
            <p:spPr>
              <a:xfrm>
                <a:off x="2779776" y="366674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2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6FF"/>
              </a:solidFill>
              <a:ln w="2286">
                <a:solidFill>
                  <a:srgbClr val="0036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1" name="polygon-521"/>
              <p:cNvSpPr/>
              <p:nvPr/>
            </p:nvSpPr>
            <p:spPr>
              <a:xfrm>
                <a:off x="2761488" y="366674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2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3FF"/>
              </a:solidFill>
              <a:ln w="2286">
                <a:solidFill>
                  <a:srgbClr val="0073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2" name="polygon-522"/>
              <p:cNvSpPr/>
              <p:nvPr/>
            </p:nvSpPr>
            <p:spPr>
              <a:xfrm>
                <a:off x="2743200" y="3666744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2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ABFF"/>
              </a:solidFill>
              <a:ln w="2286">
                <a:solidFill>
                  <a:srgbClr val="00AB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3" name="polygon-523"/>
              <p:cNvSpPr/>
              <p:nvPr/>
            </p:nvSpPr>
            <p:spPr>
              <a:xfrm>
                <a:off x="2715768" y="3666744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3" y="0"/>
                    </a:moveTo>
                    <a:lnTo>
                      <a:pt x="5" y="3"/>
                    </a:lnTo>
                    <a:lnTo>
                      <a:pt x="3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D3FF"/>
              </a:solidFill>
              <a:ln w="2286">
                <a:solidFill>
                  <a:srgbClr val="00D3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4" name="polygon-524"/>
              <p:cNvSpPr/>
              <p:nvPr/>
            </p:nvSpPr>
            <p:spPr>
              <a:xfrm>
                <a:off x="2697480" y="3666744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2" y="0"/>
                    </a:moveTo>
                    <a:lnTo>
                      <a:pt x="5" y="3"/>
                    </a:lnTo>
                    <a:lnTo>
                      <a:pt x="2" y="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E2FF"/>
              </a:solidFill>
              <a:ln w="2286">
                <a:solidFill>
                  <a:srgbClr val="00E2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5" name="polygon-525"/>
              <p:cNvSpPr/>
              <p:nvPr/>
            </p:nvSpPr>
            <p:spPr>
              <a:xfrm>
                <a:off x="2679192" y="3675888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3"/>
                    </a:lnTo>
                    <a:lnTo>
                      <a:pt x="2" y="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D3FF"/>
              </a:solidFill>
              <a:ln w="2286">
                <a:solidFill>
                  <a:srgbClr val="00D3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6" name="polygon-526"/>
              <p:cNvSpPr/>
              <p:nvPr/>
            </p:nvSpPr>
            <p:spPr>
              <a:xfrm>
                <a:off x="2660904" y="3685032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3"/>
                    </a:lnTo>
                    <a:lnTo>
                      <a:pt x="2" y="5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ABFF"/>
              </a:solidFill>
              <a:ln w="2286">
                <a:solidFill>
                  <a:srgbClr val="00AB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7" name="polygon-527"/>
              <p:cNvSpPr/>
              <p:nvPr/>
            </p:nvSpPr>
            <p:spPr>
              <a:xfrm>
                <a:off x="2642616" y="3703320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3"/>
                    </a:lnTo>
                    <a:lnTo>
                      <a:pt x="2" y="5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73FF"/>
              </a:solidFill>
              <a:ln w="2286">
                <a:solidFill>
                  <a:srgbClr val="0073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8" name="polygon-528"/>
              <p:cNvSpPr/>
              <p:nvPr/>
            </p:nvSpPr>
            <p:spPr>
              <a:xfrm>
                <a:off x="2624328" y="3721608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3"/>
                    </a:lnTo>
                    <a:lnTo>
                      <a:pt x="2" y="4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36FF"/>
              </a:solidFill>
              <a:ln w="2286">
                <a:solidFill>
                  <a:srgbClr val="0036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9" name="polygon-529"/>
              <p:cNvSpPr/>
              <p:nvPr/>
            </p:nvSpPr>
            <p:spPr>
              <a:xfrm>
                <a:off x="2606040" y="3739896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2"/>
                    </a:lnTo>
                    <a:lnTo>
                      <a:pt x="2" y="4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FC"/>
              </a:solidFill>
              <a:ln w="2286">
                <a:solidFill>
                  <a:srgbClr val="0000F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0" name="polygon-530"/>
              <p:cNvSpPr/>
              <p:nvPr/>
            </p:nvSpPr>
            <p:spPr>
              <a:xfrm>
                <a:off x="2587752" y="3758184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2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CE"/>
              </a:solidFill>
              <a:ln w="2286">
                <a:solidFill>
                  <a:srgbClr val="0000C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1" name="polygon-531"/>
              <p:cNvSpPr/>
              <p:nvPr/>
            </p:nvSpPr>
            <p:spPr>
              <a:xfrm>
                <a:off x="2569464" y="3776472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1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AD"/>
              </a:solidFill>
              <a:ln w="2286">
                <a:solidFill>
                  <a:srgbClr val="0000A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2" name="polygon-532"/>
              <p:cNvSpPr/>
              <p:nvPr/>
            </p:nvSpPr>
            <p:spPr>
              <a:xfrm>
                <a:off x="2852928" y="366674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D"/>
              </a:solidFill>
              <a:ln w="2286">
                <a:solidFill>
                  <a:srgbClr val="00009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3" name="polygon-533"/>
              <p:cNvSpPr/>
              <p:nvPr/>
            </p:nvSpPr>
            <p:spPr>
              <a:xfrm>
                <a:off x="2834640" y="3675888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B1"/>
              </a:solidFill>
              <a:ln w="2286">
                <a:solidFill>
                  <a:srgbClr val="0000B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4" name="polygon-534"/>
              <p:cNvSpPr/>
              <p:nvPr/>
            </p:nvSpPr>
            <p:spPr>
              <a:xfrm>
                <a:off x="2816352" y="3685032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CE"/>
              </a:solidFill>
              <a:ln w="2286">
                <a:solidFill>
                  <a:srgbClr val="0000C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5" name="polygon-535"/>
              <p:cNvSpPr/>
              <p:nvPr/>
            </p:nvSpPr>
            <p:spPr>
              <a:xfrm>
                <a:off x="2798064" y="3685032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2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F2"/>
              </a:solidFill>
              <a:ln w="2286">
                <a:solidFill>
                  <a:srgbClr val="0000F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6" name="polygon-536"/>
              <p:cNvSpPr/>
              <p:nvPr/>
            </p:nvSpPr>
            <p:spPr>
              <a:xfrm>
                <a:off x="2779776" y="3685032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2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1AFF"/>
              </a:solidFill>
              <a:ln w="2286">
                <a:solidFill>
                  <a:srgbClr val="001A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7" name="polygon-537"/>
              <p:cNvSpPr/>
              <p:nvPr/>
            </p:nvSpPr>
            <p:spPr>
              <a:xfrm>
                <a:off x="2761488" y="3685032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3"/>
                    </a:lnTo>
                    <a:lnTo>
                      <a:pt x="2" y="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EFF"/>
              </a:solidFill>
              <a:ln w="2286">
                <a:solidFill>
                  <a:srgbClr val="003E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8" name="polygon-538"/>
              <p:cNvSpPr/>
              <p:nvPr/>
            </p:nvSpPr>
            <p:spPr>
              <a:xfrm>
                <a:off x="2743200" y="3694176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2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57FF"/>
              </a:solidFill>
              <a:ln w="2286">
                <a:solidFill>
                  <a:srgbClr val="005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9" name="polygon-539"/>
              <p:cNvSpPr/>
              <p:nvPr/>
            </p:nvSpPr>
            <p:spPr>
              <a:xfrm>
                <a:off x="2715768" y="3694176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3" y="0"/>
                    </a:moveTo>
                    <a:lnTo>
                      <a:pt x="5" y="3"/>
                    </a:lnTo>
                    <a:lnTo>
                      <a:pt x="3" y="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60FF"/>
              </a:solidFill>
              <a:ln w="2286">
                <a:solidFill>
                  <a:srgbClr val="0060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0" name="polygon-540"/>
              <p:cNvSpPr/>
              <p:nvPr/>
            </p:nvSpPr>
            <p:spPr>
              <a:xfrm>
                <a:off x="2697480" y="3703320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2" y="0"/>
                    </a:moveTo>
                    <a:lnTo>
                      <a:pt x="5" y="3"/>
                    </a:lnTo>
                    <a:lnTo>
                      <a:pt x="2" y="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57FF"/>
              </a:solidFill>
              <a:ln w="2286">
                <a:solidFill>
                  <a:srgbClr val="005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1" name="polygon-541"/>
              <p:cNvSpPr/>
              <p:nvPr/>
            </p:nvSpPr>
            <p:spPr>
              <a:xfrm>
                <a:off x="2679192" y="3712464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3"/>
                    </a:lnTo>
                    <a:lnTo>
                      <a:pt x="2" y="4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3EFF"/>
              </a:solidFill>
              <a:ln w="2286">
                <a:solidFill>
                  <a:srgbClr val="003E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2" name="polygon-542"/>
              <p:cNvSpPr/>
              <p:nvPr/>
            </p:nvSpPr>
            <p:spPr>
              <a:xfrm>
                <a:off x="2660904" y="3730752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2"/>
                    </a:lnTo>
                    <a:lnTo>
                      <a:pt x="2" y="4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1AFF"/>
              </a:solidFill>
              <a:ln w="2286">
                <a:solidFill>
                  <a:srgbClr val="001A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3" name="polygon-543"/>
              <p:cNvSpPr/>
              <p:nvPr/>
            </p:nvSpPr>
            <p:spPr>
              <a:xfrm>
                <a:off x="2642616" y="3749040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2"/>
                    </a:lnTo>
                    <a:lnTo>
                      <a:pt x="2" y="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F2"/>
              </a:solidFill>
              <a:ln w="2286">
                <a:solidFill>
                  <a:srgbClr val="0000F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4" name="polygon-544"/>
              <p:cNvSpPr/>
              <p:nvPr/>
            </p:nvSpPr>
            <p:spPr>
              <a:xfrm>
                <a:off x="2624328" y="3758184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2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CE"/>
              </a:solidFill>
              <a:ln w="2286">
                <a:solidFill>
                  <a:srgbClr val="0000C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5" name="polygon-545"/>
              <p:cNvSpPr/>
              <p:nvPr/>
            </p:nvSpPr>
            <p:spPr>
              <a:xfrm>
                <a:off x="2606040" y="3776472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1"/>
                    </a:lnTo>
                    <a:lnTo>
                      <a:pt x="2" y="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B1"/>
              </a:solidFill>
              <a:ln w="2286">
                <a:solidFill>
                  <a:srgbClr val="0000B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6" name="polygon-546"/>
              <p:cNvSpPr/>
              <p:nvPr/>
            </p:nvSpPr>
            <p:spPr>
              <a:xfrm>
                <a:off x="2587752" y="3785616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2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9D"/>
              </a:solidFill>
              <a:ln w="2286">
                <a:solidFill>
                  <a:srgbClr val="00009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7" name="polygon-547"/>
              <p:cNvSpPr/>
              <p:nvPr/>
            </p:nvSpPr>
            <p:spPr>
              <a:xfrm>
                <a:off x="2871216" y="3675888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2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0"/>
              </a:solidFill>
              <a:ln w="2286">
                <a:solidFill>
                  <a:srgbClr val="00009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8" name="polygon-548"/>
              <p:cNvSpPr/>
              <p:nvPr/>
            </p:nvSpPr>
            <p:spPr>
              <a:xfrm>
                <a:off x="2852928" y="3685032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D"/>
              </a:solidFill>
              <a:ln w="2286">
                <a:solidFill>
                  <a:srgbClr val="00009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9" name="polygon-549"/>
              <p:cNvSpPr/>
              <p:nvPr/>
            </p:nvSpPr>
            <p:spPr>
              <a:xfrm>
                <a:off x="2834640" y="369417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AD"/>
              </a:solidFill>
              <a:ln w="2286">
                <a:solidFill>
                  <a:srgbClr val="0000A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0" name="polygon-550"/>
              <p:cNvSpPr/>
              <p:nvPr/>
            </p:nvSpPr>
            <p:spPr>
              <a:xfrm>
                <a:off x="2816352" y="370332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C2"/>
              </a:solidFill>
              <a:ln w="2286">
                <a:solidFill>
                  <a:srgbClr val="0000C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1" name="polygon-551"/>
              <p:cNvSpPr/>
              <p:nvPr/>
            </p:nvSpPr>
            <p:spPr>
              <a:xfrm>
                <a:off x="2798064" y="370332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2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D9"/>
              </a:solidFill>
              <a:ln w="2286">
                <a:solidFill>
                  <a:srgbClr val="0000D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2" name="polygon-552"/>
              <p:cNvSpPr/>
              <p:nvPr/>
            </p:nvSpPr>
            <p:spPr>
              <a:xfrm>
                <a:off x="2779776" y="371246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EE"/>
              </a:solidFill>
              <a:ln w="2286">
                <a:solidFill>
                  <a:srgbClr val="0000E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3" name="polygon-553"/>
              <p:cNvSpPr/>
              <p:nvPr/>
            </p:nvSpPr>
            <p:spPr>
              <a:xfrm>
                <a:off x="2761488" y="3712464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2"/>
                    </a:lnTo>
                    <a:lnTo>
                      <a:pt x="2" y="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FC"/>
              </a:solidFill>
              <a:ln w="2286">
                <a:solidFill>
                  <a:srgbClr val="0000F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4" name="polygon-554"/>
              <p:cNvSpPr/>
              <p:nvPr/>
            </p:nvSpPr>
            <p:spPr>
              <a:xfrm>
                <a:off x="2743200" y="3721608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2"/>
                    </a:lnTo>
                    <a:lnTo>
                      <a:pt x="2" y="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3FF"/>
              </a:solidFill>
              <a:ln w="2286">
                <a:solidFill>
                  <a:srgbClr val="0003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5" name="polygon-555"/>
              <p:cNvSpPr/>
              <p:nvPr/>
            </p:nvSpPr>
            <p:spPr>
              <a:xfrm>
                <a:off x="2715768" y="3730752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3" y="0"/>
                    </a:moveTo>
                    <a:lnTo>
                      <a:pt x="5" y="2"/>
                    </a:lnTo>
                    <a:lnTo>
                      <a:pt x="3" y="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FC"/>
              </a:solidFill>
              <a:ln w="2286">
                <a:solidFill>
                  <a:srgbClr val="0000F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6" name="polygon-556"/>
              <p:cNvSpPr/>
              <p:nvPr/>
            </p:nvSpPr>
            <p:spPr>
              <a:xfrm>
                <a:off x="2697480" y="3739896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2" y="0"/>
                    </a:moveTo>
                    <a:lnTo>
                      <a:pt x="5" y="2"/>
                    </a:lnTo>
                    <a:lnTo>
                      <a:pt x="2" y="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EE"/>
              </a:solidFill>
              <a:ln w="2286">
                <a:solidFill>
                  <a:srgbClr val="0000E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7" name="polygon-557"/>
              <p:cNvSpPr/>
              <p:nvPr/>
            </p:nvSpPr>
            <p:spPr>
              <a:xfrm>
                <a:off x="2679192" y="3749040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2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D9"/>
              </a:solidFill>
              <a:ln w="2286">
                <a:solidFill>
                  <a:srgbClr val="0000D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8" name="polygon-558"/>
              <p:cNvSpPr/>
              <p:nvPr/>
            </p:nvSpPr>
            <p:spPr>
              <a:xfrm>
                <a:off x="2660904" y="3767328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1"/>
                    </a:lnTo>
                    <a:lnTo>
                      <a:pt x="2" y="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C2"/>
              </a:solidFill>
              <a:ln w="2286">
                <a:solidFill>
                  <a:srgbClr val="0000C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9" name="polygon-559"/>
              <p:cNvSpPr/>
              <p:nvPr/>
            </p:nvSpPr>
            <p:spPr>
              <a:xfrm>
                <a:off x="2642616" y="3776472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2"/>
                    </a:lnTo>
                    <a:lnTo>
                      <a:pt x="2" y="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AD"/>
              </a:solidFill>
              <a:ln w="2286">
                <a:solidFill>
                  <a:srgbClr val="0000A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0" name="polygon-560"/>
              <p:cNvSpPr/>
              <p:nvPr/>
            </p:nvSpPr>
            <p:spPr>
              <a:xfrm>
                <a:off x="2624328" y="3785616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2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9D"/>
              </a:solidFill>
              <a:ln w="2286">
                <a:solidFill>
                  <a:srgbClr val="00009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1" name="polygon-561"/>
              <p:cNvSpPr/>
              <p:nvPr/>
            </p:nvSpPr>
            <p:spPr>
              <a:xfrm>
                <a:off x="2606040" y="380390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0"/>
              </a:solidFill>
              <a:ln w="2286">
                <a:solidFill>
                  <a:srgbClr val="00009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572" name="Text: k = 3"/>
            <p:cNvSpPr txBox="1"/>
            <p:nvPr/>
          </p:nvSpPr>
          <p:spPr>
            <a:xfrm>
              <a:off x="2313432" y="3319272"/>
              <a:ext cx="621792" cy="13716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4" b="1" i="1">
                  <a:solidFill>
                    <a:srgbClr val="000000"/>
                  </a:solidFill>
                  <a:latin typeface="Liberation Serif"/>
                </a:rPr>
                <a:t>k = 3</a:t>
              </a:r>
            </a:p>
          </p:txBody>
        </p:sp>
        <p:grpSp>
          <p:nvGrpSpPr>
            <p:cNvPr id="573" name="Editable 3D gaussian plot"/>
            <p:cNvGrpSpPr/>
            <p:nvPr/>
          </p:nvGrpSpPr>
          <p:grpSpPr>
            <a:xfrm>
              <a:off x="2990088" y="3337560"/>
              <a:ext cx="621792" cy="484632"/>
              <a:chOff x="2990088" y="3337560"/>
              <a:chExt cx="621792" cy="484632"/>
            </a:xfrm>
          </p:grpSpPr>
          <p:sp>
            <p:nvSpPr>
              <p:cNvPr id="574" name="rectangle-563"/>
              <p:cNvSpPr/>
              <p:nvPr/>
            </p:nvSpPr>
            <p:spPr>
              <a:xfrm>
                <a:off x="2990088" y="3337560"/>
                <a:ext cx="621792" cy="48463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5" name="polygon-564"/>
              <p:cNvSpPr/>
              <p:nvPr/>
            </p:nvSpPr>
            <p:spPr>
              <a:xfrm>
                <a:off x="3282696" y="355701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3"/>
              </a:solidFill>
              <a:ln w="2286">
                <a:solidFill>
                  <a:srgbClr val="00008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6" name="polygon-565"/>
              <p:cNvSpPr/>
              <p:nvPr/>
            </p:nvSpPr>
            <p:spPr>
              <a:xfrm>
                <a:off x="3264408" y="356616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6"/>
              </a:solidFill>
              <a:ln w="2286">
                <a:solidFill>
                  <a:srgbClr val="00008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7" name="polygon-566"/>
              <p:cNvSpPr/>
              <p:nvPr/>
            </p:nvSpPr>
            <p:spPr>
              <a:xfrm>
                <a:off x="3246120" y="357530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D"/>
              </a:solidFill>
              <a:ln w="2286">
                <a:solidFill>
                  <a:srgbClr val="0000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8" name="polygon-567"/>
              <p:cNvSpPr/>
              <p:nvPr/>
            </p:nvSpPr>
            <p:spPr>
              <a:xfrm>
                <a:off x="3227832" y="3584448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6"/>
              </a:solidFill>
              <a:ln w="2286">
                <a:solidFill>
                  <a:srgbClr val="00009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9" name="polygon-568"/>
              <p:cNvSpPr/>
              <p:nvPr/>
            </p:nvSpPr>
            <p:spPr>
              <a:xfrm>
                <a:off x="3209544" y="3593592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A1"/>
              </a:solidFill>
              <a:ln w="2286">
                <a:solidFill>
                  <a:srgbClr val="0000A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0" name="polygon-569"/>
              <p:cNvSpPr/>
              <p:nvPr/>
            </p:nvSpPr>
            <p:spPr>
              <a:xfrm>
                <a:off x="3182112" y="3602736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3" y="0"/>
                    </a:moveTo>
                    <a:lnTo>
                      <a:pt x="5" y="0"/>
                    </a:lnTo>
                    <a:lnTo>
                      <a:pt x="3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C"/>
              </a:solidFill>
              <a:ln w="2286">
                <a:solidFill>
                  <a:srgbClr val="0000A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1" name="polygon-570"/>
              <p:cNvSpPr/>
              <p:nvPr/>
            </p:nvSpPr>
            <p:spPr>
              <a:xfrm>
                <a:off x="3163824" y="3602736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2" y="0"/>
                    </a:moveTo>
                    <a:lnTo>
                      <a:pt x="5" y="1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B5"/>
              </a:solidFill>
              <a:ln w="2286">
                <a:solidFill>
                  <a:srgbClr val="0000B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2" name="polygon-571"/>
              <p:cNvSpPr/>
              <p:nvPr/>
            </p:nvSpPr>
            <p:spPr>
              <a:xfrm>
                <a:off x="3145536" y="3611880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B8"/>
              </a:solidFill>
              <a:ln w="2286">
                <a:solidFill>
                  <a:srgbClr val="0000B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3" name="polygon-572"/>
              <p:cNvSpPr/>
              <p:nvPr/>
            </p:nvSpPr>
            <p:spPr>
              <a:xfrm>
                <a:off x="3127248" y="3621024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B5"/>
              </a:solidFill>
              <a:ln w="2286">
                <a:solidFill>
                  <a:srgbClr val="0000B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4" name="polygon-573"/>
              <p:cNvSpPr/>
              <p:nvPr/>
            </p:nvSpPr>
            <p:spPr>
              <a:xfrm>
                <a:off x="3108960" y="3630168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AC"/>
              </a:solidFill>
              <a:ln w="2286">
                <a:solidFill>
                  <a:srgbClr val="0000A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5" name="polygon-574"/>
              <p:cNvSpPr/>
              <p:nvPr/>
            </p:nvSpPr>
            <p:spPr>
              <a:xfrm>
                <a:off x="3090672" y="3639312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A1"/>
              </a:solidFill>
              <a:ln w="2286">
                <a:solidFill>
                  <a:srgbClr val="0000A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6" name="polygon-575"/>
              <p:cNvSpPr/>
              <p:nvPr/>
            </p:nvSpPr>
            <p:spPr>
              <a:xfrm>
                <a:off x="3072384" y="3657600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6"/>
              </a:solidFill>
              <a:ln w="2286">
                <a:solidFill>
                  <a:srgbClr val="00009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7" name="polygon-576"/>
              <p:cNvSpPr/>
              <p:nvPr/>
            </p:nvSpPr>
            <p:spPr>
              <a:xfrm>
                <a:off x="3054096" y="3666744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D"/>
              </a:solidFill>
              <a:ln w="2286">
                <a:solidFill>
                  <a:srgbClr val="0000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8" name="polygon-577"/>
              <p:cNvSpPr/>
              <p:nvPr/>
            </p:nvSpPr>
            <p:spPr>
              <a:xfrm>
                <a:off x="3035808" y="3675888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6"/>
              </a:solidFill>
              <a:ln w="2286">
                <a:solidFill>
                  <a:srgbClr val="00008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9" name="polygon-578"/>
              <p:cNvSpPr/>
              <p:nvPr/>
            </p:nvSpPr>
            <p:spPr>
              <a:xfrm>
                <a:off x="3017520" y="3685032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3"/>
              </a:solidFill>
              <a:ln w="2286">
                <a:solidFill>
                  <a:srgbClr val="00008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0" name="polygon-579"/>
              <p:cNvSpPr/>
              <p:nvPr/>
            </p:nvSpPr>
            <p:spPr>
              <a:xfrm>
                <a:off x="3300984" y="356616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6"/>
              </a:solidFill>
              <a:ln w="2286">
                <a:solidFill>
                  <a:srgbClr val="00008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1" name="polygon-580"/>
              <p:cNvSpPr/>
              <p:nvPr/>
            </p:nvSpPr>
            <p:spPr>
              <a:xfrm>
                <a:off x="3282696" y="357530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E"/>
              </a:solidFill>
              <a:ln w="2286">
                <a:solidFill>
                  <a:srgbClr val="00008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2" name="polygon-581"/>
              <p:cNvSpPr/>
              <p:nvPr/>
            </p:nvSpPr>
            <p:spPr>
              <a:xfrm>
                <a:off x="3264408" y="3584448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C"/>
              </a:solidFill>
              <a:ln w="2286">
                <a:solidFill>
                  <a:srgbClr val="00009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3" name="polygon-582"/>
              <p:cNvSpPr/>
              <p:nvPr/>
            </p:nvSpPr>
            <p:spPr>
              <a:xfrm>
                <a:off x="3246120" y="3593592"/>
                <a:ext cx="36576" cy="0"/>
              </a:xfrm>
              <a:custGeom>
                <a:avLst/>
                <a:gdLst/>
                <a:ahLst/>
                <a:cxnLst/>
                <a:rect l="l" t="t" r="r" b="b"/>
                <a:pathLst>
                  <a:path w="4" h="0">
                    <a:moveTo>
                      <a:pt x="2" y="0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F"/>
              </a:solidFill>
              <a:ln w="2286">
                <a:solidFill>
                  <a:srgbClr val="0000A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4" name="polygon-583"/>
              <p:cNvSpPr/>
              <p:nvPr/>
            </p:nvSpPr>
            <p:spPr>
              <a:xfrm>
                <a:off x="3227832" y="3593592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C7"/>
              </a:solidFill>
              <a:ln w="2286">
                <a:solidFill>
                  <a:srgbClr val="0000C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5" name="polygon-584"/>
              <p:cNvSpPr/>
              <p:nvPr/>
            </p:nvSpPr>
            <p:spPr>
              <a:xfrm>
                <a:off x="3209544" y="3602736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DF"/>
              </a:solidFill>
              <a:ln w="2286">
                <a:solidFill>
                  <a:srgbClr val="0000D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6" name="polygon-585"/>
              <p:cNvSpPr/>
              <p:nvPr/>
            </p:nvSpPr>
            <p:spPr>
              <a:xfrm>
                <a:off x="3182112" y="3602736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3" y="1"/>
                    </a:moveTo>
                    <a:lnTo>
                      <a:pt x="5" y="0"/>
                    </a:lnTo>
                    <a:lnTo>
                      <a:pt x="3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F2"/>
              </a:solidFill>
              <a:ln w="2286">
                <a:solidFill>
                  <a:srgbClr val="0000F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7" name="polygon-586"/>
              <p:cNvSpPr/>
              <p:nvPr/>
            </p:nvSpPr>
            <p:spPr>
              <a:xfrm>
                <a:off x="3163824" y="3602736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2" y="1"/>
                    </a:moveTo>
                    <a:lnTo>
                      <a:pt x="5" y="0"/>
                    </a:lnTo>
                    <a:lnTo>
                      <a:pt x="2" y="1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F9"/>
              </a:solidFill>
              <a:ln w="2286">
                <a:solidFill>
                  <a:srgbClr val="0000F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8" name="polygon-587"/>
              <p:cNvSpPr/>
              <p:nvPr/>
            </p:nvSpPr>
            <p:spPr>
              <a:xfrm>
                <a:off x="3145536" y="361188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1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F2"/>
              </a:solidFill>
              <a:ln w="2286">
                <a:solidFill>
                  <a:srgbClr val="0000F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9" name="polygon-588"/>
              <p:cNvSpPr/>
              <p:nvPr/>
            </p:nvSpPr>
            <p:spPr>
              <a:xfrm>
                <a:off x="3127248" y="3630168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DF"/>
              </a:solidFill>
              <a:ln w="2286">
                <a:solidFill>
                  <a:srgbClr val="0000D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0" name="polygon-589"/>
              <p:cNvSpPr/>
              <p:nvPr/>
            </p:nvSpPr>
            <p:spPr>
              <a:xfrm>
                <a:off x="3108960" y="3639312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1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C7"/>
              </a:solidFill>
              <a:ln w="2286">
                <a:solidFill>
                  <a:srgbClr val="0000C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1" name="polygon-590"/>
              <p:cNvSpPr/>
              <p:nvPr/>
            </p:nvSpPr>
            <p:spPr>
              <a:xfrm>
                <a:off x="3090672" y="365760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AF"/>
              </a:solidFill>
              <a:ln w="2286">
                <a:solidFill>
                  <a:srgbClr val="0000A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2" name="polygon-591"/>
              <p:cNvSpPr/>
              <p:nvPr/>
            </p:nvSpPr>
            <p:spPr>
              <a:xfrm>
                <a:off x="3072384" y="366674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C"/>
              </a:solidFill>
              <a:ln w="2286">
                <a:solidFill>
                  <a:srgbClr val="00009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3" name="polygon-592"/>
              <p:cNvSpPr/>
              <p:nvPr/>
            </p:nvSpPr>
            <p:spPr>
              <a:xfrm>
                <a:off x="3054096" y="3675888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8E"/>
              </a:solidFill>
              <a:ln w="2286">
                <a:solidFill>
                  <a:srgbClr val="00008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4" name="polygon-593"/>
              <p:cNvSpPr/>
              <p:nvPr/>
            </p:nvSpPr>
            <p:spPr>
              <a:xfrm>
                <a:off x="3035808" y="3694176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6"/>
              </a:solidFill>
              <a:ln w="2286">
                <a:solidFill>
                  <a:srgbClr val="00008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5" name="polygon-594"/>
              <p:cNvSpPr/>
              <p:nvPr/>
            </p:nvSpPr>
            <p:spPr>
              <a:xfrm>
                <a:off x="3319272" y="357530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D"/>
              </a:solidFill>
              <a:ln w="2286">
                <a:solidFill>
                  <a:srgbClr val="0000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6" name="polygon-595"/>
              <p:cNvSpPr/>
              <p:nvPr/>
            </p:nvSpPr>
            <p:spPr>
              <a:xfrm>
                <a:off x="3300984" y="3584448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C"/>
              </a:solidFill>
              <a:ln w="2286">
                <a:solidFill>
                  <a:srgbClr val="00009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7" name="polygon-596"/>
              <p:cNvSpPr/>
              <p:nvPr/>
            </p:nvSpPr>
            <p:spPr>
              <a:xfrm>
                <a:off x="3282696" y="3593592"/>
                <a:ext cx="36576" cy="0"/>
              </a:xfrm>
              <a:custGeom>
                <a:avLst/>
                <a:gdLst/>
                <a:ahLst/>
                <a:cxnLst/>
                <a:rect l="l" t="t" r="r" b="b"/>
                <a:pathLst>
                  <a:path w="4" h="0">
                    <a:moveTo>
                      <a:pt x="2" y="0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B5"/>
              </a:solidFill>
              <a:ln w="2286">
                <a:solidFill>
                  <a:srgbClr val="0000B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8" name="polygon-597"/>
              <p:cNvSpPr/>
              <p:nvPr/>
            </p:nvSpPr>
            <p:spPr>
              <a:xfrm>
                <a:off x="3264408" y="3593592"/>
                <a:ext cx="36576" cy="0"/>
              </a:xfrm>
              <a:custGeom>
                <a:avLst/>
                <a:gdLst/>
                <a:ahLst/>
                <a:cxnLst/>
                <a:rect l="l" t="t" r="r" b="b"/>
                <a:pathLst>
                  <a:path w="4" h="0">
                    <a:moveTo>
                      <a:pt x="2" y="0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DA"/>
              </a:solidFill>
              <a:ln w="2286">
                <a:solidFill>
                  <a:srgbClr val="0000D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9" name="polygon-598"/>
              <p:cNvSpPr/>
              <p:nvPr/>
            </p:nvSpPr>
            <p:spPr>
              <a:xfrm>
                <a:off x="3246120" y="3593592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9FF"/>
              </a:solidFill>
              <a:ln w="2286">
                <a:solidFill>
                  <a:srgbClr val="0009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0" name="polygon-599"/>
              <p:cNvSpPr/>
              <p:nvPr/>
            </p:nvSpPr>
            <p:spPr>
              <a:xfrm>
                <a:off x="3227832" y="3584448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2"/>
                    </a:moveTo>
                    <a:lnTo>
                      <a:pt x="4" y="1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37FF"/>
              </a:solidFill>
              <a:ln w="2286">
                <a:solidFill>
                  <a:srgbClr val="003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1" name="polygon-600"/>
              <p:cNvSpPr/>
              <p:nvPr/>
            </p:nvSpPr>
            <p:spPr>
              <a:xfrm>
                <a:off x="3209544" y="3584448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2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5AFF"/>
              </a:solidFill>
              <a:ln w="2286">
                <a:solidFill>
                  <a:srgbClr val="005A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2" name="polygon-601"/>
              <p:cNvSpPr/>
              <p:nvPr/>
            </p:nvSpPr>
            <p:spPr>
              <a:xfrm>
                <a:off x="3182112" y="3593592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3" y="1"/>
                    </a:moveTo>
                    <a:lnTo>
                      <a:pt x="5" y="0"/>
                    </a:lnTo>
                    <a:lnTo>
                      <a:pt x="3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67FF"/>
              </a:solidFill>
              <a:ln w="2286">
                <a:solidFill>
                  <a:srgbClr val="006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3" name="polygon-602"/>
              <p:cNvSpPr/>
              <p:nvPr/>
            </p:nvSpPr>
            <p:spPr>
              <a:xfrm>
                <a:off x="3163824" y="3593592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2" y="2"/>
                    </a:moveTo>
                    <a:lnTo>
                      <a:pt x="5" y="0"/>
                    </a:lnTo>
                    <a:lnTo>
                      <a:pt x="2" y="2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5AFF"/>
              </a:solidFill>
              <a:ln w="2286">
                <a:solidFill>
                  <a:srgbClr val="005A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4" name="polygon-603"/>
              <p:cNvSpPr/>
              <p:nvPr/>
            </p:nvSpPr>
            <p:spPr>
              <a:xfrm>
                <a:off x="3145536" y="3611880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2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37FF"/>
              </a:solidFill>
              <a:ln w="2286">
                <a:solidFill>
                  <a:srgbClr val="003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5" name="polygon-604"/>
              <p:cNvSpPr/>
              <p:nvPr/>
            </p:nvSpPr>
            <p:spPr>
              <a:xfrm>
                <a:off x="3127248" y="3630168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1"/>
                    </a:moveTo>
                    <a:lnTo>
                      <a:pt x="4" y="0"/>
                    </a:lnTo>
                    <a:lnTo>
                      <a:pt x="2" y="3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9FF"/>
              </a:solidFill>
              <a:ln w="2286">
                <a:solidFill>
                  <a:srgbClr val="0009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6" name="polygon-605"/>
              <p:cNvSpPr/>
              <p:nvPr/>
            </p:nvSpPr>
            <p:spPr>
              <a:xfrm>
                <a:off x="3108960" y="365760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DA"/>
              </a:solidFill>
              <a:ln w="2286">
                <a:solidFill>
                  <a:srgbClr val="0000D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7" name="polygon-606"/>
              <p:cNvSpPr/>
              <p:nvPr/>
            </p:nvSpPr>
            <p:spPr>
              <a:xfrm>
                <a:off x="3090672" y="3675888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B5"/>
              </a:solidFill>
              <a:ln w="2286">
                <a:solidFill>
                  <a:srgbClr val="0000B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8" name="polygon-607"/>
              <p:cNvSpPr/>
              <p:nvPr/>
            </p:nvSpPr>
            <p:spPr>
              <a:xfrm>
                <a:off x="3072384" y="3685032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C"/>
              </a:solidFill>
              <a:ln w="2286">
                <a:solidFill>
                  <a:srgbClr val="00009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9" name="polygon-608"/>
              <p:cNvSpPr/>
              <p:nvPr/>
            </p:nvSpPr>
            <p:spPr>
              <a:xfrm>
                <a:off x="3054096" y="369417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D"/>
              </a:solidFill>
              <a:ln w="2286">
                <a:solidFill>
                  <a:srgbClr val="0000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0" name="polygon-609"/>
              <p:cNvSpPr/>
              <p:nvPr/>
            </p:nvSpPr>
            <p:spPr>
              <a:xfrm>
                <a:off x="3337560" y="3584448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6"/>
              </a:solidFill>
              <a:ln w="2286">
                <a:solidFill>
                  <a:srgbClr val="00009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1" name="polygon-610"/>
              <p:cNvSpPr/>
              <p:nvPr/>
            </p:nvSpPr>
            <p:spPr>
              <a:xfrm>
                <a:off x="3319272" y="3593592"/>
                <a:ext cx="36576" cy="0"/>
              </a:xfrm>
              <a:custGeom>
                <a:avLst/>
                <a:gdLst/>
                <a:ahLst/>
                <a:cxnLst/>
                <a:rect l="l" t="t" r="r" b="b"/>
                <a:pathLst>
                  <a:path w="4" h="0">
                    <a:moveTo>
                      <a:pt x="2" y="0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F"/>
              </a:solidFill>
              <a:ln w="2286">
                <a:solidFill>
                  <a:srgbClr val="0000A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2" name="polygon-611"/>
              <p:cNvSpPr/>
              <p:nvPr/>
            </p:nvSpPr>
            <p:spPr>
              <a:xfrm>
                <a:off x="3300984" y="3593592"/>
                <a:ext cx="36576" cy="0"/>
              </a:xfrm>
              <a:custGeom>
                <a:avLst/>
                <a:gdLst/>
                <a:ahLst/>
                <a:cxnLst/>
                <a:rect l="l" t="t" r="r" b="b"/>
                <a:pathLst>
                  <a:path w="4" h="0">
                    <a:moveTo>
                      <a:pt x="2" y="0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DA"/>
              </a:solidFill>
              <a:ln w="2286">
                <a:solidFill>
                  <a:srgbClr val="0000D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3" name="polygon-612"/>
              <p:cNvSpPr/>
              <p:nvPr/>
            </p:nvSpPr>
            <p:spPr>
              <a:xfrm>
                <a:off x="3282696" y="3584448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1"/>
                    </a:moveTo>
                    <a:lnTo>
                      <a:pt x="4" y="1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1AFF"/>
              </a:solidFill>
              <a:ln w="2286">
                <a:solidFill>
                  <a:srgbClr val="001A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4" name="polygon-613"/>
              <p:cNvSpPr/>
              <p:nvPr/>
            </p:nvSpPr>
            <p:spPr>
              <a:xfrm>
                <a:off x="3264408" y="357530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2"/>
                    </a:moveTo>
                    <a:lnTo>
                      <a:pt x="4" y="1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67FF"/>
              </a:solidFill>
              <a:ln w="2286">
                <a:solidFill>
                  <a:srgbClr val="006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5" name="polygon-614"/>
              <p:cNvSpPr/>
              <p:nvPr/>
            </p:nvSpPr>
            <p:spPr>
              <a:xfrm>
                <a:off x="3246120" y="3566160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3"/>
                    </a:moveTo>
                    <a:lnTo>
                      <a:pt x="4" y="1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B5FF"/>
              </a:solidFill>
              <a:ln w="2286">
                <a:solidFill>
                  <a:srgbClr val="00B5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6" name="polygon-615"/>
              <p:cNvSpPr/>
              <p:nvPr/>
            </p:nvSpPr>
            <p:spPr>
              <a:xfrm>
                <a:off x="3227832" y="3566160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2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F0FF"/>
              </a:solidFill>
              <a:ln w="2286">
                <a:solidFill>
                  <a:srgbClr val="00F0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7" name="polygon-616"/>
              <p:cNvSpPr/>
              <p:nvPr/>
            </p:nvSpPr>
            <p:spPr>
              <a:xfrm>
                <a:off x="3209544" y="3566160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3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7FFF8"/>
              </a:solidFill>
              <a:ln w="2286">
                <a:solidFill>
                  <a:srgbClr val="07FFF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8" name="polygon-617"/>
              <p:cNvSpPr/>
              <p:nvPr/>
            </p:nvSpPr>
            <p:spPr>
              <a:xfrm>
                <a:off x="3182112" y="3566160"/>
                <a:ext cx="4572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5" h="5">
                    <a:moveTo>
                      <a:pt x="3" y="3"/>
                    </a:moveTo>
                    <a:lnTo>
                      <a:pt x="5" y="0"/>
                    </a:lnTo>
                    <a:lnTo>
                      <a:pt x="3" y="3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00F0FF"/>
              </a:solidFill>
              <a:ln w="2286">
                <a:solidFill>
                  <a:srgbClr val="00F0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9" name="polygon-618"/>
              <p:cNvSpPr/>
              <p:nvPr/>
            </p:nvSpPr>
            <p:spPr>
              <a:xfrm>
                <a:off x="3163824" y="3593592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2" y="2"/>
                    </a:moveTo>
                    <a:lnTo>
                      <a:pt x="5" y="0"/>
                    </a:lnTo>
                    <a:lnTo>
                      <a:pt x="2" y="3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B5FF"/>
              </a:solidFill>
              <a:ln w="2286">
                <a:solidFill>
                  <a:srgbClr val="00B5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0" name="polygon-619"/>
              <p:cNvSpPr/>
              <p:nvPr/>
            </p:nvSpPr>
            <p:spPr>
              <a:xfrm>
                <a:off x="3145536" y="3621024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1"/>
                    </a:moveTo>
                    <a:lnTo>
                      <a:pt x="4" y="0"/>
                    </a:lnTo>
                    <a:lnTo>
                      <a:pt x="2" y="3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67FF"/>
              </a:solidFill>
              <a:ln w="2286">
                <a:solidFill>
                  <a:srgbClr val="006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1" name="polygon-620"/>
              <p:cNvSpPr/>
              <p:nvPr/>
            </p:nvSpPr>
            <p:spPr>
              <a:xfrm>
                <a:off x="3127248" y="3648456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1"/>
                    </a:moveTo>
                    <a:lnTo>
                      <a:pt x="4" y="0"/>
                    </a:lnTo>
                    <a:lnTo>
                      <a:pt x="2" y="3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1AFF"/>
              </a:solidFill>
              <a:ln w="2286">
                <a:solidFill>
                  <a:srgbClr val="001A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2" name="polygon-621"/>
              <p:cNvSpPr/>
              <p:nvPr/>
            </p:nvSpPr>
            <p:spPr>
              <a:xfrm>
                <a:off x="3108960" y="3675888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DA"/>
              </a:solidFill>
              <a:ln w="2286">
                <a:solidFill>
                  <a:srgbClr val="0000D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3" name="polygon-622"/>
              <p:cNvSpPr/>
              <p:nvPr/>
            </p:nvSpPr>
            <p:spPr>
              <a:xfrm>
                <a:off x="3090672" y="369417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AF"/>
              </a:solidFill>
              <a:ln w="2286">
                <a:solidFill>
                  <a:srgbClr val="0000A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4" name="polygon-623"/>
              <p:cNvSpPr/>
              <p:nvPr/>
            </p:nvSpPr>
            <p:spPr>
              <a:xfrm>
                <a:off x="3072384" y="370332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6"/>
              </a:solidFill>
              <a:ln w="2286">
                <a:solidFill>
                  <a:srgbClr val="00009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5" name="polygon-624"/>
              <p:cNvSpPr/>
              <p:nvPr/>
            </p:nvSpPr>
            <p:spPr>
              <a:xfrm>
                <a:off x="3355848" y="3593592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1"/>
              </a:solidFill>
              <a:ln w="2286">
                <a:solidFill>
                  <a:srgbClr val="0000A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6" name="polygon-625"/>
              <p:cNvSpPr/>
              <p:nvPr/>
            </p:nvSpPr>
            <p:spPr>
              <a:xfrm>
                <a:off x="3337560" y="3593592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C7"/>
              </a:solidFill>
              <a:ln w="2286">
                <a:solidFill>
                  <a:srgbClr val="0000C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7" name="polygon-626"/>
              <p:cNvSpPr/>
              <p:nvPr/>
            </p:nvSpPr>
            <p:spPr>
              <a:xfrm>
                <a:off x="3319272" y="3593592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9FF"/>
              </a:solidFill>
              <a:ln w="2286">
                <a:solidFill>
                  <a:srgbClr val="0009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8" name="polygon-627"/>
              <p:cNvSpPr/>
              <p:nvPr/>
            </p:nvSpPr>
            <p:spPr>
              <a:xfrm>
                <a:off x="3300984" y="357530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2"/>
                    </a:moveTo>
                    <a:lnTo>
                      <a:pt x="4" y="2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67FF"/>
              </a:solidFill>
              <a:ln w="2286">
                <a:solidFill>
                  <a:srgbClr val="006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9" name="polygon-628"/>
              <p:cNvSpPr/>
              <p:nvPr/>
            </p:nvSpPr>
            <p:spPr>
              <a:xfrm>
                <a:off x="3282696" y="3557016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3"/>
                    </a:moveTo>
                    <a:lnTo>
                      <a:pt x="4" y="2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DBFF"/>
              </a:solidFill>
              <a:ln w="2286">
                <a:solidFill>
                  <a:srgbClr val="00DB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0" name="polygon-629"/>
              <p:cNvSpPr/>
              <p:nvPr/>
            </p:nvSpPr>
            <p:spPr>
              <a:xfrm>
                <a:off x="3264408" y="3538728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4"/>
                    </a:moveTo>
                    <a:lnTo>
                      <a:pt x="4" y="2"/>
                    </a:lnTo>
                    <a:lnTo>
                      <a:pt x="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51FFAE"/>
              </a:solidFill>
              <a:ln w="2286">
                <a:solidFill>
                  <a:srgbClr val="51FFA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1" name="polygon-630"/>
              <p:cNvSpPr/>
              <p:nvPr/>
            </p:nvSpPr>
            <p:spPr>
              <a:xfrm>
                <a:off x="3246120" y="3529584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4"/>
                    </a:moveTo>
                    <a:lnTo>
                      <a:pt x="4" y="1"/>
                    </a:lnTo>
                    <a:lnTo>
                      <a:pt x="2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AAFF55"/>
              </a:solidFill>
              <a:ln w="2286">
                <a:solidFill>
                  <a:srgbClr val="AAFF5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2" name="polygon-631"/>
              <p:cNvSpPr/>
              <p:nvPr/>
            </p:nvSpPr>
            <p:spPr>
              <a:xfrm>
                <a:off x="3227832" y="3529584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CBFF34"/>
              </a:solidFill>
              <a:ln w="2286">
                <a:solidFill>
                  <a:srgbClr val="CBFF3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3" name="polygon-632"/>
              <p:cNvSpPr/>
              <p:nvPr/>
            </p:nvSpPr>
            <p:spPr>
              <a:xfrm>
                <a:off x="3209544" y="3538728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3"/>
                    </a:moveTo>
                    <a:lnTo>
                      <a:pt x="4" y="0"/>
                    </a:lnTo>
                    <a:lnTo>
                      <a:pt x="2" y="3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AAFF55"/>
              </a:solidFill>
              <a:ln w="2286">
                <a:solidFill>
                  <a:srgbClr val="AAFF5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4" name="polygon-633"/>
              <p:cNvSpPr/>
              <p:nvPr/>
            </p:nvSpPr>
            <p:spPr>
              <a:xfrm>
                <a:off x="3182112" y="3566160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3" y="3"/>
                    </a:moveTo>
                    <a:lnTo>
                      <a:pt x="5" y="0"/>
                    </a:lnTo>
                    <a:lnTo>
                      <a:pt x="3" y="3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51FFAE"/>
              </a:solidFill>
              <a:ln w="2286">
                <a:solidFill>
                  <a:srgbClr val="51FFA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5" name="polygon-634"/>
              <p:cNvSpPr/>
              <p:nvPr/>
            </p:nvSpPr>
            <p:spPr>
              <a:xfrm>
                <a:off x="3163824" y="3593592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2" y="3"/>
                    </a:moveTo>
                    <a:lnTo>
                      <a:pt x="5" y="0"/>
                    </a:lnTo>
                    <a:lnTo>
                      <a:pt x="2" y="4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DBFF"/>
              </a:solidFill>
              <a:ln w="2286">
                <a:solidFill>
                  <a:srgbClr val="00DB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6" name="polygon-635"/>
              <p:cNvSpPr/>
              <p:nvPr/>
            </p:nvSpPr>
            <p:spPr>
              <a:xfrm>
                <a:off x="3145536" y="3630168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2"/>
                    </a:moveTo>
                    <a:lnTo>
                      <a:pt x="4" y="0"/>
                    </a:lnTo>
                    <a:lnTo>
                      <a:pt x="2" y="4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0067FF"/>
              </a:solidFill>
              <a:ln w="2286">
                <a:solidFill>
                  <a:srgbClr val="006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7" name="polygon-636"/>
              <p:cNvSpPr/>
              <p:nvPr/>
            </p:nvSpPr>
            <p:spPr>
              <a:xfrm>
                <a:off x="3127248" y="3666744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1"/>
                    </a:moveTo>
                    <a:lnTo>
                      <a:pt x="4" y="0"/>
                    </a:lnTo>
                    <a:lnTo>
                      <a:pt x="2" y="3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9FF"/>
              </a:solidFill>
              <a:ln w="2286">
                <a:solidFill>
                  <a:srgbClr val="0009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8" name="polygon-637"/>
              <p:cNvSpPr/>
              <p:nvPr/>
            </p:nvSpPr>
            <p:spPr>
              <a:xfrm>
                <a:off x="3108960" y="369417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C7"/>
              </a:solidFill>
              <a:ln w="2286">
                <a:solidFill>
                  <a:srgbClr val="0000C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9" name="polygon-638"/>
              <p:cNvSpPr/>
              <p:nvPr/>
            </p:nvSpPr>
            <p:spPr>
              <a:xfrm>
                <a:off x="3090672" y="371246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A1"/>
              </a:solidFill>
              <a:ln w="2286">
                <a:solidFill>
                  <a:srgbClr val="0000A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0" name="polygon-639"/>
              <p:cNvSpPr/>
              <p:nvPr/>
            </p:nvSpPr>
            <p:spPr>
              <a:xfrm>
                <a:off x="3374136" y="3602736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2" y="0"/>
                    </a:moveTo>
                    <a:lnTo>
                      <a:pt x="5" y="0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C"/>
              </a:solidFill>
              <a:ln w="2286">
                <a:solidFill>
                  <a:srgbClr val="0000A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1" name="polygon-640"/>
              <p:cNvSpPr/>
              <p:nvPr/>
            </p:nvSpPr>
            <p:spPr>
              <a:xfrm>
                <a:off x="3355848" y="3602736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DF"/>
              </a:solidFill>
              <a:ln w="2286">
                <a:solidFill>
                  <a:srgbClr val="0000D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2" name="polygon-641"/>
              <p:cNvSpPr/>
              <p:nvPr/>
            </p:nvSpPr>
            <p:spPr>
              <a:xfrm>
                <a:off x="3337560" y="3584448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2"/>
                    </a:moveTo>
                    <a:lnTo>
                      <a:pt x="4" y="2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7FF"/>
              </a:solidFill>
              <a:ln w="2286">
                <a:solidFill>
                  <a:srgbClr val="003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3" name="polygon-642"/>
              <p:cNvSpPr/>
              <p:nvPr/>
            </p:nvSpPr>
            <p:spPr>
              <a:xfrm>
                <a:off x="3319272" y="3566160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3"/>
                    </a:moveTo>
                    <a:lnTo>
                      <a:pt x="4" y="2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B5FF"/>
              </a:solidFill>
              <a:ln w="2286">
                <a:solidFill>
                  <a:srgbClr val="00B5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4" name="polygon-643"/>
              <p:cNvSpPr/>
              <p:nvPr/>
            </p:nvSpPr>
            <p:spPr>
              <a:xfrm>
                <a:off x="3300984" y="3538728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4"/>
                    </a:moveTo>
                    <a:lnTo>
                      <a:pt x="4" y="3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51FFAE"/>
              </a:solidFill>
              <a:ln w="2286">
                <a:solidFill>
                  <a:srgbClr val="51FFA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5" name="polygon-644"/>
              <p:cNvSpPr/>
              <p:nvPr/>
            </p:nvSpPr>
            <p:spPr>
              <a:xfrm>
                <a:off x="3282696" y="3511296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5"/>
                    </a:moveTo>
                    <a:lnTo>
                      <a:pt x="4" y="3"/>
                    </a:lnTo>
                    <a:lnTo>
                      <a:pt x="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EEFF11"/>
              </a:solidFill>
              <a:ln w="2286">
                <a:solidFill>
                  <a:srgbClr val="EEFF1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6" name="polygon-645"/>
              <p:cNvSpPr/>
              <p:nvPr/>
            </p:nvSpPr>
            <p:spPr>
              <a:xfrm>
                <a:off x="3264408" y="3502152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4"/>
                    </a:moveTo>
                    <a:lnTo>
                      <a:pt x="4" y="1"/>
                    </a:lnTo>
                    <a:lnTo>
                      <a:pt x="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FF9900"/>
              </a:solidFill>
              <a:ln w="2286">
                <a:solidFill>
                  <a:srgbClr val="FF99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7" name="polygon-646"/>
              <p:cNvSpPr/>
              <p:nvPr/>
            </p:nvSpPr>
            <p:spPr>
              <a:xfrm>
                <a:off x="3246120" y="3502152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3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FF6D00"/>
              </a:solidFill>
              <a:ln w="2286">
                <a:solidFill>
                  <a:srgbClr val="FF6D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8" name="polygon-647"/>
              <p:cNvSpPr/>
              <p:nvPr/>
            </p:nvSpPr>
            <p:spPr>
              <a:xfrm>
                <a:off x="3227832" y="3511296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3"/>
                    </a:moveTo>
                    <a:lnTo>
                      <a:pt x="4" y="0"/>
                    </a:lnTo>
                    <a:lnTo>
                      <a:pt x="2" y="3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9900"/>
              </a:solidFill>
              <a:ln w="2286">
                <a:solidFill>
                  <a:srgbClr val="FF99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9" name="polygon-648"/>
              <p:cNvSpPr/>
              <p:nvPr/>
            </p:nvSpPr>
            <p:spPr>
              <a:xfrm>
                <a:off x="3209544" y="3538728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3"/>
                    </a:moveTo>
                    <a:lnTo>
                      <a:pt x="4" y="0"/>
                    </a:lnTo>
                    <a:lnTo>
                      <a:pt x="2" y="4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EEFF11"/>
              </a:solidFill>
              <a:ln w="2286">
                <a:solidFill>
                  <a:srgbClr val="EEFF1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0" name="polygon-649"/>
              <p:cNvSpPr/>
              <p:nvPr/>
            </p:nvSpPr>
            <p:spPr>
              <a:xfrm>
                <a:off x="3182112" y="3575304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3" y="2"/>
                    </a:moveTo>
                    <a:lnTo>
                      <a:pt x="5" y="0"/>
                    </a:lnTo>
                    <a:lnTo>
                      <a:pt x="3" y="5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51FFAE"/>
              </a:solidFill>
              <a:ln w="2286">
                <a:solidFill>
                  <a:srgbClr val="51FFA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1" name="polygon-650"/>
              <p:cNvSpPr/>
              <p:nvPr/>
            </p:nvSpPr>
            <p:spPr>
              <a:xfrm>
                <a:off x="3163824" y="3621024"/>
                <a:ext cx="4572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5" h="5">
                    <a:moveTo>
                      <a:pt x="2" y="1"/>
                    </a:moveTo>
                    <a:lnTo>
                      <a:pt x="5" y="0"/>
                    </a:lnTo>
                    <a:lnTo>
                      <a:pt x="2" y="5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00B5FF"/>
              </a:solidFill>
              <a:ln w="2286">
                <a:solidFill>
                  <a:srgbClr val="00B5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2" name="polygon-651"/>
              <p:cNvSpPr/>
              <p:nvPr/>
            </p:nvSpPr>
            <p:spPr>
              <a:xfrm>
                <a:off x="3145536" y="3666744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0"/>
                    </a:lnTo>
                    <a:lnTo>
                      <a:pt x="2" y="3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37FF"/>
              </a:solidFill>
              <a:ln w="2286">
                <a:solidFill>
                  <a:srgbClr val="003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3" name="polygon-652"/>
              <p:cNvSpPr/>
              <p:nvPr/>
            </p:nvSpPr>
            <p:spPr>
              <a:xfrm>
                <a:off x="3127248" y="3694176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0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DF"/>
              </a:solidFill>
              <a:ln w="2286">
                <a:solidFill>
                  <a:srgbClr val="0000D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4" name="polygon-653"/>
              <p:cNvSpPr/>
              <p:nvPr/>
            </p:nvSpPr>
            <p:spPr>
              <a:xfrm>
                <a:off x="3108960" y="3712464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1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AC"/>
              </a:solidFill>
              <a:ln w="2286">
                <a:solidFill>
                  <a:srgbClr val="0000A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5" name="polygon-654"/>
              <p:cNvSpPr/>
              <p:nvPr/>
            </p:nvSpPr>
            <p:spPr>
              <a:xfrm>
                <a:off x="3392424" y="3602736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3" y="0"/>
                    </a:moveTo>
                    <a:lnTo>
                      <a:pt x="5" y="1"/>
                    </a:lnTo>
                    <a:lnTo>
                      <a:pt x="3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B5"/>
              </a:solidFill>
              <a:ln w="2286">
                <a:solidFill>
                  <a:srgbClr val="0000B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6" name="polygon-655"/>
              <p:cNvSpPr/>
              <p:nvPr/>
            </p:nvSpPr>
            <p:spPr>
              <a:xfrm>
                <a:off x="3374136" y="3602736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2" y="1"/>
                    </a:moveTo>
                    <a:lnTo>
                      <a:pt x="5" y="1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F2"/>
              </a:solidFill>
              <a:ln w="2286">
                <a:solidFill>
                  <a:srgbClr val="0000F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7" name="polygon-656"/>
              <p:cNvSpPr/>
              <p:nvPr/>
            </p:nvSpPr>
            <p:spPr>
              <a:xfrm>
                <a:off x="3355848" y="3584448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2"/>
                    </a:moveTo>
                    <a:lnTo>
                      <a:pt x="4" y="2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5AFF"/>
              </a:solidFill>
              <a:ln w="2286">
                <a:solidFill>
                  <a:srgbClr val="005A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8" name="polygon-657"/>
              <p:cNvSpPr/>
              <p:nvPr/>
            </p:nvSpPr>
            <p:spPr>
              <a:xfrm>
                <a:off x="3337560" y="3566160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2"/>
                    </a:moveTo>
                    <a:lnTo>
                      <a:pt x="4" y="3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F0FF"/>
              </a:solidFill>
              <a:ln w="2286">
                <a:solidFill>
                  <a:srgbClr val="00F0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9" name="polygon-658"/>
              <p:cNvSpPr/>
              <p:nvPr/>
            </p:nvSpPr>
            <p:spPr>
              <a:xfrm>
                <a:off x="3319272" y="3529584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4"/>
                    </a:moveTo>
                    <a:lnTo>
                      <a:pt x="4" y="4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AAFF55"/>
              </a:solidFill>
              <a:ln w="2286">
                <a:solidFill>
                  <a:srgbClr val="AAFF5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0" name="polygon-659"/>
              <p:cNvSpPr/>
              <p:nvPr/>
            </p:nvSpPr>
            <p:spPr>
              <a:xfrm>
                <a:off x="3300984" y="3502152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4"/>
                    </a:moveTo>
                    <a:lnTo>
                      <a:pt x="4" y="3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9900"/>
              </a:solidFill>
              <a:ln w="2286">
                <a:solidFill>
                  <a:srgbClr val="FF99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1" name="polygon-660"/>
              <p:cNvSpPr/>
              <p:nvPr/>
            </p:nvSpPr>
            <p:spPr>
              <a:xfrm>
                <a:off x="3282696" y="3483864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3"/>
                    </a:moveTo>
                    <a:lnTo>
                      <a:pt x="4" y="2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0C00"/>
              </a:solidFill>
              <a:ln w="2286">
                <a:solidFill>
                  <a:srgbClr val="FF0C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2" name="polygon-661"/>
              <p:cNvSpPr/>
              <p:nvPr/>
            </p:nvSpPr>
            <p:spPr>
              <a:xfrm>
                <a:off x="3264408" y="3483864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2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D60000"/>
              </a:solidFill>
              <a:ln w="2286">
                <a:solidFill>
                  <a:srgbClr val="D6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3" name="polygon-662"/>
              <p:cNvSpPr/>
              <p:nvPr/>
            </p:nvSpPr>
            <p:spPr>
              <a:xfrm>
                <a:off x="3246120" y="3493008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2"/>
                    </a:moveTo>
                    <a:lnTo>
                      <a:pt x="4" y="0"/>
                    </a:lnTo>
                    <a:lnTo>
                      <a:pt x="2" y="4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0C00"/>
              </a:solidFill>
              <a:ln w="2286">
                <a:solidFill>
                  <a:srgbClr val="FF0C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4" name="polygon-663"/>
              <p:cNvSpPr/>
              <p:nvPr/>
            </p:nvSpPr>
            <p:spPr>
              <a:xfrm>
                <a:off x="3227832" y="3529584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1"/>
                    </a:moveTo>
                    <a:lnTo>
                      <a:pt x="4" y="0"/>
                    </a:lnTo>
                    <a:lnTo>
                      <a:pt x="2" y="5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9900"/>
              </a:solidFill>
              <a:ln w="2286">
                <a:solidFill>
                  <a:srgbClr val="FF99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5" name="polygon-664"/>
              <p:cNvSpPr/>
              <p:nvPr/>
            </p:nvSpPr>
            <p:spPr>
              <a:xfrm>
                <a:off x="3209544" y="3575304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0"/>
                    </a:lnTo>
                    <a:lnTo>
                      <a:pt x="2" y="5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AAFF55"/>
              </a:solidFill>
              <a:ln w="2286">
                <a:solidFill>
                  <a:srgbClr val="AAFF5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6" name="polygon-665"/>
              <p:cNvSpPr/>
              <p:nvPr/>
            </p:nvSpPr>
            <p:spPr>
              <a:xfrm>
                <a:off x="3182112" y="3621024"/>
                <a:ext cx="4572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5" h="5">
                    <a:moveTo>
                      <a:pt x="3" y="0"/>
                    </a:moveTo>
                    <a:lnTo>
                      <a:pt x="5" y="0"/>
                    </a:lnTo>
                    <a:lnTo>
                      <a:pt x="3" y="5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00F0FF"/>
              </a:solidFill>
              <a:ln w="2286">
                <a:solidFill>
                  <a:srgbClr val="00F0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7" name="polygon-666"/>
              <p:cNvSpPr/>
              <p:nvPr/>
            </p:nvSpPr>
            <p:spPr>
              <a:xfrm>
                <a:off x="3163824" y="3666744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2" y="0"/>
                    </a:moveTo>
                    <a:lnTo>
                      <a:pt x="5" y="0"/>
                    </a:lnTo>
                    <a:lnTo>
                      <a:pt x="2" y="4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5AFF"/>
              </a:solidFill>
              <a:ln w="2286">
                <a:solidFill>
                  <a:srgbClr val="005A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8" name="polygon-667"/>
              <p:cNvSpPr/>
              <p:nvPr/>
            </p:nvSpPr>
            <p:spPr>
              <a:xfrm>
                <a:off x="3145536" y="3694176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1"/>
                    </a:lnTo>
                    <a:lnTo>
                      <a:pt x="2" y="4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F2"/>
              </a:solidFill>
              <a:ln w="2286">
                <a:solidFill>
                  <a:srgbClr val="0000F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9" name="polygon-668"/>
              <p:cNvSpPr/>
              <p:nvPr/>
            </p:nvSpPr>
            <p:spPr>
              <a:xfrm>
                <a:off x="3127248" y="3721608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1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B5"/>
              </a:solidFill>
              <a:ln w="2286">
                <a:solidFill>
                  <a:srgbClr val="0000B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0" name="polygon-669"/>
              <p:cNvSpPr/>
              <p:nvPr/>
            </p:nvSpPr>
            <p:spPr>
              <a:xfrm>
                <a:off x="3419856" y="3611880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B8"/>
              </a:solidFill>
              <a:ln w="2286">
                <a:solidFill>
                  <a:srgbClr val="0000B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1" name="polygon-670"/>
              <p:cNvSpPr/>
              <p:nvPr/>
            </p:nvSpPr>
            <p:spPr>
              <a:xfrm>
                <a:off x="3392424" y="3602736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3" y="1"/>
                    </a:moveTo>
                    <a:lnTo>
                      <a:pt x="5" y="2"/>
                    </a:lnTo>
                    <a:lnTo>
                      <a:pt x="3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F9"/>
              </a:solidFill>
              <a:ln w="2286">
                <a:solidFill>
                  <a:srgbClr val="0000F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2" name="polygon-671"/>
              <p:cNvSpPr/>
              <p:nvPr/>
            </p:nvSpPr>
            <p:spPr>
              <a:xfrm>
                <a:off x="3374136" y="3593592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2" y="1"/>
                    </a:moveTo>
                    <a:lnTo>
                      <a:pt x="5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67FF"/>
              </a:solidFill>
              <a:ln w="2286">
                <a:solidFill>
                  <a:srgbClr val="006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3" name="polygon-672"/>
              <p:cNvSpPr/>
              <p:nvPr/>
            </p:nvSpPr>
            <p:spPr>
              <a:xfrm>
                <a:off x="3355848" y="3566160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3"/>
                    </a:moveTo>
                    <a:lnTo>
                      <a:pt x="4" y="3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7FFF8"/>
              </a:solidFill>
              <a:ln w="2286">
                <a:solidFill>
                  <a:srgbClr val="07FFF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4" name="polygon-673"/>
              <p:cNvSpPr/>
              <p:nvPr/>
            </p:nvSpPr>
            <p:spPr>
              <a:xfrm>
                <a:off x="3337560" y="3529584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4"/>
                    </a:moveTo>
                    <a:lnTo>
                      <a:pt x="4" y="4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BFF34"/>
              </a:solidFill>
              <a:ln w="2286">
                <a:solidFill>
                  <a:srgbClr val="CBFF3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5" name="polygon-674"/>
              <p:cNvSpPr/>
              <p:nvPr/>
            </p:nvSpPr>
            <p:spPr>
              <a:xfrm>
                <a:off x="3319272" y="3502152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3"/>
                    </a:moveTo>
                    <a:lnTo>
                      <a:pt x="4" y="4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6D00"/>
              </a:solidFill>
              <a:ln w="2286">
                <a:solidFill>
                  <a:srgbClr val="FF6D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6" name="polygon-675"/>
              <p:cNvSpPr/>
              <p:nvPr/>
            </p:nvSpPr>
            <p:spPr>
              <a:xfrm>
                <a:off x="3300984" y="3483864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2"/>
                    </a:moveTo>
                    <a:lnTo>
                      <a:pt x="4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60000"/>
              </a:solidFill>
              <a:ln w="2286">
                <a:solidFill>
                  <a:srgbClr val="D6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7" name="polygon-676"/>
              <p:cNvSpPr/>
              <p:nvPr/>
            </p:nvSpPr>
            <p:spPr>
              <a:xfrm>
                <a:off x="3282696" y="348386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9E0000"/>
              </a:solidFill>
              <a:ln w="2286">
                <a:solidFill>
                  <a:srgbClr val="9E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8" name="polygon-677"/>
              <p:cNvSpPr/>
              <p:nvPr/>
            </p:nvSpPr>
            <p:spPr>
              <a:xfrm>
                <a:off x="3264408" y="3493008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1"/>
                    </a:lnTo>
                    <a:lnTo>
                      <a:pt x="2" y="5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D60000"/>
              </a:solidFill>
              <a:ln w="2286">
                <a:solidFill>
                  <a:srgbClr val="D6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9" name="polygon-678"/>
              <p:cNvSpPr/>
              <p:nvPr/>
            </p:nvSpPr>
            <p:spPr>
              <a:xfrm>
                <a:off x="3246120" y="3529584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0"/>
                    </a:moveTo>
                    <a:lnTo>
                      <a:pt x="4" y="1"/>
                    </a:lnTo>
                    <a:lnTo>
                      <a:pt x="2" y="6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6D00"/>
              </a:solidFill>
              <a:ln w="2286">
                <a:solidFill>
                  <a:srgbClr val="FF6D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0" name="polygon-679"/>
              <p:cNvSpPr/>
              <p:nvPr/>
            </p:nvSpPr>
            <p:spPr>
              <a:xfrm>
                <a:off x="3227832" y="3575304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0"/>
                    </a:moveTo>
                    <a:lnTo>
                      <a:pt x="4" y="1"/>
                    </a:lnTo>
                    <a:lnTo>
                      <a:pt x="2" y="6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CBFF34"/>
              </a:solidFill>
              <a:ln w="2286">
                <a:solidFill>
                  <a:srgbClr val="CBFF3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1" name="polygon-680"/>
              <p:cNvSpPr/>
              <p:nvPr/>
            </p:nvSpPr>
            <p:spPr>
              <a:xfrm>
                <a:off x="3209544" y="3621024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0"/>
                    </a:moveTo>
                    <a:lnTo>
                      <a:pt x="4" y="1"/>
                    </a:lnTo>
                    <a:lnTo>
                      <a:pt x="2" y="6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07FFF8"/>
              </a:solidFill>
              <a:ln w="2286">
                <a:solidFill>
                  <a:srgbClr val="07FFF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2" name="polygon-681"/>
              <p:cNvSpPr/>
              <p:nvPr/>
            </p:nvSpPr>
            <p:spPr>
              <a:xfrm>
                <a:off x="3182112" y="3666744"/>
                <a:ext cx="4572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5" h="5">
                    <a:moveTo>
                      <a:pt x="3" y="0"/>
                    </a:moveTo>
                    <a:lnTo>
                      <a:pt x="5" y="1"/>
                    </a:lnTo>
                    <a:lnTo>
                      <a:pt x="3" y="5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67FF"/>
              </a:solidFill>
              <a:ln w="2286">
                <a:solidFill>
                  <a:srgbClr val="006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3" name="polygon-682"/>
              <p:cNvSpPr/>
              <p:nvPr/>
            </p:nvSpPr>
            <p:spPr>
              <a:xfrm>
                <a:off x="3163824" y="3703320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2" y="0"/>
                    </a:moveTo>
                    <a:lnTo>
                      <a:pt x="5" y="1"/>
                    </a:lnTo>
                    <a:lnTo>
                      <a:pt x="2" y="4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F9"/>
              </a:solidFill>
              <a:ln w="2286">
                <a:solidFill>
                  <a:srgbClr val="0000F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4" name="polygon-683"/>
              <p:cNvSpPr/>
              <p:nvPr/>
            </p:nvSpPr>
            <p:spPr>
              <a:xfrm>
                <a:off x="3145536" y="3730752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1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B8"/>
              </a:solidFill>
              <a:ln w="2286">
                <a:solidFill>
                  <a:srgbClr val="0000B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5" name="polygon-684"/>
              <p:cNvSpPr/>
              <p:nvPr/>
            </p:nvSpPr>
            <p:spPr>
              <a:xfrm>
                <a:off x="3438144" y="3621024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B5"/>
              </a:solidFill>
              <a:ln w="2286">
                <a:solidFill>
                  <a:srgbClr val="0000B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6" name="polygon-685"/>
              <p:cNvSpPr/>
              <p:nvPr/>
            </p:nvSpPr>
            <p:spPr>
              <a:xfrm>
                <a:off x="3419856" y="361188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1"/>
                    </a:moveTo>
                    <a:lnTo>
                      <a:pt x="4" y="2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F2"/>
              </a:solidFill>
              <a:ln w="2286">
                <a:solidFill>
                  <a:srgbClr val="0000F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7" name="polygon-686"/>
              <p:cNvSpPr/>
              <p:nvPr/>
            </p:nvSpPr>
            <p:spPr>
              <a:xfrm>
                <a:off x="3392424" y="3593592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3" y="2"/>
                    </a:moveTo>
                    <a:lnTo>
                      <a:pt x="5" y="4"/>
                    </a:lnTo>
                    <a:lnTo>
                      <a:pt x="3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5AFF"/>
              </a:solidFill>
              <a:ln w="2286">
                <a:solidFill>
                  <a:srgbClr val="005A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8" name="polygon-687"/>
              <p:cNvSpPr/>
              <p:nvPr/>
            </p:nvSpPr>
            <p:spPr>
              <a:xfrm>
                <a:off x="3374136" y="3566160"/>
                <a:ext cx="4572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5" h="5">
                    <a:moveTo>
                      <a:pt x="2" y="3"/>
                    </a:moveTo>
                    <a:lnTo>
                      <a:pt x="5" y="5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F0FF"/>
              </a:solidFill>
              <a:ln w="2286">
                <a:solidFill>
                  <a:srgbClr val="00F0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9" name="polygon-688"/>
              <p:cNvSpPr/>
              <p:nvPr/>
            </p:nvSpPr>
            <p:spPr>
              <a:xfrm>
                <a:off x="3355848" y="3538728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3"/>
                    </a:moveTo>
                    <a:lnTo>
                      <a:pt x="4" y="6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AFF55"/>
              </a:solidFill>
              <a:ln w="2286">
                <a:solidFill>
                  <a:srgbClr val="AAFF5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0" name="polygon-689"/>
              <p:cNvSpPr/>
              <p:nvPr/>
            </p:nvSpPr>
            <p:spPr>
              <a:xfrm>
                <a:off x="3337560" y="3511296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3"/>
                    </a:moveTo>
                    <a:lnTo>
                      <a:pt x="4" y="6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900"/>
              </a:solidFill>
              <a:ln w="2286">
                <a:solidFill>
                  <a:srgbClr val="FF99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1" name="polygon-690"/>
              <p:cNvSpPr/>
              <p:nvPr/>
            </p:nvSpPr>
            <p:spPr>
              <a:xfrm>
                <a:off x="3319272" y="3493008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2"/>
                    </a:moveTo>
                    <a:lnTo>
                      <a:pt x="4" y="5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0C00"/>
              </a:solidFill>
              <a:ln w="2286">
                <a:solidFill>
                  <a:srgbClr val="FF0C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2" name="polygon-691"/>
              <p:cNvSpPr/>
              <p:nvPr/>
            </p:nvSpPr>
            <p:spPr>
              <a:xfrm>
                <a:off x="3300984" y="3493008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4"/>
                    </a:lnTo>
                    <a:lnTo>
                      <a:pt x="2" y="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D60000"/>
              </a:solidFill>
              <a:ln w="2286">
                <a:solidFill>
                  <a:srgbClr val="D6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3" name="polygon-692"/>
              <p:cNvSpPr/>
              <p:nvPr/>
            </p:nvSpPr>
            <p:spPr>
              <a:xfrm>
                <a:off x="3282696" y="3502152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4"/>
                    </a:lnTo>
                    <a:lnTo>
                      <a:pt x="2" y="7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FF0C00"/>
              </a:solidFill>
              <a:ln w="2286">
                <a:solidFill>
                  <a:srgbClr val="FF0C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4" name="polygon-693"/>
              <p:cNvSpPr/>
              <p:nvPr/>
            </p:nvSpPr>
            <p:spPr>
              <a:xfrm>
                <a:off x="3264408" y="3538728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3"/>
                    </a:lnTo>
                    <a:lnTo>
                      <a:pt x="2" y="7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9900"/>
              </a:solidFill>
              <a:ln w="2286">
                <a:solidFill>
                  <a:srgbClr val="FF99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5" name="polygon-694"/>
              <p:cNvSpPr/>
              <p:nvPr/>
            </p:nvSpPr>
            <p:spPr>
              <a:xfrm>
                <a:off x="3246120" y="3584448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2"/>
                    </a:lnTo>
                    <a:lnTo>
                      <a:pt x="2" y="7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AAFF55"/>
              </a:solidFill>
              <a:ln w="2286">
                <a:solidFill>
                  <a:srgbClr val="AAFF5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6" name="polygon-695"/>
              <p:cNvSpPr/>
              <p:nvPr/>
            </p:nvSpPr>
            <p:spPr>
              <a:xfrm>
                <a:off x="3227832" y="3630168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2"/>
                    </a:lnTo>
                    <a:lnTo>
                      <a:pt x="2" y="7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00F0FF"/>
              </a:solidFill>
              <a:ln w="2286">
                <a:solidFill>
                  <a:srgbClr val="00F0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7" name="polygon-696"/>
              <p:cNvSpPr/>
              <p:nvPr/>
            </p:nvSpPr>
            <p:spPr>
              <a:xfrm>
                <a:off x="3209544" y="3675888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2"/>
                    </a:lnTo>
                    <a:lnTo>
                      <a:pt x="2" y="5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5AFF"/>
              </a:solidFill>
              <a:ln w="2286">
                <a:solidFill>
                  <a:srgbClr val="005A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8" name="polygon-697"/>
              <p:cNvSpPr/>
              <p:nvPr/>
            </p:nvSpPr>
            <p:spPr>
              <a:xfrm>
                <a:off x="3182112" y="3712464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3" y="0"/>
                    </a:moveTo>
                    <a:lnTo>
                      <a:pt x="5" y="1"/>
                    </a:lnTo>
                    <a:lnTo>
                      <a:pt x="3" y="4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F2"/>
              </a:solidFill>
              <a:ln w="2286">
                <a:solidFill>
                  <a:srgbClr val="0000F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9" name="polygon-698"/>
              <p:cNvSpPr/>
              <p:nvPr/>
            </p:nvSpPr>
            <p:spPr>
              <a:xfrm>
                <a:off x="3163824" y="3739896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2" y="0"/>
                    </a:moveTo>
                    <a:lnTo>
                      <a:pt x="5" y="1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B5"/>
              </a:solidFill>
              <a:ln w="2286">
                <a:solidFill>
                  <a:srgbClr val="0000B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0" name="polygon-699"/>
              <p:cNvSpPr/>
              <p:nvPr/>
            </p:nvSpPr>
            <p:spPr>
              <a:xfrm>
                <a:off x="3456432" y="3630168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C"/>
              </a:solidFill>
              <a:ln w="2286">
                <a:solidFill>
                  <a:srgbClr val="0000A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1" name="polygon-700"/>
              <p:cNvSpPr/>
              <p:nvPr/>
            </p:nvSpPr>
            <p:spPr>
              <a:xfrm>
                <a:off x="3438144" y="3630168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2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DF"/>
              </a:solidFill>
              <a:ln w="2286">
                <a:solidFill>
                  <a:srgbClr val="0000D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2" name="polygon-701"/>
              <p:cNvSpPr/>
              <p:nvPr/>
            </p:nvSpPr>
            <p:spPr>
              <a:xfrm>
                <a:off x="3419856" y="3611880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2"/>
                    </a:moveTo>
                    <a:lnTo>
                      <a:pt x="4" y="3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7FF"/>
              </a:solidFill>
              <a:ln w="2286">
                <a:solidFill>
                  <a:srgbClr val="003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3" name="polygon-702"/>
              <p:cNvSpPr/>
              <p:nvPr/>
            </p:nvSpPr>
            <p:spPr>
              <a:xfrm>
                <a:off x="3392424" y="3593592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3" y="2"/>
                    </a:moveTo>
                    <a:lnTo>
                      <a:pt x="5" y="4"/>
                    </a:lnTo>
                    <a:lnTo>
                      <a:pt x="3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B5FF"/>
              </a:solidFill>
              <a:ln w="2286">
                <a:solidFill>
                  <a:srgbClr val="00B5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4" name="polygon-703"/>
              <p:cNvSpPr/>
              <p:nvPr/>
            </p:nvSpPr>
            <p:spPr>
              <a:xfrm>
                <a:off x="3374136" y="3566160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2" y="3"/>
                    </a:moveTo>
                    <a:lnTo>
                      <a:pt x="5" y="6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1FFAE"/>
              </a:solidFill>
              <a:ln w="2286">
                <a:solidFill>
                  <a:srgbClr val="51FFA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5" name="polygon-704"/>
              <p:cNvSpPr/>
              <p:nvPr/>
            </p:nvSpPr>
            <p:spPr>
              <a:xfrm>
                <a:off x="3355848" y="3538728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3"/>
                    </a:moveTo>
                    <a:lnTo>
                      <a:pt x="4" y="6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EFF11"/>
              </a:solidFill>
              <a:ln w="2286">
                <a:solidFill>
                  <a:srgbClr val="EEFF1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6" name="polygon-705"/>
              <p:cNvSpPr/>
              <p:nvPr/>
            </p:nvSpPr>
            <p:spPr>
              <a:xfrm>
                <a:off x="3337560" y="3529584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1"/>
                    </a:moveTo>
                    <a:lnTo>
                      <a:pt x="4" y="5"/>
                    </a:lnTo>
                    <a:lnTo>
                      <a:pt x="2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900"/>
              </a:solidFill>
              <a:ln w="2286">
                <a:solidFill>
                  <a:srgbClr val="FF99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7" name="polygon-706"/>
              <p:cNvSpPr/>
              <p:nvPr/>
            </p:nvSpPr>
            <p:spPr>
              <a:xfrm>
                <a:off x="3319272" y="3529584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0"/>
                    </a:moveTo>
                    <a:lnTo>
                      <a:pt x="4" y="5"/>
                    </a:lnTo>
                    <a:lnTo>
                      <a:pt x="2" y="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6D00"/>
              </a:solidFill>
              <a:ln w="2286">
                <a:solidFill>
                  <a:srgbClr val="FF6D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8" name="polygon-707"/>
              <p:cNvSpPr/>
              <p:nvPr/>
            </p:nvSpPr>
            <p:spPr>
              <a:xfrm>
                <a:off x="3300984" y="3538728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5"/>
                    </a:lnTo>
                    <a:lnTo>
                      <a:pt x="2" y="7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FF9900"/>
              </a:solidFill>
              <a:ln w="2286">
                <a:solidFill>
                  <a:srgbClr val="FF99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9" name="polygon-708"/>
              <p:cNvSpPr/>
              <p:nvPr/>
            </p:nvSpPr>
            <p:spPr>
              <a:xfrm>
                <a:off x="3282696" y="3566160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4"/>
                    </a:lnTo>
                    <a:lnTo>
                      <a:pt x="2" y="8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EEFF11"/>
              </a:solidFill>
              <a:ln w="2286">
                <a:solidFill>
                  <a:srgbClr val="EEFF1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0" name="polygon-709"/>
              <p:cNvSpPr/>
              <p:nvPr/>
            </p:nvSpPr>
            <p:spPr>
              <a:xfrm>
                <a:off x="3264408" y="3602736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4"/>
                    </a:lnTo>
                    <a:lnTo>
                      <a:pt x="2" y="8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51FFAE"/>
              </a:solidFill>
              <a:ln w="2286">
                <a:solidFill>
                  <a:srgbClr val="51FFA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1" name="polygon-710"/>
              <p:cNvSpPr/>
              <p:nvPr/>
            </p:nvSpPr>
            <p:spPr>
              <a:xfrm>
                <a:off x="3246120" y="3648456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3"/>
                    </a:lnTo>
                    <a:lnTo>
                      <a:pt x="2" y="7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00B5FF"/>
              </a:solidFill>
              <a:ln w="2286">
                <a:solidFill>
                  <a:srgbClr val="00B5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2" name="polygon-711"/>
              <p:cNvSpPr/>
              <p:nvPr/>
            </p:nvSpPr>
            <p:spPr>
              <a:xfrm>
                <a:off x="3227832" y="3694176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2"/>
                    </a:lnTo>
                    <a:lnTo>
                      <a:pt x="2" y="5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37FF"/>
              </a:solidFill>
              <a:ln w="2286">
                <a:solidFill>
                  <a:srgbClr val="003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3" name="polygon-712"/>
              <p:cNvSpPr/>
              <p:nvPr/>
            </p:nvSpPr>
            <p:spPr>
              <a:xfrm>
                <a:off x="3209544" y="3721608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2"/>
                    </a:lnTo>
                    <a:lnTo>
                      <a:pt x="2" y="4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DF"/>
              </a:solidFill>
              <a:ln w="2286">
                <a:solidFill>
                  <a:srgbClr val="0000D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4" name="polygon-713"/>
              <p:cNvSpPr/>
              <p:nvPr/>
            </p:nvSpPr>
            <p:spPr>
              <a:xfrm>
                <a:off x="3182112" y="3749040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3" y="0"/>
                    </a:moveTo>
                    <a:lnTo>
                      <a:pt x="5" y="1"/>
                    </a:lnTo>
                    <a:lnTo>
                      <a:pt x="3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AC"/>
              </a:solidFill>
              <a:ln w="2286">
                <a:solidFill>
                  <a:srgbClr val="0000A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5" name="polygon-714"/>
              <p:cNvSpPr/>
              <p:nvPr/>
            </p:nvSpPr>
            <p:spPr>
              <a:xfrm>
                <a:off x="3474720" y="3639312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2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A1"/>
              </a:solidFill>
              <a:ln w="2286">
                <a:solidFill>
                  <a:srgbClr val="0000A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6" name="polygon-715"/>
              <p:cNvSpPr/>
              <p:nvPr/>
            </p:nvSpPr>
            <p:spPr>
              <a:xfrm>
                <a:off x="3456432" y="3639312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1"/>
                    </a:moveTo>
                    <a:lnTo>
                      <a:pt x="4" y="2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C7"/>
              </a:solidFill>
              <a:ln w="2286">
                <a:solidFill>
                  <a:srgbClr val="0000C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7" name="polygon-716"/>
              <p:cNvSpPr/>
              <p:nvPr/>
            </p:nvSpPr>
            <p:spPr>
              <a:xfrm>
                <a:off x="3438144" y="3630168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1"/>
                    </a:moveTo>
                    <a:lnTo>
                      <a:pt x="4" y="3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9FF"/>
              </a:solidFill>
              <a:ln w="2286">
                <a:solidFill>
                  <a:srgbClr val="0009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8" name="polygon-717"/>
              <p:cNvSpPr/>
              <p:nvPr/>
            </p:nvSpPr>
            <p:spPr>
              <a:xfrm>
                <a:off x="3419856" y="3621024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1"/>
                    </a:moveTo>
                    <a:lnTo>
                      <a:pt x="4" y="4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67FF"/>
              </a:solidFill>
              <a:ln w="2286">
                <a:solidFill>
                  <a:srgbClr val="006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9" name="polygon-718"/>
              <p:cNvSpPr/>
              <p:nvPr/>
            </p:nvSpPr>
            <p:spPr>
              <a:xfrm>
                <a:off x="3392424" y="3593592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3" y="3"/>
                    </a:moveTo>
                    <a:lnTo>
                      <a:pt x="5" y="6"/>
                    </a:lnTo>
                    <a:lnTo>
                      <a:pt x="3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DBFF"/>
              </a:solidFill>
              <a:ln w="2286">
                <a:solidFill>
                  <a:srgbClr val="00DB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0" name="polygon-719"/>
              <p:cNvSpPr/>
              <p:nvPr/>
            </p:nvSpPr>
            <p:spPr>
              <a:xfrm>
                <a:off x="3374136" y="3575304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2" y="2"/>
                    </a:moveTo>
                    <a:lnTo>
                      <a:pt x="5" y="6"/>
                    </a:lnTo>
                    <a:lnTo>
                      <a:pt x="2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1FFAE"/>
              </a:solidFill>
              <a:ln w="2286">
                <a:solidFill>
                  <a:srgbClr val="51FFA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1" name="polygon-720"/>
              <p:cNvSpPr/>
              <p:nvPr/>
            </p:nvSpPr>
            <p:spPr>
              <a:xfrm>
                <a:off x="3355848" y="3575304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5"/>
                    </a:lnTo>
                    <a:lnTo>
                      <a:pt x="2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AFF55"/>
              </a:solidFill>
              <a:ln w="2286">
                <a:solidFill>
                  <a:srgbClr val="AAFF5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2" name="polygon-721"/>
              <p:cNvSpPr/>
              <p:nvPr/>
            </p:nvSpPr>
            <p:spPr>
              <a:xfrm>
                <a:off x="3337560" y="3575304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0"/>
                    </a:moveTo>
                    <a:lnTo>
                      <a:pt x="4" y="5"/>
                    </a:lnTo>
                    <a:lnTo>
                      <a:pt x="2" y="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CBFF34"/>
              </a:solidFill>
              <a:ln w="2286">
                <a:solidFill>
                  <a:srgbClr val="CBFF3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3" name="polygon-722"/>
              <p:cNvSpPr/>
              <p:nvPr/>
            </p:nvSpPr>
            <p:spPr>
              <a:xfrm>
                <a:off x="3319272" y="3584448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5"/>
                    </a:lnTo>
                    <a:lnTo>
                      <a:pt x="2" y="7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AAFF55"/>
              </a:solidFill>
              <a:ln w="2286">
                <a:solidFill>
                  <a:srgbClr val="AAFF5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4" name="polygon-723"/>
              <p:cNvSpPr/>
              <p:nvPr/>
            </p:nvSpPr>
            <p:spPr>
              <a:xfrm>
                <a:off x="3300984" y="3602736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5"/>
                    </a:lnTo>
                    <a:lnTo>
                      <a:pt x="2" y="8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51FFAE"/>
              </a:solidFill>
              <a:ln w="2286">
                <a:solidFill>
                  <a:srgbClr val="51FFA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5" name="polygon-724"/>
              <p:cNvSpPr/>
              <p:nvPr/>
            </p:nvSpPr>
            <p:spPr>
              <a:xfrm>
                <a:off x="3282696" y="3639312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4"/>
                    </a:lnTo>
                    <a:lnTo>
                      <a:pt x="2" y="7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DBFF"/>
              </a:solidFill>
              <a:ln w="2286">
                <a:solidFill>
                  <a:srgbClr val="00DB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6" name="polygon-725"/>
              <p:cNvSpPr/>
              <p:nvPr/>
            </p:nvSpPr>
            <p:spPr>
              <a:xfrm>
                <a:off x="3264408" y="3675888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0"/>
                    </a:moveTo>
                    <a:lnTo>
                      <a:pt x="4" y="3"/>
                    </a:lnTo>
                    <a:lnTo>
                      <a:pt x="2" y="6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67FF"/>
              </a:solidFill>
              <a:ln w="2286">
                <a:solidFill>
                  <a:srgbClr val="006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7" name="polygon-726"/>
              <p:cNvSpPr/>
              <p:nvPr/>
            </p:nvSpPr>
            <p:spPr>
              <a:xfrm>
                <a:off x="3246120" y="3712464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2"/>
                    </a:lnTo>
                    <a:lnTo>
                      <a:pt x="2" y="5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9FF"/>
              </a:solidFill>
              <a:ln w="2286">
                <a:solidFill>
                  <a:srgbClr val="0009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8" name="polygon-727"/>
              <p:cNvSpPr/>
              <p:nvPr/>
            </p:nvSpPr>
            <p:spPr>
              <a:xfrm>
                <a:off x="3227832" y="3739896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2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C7"/>
              </a:solidFill>
              <a:ln w="2286">
                <a:solidFill>
                  <a:srgbClr val="0000C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9" name="polygon-728"/>
              <p:cNvSpPr/>
              <p:nvPr/>
            </p:nvSpPr>
            <p:spPr>
              <a:xfrm>
                <a:off x="3209544" y="3758184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1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A1"/>
              </a:solidFill>
              <a:ln w="2286">
                <a:solidFill>
                  <a:srgbClr val="0000A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0" name="polygon-729"/>
              <p:cNvSpPr/>
              <p:nvPr/>
            </p:nvSpPr>
            <p:spPr>
              <a:xfrm>
                <a:off x="3493008" y="3657600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96"/>
              </a:solidFill>
              <a:ln w="2286">
                <a:solidFill>
                  <a:srgbClr val="00009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1" name="polygon-730"/>
              <p:cNvSpPr/>
              <p:nvPr/>
            </p:nvSpPr>
            <p:spPr>
              <a:xfrm>
                <a:off x="3474720" y="365760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F"/>
              </a:solidFill>
              <a:ln w="2286">
                <a:solidFill>
                  <a:srgbClr val="0000A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2" name="polygon-731"/>
              <p:cNvSpPr/>
              <p:nvPr/>
            </p:nvSpPr>
            <p:spPr>
              <a:xfrm>
                <a:off x="3456432" y="365760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2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DA"/>
              </a:solidFill>
              <a:ln w="2286">
                <a:solidFill>
                  <a:srgbClr val="0000D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3" name="polygon-732"/>
              <p:cNvSpPr/>
              <p:nvPr/>
            </p:nvSpPr>
            <p:spPr>
              <a:xfrm>
                <a:off x="3438144" y="3648456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1"/>
                    </a:moveTo>
                    <a:lnTo>
                      <a:pt x="4" y="3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1AFF"/>
              </a:solidFill>
              <a:ln w="2286">
                <a:solidFill>
                  <a:srgbClr val="001A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4" name="polygon-733"/>
              <p:cNvSpPr/>
              <p:nvPr/>
            </p:nvSpPr>
            <p:spPr>
              <a:xfrm>
                <a:off x="3419856" y="3630168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2"/>
                    </a:moveTo>
                    <a:lnTo>
                      <a:pt x="4" y="5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67FF"/>
              </a:solidFill>
              <a:ln w="2286">
                <a:solidFill>
                  <a:srgbClr val="006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5" name="polygon-734"/>
              <p:cNvSpPr/>
              <p:nvPr/>
            </p:nvSpPr>
            <p:spPr>
              <a:xfrm>
                <a:off x="3392424" y="3621024"/>
                <a:ext cx="4572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5" h="5">
                    <a:moveTo>
                      <a:pt x="3" y="1"/>
                    </a:moveTo>
                    <a:lnTo>
                      <a:pt x="5" y="5"/>
                    </a:lnTo>
                    <a:lnTo>
                      <a:pt x="3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B5FF"/>
              </a:solidFill>
              <a:ln w="2286">
                <a:solidFill>
                  <a:srgbClr val="00B5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6" name="polygon-735"/>
              <p:cNvSpPr/>
              <p:nvPr/>
            </p:nvSpPr>
            <p:spPr>
              <a:xfrm>
                <a:off x="3374136" y="3621024"/>
                <a:ext cx="4572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5" h="5">
                    <a:moveTo>
                      <a:pt x="2" y="0"/>
                    </a:moveTo>
                    <a:lnTo>
                      <a:pt x="5" y="5"/>
                    </a:lnTo>
                    <a:lnTo>
                      <a:pt x="2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F0FF"/>
              </a:solidFill>
              <a:ln w="2286">
                <a:solidFill>
                  <a:srgbClr val="00F0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7" name="polygon-736"/>
              <p:cNvSpPr/>
              <p:nvPr/>
            </p:nvSpPr>
            <p:spPr>
              <a:xfrm>
                <a:off x="3355848" y="3621024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0"/>
                    </a:moveTo>
                    <a:lnTo>
                      <a:pt x="4" y="5"/>
                    </a:lnTo>
                    <a:lnTo>
                      <a:pt x="2" y="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7FFF8"/>
              </a:solidFill>
              <a:ln w="2286">
                <a:solidFill>
                  <a:srgbClr val="07FFF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8" name="polygon-737"/>
              <p:cNvSpPr/>
              <p:nvPr/>
            </p:nvSpPr>
            <p:spPr>
              <a:xfrm>
                <a:off x="3337560" y="3630168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5"/>
                    </a:lnTo>
                    <a:lnTo>
                      <a:pt x="2" y="7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F0FF"/>
              </a:solidFill>
              <a:ln w="2286">
                <a:solidFill>
                  <a:srgbClr val="00F0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9" name="polygon-738"/>
              <p:cNvSpPr/>
              <p:nvPr/>
            </p:nvSpPr>
            <p:spPr>
              <a:xfrm>
                <a:off x="3319272" y="3648456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5"/>
                    </a:lnTo>
                    <a:lnTo>
                      <a:pt x="2" y="7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B5FF"/>
              </a:solidFill>
              <a:ln w="2286">
                <a:solidFill>
                  <a:srgbClr val="00B5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0" name="polygon-739"/>
              <p:cNvSpPr/>
              <p:nvPr/>
            </p:nvSpPr>
            <p:spPr>
              <a:xfrm>
                <a:off x="3300984" y="3675888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0"/>
                    </a:moveTo>
                    <a:lnTo>
                      <a:pt x="4" y="4"/>
                    </a:lnTo>
                    <a:lnTo>
                      <a:pt x="2" y="6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67FF"/>
              </a:solidFill>
              <a:ln w="2286">
                <a:solidFill>
                  <a:srgbClr val="006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1" name="polygon-740"/>
              <p:cNvSpPr/>
              <p:nvPr/>
            </p:nvSpPr>
            <p:spPr>
              <a:xfrm>
                <a:off x="3282696" y="3703320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3"/>
                    </a:lnTo>
                    <a:lnTo>
                      <a:pt x="2" y="5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1AFF"/>
              </a:solidFill>
              <a:ln w="2286">
                <a:solidFill>
                  <a:srgbClr val="001A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2" name="polygon-741"/>
              <p:cNvSpPr/>
              <p:nvPr/>
            </p:nvSpPr>
            <p:spPr>
              <a:xfrm>
                <a:off x="3264408" y="3730752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2"/>
                    </a:lnTo>
                    <a:lnTo>
                      <a:pt x="2" y="4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DA"/>
              </a:solidFill>
              <a:ln w="2286">
                <a:solidFill>
                  <a:srgbClr val="0000D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3" name="polygon-742"/>
              <p:cNvSpPr/>
              <p:nvPr/>
            </p:nvSpPr>
            <p:spPr>
              <a:xfrm>
                <a:off x="3246120" y="3758184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1"/>
                    </a:lnTo>
                    <a:lnTo>
                      <a:pt x="2" y="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AF"/>
              </a:solidFill>
              <a:ln w="2286">
                <a:solidFill>
                  <a:srgbClr val="0000A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4" name="polygon-743"/>
              <p:cNvSpPr/>
              <p:nvPr/>
            </p:nvSpPr>
            <p:spPr>
              <a:xfrm>
                <a:off x="3227832" y="3767328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2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96"/>
              </a:solidFill>
              <a:ln w="2286">
                <a:solidFill>
                  <a:srgbClr val="00009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5" name="polygon-744"/>
              <p:cNvSpPr/>
              <p:nvPr/>
            </p:nvSpPr>
            <p:spPr>
              <a:xfrm>
                <a:off x="3511296" y="3666744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D"/>
              </a:solidFill>
              <a:ln w="2286">
                <a:solidFill>
                  <a:srgbClr val="0000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6" name="polygon-745"/>
              <p:cNvSpPr/>
              <p:nvPr/>
            </p:nvSpPr>
            <p:spPr>
              <a:xfrm>
                <a:off x="3493008" y="366674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C"/>
              </a:solidFill>
              <a:ln w="2286">
                <a:solidFill>
                  <a:srgbClr val="00009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7" name="polygon-746"/>
              <p:cNvSpPr/>
              <p:nvPr/>
            </p:nvSpPr>
            <p:spPr>
              <a:xfrm>
                <a:off x="3474720" y="3675888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B5"/>
              </a:solidFill>
              <a:ln w="2286">
                <a:solidFill>
                  <a:srgbClr val="0000B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8" name="polygon-747"/>
              <p:cNvSpPr/>
              <p:nvPr/>
            </p:nvSpPr>
            <p:spPr>
              <a:xfrm>
                <a:off x="3456432" y="3675888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2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DA"/>
              </a:solidFill>
              <a:ln w="2286">
                <a:solidFill>
                  <a:srgbClr val="0000D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9" name="polygon-748"/>
              <p:cNvSpPr/>
              <p:nvPr/>
            </p:nvSpPr>
            <p:spPr>
              <a:xfrm>
                <a:off x="3438144" y="3666744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1"/>
                    </a:moveTo>
                    <a:lnTo>
                      <a:pt x="4" y="3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9FF"/>
              </a:solidFill>
              <a:ln w="2286">
                <a:solidFill>
                  <a:srgbClr val="0009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0" name="polygon-749"/>
              <p:cNvSpPr/>
              <p:nvPr/>
            </p:nvSpPr>
            <p:spPr>
              <a:xfrm>
                <a:off x="3419856" y="3666744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3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7FF"/>
              </a:solidFill>
              <a:ln w="2286">
                <a:solidFill>
                  <a:srgbClr val="003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1" name="polygon-750"/>
              <p:cNvSpPr/>
              <p:nvPr/>
            </p:nvSpPr>
            <p:spPr>
              <a:xfrm>
                <a:off x="3392424" y="3666744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3" y="0"/>
                    </a:moveTo>
                    <a:lnTo>
                      <a:pt x="5" y="3"/>
                    </a:lnTo>
                    <a:lnTo>
                      <a:pt x="3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5AFF"/>
              </a:solidFill>
              <a:ln w="2286">
                <a:solidFill>
                  <a:srgbClr val="005A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2" name="polygon-751"/>
              <p:cNvSpPr/>
              <p:nvPr/>
            </p:nvSpPr>
            <p:spPr>
              <a:xfrm>
                <a:off x="3374136" y="3666744"/>
                <a:ext cx="4572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5" h="5">
                    <a:moveTo>
                      <a:pt x="2" y="0"/>
                    </a:moveTo>
                    <a:lnTo>
                      <a:pt x="5" y="4"/>
                    </a:lnTo>
                    <a:lnTo>
                      <a:pt x="2" y="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67FF"/>
              </a:solidFill>
              <a:ln w="2286">
                <a:solidFill>
                  <a:srgbClr val="006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3" name="polygon-752"/>
              <p:cNvSpPr/>
              <p:nvPr/>
            </p:nvSpPr>
            <p:spPr>
              <a:xfrm>
                <a:off x="3355848" y="3675888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4"/>
                    </a:lnTo>
                    <a:lnTo>
                      <a:pt x="2" y="5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5AFF"/>
              </a:solidFill>
              <a:ln w="2286">
                <a:solidFill>
                  <a:srgbClr val="005A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4" name="polygon-753"/>
              <p:cNvSpPr/>
              <p:nvPr/>
            </p:nvSpPr>
            <p:spPr>
              <a:xfrm>
                <a:off x="3337560" y="3694176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3"/>
                    </a:lnTo>
                    <a:lnTo>
                      <a:pt x="2" y="5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37FF"/>
              </a:solidFill>
              <a:ln w="2286">
                <a:solidFill>
                  <a:srgbClr val="003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5" name="polygon-754"/>
              <p:cNvSpPr/>
              <p:nvPr/>
            </p:nvSpPr>
            <p:spPr>
              <a:xfrm>
                <a:off x="3319272" y="3712464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3"/>
                    </a:lnTo>
                    <a:lnTo>
                      <a:pt x="2" y="5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9FF"/>
              </a:solidFill>
              <a:ln w="2286">
                <a:solidFill>
                  <a:srgbClr val="0009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6" name="polygon-755"/>
              <p:cNvSpPr/>
              <p:nvPr/>
            </p:nvSpPr>
            <p:spPr>
              <a:xfrm>
                <a:off x="3300984" y="3730752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3"/>
                    </a:lnTo>
                    <a:lnTo>
                      <a:pt x="2" y="4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DA"/>
              </a:solidFill>
              <a:ln w="2286">
                <a:solidFill>
                  <a:srgbClr val="0000D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7" name="polygon-756"/>
              <p:cNvSpPr/>
              <p:nvPr/>
            </p:nvSpPr>
            <p:spPr>
              <a:xfrm>
                <a:off x="3282696" y="3749040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2"/>
                    </a:lnTo>
                    <a:lnTo>
                      <a:pt x="2" y="4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B5"/>
              </a:solidFill>
              <a:ln w="2286">
                <a:solidFill>
                  <a:srgbClr val="0000B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8" name="polygon-757"/>
              <p:cNvSpPr/>
              <p:nvPr/>
            </p:nvSpPr>
            <p:spPr>
              <a:xfrm>
                <a:off x="3264408" y="3767328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2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9C"/>
              </a:solidFill>
              <a:ln w="2286">
                <a:solidFill>
                  <a:srgbClr val="00009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9" name="polygon-758"/>
              <p:cNvSpPr/>
              <p:nvPr/>
            </p:nvSpPr>
            <p:spPr>
              <a:xfrm>
                <a:off x="3246120" y="378561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D"/>
              </a:solidFill>
              <a:ln w="2286">
                <a:solidFill>
                  <a:srgbClr val="0000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0" name="polygon-759"/>
              <p:cNvSpPr/>
              <p:nvPr/>
            </p:nvSpPr>
            <p:spPr>
              <a:xfrm>
                <a:off x="3529584" y="3675888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6"/>
              </a:solidFill>
              <a:ln w="2286">
                <a:solidFill>
                  <a:srgbClr val="00008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1" name="polygon-760"/>
              <p:cNvSpPr/>
              <p:nvPr/>
            </p:nvSpPr>
            <p:spPr>
              <a:xfrm>
                <a:off x="3511296" y="3675888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2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E"/>
              </a:solidFill>
              <a:ln w="2286">
                <a:solidFill>
                  <a:srgbClr val="00008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2" name="polygon-761"/>
              <p:cNvSpPr/>
              <p:nvPr/>
            </p:nvSpPr>
            <p:spPr>
              <a:xfrm>
                <a:off x="3493008" y="3685032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C"/>
              </a:solidFill>
              <a:ln w="2286">
                <a:solidFill>
                  <a:srgbClr val="00009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3" name="polygon-762"/>
              <p:cNvSpPr/>
              <p:nvPr/>
            </p:nvSpPr>
            <p:spPr>
              <a:xfrm>
                <a:off x="3474720" y="369417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F"/>
              </a:solidFill>
              <a:ln w="2286">
                <a:solidFill>
                  <a:srgbClr val="0000A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4" name="polygon-763"/>
              <p:cNvSpPr/>
              <p:nvPr/>
            </p:nvSpPr>
            <p:spPr>
              <a:xfrm>
                <a:off x="3456432" y="369417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2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C7"/>
              </a:solidFill>
              <a:ln w="2286">
                <a:solidFill>
                  <a:srgbClr val="0000C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5" name="polygon-764"/>
              <p:cNvSpPr/>
              <p:nvPr/>
            </p:nvSpPr>
            <p:spPr>
              <a:xfrm>
                <a:off x="3438144" y="3694176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2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DF"/>
              </a:solidFill>
              <a:ln w="2286">
                <a:solidFill>
                  <a:srgbClr val="0000D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6" name="polygon-765"/>
              <p:cNvSpPr/>
              <p:nvPr/>
            </p:nvSpPr>
            <p:spPr>
              <a:xfrm>
                <a:off x="3419856" y="3694176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3"/>
                    </a:lnTo>
                    <a:lnTo>
                      <a:pt x="2" y="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F2"/>
              </a:solidFill>
              <a:ln w="2286">
                <a:solidFill>
                  <a:srgbClr val="0000F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7" name="polygon-766"/>
              <p:cNvSpPr/>
              <p:nvPr/>
            </p:nvSpPr>
            <p:spPr>
              <a:xfrm>
                <a:off x="3392424" y="3703320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3" y="0"/>
                    </a:moveTo>
                    <a:lnTo>
                      <a:pt x="5" y="3"/>
                    </a:lnTo>
                    <a:lnTo>
                      <a:pt x="3" y="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F9"/>
              </a:solidFill>
              <a:ln w="2286">
                <a:solidFill>
                  <a:srgbClr val="0000F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8" name="polygon-767"/>
              <p:cNvSpPr/>
              <p:nvPr/>
            </p:nvSpPr>
            <p:spPr>
              <a:xfrm>
                <a:off x="3374136" y="3712464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2" y="0"/>
                    </a:moveTo>
                    <a:lnTo>
                      <a:pt x="5" y="3"/>
                    </a:lnTo>
                    <a:lnTo>
                      <a:pt x="2" y="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F2"/>
              </a:solidFill>
              <a:ln w="2286">
                <a:solidFill>
                  <a:srgbClr val="0000F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9" name="polygon-768"/>
              <p:cNvSpPr/>
              <p:nvPr/>
            </p:nvSpPr>
            <p:spPr>
              <a:xfrm>
                <a:off x="3355848" y="3721608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3"/>
                    </a:lnTo>
                    <a:lnTo>
                      <a:pt x="2" y="4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DF"/>
              </a:solidFill>
              <a:ln w="2286">
                <a:solidFill>
                  <a:srgbClr val="0000D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0" name="polygon-769"/>
              <p:cNvSpPr/>
              <p:nvPr/>
            </p:nvSpPr>
            <p:spPr>
              <a:xfrm>
                <a:off x="3337560" y="3739896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2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C7"/>
              </a:solidFill>
              <a:ln w="2286">
                <a:solidFill>
                  <a:srgbClr val="0000C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1" name="polygon-770"/>
              <p:cNvSpPr/>
              <p:nvPr/>
            </p:nvSpPr>
            <p:spPr>
              <a:xfrm>
                <a:off x="3319272" y="3758184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1"/>
                    </a:lnTo>
                    <a:lnTo>
                      <a:pt x="2" y="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AF"/>
              </a:solidFill>
              <a:ln w="2286">
                <a:solidFill>
                  <a:srgbClr val="0000A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2" name="polygon-771"/>
              <p:cNvSpPr/>
              <p:nvPr/>
            </p:nvSpPr>
            <p:spPr>
              <a:xfrm>
                <a:off x="3300984" y="3767328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2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9C"/>
              </a:solidFill>
              <a:ln w="2286">
                <a:solidFill>
                  <a:srgbClr val="00009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3" name="polygon-772"/>
              <p:cNvSpPr/>
              <p:nvPr/>
            </p:nvSpPr>
            <p:spPr>
              <a:xfrm>
                <a:off x="3282696" y="378561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E"/>
              </a:solidFill>
              <a:ln w="2286">
                <a:solidFill>
                  <a:srgbClr val="00008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4" name="polygon-773"/>
              <p:cNvSpPr/>
              <p:nvPr/>
            </p:nvSpPr>
            <p:spPr>
              <a:xfrm>
                <a:off x="3264408" y="379476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6"/>
              </a:solidFill>
              <a:ln w="2286">
                <a:solidFill>
                  <a:srgbClr val="00008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5" name="polygon-774"/>
              <p:cNvSpPr/>
              <p:nvPr/>
            </p:nvSpPr>
            <p:spPr>
              <a:xfrm>
                <a:off x="3547872" y="3685032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3"/>
              </a:solidFill>
              <a:ln w="2286">
                <a:solidFill>
                  <a:srgbClr val="00008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6" name="polygon-775"/>
              <p:cNvSpPr/>
              <p:nvPr/>
            </p:nvSpPr>
            <p:spPr>
              <a:xfrm>
                <a:off x="3529584" y="3694176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6"/>
              </a:solidFill>
              <a:ln w="2286">
                <a:solidFill>
                  <a:srgbClr val="00008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7" name="polygon-776"/>
              <p:cNvSpPr/>
              <p:nvPr/>
            </p:nvSpPr>
            <p:spPr>
              <a:xfrm>
                <a:off x="3511296" y="369417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D"/>
              </a:solidFill>
              <a:ln w="2286">
                <a:solidFill>
                  <a:srgbClr val="0000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8" name="polygon-777"/>
              <p:cNvSpPr/>
              <p:nvPr/>
            </p:nvSpPr>
            <p:spPr>
              <a:xfrm>
                <a:off x="3493008" y="370332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6"/>
              </a:solidFill>
              <a:ln w="2286">
                <a:solidFill>
                  <a:srgbClr val="00009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9" name="polygon-778"/>
              <p:cNvSpPr/>
              <p:nvPr/>
            </p:nvSpPr>
            <p:spPr>
              <a:xfrm>
                <a:off x="3474720" y="371246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1"/>
              </a:solidFill>
              <a:ln w="2286">
                <a:solidFill>
                  <a:srgbClr val="0000A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0" name="polygon-779"/>
              <p:cNvSpPr/>
              <p:nvPr/>
            </p:nvSpPr>
            <p:spPr>
              <a:xfrm>
                <a:off x="3456432" y="3712464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2"/>
                    </a:lnTo>
                    <a:lnTo>
                      <a:pt x="2" y="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AC"/>
              </a:solidFill>
              <a:ln w="2286">
                <a:solidFill>
                  <a:srgbClr val="0000A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1" name="polygon-780"/>
              <p:cNvSpPr/>
              <p:nvPr/>
            </p:nvSpPr>
            <p:spPr>
              <a:xfrm>
                <a:off x="3438144" y="3721608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2"/>
                    </a:lnTo>
                    <a:lnTo>
                      <a:pt x="2" y="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B5"/>
              </a:solidFill>
              <a:ln w="2286">
                <a:solidFill>
                  <a:srgbClr val="0000B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2" name="polygon-781"/>
              <p:cNvSpPr/>
              <p:nvPr/>
            </p:nvSpPr>
            <p:spPr>
              <a:xfrm>
                <a:off x="3419856" y="3730752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2"/>
                    </a:lnTo>
                    <a:lnTo>
                      <a:pt x="2" y="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B8"/>
              </a:solidFill>
              <a:ln w="2286">
                <a:solidFill>
                  <a:srgbClr val="0000B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3" name="polygon-782"/>
              <p:cNvSpPr/>
              <p:nvPr/>
            </p:nvSpPr>
            <p:spPr>
              <a:xfrm>
                <a:off x="3392424" y="3739896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3" y="0"/>
                    </a:moveTo>
                    <a:lnTo>
                      <a:pt x="5" y="2"/>
                    </a:lnTo>
                    <a:lnTo>
                      <a:pt x="3" y="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B5"/>
              </a:solidFill>
              <a:ln w="2286">
                <a:solidFill>
                  <a:srgbClr val="0000B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4" name="polygon-783"/>
              <p:cNvSpPr/>
              <p:nvPr/>
            </p:nvSpPr>
            <p:spPr>
              <a:xfrm>
                <a:off x="3374136" y="3749040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2" y="0"/>
                    </a:moveTo>
                    <a:lnTo>
                      <a:pt x="5" y="2"/>
                    </a:lnTo>
                    <a:lnTo>
                      <a:pt x="2" y="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AC"/>
              </a:solidFill>
              <a:ln w="2286">
                <a:solidFill>
                  <a:srgbClr val="0000A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5" name="polygon-784"/>
              <p:cNvSpPr/>
              <p:nvPr/>
            </p:nvSpPr>
            <p:spPr>
              <a:xfrm>
                <a:off x="3355848" y="3758184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2"/>
                    </a:lnTo>
                    <a:lnTo>
                      <a:pt x="2" y="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A1"/>
              </a:solidFill>
              <a:ln w="2286">
                <a:solidFill>
                  <a:srgbClr val="0000A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6" name="polygon-785"/>
              <p:cNvSpPr/>
              <p:nvPr/>
            </p:nvSpPr>
            <p:spPr>
              <a:xfrm>
                <a:off x="3337560" y="3767328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2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96"/>
              </a:solidFill>
              <a:ln w="2286">
                <a:solidFill>
                  <a:srgbClr val="00009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7" name="polygon-786"/>
              <p:cNvSpPr/>
              <p:nvPr/>
            </p:nvSpPr>
            <p:spPr>
              <a:xfrm>
                <a:off x="3319272" y="378561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D"/>
              </a:solidFill>
              <a:ln w="2286">
                <a:solidFill>
                  <a:srgbClr val="0000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8" name="polygon-787"/>
              <p:cNvSpPr/>
              <p:nvPr/>
            </p:nvSpPr>
            <p:spPr>
              <a:xfrm>
                <a:off x="3300984" y="379476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6"/>
              </a:solidFill>
              <a:ln w="2286">
                <a:solidFill>
                  <a:srgbClr val="00008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9" name="polygon-788"/>
              <p:cNvSpPr/>
              <p:nvPr/>
            </p:nvSpPr>
            <p:spPr>
              <a:xfrm>
                <a:off x="3282696" y="380390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3"/>
              </a:solidFill>
              <a:ln w="2286">
                <a:solidFill>
                  <a:srgbClr val="00008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800" name="Text: k = 5"/>
            <p:cNvSpPr txBox="1"/>
            <p:nvPr/>
          </p:nvSpPr>
          <p:spPr>
            <a:xfrm>
              <a:off x="2990088" y="3319272"/>
              <a:ext cx="621792" cy="13716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4" b="1" i="1">
                  <a:solidFill>
                    <a:srgbClr val="000000"/>
                  </a:solidFill>
                  <a:latin typeface="Liberation Serif"/>
                </a:rPr>
                <a:t>k = 5</a:t>
              </a:r>
            </a:p>
          </p:txBody>
        </p:sp>
        <p:grpSp>
          <p:nvGrpSpPr>
            <p:cNvPr id="801" name="Editable 3D gaussian plot"/>
            <p:cNvGrpSpPr/>
            <p:nvPr/>
          </p:nvGrpSpPr>
          <p:grpSpPr>
            <a:xfrm>
              <a:off x="3666744" y="3337560"/>
              <a:ext cx="621792" cy="484632"/>
              <a:chOff x="3666744" y="3337560"/>
              <a:chExt cx="621792" cy="484632"/>
            </a:xfrm>
          </p:grpSpPr>
          <p:sp>
            <p:nvSpPr>
              <p:cNvPr id="802" name="rectangle-790"/>
              <p:cNvSpPr/>
              <p:nvPr/>
            </p:nvSpPr>
            <p:spPr>
              <a:xfrm>
                <a:off x="3666744" y="3337560"/>
                <a:ext cx="621792" cy="48463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3" name="polygon-791"/>
              <p:cNvSpPr/>
              <p:nvPr/>
            </p:nvSpPr>
            <p:spPr>
              <a:xfrm>
                <a:off x="3959352" y="355701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0"/>
              </a:solidFill>
              <a:ln w="2286">
                <a:solidFill>
                  <a:srgbClr val="00008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4" name="polygon-792"/>
              <p:cNvSpPr/>
              <p:nvPr/>
            </p:nvSpPr>
            <p:spPr>
              <a:xfrm>
                <a:off x="3941064" y="356616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1"/>
              </a:solidFill>
              <a:ln w="2286">
                <a:solidFill>
                  <a:srgbClr val="00008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5" name="polygon-793"/>
              <p:cNvSpPr/>
              <p:nvPr/>
            </p:nvSpPr>
            <p:spPr>
              <a:xfrm>
                <a:off x="3922776" y="357530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3"/>
              </a:solidFill>
              <a:ln w="2286">
                <a:solidFill>
                  <a:srgbClr val="00008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6" name="polygon-794"/>
              <p:cNvSpPr/>
              <p:nvPr/>
            </p:nvSpPr>
            <p:spPr>
              <a:xfrm>
                <a:off x="3904488" y="3584448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7"/>
              </a:solidFill>
              <a:ln w="2286">
                <a:solidFill>
                  <a:srgbClr val="00008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7" name="polygon-795"/>
              <p:cNvSpPr/>
              <p:nvPr/>
            </p:nvSpPr>
            <p:spPr>
              <a:xfrm>
                <a:off x="3886200" y="3593592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C"/>
              </a:solidFill>
              <a:ln w="2286">
                <a:solidFill>
                  <a:srgbClr val="00008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8" name="polygon-796"/>
              <p:cNvSpPr/>
              <p:nvPr/>
            </p:nvSpPr>
            <p:spPr>
              <a:xfrm>
                <a:off x="3858768" y="3602736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3" y="0"/>
                    </a:moveTo>
                    <a:lnTo>
                      <a:pt x="5" y="0"/>
                    </a:lnTo>
                    <a:lnTo>
                      <a:pt x="3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2"/>
              </a:solidFill>
              <a:ln w="2286">
                <a:solidFill>
                  <a:srgbClr val="00009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9" name="polygon-797"/>
              <p:cNvSpPr/>
              <p:nvPr/>
            </p:nvSpPr>
            <p:spPr>
              <a:xfrm>
                <a:off x="3840480" y="3611880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2" y="0"/>
                    </a:moveTo>
                    <a:lnTo>
                      <a:pt x="5" y="0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7"/>
              </a:solidFill>
              <a:ln w="2286">
                <a:solidFill>
                  <a:srgbClr val="00009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0" name="polygon-798"/>
              <p:cNvSpPr/>
              <p:nvPr/>
            </p:nvSpPr>
            <p:spPr>
              <a:xfrm>
                <a:off x="3822192" y="3621024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9"/>
              </a:solidFill>
              <a:ln w="2286">
                <a:solidFill>
                  <a:srgbClr val="00009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1" name="polygon-799"/>
              <p:cNvSpPr/>
              <p:nvPr/>
            </p:nvSpPr>
            <p:spPr>
              <a:xfrm>
                <a:off x="3803904" y="3630168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7"/>
              </a:solidFill>
              <a:ln w="2286">
                <a:solidFill>
                  <a:srgbClr val="00009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2" name="polygon-800"/>
              <p:cNvSpPr/>
              <p:nvPr/>
            </p:nvSpPr>
            <p:spPr>
              <a:xfrm>
                <a:off x="3785616" y="3639312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2"/>
              </a:solidFill>
              <a:ln w="2286">
                <a:solidFill>
                  <a:srgbClr val="00009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3" name="polygon-801"/>
              <p:cNvSpPr/>
              <p:nvPr/>
            </p:nvSpPr>
            <p:spPr>
              <a:xfrm>
                <a:off x="3767328" y="3648456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C"/>
              </a:solidFill>
              <a:ln w="2286">
                <a:solidFill>
                  <a:srgbClr val="00008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4" name="polygon-802"/>
              <p:cNvSpPr/>
              <p:nvPr/>
            </p:nvSpPr>
            <p:spPr>
              <a:xfrm>
                <a:off x="3749040" y="365760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7"/>
              </a:solidFill>
              <a:ln w="2286">
                <a:solidFill>
                  <a:srgbClr val="00008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5" name="polygon-803"/>
              <p:cNvSpPr/>
              <p:nvPr/>
            </p:nvSpPr>
            <p:spPr>
              <a:xfrm>
                <a:off x="3730752" y="366674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3"/>
              </a:solidFill>
              <a:ln w="2286">
                <a:solidFill>
                  <a:srgbClr val="00008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6" name="polygon-804"/>
              <p:cNvSpPr/>
              <p:nvPr/>
            </p:nvSpPr>
            <p:spPr>
              <a:xfrm>
                <a:off x="3712464" y="3675888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1"/>
              </a:solidFill>
              <a:ln w="2286">
                <a:solidFill>
                  <a:srgbClr val="00008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7" name="polygon-805"/>
              <p:cNvSpPr/>
              <p:nvPr/>
            </p:nvSpPr>
            <p:spPr>
              <a:xfrm>
                <a:off x="3694176" y="3685032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0"/>
              </a:solidFill>
              <a:ln w="2286">
                <a:solidFill>
                  <a:srgbClr val="00008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8" name="polygon-806"/>
              <p:cNvSpPr/>
              <p:nvPr/>
            </p:nvSpPr>
            <p:spPr>
              <a:xfrm>
                <a:off x="3977640" y="356616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1"/>
              </a:solidFill>
              <a:ln w="2286">
                <a:solidFill>
                  <a:srgbClr val="00008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9" name="polygon-807"/>
              <p:cNvSpPr/>
              <p:nvPr/>
            </p:nvSpPr>
            <p:spPr>
              <a:xfrm>
                <a:off x="3959352" y="357530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4"/>
              </a:solidFill>
              <a:ln w="2286">
                <a:solidFill>
                  <a:srgbClr val="00008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0" name="polygon-808"/>
              <p:cNvSpPr/>
              <p:nvPr/>
            </p:nvSpPr>
            <p:spPr>
              <a:xfrm>
                <a:off x="3941064" y="3584448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A"/>
              </a:solidFill>
              <a:ln w="2286">
                <a:solidFill>
                  <a:srgbClr val="00008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1" name="polygon-809"/>
              <p:cNvSpPr/>
              <p:nvPr/>
            </p:nvSpPr>
            <p:spPr>
              <a:xfrm>
                <a:off x="3922776" y="3593592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4"/>
              </a:solidFill>
              <a:ln w="2286">
                <a:solidFill>
                  <a:srgbClr val="00009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2" name="polygon-810"/>
              <p:cNvSpPr/>
              <p:nvPr/>
            </p:nvSpPr>
            <p:spPr>
              <a:xfrm>
                <a:off x="3904488" y="3602736"/>
                <a:ext cx="36576" cy="0"/>
              </a:xfrm>
              <a:custGeom>
                <a:avLst/>
                <a:gdLst/>
                <a:ahLst/>
                <a:cxnLst/>
                <a:rect l="l" t="t" r="r" b="b"/>
                <a:pathLst>
                  <a:path w="4" h="0">
                    <a:moveTo>
                      <a:pt x="2" y="0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1"/>
              </a:solidFill>
              <a:ln w="2286">
                <a:solidFill>
                  <a:srgbClr val="0000A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3" name="polygon-811"/>
              <p:cNvSpPr/>
              <p:nvPr/>
            </p:nvSpPr>
            <p:spPr>
              <a:xfrm>
                <a:off x="3886200" y="3602736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B1"/>
              </a:solidFill>
              <a:ln w="2286">
                <a:solidFill>
                  <a:srgbClr val="0000B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4" name="polygon-812"/>
              <p:cNvSpPr/>
              <p:nvPr/>
            </p:nvSpPr>
            <p:spPr>
              <a:xfrm>
                <a:off x="3858768" y="3611880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3" y="0"/>
                    </a:moveTo>
                    <a:lnTo>
                      <a:pt x="5" y="0"/>
                    </a:lnTo>
                    <a:lnTo>
                      <a:pt x="3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BD"/>
              </a:solidFill>
              <a:ln w="2286">
                <a:solidFill>
                  <a:srgbClr val="0000B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5" name="polygon-813"/>
              <p:cNvSpPr/>
              <p:nvPr/>
            </p:nvSpPr>
            <p:spPr>
              <a:xfrm>
                <a:off x="3840480" y="3611880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2" y="1"/>
                    </a:moveTo>
                    <a:lnTo>
                      <a:pt x="5" y="0"/>
                    </a:lnTo>
                    <a:lnTo>
                      <a:pt x="2" y="1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C2"/>
              </a:solidFill>
              <a:ln w="2286">
                <a:solidFill>
                  <a:srgbClr val="0000C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6" name="polygon-814"/>
              <p:cNvSpPr/>
              <p:nvPr/>
            </p:nvSpPr>
            <p:spPr>
              <a:xfrm>
                <a:off x="3822192" y="362102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1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BD"/>
              </a:solidFill>
              <a:ln w="2286">
                <a:solidFill>
                  <a:srgbClr val="0000B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7" name="polygon-815"/>
              <p:cNvSpPr/>
              <p:nvPr/>
            </p:nvSpPr>
            <p:spPr>
              <a:xfrm>
                <a:off x="3803904" y="3639312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B1"/>
              </a:solidFill>
              <a:ln w="2286">
                <a:solidFill>
                  <a:srgbClr val="0000B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8" name="polygon-816"/>
              <p:cNvSpPr/>
              <p:nvPr/>
            </p:nvSpPr>
            <p:spPr>
              <a:xfrm>
                <a:off x="3785616" y="364845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A1"/>
              </a:solidFill>
              <a:ln w="2286">
                <a:solidFill>
                  <a:srgbClr val="0000A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9" name="polygon-817"/>
              <p:cNvSpPr/>
              <p:nvPr/>
            </p:nvSpPr>
            <p:spPr>
              <a:xfrm>
                <a:off x="3767328" y="365760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94"/>
              </a:solidFill>
              <a:ln w="2286">
                <a:solidFill>
                  <a:srgbClr val="00009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0" name="polygon-818"/>
              <p:cNvSpPr/>
              <p:nvPr/>
            </p:nvSpPr>
            <p:spPr>
              <a:xfrm>
                <a:off x="3749040" y="3675888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A"/>
              </a:solidFill>
              <a:ln w="2286">
                <a:solidFill>
                  <a:srgbClr val="00008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1" name="polygon-819"/>
              <p:cNvSpPr/>
              <p:nvPr/>
            </p:nvSpPr>
            <p:spPr>
              <a:xfrm>
                <a:off x="3730752" y="3685032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4"/>
              </a:solidFill>
              <a:ln w="2286">
                <a:solidFill>
                  <a:srgbClr val="00008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2" name="polygon-820"/>
              <p:cNvSpPr/>
              <p:nvPr/>
            </p:nvSpPr>
            <p:spPr>
              <a:xfrm>
                <a:off x="3712464" y="369417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1"/>
              </a:solidFill>
              <a:ln w="2286">
                <a:solidFill>
                  <a:srgbClr val="00008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3" name="polygon-821"/>
              <p:cNvSpPr/>
              <p:nvPr/>
            </p:nvSpPr>
            <p:spPr>
              <a:xfrm>
                <a:off x="3995928" y="357530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3"/>
              </a:solidFill>
              <a:ln w="2286">
                <a:solidFill>
                  <a:srgbClr val="00008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4" name="polygon-822"/>
              <p:cNvSpPr/>
              <p:nvPr/>
            </p:nvSpPr>
            <p:spPr>
              <a:xfrm>
                <a:off x="3977640" y="3584448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A"/>
              </a:solidFill>
              <a:ln w="2286">
                <a:solidFill>
                  <a:srgbClr val="00008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5" name="polygon-823"/>
              <p:cNvSpPr/>
              <p:nvPr/>
            </p:nvSpPr>
            <p:spPr>
              <a:xfrm>
                <a:off x="3959352" y="3593592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7"/>
              </a:solidFill>
              <a:ln w="2286">
                <a:solidFill>
                  <a:srgbClr val="00009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6" name="polygon-824"/>
              <p:cNvSpPr/>
              <p:nvPr/>
            </p:nvSpPr>
            <p:spPr>
              <a:xfrm>
                <a:off x="3941064" y="3602736"/>
                <a:ext cx="36576" cy="0"/>
              </a:xfrm>
              <a:custGeom>
                <a:avLst/>
                <a:gdLst/>
                <a:ahLst/>
                <a:cxnLst/>
                <a:rect l="l" t="t" r="r" b="b"/>
                <a:pathLst>
                  <a:path w="4" h="0">
                    <a:moveTo>
                      <a:pt x="2" y="0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D"/>
              </a:solidFill>
              <a:ln w="2286">
                <a:solidFill>
                  <a:srgbClr val="0000A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7" name="polygon-825"/>
              <p:cNvSpPr/>
              <p:nvPr/>
            </p:nvSpPr>
            <p:spPr>
              <a:xfrm>
                <a:off x="3922776" y="3593592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1"/>
                    </a:moveTo>
                    <a:lnTo>
                      <a:pt x="4" y="1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CD"/>
              </a:solidFill>
              <a:ln w="2286">
                <a:solidFill>
                  <a:srgbClr val="0000C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8" name="polygon-826"/>
              <p:cNvSpPr/>
              <p:nvPr/>
            </p:nvSpPr>
            <p:spPr>
              <a:xfrm>
                <a:off x="3904488" y="3593592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1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F0"/>
              </a:solidFill>
              <a:ln w="2286">
                <a:solidFill>
                  <a:srgbClr val="0000F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9" name="polygon-827"/>
              <p:cNvSpPr/>
              <p:nvPr/>
            </p:nvSpPr>
            <p:spPr>
              <a:xfrm>
                <a:off x="3886200" y="3593592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2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DFF"/>
              </a:solidFill>
              <a:ln w="2286">
                <a:solidFill>
                  <a:srgbClr val="000D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0" name="polygon-828"/>
              <p:cNvSpPr/>
              <p:nvPr/>
            </p:nvSpPr>
            <p:spPr>
              <a:xfrm>
                <a:off x="3858768" y="3593592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3" y="2"/>
                    </a:moveTo>
                    <a:lnTo>
                      <a:pt x="5" y="0"/>
                    </a:lnTo>
                    <a:lnTo>
                      <a:pt x="3" y="1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18FF"/>
              </a:solidFill>
              <a:ln w="2286">
                <a:solidFill>
                  <a:srgbClr val="0018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1" name="polygon-829"/>
              <p:cNvSpPr/>
              <p:nvPr/>
            </p:nvSpPr>
            <p:spPr>
              <a:xfrm>
                <a:off x="3840480" y="3602736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2" y="2"/>
                    </a:moveTo>
                    <a:lnTo>
                      <a:pt x="5" y="0"/>
                    </a:lnTo>
                    <a:lnTo>
                      <a:pt x="2" y="2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0DFF"/>
              </a:solidFill>
              <a:ln w="2286">
                <a:solidFill>
                  <a:srgbClr val="000D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2" name="polygon-830"/>
              <p:cNvSpPr/>
              <p:nvPr/>
            </p:nvSpPr>
            <p:spPr>
              <a:xfrm>
                <a:off x="3822192" y="3621024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2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F0"/>
              </a:solidFill>
              <a:ln w="2286">
                <a:solidFill>
                  <a:srgbClr val="0000F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3" name="polygon-831"/>
              <p:cNvSpPr/>
              <p:nvPr/>
            </p:nvSpPr>
            <p:spPr>
              <a:xfrm>
                <a:off x="3803904" y="3639312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1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CD"/>
              </a:solidFill>
              <a:ln w="2286">
                <a:solidFill>
                  <a:srgbClr val="0000C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4" name="polygon-832"/>
              <p:cNvSpPr/>
              <p:nvPr/>
            </p:nvSpPr>
            <p:spPr>
              <a:xfrm>
                <a:off x="3785616" y="365760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1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AD"/>
              </a:solidFill>
              <a:ln w="2286">
                <a:solidFill>
                  <a:srgbClr val="0000A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5" name="polygon-833"/>
              <p:cNvSpPr/>
              <p:nvPr/>
            </p:nvSpPr>
            <p:spPr>
              <a:xfrm>
                <a:off x="3767328" y="3675888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7"/>
              </a:solidFill>
              <a:ln w="2286">
                <a:solidFill>
                  <a:srgbClr val="00009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6" name="polygon-834"/>
              <p:cNvSpPr/>
              <p:nvPr/>
            </p:nvSpPr>
            <p:spPr>
              <a:xfrm>
                <a:off x="3749040" y="3685032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8A"/>
              </a:solidFill>
              <a:ln w="2286">
                <a:solidFill>
                  <a:srgbClr val="00008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7" name="polygon-835"/>
              <p:cNvSpPr/>
              <p:nvPr/>
            </p:nvSpPr>
            <p:spPr>
              <a:xfrm>
                <a:off x="3730752" y="3703320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3"/>
              </a:solidFill>
              <a:ln w="2286">
                <a:solidFill>
                  <a:srgbClr val="00008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8" name="polygon-836"/>
              <p:cNvSpPr/>
              <p:nvPr/>
            </p:nvSpPr>
            <p:spPr>
              <a:xfrm>
                <a:off x="4014216" y="3584448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7"/>
              </a:solidFill>
              <a:ln w="2286">
                <a:solidFill>
                  <a:srgbClr val="00008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9" name="polygon-837"/>
              <p:cNvSpPr/>
              <p:nvPr/>
            </p:nvSpPr>
            <p:spPr>
              <a:xfrm>
                <a:off x="3995928" y="3593592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4"/>
              </a:solidFill>
              <a:ln w="2286">
                <a:solidFill>
                  <a:srgbClr val="00009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0" name="polygon-838"/>
              <p:cNvSpPr/>
              <p:nvPr/>
            </p:nvSpPr>
            <p:spPr>
              <a:xfrm>
                <a:off x="3977640" y="3602736"/>
                <a:ext cx="36576" cy="0"/>
              </a:xfrm>
              <a:custGeom>
                <a:avLst/>
                <a:gdLst/>
                <a:ahLst/>
                <a:cxnLst/>
                <a:rect l="l" t="t" r="r" b="b"/>
                <a:pathLst>
                  <a:path w="4" h="0">
                    <a:moveTo>
                      <a:pt x="2" y="0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D"/>
              </a:solidFill>
              <a:ln w="2286">
                <a:solidFill>
                  <a:srgbClr val="0000A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1" name="polygon-839"/>
              <p:cNvSpPr/>
              <p:nvPr/>
            </p:nvSpPr>
            <p:spPr>
              <a:xfrm>
                <a:off x="3959352" y="3593592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1"/>
                    </a:moveTo>
                    <a:lnTo>
                      <a:pt x="4" y="1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D9"/>
              </a:solidFill>
              <a:ln w="2286">
                <a:solidFill>
                  <a:srgbClr val="0000D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2" name="polygon-840"/>
              <p:cNvSpPr/>
              <p:nvPr/>
            </p:nvSpPr>
            <p:spPr>
              <a:xfrm>
                <a:off x="3941064" y="3575304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3"/>
                    </a:moveTo>
                    <a:lnTo>
                      <a:pt x="4" y="2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18FF"/>
              </a:solidFill>
              <a:ln w="2286">
                <a:solidFill>
                  <a:srgbClr val="0018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3" name="polygon-841"/>
              <p:cNvSpPr/>
              <p:nvPr/>
            </p:nvSpPr>
            <p:spPr>
              <a:xfrm>
                <a:off x="3922776" y="3566160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3"/>
                    </a:moveTo>
                    <a:lnTo>
                      <a:pt x="4" y="1"/>
                    </a:lnTo>
                    <a:lnTo>
                      <a:pt x="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5CFF"/>
              </a:solidFill>
              <a:ln w="2286">
                <a:solidFill>
                  <a:srgbClr val="005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4" name="polygon-842"/>
              <p:cNvSpPr/>
              <p:nvPr/>
            </p:nvSpPr>
            <p:spPr>
              <a:xfrm>
                <a:off x="3904488" y="3557016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4"/>
                    </a:moveTo>
                    <a:lnTo>
                      <a:pt x="4" y="1"/>
                    </a:lnTo>
                    <a:lnTo>
                      <a:pt x="2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94FF"/>
              </a:solidFill>
              <a:ln w="2286">
                <a:solidFill>
                  <a:srgbClr val="0094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5" name="polygon-843"/>
              <p:cNvSpPr/>
              <p:nvPr/>
            </p:nvSpPr>
            <p:spPr>
              <a:xfrm>
                <a:off x="3886200" y="3557016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00A9FF"/>
              </a:solidFill>
              <a:ln w="2286">
                <a:solidFill>
                  <a:srgbClr val="00A9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6" name="polygon-844"/>
              <p:cNvSpPr/>
              <p:nvPr/>
            </p:nvSpPr>
            <p:spPr>
              <a:xfrm>
                <a:off x="3858768" y="3566160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3" y="4"/>
                    </a:moveTo>
                    <a:lnTo>
                      <a:pt x="5" y="0"/>
                    </a:lnTo>
                    <a:lnTo>
                      <a:pt x="3" y="3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94FF"/>
              </a:solidFill>
              <a:ln w="2286">
                <a:solidFill>
                  <a:srgbClr val="0094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7" name="polygon-845"/>
              <p:cNvSpPr/>
              <p:nvPr/>
            </p:nvSpPr>
            <p:spPr>
              <a:xfrm>
                <a:off x="3840480" y="3593592"/>
                <a:ext cx="4572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5" h="5">
                    <a:moveTo>
                      <a:pt x="2" y="3"/>
                    </a:moveTo>
                    <a:lnTo>
                      <a:pt x="5" y="0"/>
                    </a:lnTo>
                    <a:lnTo>
                      <a:pt x="2" y="3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005CFF"/>
              </a:solidFill>
              <a:ln w="2286">
                <a:solidFill>
                  <a:srgbClr val="005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8" name="polygon-846"/>
              <p:cNvSpPr/>
              <p:nvPr/>
            </p:nvSpPr>
            <p:spPr>
              <a:xfrm>
                <a:off x="3822192" y="3621024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2"/>
                    </a:moveTo>
                    <a:lnTo>
                      <a:pt x="4" y="0"/>
                    </a:lnTo>
                    <a:lnTo>
                      <a:pt x="2" y="3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18FF"/>
              </a:solidFill>
              <a:ln w="2286">
                <a:solidFill>
                  <a:srgbClr val="0018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9" name="polygon-847"/>
              <p:cNvSpPr/>
              <p:nvPr/>
            </p:nvSpPr>
            <p:spPr>
              <a:xfrm>
                <a:off x="3803904" y="3648456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1"/>
                    </a:moveTo>
                    <a:lnTo>
                      <a:pt x="4" y="0"/>
                    </a:lnTo>
                    <a:lnTo>
                      <a:pt x="2" y="3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D9"/>
              </a:solidFill>
              <a:ln w="2286">
                <a:solidFill>
                  <a:srgbClr val="0000D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0" name="polygon-848"/>
              <p:cNvSpPr/>
              <p:nvPr/>
            </p:nvSpPr>
            <p:spPr>
              <a:xfrm>
                <a:off x="3785616" y="3675888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0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AD"/>
              </a:solidFill>
              <a:ln w="2286">
                <a:solidFill>
                  <a:srgbClr val="0000A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1" name="polygon-849"/>
              <p:cNvSpPr/>
              <p:nvPr/>
            </p:nvSpPr>
            <p:spPr>
              <a:xfrm>
                <a:off x="3767328" y="369417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4"/>
              </a:solidFill>
              <a:ln w="2286">
                <a:solidFill>
                  <a:srgbClr val="00009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2" name="polygon-850"/>
              <p:cNvSpPr/>
              <p:nvPr/>
            </p:nvSpPr>
            <p:spPr>
              <a:xfrm>
                <a:off x="3749040" y="370332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7"/>
              </a:solidFill>
              <a:ln w="2286">
                <a:solidFill>
                  <a:srgbClr val="00008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3" name="polygon-851"/>
              <p:cNvSpPr/>
              <p:nvPr/>
            </p:nvSpPr>
            <p:spPr>
              <a:xfrm>
                <a:off x="4032504" y="3593592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C"/>
              </a:solidFill>
              <a:ln w="2286">
                <a:solidFill>
                  <a:srgbClr val="00008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4" name="polygon-852"/>
              <p:cNvSpPr/>
              <p:nvPr/>
            </p:nvSpPr>
            <p:spPr>
              <a:xfrm>
                <a:off x="4014216" y="3602736"/>
                <a:ext cx="36576" cy="0"/>
              </a:xfrm>
              <a:custGeom>
                <a:avLst/>
                <a:gdLst/>
                <a:ahLst/>
                <a:cxnLst/>
                <a:rect l="l" t="t" r="r" b="b"/>
                <a:pathLst>
                  <a:path w="4" h="0">
                    <a:moveTo>
                      <a:pt x="2" y="0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1"/>
              </a:solidFill>
              <a:ln w="2286">
                <a:solidFill>
                  <a:srgbClr val="0000A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5" name="polygon-853"/>
              <p:cNvSpPr/>
              <p:nvPr/>
            </p:nvSpPr>
            <p:spPr>
              <a:xfrm>
                <a:off x="3995928" y="3593592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1"/>
                    </a:moveTo>
                    <a:lnTo>
                      <a:pt x="4" y="1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CD"/>
              </a:solidFill>
              <a:ln w="2286">
                <a:solidFill>
                  <a:srgbClr val="0000C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6" name="polygon-854"/>
              <p:cNvSpPr/>
              <p:nvPr/>
            </p:nvSpPr>
            <p:spPr>
              <a:xfrm>
                <a:off x="3977640" y="3575304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3"/>
                    </a:moveTo>
                    <a:lnTo>
                      <a:pt x="4" y="2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18FF"/>
              </a:solidFill>
              <a:ln w="2286">
                <a:solidFill>
                  <a:srgbClr val="0018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7" name="polygon-855"/>
              <p:cNvSpPr/>
              <p:nvPr/>
            </p:nvSpPr>
            <p:spPr>
              <a:xfrm>
                <a:off x="3959352" y="3547872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5"/>
                    </a:moveTo>
                    <a:lnTo>
                      <a:pt x="4" y="3"/>
                    </a:lnTo>
                    <a:lnTo>
                      <a:pt x="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80FF"/>
              </a:solidFill>
              <a:ln w="2286">
                <a:solidFill>
                  <a:srgbClr val="0080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8" name="polygon-856"/>
              <p:cNvSpPr/>
              <p:nvPr/>
            </p:nvSpPr>
            <p:spPr>
              <a:xfrm>
                <a:off x="3941064" y="3520440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6"/>
                    </a:moveTo>
                    <a:lnTo>
                      <a:pt x="4" y="3"/>
                    </a:lnTo>
                    <a:lnTo>
                      <a:pt x="2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00F4FF"/>
              </a:solidFill>
              <a:ln w="2286">
                <a:solidFill>
                  <a:srgbClr val="00F4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9" name="polygon-857"/>
              <p:cNvSpPr/>
              <p:nvPr/>
            </p:nvSpPr>
            <p:spPr>
              <a:xfrm>
                <a:off x="3922776" y="3511296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6"/>
                    </a:moveTo>
                    <a:lnTo>
                      <a:pt x="4" y="1"/>
                    </a:lnTo>
                    <a:lnTo>
                      <a:pt x="2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52FFAD"/>
              </a:solidFill>
              <a:ln w="2286">
                <a:solidFill>
                  <a:srgbClr val="52FFA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0" name="polygon-858"/>
              <p:cNvSpPr/>
              <p:nvPr/>
            </p:nvSpPr>
            <p:spPr>
              <a:xfrm>
                <a:off x="3904488" y="3511296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76FF89"/>
              </a:solidFill>
              <a:ln w="2286">
                <a:solidFill>
                  <a:srgbClr val="76FF8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1" name="polygon-859"/>
              <p:cNvSpPr/>
              <p:nvPr/>
            </p:nvSpPr>
            <p:spPr>
              <a:xfrm>
                <a:off x="3886200" y="3520440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5"/>
                    </a:moveTo>
                    <a:lnTo>
                      <a:pt x="4" y="0"/>
                    </a:lnTo>
                    <a:lnTo>
                      <a:pt x="2" y="3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52FFAD"/>
              </a:solidFill>
              <a:ln w="2286">
                <a:solidFill>
                  <a:srgbClr val="52FFA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2" name="polygon-860"/>
              <p:cNvSpPr/>
              <p:nvPr/>
            </p:nvSpPr>
            <p:spPr>
              <a:xfrm>
                <a:off x="3858768" y="3547872"/>
                <a:ext cx="45720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5" h="8">
                    <a:moveTo>
                      <a:pt x="3" y="5"/>
                    </a:moveTo>
                    <a:lnTo>
                      <a:pt x="5" y="0"/>
                    </a:lnTo>
                    <a:lnTo>
                      <a:pt x="3" y="5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F4FF"/>
              </a:solidFill>
              <a:ln w="2286">
                <a:solidFill>
                  <a:srgbClr val="00F4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3" name="polygon-861"/>
              <p:cNvSpPr/>
              <p:nvPr/>
            </p:nvSpPr>
            <p:spPr>
              <a:xfrm>
                <a:off x="3840480" y="3593592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2" y="3"/>
                    </a:moveTo>
                    <a:lnTo>
                      <a:pt x="5" y="0"/>
                    </a:lnTo>
                    <a:lnTo>
                      <a:pt x="2" y="5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80FF"/>
              </a:solidFill>
              <a:ln w="2286">
                <a:solidFill>
                  <a:srgbClr val="0080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4" name="polygon-862"/>
              <p:cNvSpPr/>
              <p:nvPr/>
            </p:nvSpPr>
            <p:spPr>
              <a:xfrm>
                <a:off x="3822192" y="3639312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1"/>
                    </a:moveTo>
                    <a:lnTo>
                      <a:pt x="4" y="0"/>
                    </a:lnTo>
                    <a:lnTo>
                      <a:pt x="2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18FF"/>
              </a:solidFill>
              <a:ln w="2286">
                <a:solidFill>
                  <a:srgbClr val="0018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5" name="polygon-863"/>
              <p:cNvSpPr/>
              <p:nvPr/>
            </p:nvSpPr>
            <p:spPr>
              <a:xfrm>
                <a:off x="3803904" y="3675888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0"/>
                    </a:lnTo>
                    <a:lnTo>
                      <a:pt x="2" y="3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CD"/>
              </a:solidFill>
              <a:ln w="2286">
                <a:solidFill>
                  <a:srgbClr val="0000C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6" name="polygon-864"/>
              <p:cNvSpPr/>
              <p:nvPr/>
            </p:nvSpPr>
            <p:spPr>
              <a:xfrm>
                <a:off x="3785616" y="370332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A1"/>
              </a:solidFill>
              <a:ln w="2286">
                <a:solidFill>
                  <a:srgbClr val="0000A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7" name="polygon-865"/>
              <p:cNvSpPr/>
              <p:nvPr/>
            </p:nvSpPr>
            <p:spPr>
              <a:xfrm>
                <a:off x="3767328" y="371246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C"/>
              </a:solidFill>
              <a:ln w="2286">
                <a:solidFill>
                  <a:srgbClr val="00008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8" name="polygon-866"/>
              <p:cNvSpPr/>
              <p:nvPr/>
            </p:nvSpPr>
            <p:spPr>
              <a:xfrm>
                <a:off x="4050792" y="3602736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2" y="0"/>
                    </a:moveTo>
                    <a:lnTo>
                      <a:pt x="5" y="1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92"/>
              </a:solidFill>
              <a:ln w="2286">
                <a:solidFill>
                  <a:srgbClr val="00009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9" name="polygon-867"/>
              <p:cNvSpPr/>
              <p:nvPr/>
            </p:nvSpPr>
            <p:spPr>
              <a:xfrm>
                <a:off x="4032504" y="3602736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B1"/>
              </a:solidFill>
              <a:ln w="2286">
                <a:solidFill>
                  <a:srgbClr val="0000B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0" name="polygon-868"/>
              <p:cNvSpPr/>
              <p:nvPr/>
            </p:nvSpPr>
            <p:spPr>
              <a:xfrm>
                <a:off x="4014216" y="3593592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1"/>
                    </a:moveTo>
                    <a:lnTo>
                      <a:pt x="4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F0"/>
              </a:solidFill>
              <a:ln w="2286">
                <a:solidFill>
                  <a:srgbClr val="0000F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1" name="polygon-869"/>
              <p:cNvSpPr/>
              <p:nvPr/>
            </p:nvSpPr>
            <p:spPr>
              <a:xfrm>
                <a:off x="3995928" y="3566160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3"/>
                    </a:moveTo>
                    <a:lnTo>
                      <a:pt x="4" y="3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5CFF"/>
              </a:solidFill>
              <a:ln w="2286">
                <a:solidFill>
                  <a:srgbClr val="005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2" name="polygon-870"/>
              <p:cNvSpPr/>
              <p:nvPr/>
            </p:nvSpPr>
            <p:spPr>
              <a:xfrm>
                <a:off x="3977640" y="3520440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6"/>
                    </a:moveTo>
                    <a:lnTo>
                      <a:pt x="4" y="5"/>
                    </a:lnTo>
                    <a:lnTo>
                      <a:pt x="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F4FF"/>
              </a:solidFill>
              <a:ln w="2286">
                <a:solidFill>
                  <a:srgbClr val="00F4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3" name="polygon-871"/>
              <p:cNvSpPr/>
              <p:nvPr/>
            </p:nvSpPr>
            <p:spPr>
              <a:xfrm>
                <a:off x="3959352" y="3483864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7"/>
                    </a:moveTo>
                    <a:lnTo>
                      <a:pt x="4" y="4"/>
                    </a:lnTo>
                    <a:lnTo>
                      <a:pt x="2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9DFF62"/>
              </a:solidFill>
              <a:ln w="2286">
                <a:solidFill>
                  <a:srgbClr val="9DFF6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4" name="polygon-872"/>
              <p:cNvSpPr/>
              <p:nvPr/>
            </p:nvSpPr>
            <p:spPr>
              <a:xfrm>
                <a:off x="3941064" y="3456432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7"/>
                    </a:moveTo>
                    <a:lnTo>
                      <a:pt x="4" y="3"/>
                    </a:lnTo>
                    <a:lnTo>
                      <a:pt x="2" y="0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D900"/>
              </a:solidFill>
              <a:ln w="2286">
                <a:solidFill>
                  <a:srgbClr val="FFD9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5" name="polygon-873"/>
              <p:cNvSpPr/>
              <p:nvPr/>
            </p:nvSpPr>
            <p:spPr>
              <a:xfrm>
                <a:off x="3922776" y="3456432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6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FFA500"/>
              </a:solidFill>
              <a:ln w="2286">
                <a:solidFill>
                  <a:srgbClr val="FFA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6" name="polygon-874"/>
              <p:cNvSpPr/>
              <p:nvPr/>
            </p:nvSpPr>
            <p:spPr>
              <a:xfrm>
                <a:off x="3904488" y="3465576"/>
                <a:ext cx="36576" cy="82296"/>
              </a:xfrm>
              <a:custGeom>
                <a:avLst/>
                <a:gdLst/>
                <a:ahLst/>
                <a:cxnLst/>
                <a:rect l="l" t="t" r="r" b="b"/>
                <a:pathLst>
                  <a:path w="4" h="9">
                    <a:moveTo>
                      <a:pt x="2" y="6"/>
                    </a:moveTo>
                    <a:lnTo>
                      <a:pt x="4" y="0"/>
                    </a:lnTo>
                    <a:lnTo>
                      <a:pt x="2" y="5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FFD900"/>
              </a:solidFill>
              <a:ln w="2286">
                <a:solidFill>
                  <a:srgbClr val="FFD9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7" name="polygon-875"/>
              <p:cNvSpPr/>
              <p:nvPr/>
            </p:nvSpPr>
            <p:spPr>
              <a:xfrm>
                <a:off x="3886200" y="3511296"/>
                <a:ext cx="36576" cy="82296"/>
              </a:xfrm>
              <a:custGeom>
                <a:avLst/>
                <a:gdLst/>
                <a:ahLst/>
                <a:cxnLst/>
                <a:rect l="l" t="t" r="r" b="b"/>
                <a:pathLst>
                  <a:path w="4" h="9">
                    <a:moveTo>
                      <a:pt x="2" y="4"/>
                    </a:moveTo>
                    <a:lnTo>
                      <a:pt x="4" y="0"/>
                    </a:lnTo>
                    <a:lnTo>
                      <a:pt x="2" y="6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9DFF62"/>
              </a:solidFill>
              <a:ln w="2286">
                <a:solidFill>
                  <a:srgbClr val="9DFF6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8" name="polygon-876"/>
              <p:cNvSpPr/>
              <p:nvPr/>
            </p:nvSpPr>
            <p:spPr>
              <a:xfrm>
                <a:off x="3858768" y="3566160"/>
                <a:ext cx="45720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5" h="8">
                    <a:moveTo>
                      <a:pt x="3" y="3"/>
                    </a:moveTo>
                    <a:lnTo>
                      <a:pt x="5" y="0"/>
                    </a:lnTo>
                    <a:lnTo>
                      <a:pt x="3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F4FF"/>
              </a:solidFill>
              <a:ln w="2286">
                <a:solidFill>
                  <a:srgbClr val="00F4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9" name="polygon-877"/>
              <p:cNvSpPr/>
              <p:nvPr/>
            </p:nvSpPr>
            <p:spPr>
              <a:xfrm>
                <a:off x="3840480" y="3621024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2" y="2"/>
                    </a:moveTo>
                    <a:lnTo>
                      <a:pt x="5" y="0"/>
                    </a:lnTo>
                    <a:lnTo>
                      <a:pt x="2" y="6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5CFF"/>
              </a:solidFill>
              <a:ln w="2286">
                <a:solidFill>
                  <a:srgbClr val="005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0" name="polygon-878"/>
              <p:cNvSpPr/>
              <p:nvPr/>
            </p:nvSpPr>
            <p:spPr>
              <a:xfrm>
                <a:off x="3822192" y="3675888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0"/>
                    </a:lnTo>
                    <a:lnTo>
                      <a:pt x="2" y="3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F0"/>
              </a:solidFill>
              <a:ln w="2286">
                <a:solidFill>
                  <a:srgbClr val="0000F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1" name="polygon-879"/>
              <p:cNvSpPr/>
              <p:nvPr/>
            </p:nvSpPr>
            <p:spPr>
              <a:xfrm>
                <a:off x="3803904" y="3703320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0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B1"/>
              </a:solidFill>
              <a:ln w="2286">
                <a:solidFill>
                  <a:srgbClr val="0000B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2" name="polygon-880"/>
              <p:cNvSpPr/>
              <p:nvPr/>
            </p:nvSpPr>
            <p:spPr>
              <a:xfrm>
                <a:off x="3785616" y="3721608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2"/>
              </a:solidFill>
              <a:ln w="2286">
                <a:solidFill>
                  <a:srgbClr val="00009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3" name="polygon-881"/>
              <p:cNvSpPr/>
              <p:nvPr/>
            </p:nvSpPr>
            <p:spPr>
              <a:xfrm>
                <a:off x="4069080" y="3611880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3" y="0"/>
                    </a:moveTo>
                    <a:lnTo>
                      <a:pt x="5" y="1"/>
                    </a:lnTo>
                    <a:lnTo>
                      <a:pt x="3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97"/>
              </a:solidFill>
              <a:ln w="2286">
                <a:solidFill>
                  <a:srgbClr val="00009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4" name="polygon-882"/>
              <p:cNvSpPr/>
              <p:nvPr/>
            </p:nvSpPr>
            <p:spPr>
              <a:xfrm>
                <a:off x="4050792" y="3611880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2" y="0"/>
                    </a:moveTo>
                    <a:lnTo>
                      <a:pt x="5" y="1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BD"/>
              </a:solidFill>
              <a:ln w="2286">
                <a:solidFill>
                  <a:srgbClr val="0000B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5" name="polygon-883"/>
              <p:cNvSpPr/>
              <p:nvPr/>
            </p:nvSpPr>
            <p:spPr>
              <a:xfrm>
                <a:off x="4032504" y="3593592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2"/>
                    </a:moveTo>
                    <a:lnTo>
                      <a:pt x="4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DFF"/>
              </a:solidFill>
              <a:ln w="2286">
                <a:solidFill>
                  <a:srgbClr val="000D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6" name="polygon-884"/>
              <p:cNvSpPr/>
              <p:nvPr/>
            </p:nvSpPr>
            <p:spPr>
              <a:xfrm>
                <a:off x="4014216" y="3557016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4"/>
                    </a:moveTo>
                    <a:lnTo>
                      <a:pt x="4" y="4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94FF"/>
              </a:solidFill>
              <a:ln w="2286">
                <a:solidFill>
                  <a:srgbClr val="0094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7" name="polygon-885"/>
              <p:cNvSpPr/>
              <p:nvPr/>
            </p:nvSpPr>
            <p:spPr>
              <a:xfrm>
                <a:off x="3995928" y="3511296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6"/>
                    </a:moveTo>
                    <a:lnTo>
                      <a:pt x="4" y="5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52FFAD"/>
              </a:solidFill>
              <a:ln w="2286">
                <a:solidFill>
                  <a:srgbClr val="52FFA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8" name="polygon-886"/>
              <p:cNvSpPr/>
              <p:nvPr/>
            </p:nvSpPr>
            <p:spPr>
              <a:xfrm>
                <a:off x="3977640" y="3456432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7"/>
                    </a:moveTo>
                    <a:lnTo>
                      <a:pt x="4" y="6"/>
                    </a:lnTo>
                    <a:lnTo>
                      <a:pt x="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FFD900"/>
              </a:solidFill>
              <a:ln w="2286">
                <a:solidFill>
                  <a:srgbClr val="FFD9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9" name="polygon-887"/>
              <p:cNvSpPr/>
              <p:nvPr/>
            </p:nvSpPr>
            <p:spPr>
              <a:xfrm>
                <a:off x="3959352" y="3429000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6"/>
                    </a:moveTo>
                    <a:lnTo>
                      <a:pt x="4" y="3"/>
                    </a:lnTo>
                    <a:lnTo>
                      <a:pt x="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FF3000"/>
              </a:solidFill>
              <a:ln w="2286">
                <a:solidFill>
                  <a:srgbClr val="FF3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0" name="polygon-888"/>
              <p:cNvSpPr/>
              <p:nvPr/>
            </p:nvSpPr>
            <p:spPr>
              <a:xfrm>
                <a:off x="3941064" y="3429000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3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ED0000"/>
              </a:solidFill>
              <a:ln w="2286">
                <a:solidFill>
                  <a:srgbClr val="ED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1" name="polygon-889"/>
              <p:cNvSpPr/>
              <p:nvPr/>
            </p:nvSpPr>
            <p:spPr>
              <a:xfrm>
                <a:off x="3922776" y="3438144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3"/>
                    </a:moveTo>
                    <a:lnTo>
                      <a:pt x="4" y="0"/>
                    </a:lnTo>
                    <a:lnTo>
                      <a:pt x="2" y="5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FF3000"/>
              </a:solidFill>
              <a:ln w="2286">
                <a:solidFill>
                  <a:srgbClr val="FF3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2" name="polygon-890"/>
              <p:cNvSpPr/>
              <p:nvPr/>
            </p:nvSpPr>
            <p:spPr>
              <a:xfrm>
                <a:off x="3904488" y="3483864"/>
                <a:ext cx="36576" cy="82296"/>
              </a:xfrm>
              <a:custGeom>
                <a:avLst/>
                <a:gdLst/>
                <a:ahLst/>
                <a:cxnLst/>
                <a:rect l="l" t="t" r="r" b="b"/>
                <a:pathLst>
                  <a:path w="4" h="9">
                    <a:moveTo>
                      <a:pt x="2" y="3"/>
                    </a:moveTo>
                    <a:lnTo>
                      <a:pt x="4" y="0"/>
                    </a:lnTo>
                    <a:lnTo>
                      <a:pt x="2" y="7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FFD900"/>
              </a:solidFill>
              <a:ln w="2286">
                <a:solidFill>
                  <a:srgbClr val="FFD9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3" name="polygon-891"/>
              <p:cNvSpPr/>
              <p:nvPr/>
            </p:nvSpPr>
            <p:spPr>
              <a:xfrm>
                <a:off x="3886200" y="3547872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2"/>
                    </a:moveTo>
                    <a:lnTo>
                      <a:pt x="4" y="0"/>
                    </a:lnTo>
                    <a:lnTo>
                      <a:pt x="2" y="8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52FFAD"/>
              </a:solidFill>
              <a:ln w="2286">
                <a:solidFill>
                  <a:srgbClr val="52FFA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4" name="polygon-892"/>
              <p:cNvSpPr/>
              <p:nvPr/>
            </p:nvSpPr>
            <p:spPr>
              <a:xfrm>
                <a:off x="3858768" y="3621024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3" y="0"/>
                    </a:moveTo>
                    <a:lnTo>
                      <a:pt x="5" y="0"/>
                    </a:lnTo>
                    <a:lnTo>
                      <a:pt x="3" y="6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94FF"/>
              </a:solidFill>
              <a:ln w="2286">
                <a:solidFill>
                  <a:srgbClr val="0094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5" name="polygon-893"/>
              <p:cNvSpPr/>
              <p:nvPr/>
            </p:nvSpPr>
            <p:spPr>
              <a:xfrm>
                <a:off x="3840480" y="3675888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2" y="0"/>
                    </a:moveTo>
                    <a:lnTo>
                      <a:pt x="5" y="0"/>
                    </a:lnTo>
                    <a:lnTo>
                      <a:pt x="2" y="4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DFF"/>
              </a:solidFill>
              <a:ln w="2286">
                <a:solidFill>
                  <a:srgbClr val="000D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6" name="polygon-894"/>
              <p:cNvSpPr/>
              <p:nvPr/>
            </p:nvSpPr>
            <p:spPr>
              <a:xfrm>
                <a:off x="3822192" y="3703320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1"/>
                    </a:lnTo>
                    <a:lnTo>
                      <a:pt x="2" y="3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BD"/>
              </a:solidFill>
              <a:ln w="2286">
                <a:solidFill>
                  <a:srgbClr val="0000B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7" name="polygon-895"/>
              <p:cNvSpPr/>
              <p:nvPr/>
            </p:nvSpPr>
            <p:spPr>
              <a:xfrm>
                <a:off x="3803904" y="3730752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7"/>
              </a:solidFill>
              <a:ln w="2286">
                <a:solidFill>
                  <a:srgbClr val="00009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8" name="polygon-896"/>
              <p:cNvSpPr/>
              <p:nvPr/>
            </p:nvSpPr>
            <p:spPr>
              <a:xfrm>
                <a:off x="4096512" y="3621024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99"/>
              </a:solidFill>
              <a:ln w="2286">
                <a:solidFill>
                  <a:srgbClr val="00009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9" name="polygon-897"/>
              <p:cNvSpPr/>
              <p:nvPr/>
            </p:nvSpPr>
            <p:spPr>
              <a:xfrm>
                <a:off x="4069080" y="3611880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3" y="1"/>
                    </a:moveTo>
                    <a:lnTo>
                      <a:pt x="5" y="2"/>
                    </a:lnTo>
                    <a:lnTo>
                      <a:pt x="3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C2"/>
              </a:solidFill>
              <a:ln w="2286">
                <a:solidFill>
                  <a:srgbClr val="0000C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0" name="polygon-898"/>
              <p:cNvSpPr/>
              <p:nvPr/>
            </p:nvSpPr>
            <p:spPr>
              <a:xfrm>
                <a:off x="4050792" y="3593592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2" y="2"/>
                    </a:moveTo>
                    <a:lnTo>
                      <a:pt x="5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18FF"/>
              </a:solidFill>
              <a:ln w="2286">
                <a:solidFill>
                  <a:srgbClr val="0018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1" name="polygon-899"/>
              <p:cNvSpPr/>
              <p:nvPr/>
            </p:nvSpPr>
            <p:spPr>
              <a:xfrm>
                <a:off x="4032504" y="3557016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5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A9FF"/>
              </a:solidFill>
              <a:ln w="2286">
                <a:solidFill>
                  <a:srgbClr val="00A9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2" name="polygon-900"/>
              <p:cNvSpPr/>
              <p:nvPr/>
            </p:nvSpPr>
            <p:spPr>
              <a:xfrm>
                <a:off x="4014216" y="3511296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6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6FF89"/>
              </a:solidFill>
              <a:ln w="2286">
                <a:solidFill>
                  <a:srgbClr val="76FF8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3" name="polygon-901"/>
              <p:cNvSpPr/>
              <p:nvPr/>
            </p:nvSpPr>
            <p:spPr>
              <a:xfrm>
                <a:off x="3995928" y="3456432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6"/>
                    </a:moveTo>
                    <a:lnTo>
                      <a:pt x="4" y="7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A500"/>
              </a:solidFill>
              <a:ln w="2286">
                <a:solidFill>
                  <a:srgbClr val="FFA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4" name="polygon-902"/>
              <p:cNvSpPr/>
              <p:nvPr/>
            </p:nvSpPr>
            <p:spPr>
              <a:xfrm>
                <a:off x="3977640" y="3429000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3"/>
                    </a:moveTo>
                    <a:lnTo>
                      <a:pt x="4" y="4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D0000"/>
              </a:solidFill>
              <a:ln w="2286">
                <a:solidFill>
                  <a:srgbClr val="ED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5" name="polygon-903"/>
              <p:cNvSpPr/>
              <p:nvPr/>
            </p:nvSpPr>
            <p:spPr>
              <a:xfrm>
                <a:off x="3959352" y="342900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A60000"/>
              </a:solidFill>
              <a:ln w="2286">
                <a:solidFill>
                  <a:srgbClr val="A6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6" name="polygon-904"/>
              <p:cNvSpPr/>
              <p:nvPr/>
            </p:nvSpPr>
            <p:spPr>
              <a:xfrm>
                <a:off x="3941064" y="3438144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0"/>
                    </a:moveTo>
                    <a:lnTo>
                      <a:pt x="4" y="1"/>
                    </a:lnTo>
                    <a:lnTo>
                      <a:pt x="2" y="6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ED0000"/>
              </a:solidFill>
              <a:ln w="2286">
                <a:solidFill>
                  <a:srgbClr val="ED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7" name="polygon-905"/>
              <p:cNvSpPr/>
              <p:nvPr/>
            </p:nvSpPr>
            <p:spPr>
              <a:xfrm>
                <a:off x="3922776" y="3483864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1"/>
                    </a:lnTo>
                    <a:lnTo>
                      <a:pt x="2" y="8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FFA500"/>
              </a:solidFill>
              <a:ln w="2286">
                <a:solidFill>
                  <a:srgbClr val="FFA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8" name="polygon-906"/>
              <p:cNvSpPr/>
              <p:nvPr/>
            </p:nvSpPr>
            <p:spPr>
              <a:xfrm>
                <a:off x="3904488" y="3547872"/>
                <a:ext cx="36576" cy="82296"/>
              </a:xfrm>
              <a:custGeom>
                <a:avLst/>
                <a:gdLst/>
                <a:ahLst/>
                <a:cxnLst/>
                <a:rect l="l" t="t" r="r" b="b"/>
                <a:pathLst>
                  <a:path w="4" h="9">
                    <a:moveTo>
                      <a:pt x="2" y="0"/>
                    </a:moveTo>
                    <a:lnTo>
                      <a:pt x="4" y="1"/>
                    </a:lnTo>
                    <a:lnTo>
                      <a:pt x="2" y="9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76FF89"/>
              </a:solidFill>
              <a:ln w="2286">
                <a:solidFill>
                  <a:srgbClr val="76FF8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9" name="polygon-907"/>
              <p:cNvSpPr/>
              <p:nvPr/>
            </p:nvSpPr>
            <p:spPr>
              <a:xfrm>
                <a:off x="3886200" y="3621024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1"/>
                    </a:lnTo>
                    <a:lnTo>
                      <a:pt x="2" y="7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A9FF"/>
              </a:solidFill>
              <a:ln w="2286">
                <a:solidFill>
                  <a:srgbClr val="00A9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0" name="polygon-908"/>
              <p:cNvSpPr/>
              <p:nvPr/>
            </p:nvSpPr>
            <p:spPr>
              <a:xfrm>
                <a:off x="3858768" y="3675888"/>
                <a:ext cx="4572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5" h="5">
                    <a:moveTo>
                      <a:pt x="3" y="0"/>
                    </a:moveTo>
                    <a:lnTo>
                      <a:pt x="5" y="1"/>
                    </a:lnTo>
                    <a:lnTo>
                      <a:pt x="3" y="5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18FF"/>
              </a:solidFill>
              <a:ln w="2286">
                <a:solidFill>
                  <a:srgbClr val="0018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1" name="polygon-909"/>
              <p:cNvSpPr/>
              <p:nvPr/>
            </p:nvSpPr>
            <p:spPr>
              <a:xfrm>
                <a:off x="3840480" y="3712464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2" y="0"/>
                    </a:moveTo>
                    <a:lnTo>
                      <a:pt x="5" y="1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C2"/>
              </a:solidFill>
              <a:ln w="2286">
                <a:solidFill>
                  <a:srgbClr val="0000C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2" name="polygon-910"/>
              <p:cNvSpPr/>
              <p:nvPr/>
            </p:nvSpPr>
            <p:spPr>
              <a:xfrm>
                <a:off x="3822192" y="3730752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1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99"/>
              </a:solidFill>
              <a:ln w="2286">
                <a:solidFill>
                  <a:srgbClr val="00009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3" name="polygon-911"/>
              <p:cNvSpPr/>
              <p:nvPr/>
            </p:nvSpPr>
            <p:spPr>
              <a:xfrm>
                <a:off x="4114800" y="3630168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97"/>
              </a:solidFill>
              <a:ln w="2286">
                <a:solidFill>
                  <a:srgbClr val="00009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4" name="polygon-912"/>
              <p:cNvSpPr/>
              <p:nvPr/>
            </p:nvSpPr>
            <p:spPr>
              <a:xfrm>
                <a:off x="4096512" y="362102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1"/>
                    </a:moveTo>
                    <a:lnTo>
                      <a:pt x="4" y="2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BD"/>
              </a:solidFill>
              <a:ln w="2286">
                <a:solidFill>
                  <a:srgbClr val="0000B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5" name="polygon-913"/>
              <p:cNvSpPr/>
              <p:nvPr/>
            </p:nvSpPr>
            <p:spPr>
              <a:xfrm>
                <a:off x="4069080" y="3602736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3" y="2"/>
                    </a:moveTo>
                    <a:lnTo>
                      <a:pt x="5" y="4"/>
                    </a:lnTo>
                    <a:lnTo>
                      <a:pt x="3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DFF"/>
              </a:solidFill>
              <a:ln w="2286">
                <a:solidFill>
                  <a:srgbClr val="000D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6" name="polygon-914"/>
              <p:cNvSpPr/>
              <p:nvPr/>
            </p:nvSpPr>
            <p:spPr>
              <a:xfrm>
                <a:off x="4050792" y="3566160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2" y="4"/>
                    </a:moveTo>
                    <a:lnTo>
                      <a:pt x="5" y="6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94FF"/>
              </a:solidFill>
              <a:ln w="2286">
                <a:solidFill>
                  <a:srgbClr val="0094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7" name="polygon-915"/>
              <p:cNvSpPr/>
              <p:nvPr/>
            </p:nvSpPr>
            <p:spPr>
              <a:xfrm>
                <a:off x="4032504" y="3520440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5"/>
                    </a:moveTo>
                    <a:lnTo>
                      <a:pt x="4" y="8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2FFAD"/>
              </a:solidFill>
              <a:ln w="2286">
                <a:solidFill>
                  <a:srgbClr val="52FFA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8" name="polygon-916"/>
              <p:cNvSpPr/>
              <p:nvPr/>
            </p:nvSpPr>
            <p:spPr>
              <a:xfrm>
                <a:off x="4014216" y="3465576"/>
                <a:ext cx="36576" cy="82296"/>
              </a:xfrm>
              <a:custGeom>
                <a:avLst/>
                <a:gdLst/>
                <a:ahLst/>
                <a:cxnLst/>
                <a:rect l="l" t="t" r="r" b="b"/>
                <a:pathLst>
                  <a:path w="4" h="9">
                    <a:moveTo>
                      <a:pt x="2" y="6"/>
                    </a:moveTo>
                    <a:lnTo>
                      <a:pt x="4" y="9"/>
                    </a:lnTo>
                    <a:lnTo>
                      <a:pt x="2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D900"/>
              </a:solidFill>
              <a:ln w="2286">
                <a:solidFill>
                  <a:srgbClr val="FFD9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9" name="polygon-917"/>
              <p:cNvSpPr/>
              <p:nvPr/>
            </p:nvSpPr>
            <p:spPr>
              <a:xfrm>
                <a:off x="3995928" y="3438144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3"/>
                    </a:moveTo>
                    <a:lnTo>
                      <a:pt x="4" y="8"/>
                    </a:lnTo>
                    <a:lnTo>
                      <a:pt x="2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3000"/>
              </a:solidFill>
              <a:ln w="2286">
                <a:solidFill>
                  <a:srgbClr val="FF3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0" name="polygon-918"/>
              <p:cNvSpPr/>
              <p:nvPr/>
            </p:nvSpPr>
            <p:spPr>
              <a:xfrm>
                <a:off x="3977640" y="3438144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0"/>
                    </a:moveTo>
                    <a:lnTo>
                      <a:pt x="4" y="5"/>
                    </a:lnTo>
                    <a:lnTo>
                      <a:pt x="2" y="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D0000"/>
              </a:solidFill>
              <a:ln w="2286">
                <a:solidFill>
                  <a:srgbClr val="ED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1" name="polygon-919"/>
              <p:cNvSpPr/>
              <p:nvPr/>
            </p:nvSpPr>
            <p:spPr>
              <a:xfrm>
                <a:off x="3959352" y="3447288"/>
                <a:ext cx="36576" cy="91440"/>
              </a:xfrm>
              <a:custGeom>
                <a:avLst/>
                <a:gdLst/>
                <a:ahLst/>
                <a:cxnLst/>
                <a:rect l="l" t="t" r="r" b="b"/>
                <a:pathLst>
                  <a:path w="4" h="10">
                    <a:moveTo>
                      <a:pt x="2" y="0"/>
                    </a:moveTo>
                    <a:lnTo>
                      <a:pt x="4" y="5"/>
                    </a:lnTo>
                    <a:lnTo>
                      <a:pt x="2" y="1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3000"/>
              </a:solidFill>
              <a:ln w="2286">
                <a:solidFill>
                  <a:srgbClr val="FF3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2" name="polygon-920"/>
              <p:cNvSpPr/>
              <p:nvPr/>
            </p:nvSpPr>
            <p:spPr>
              <a:xfrm>
                <a:off x="3941064" y="3493008"/>
                <a:ext cx="36576" cy="100584"/>
              </a:xfrm>
              <a:custGeom>
                <a:avLst/>
                <a:gdLst/>
                <a:ahLst/>
                <a:cxnLst/>
                <a:rect l="l" t="t" r="r" b="b"/>
                <a:pathLst>
                  <a:path w="4" h="11">
                    <a:moveTo>
                      <a:pt x="2" y="0"/>
                    </a:moveTo>
                    <a:lnTo>
                      <a:pt x="4" y="5"/>
                    </a:lnTo>
                    <a:lnTo>
                      <a:pt x="2" y="11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FFD900"/>
              </a:solidFill>
              <a:ln w="2286">
                <a:solidFill>
                  <a:srgbClr val="FFD9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3" name="polygon-921"/>
              <p:cNvSpPr/>
              <p:nvPr/>
            </p:nvSpPr>
            <p:spPr>
              <a:xfrm>
                <a:off x="3922776" y="3557016"/>
                <a:ext cx="36576" cy="91440"/>
              </a:xfrm>
              <a:custGeom>
                <a:avLst/>
                <a:gdLst/>
                <a:ahLst/>
                <a:cxnLst/>
                <a:rect l="l" t="t" r="r" b="b"/>
                <a:pathLst>
                  <a:path w="4" h="10">
                    <a:moveTo>
                      <a:pt x="2" y="0"/>
                    </a:moveTo>
                    <a:lnTo>
                      <a:pt x="4" y="4"/>
                    </a:lnTo>
                    <a:lnTo>
                      <a:pt x="2" y="10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52FFAD"/>
              </a:solidFill>
              <a:ln w="2286">
                <a:solidFill>
                  <a:srgbClr val="52FFA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4" name="polygon-922"/>
              <p:cNvSpPr/>
              <p:nvPr/>
            </p:nvSpPr>
            <p:spPr>
              <a:xfrm>
                <a:off x="3904488" y="3630168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2"/>
                    </a:lnTo>
                    <a:lnTo>
                      <a:pt x="2" y="7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94FF"/>
              </a:solidFill>
              <a:ln w="2286">
                <a:solidFill>
                  <a:srgbClr val="0094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5" name="polygon-923"/>
              <p:cNvSpPr/>
              <p:nvPr/>
            </p:nvSpPr>
            <p:spPr>
              <a:xfrm>
                <a:off x="3886200" y="3685032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1"/>
                    </a:lnTo>
                    <a:lnTo>
                      <a:pt x="2" y="5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0DFF"/>
              </a:solidFill>
              <a:ln w="2286">
                <a:solidFill>
                  <a:srgbClr val="000D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6" name="polygon-924"/>
              <p:cNvSpPr/>
              <p:nvPr/>
            </p:nvSpPr>
            <p:spPr>
              <a:xfrm>
                <a:off x="3858768" y="3721608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3" y="0"/>
                    </a:moveTo>
                    <a:lnTo>
                      <a:pt x="5" y="1"/>
                    </a:lnTo>
                    <a:lnTo>
                      <a:pt x="3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BD"/>
              </a:solidFill>
              <a:ln w="2286">
                <a:solidFill>
                  <a:srgbClr val="0000B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7" name="polygon-925"/>
              <p:cNvSpPr/>
              <p:nvPr/>
            </p:nvSpPr>
            <p:spPr>
              <a:xfrm>
                <a:off x="3840480" y="3739896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2" y="0"/>
                    </a:moveTo>
                    <a:lnTo>
                      <a:pt x="5" y="1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97"/>
              </a:solidFill>
              <a:ln w="2286">
                <a:solidFill>
                  <a:srgbClr val="00009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8" name="polygon-926"/>
              <p:cNvSpPr/>
              <p:nvPr/>
            </p:nvSpPr>
            <p:spPr>
              <a:xfrm>
                <a:off x="4133088" y="3639312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92"/>
              </a:solidFill>
              <a:ln w="2286">
                <a:solidFill>
                  <a:srgbClr val="00009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9" name="polygon-927"/>
              <p:cNvSpPr/>
              <p:nvPr/>
            </p:nvSpPr>
            <p:spPr>
              <a:xfrm>
                <a:off x="4114800" y="3639312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B1"/>
              </a:solidFill>
              <a:ln w="2286">
                <a:solidFill>
                  <a:srgbClr val="0000B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0" name="polygon-928"/>
              <p:cNvSpPr/>
              <p:nvPr/>
            </p:nvSpPr>
            <p:spPr>
              <a:xfrm>
                <a:off x="4096512" y="3621024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2"/>
                    </a:moveTo>
                    <a:lnTo>
                      <a:pt x="4" y="3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F0"/>
              </a:solidFill>
              <a:ln w="2286">
                <a:solidFill>
                  <a:srgbClr val="0000F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1" name="polygon-929"/>
              <p:cNvSpPr/>
              <p:nvPr/>
            </p:nvSpPr>
            <p:spPr>
              <a:xfrm>
                <a:off x="4069080" y="3593592"/>
                <a:ext cx="4572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5" h="5">
                    <a:moveTo>
                      <a:pt x="3" y="3"/>
                    </a:moveTo>
                    <a:lnTo>
                      <a:pt x="5" y="5"/>
                    </a:lnTo>
                    <a:lnTo>
                      <a:pt x="3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5CFF"/>
              </a:solidFill>
              <a:ln w="2286">
                <a:solidFill>
                  <a:srgbClr val="005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2" name="polygon-930"/>
              <p:cNvSpPr/>
              <p:nvPr/>
            </p:nvSpPr>
            <p:spPr>
              <a:xfrm>
                <a:off x="4050792" y="3547872"/>
                <a:ext cx="45720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5" h="8">
                    <a:moveTo>
                      <a:pt x="2" y="5"/>
                    </a:moveTo>
                    <a:lnTo>
                      <a:pt x="5" y="8"/>
                    </a:lnTo>
                    <a:lnTo>
                      <a:pt x="2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F4FF"/>
              </a:solidFill>
              <a:ln w="2286">
                <a:solidFill>
                  <a:srgbClr val="00F4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3" name="polygon-931"/>
              <p:cNvSpPr/>
              <p:nvPr/>
            </p:nvSpPr>
            <p:spPr>
              <a:xfrm>
                <a:off x="4032504" y="3511296"/>
                <a:ext cx="36576" cy="82296"/>
              </a:xfrm>
              <a:custGeom>
                <a:avLst/>
                <a:gdLst/>
                <a:ahLst/>
                <a:cxnLst/>
                <a:rect l="l" t="t" r="r" b="b"/>
                <a:pathLst>
                  <a:path w="4" h="9">
                    <a:moveTo>
                      <a:pt x="2" y="4"/>
                    </a:moveTo>
                    <a:lnTo>
                      <a:pt x="4" y="9"/>
                    </a:lnTo>
                    <a:lnTo>
                      <a:pt x="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DFF62"/>
              </a:solidFill>
              <a:ln w="2286">
                <a:solidFill>
                  <a:srgbClr val="9DFF6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4" name="polygon-932"/>
              <p:cNvSpPr/>
              <p:nvPr/>
            </p:nvSpPr>
            <p:spPr>
              <a:xfrm>
                <a:off x="4014216" y="3483864"/>
                <a:ext cx="36576" cy="82296"/>
              </a:xfrm>
              <a:custGeom>
                <a:avLst/>
                <a:gdLst/>
                <a:ahLst/>
                <a:cxnLst/>
                <a:rect l="l" t="t" r="r" b="b"/>
                <a:pathLst>
                  <a:path w="4" h="9">
                    <a:moveTo>
                      <a:pt x="2" y="3"/>
                    </a:moveTo>
                    <a:lnTo>
                      <a:pt x="4" y="9"/>
                    </a:lnTo>
                    <a:lnTo>
                      <a:pt x="2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D900"/>
              </a:solidFill>
              <a:ln w="2286">
                <a:solidFill>
                  <a:srgbClr val="FFD9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5" name="polygon-933"/>
              <p:cNvSpPr/>
              <p:nvPr/>
            </p:nvSpPr>
            <p:spPr>
              <a:xfrm>
                <a:off x="3995928" y="3483864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A500"/>
              </a:solidFill>
              <a:ln w="2286">
                <a:solidFill>
                  <a:srgbClr val="FFA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6" name="polygon-934"/>
              <p:cNvSpPr/>
              <p:nvPr/>
            </p:nvSpPr>
            <p:spPr>
              <a:xfrm>
                <a:off x="3977640" y="3493008"/>
                <a:ext cx="36576" cy="100584"/>
              </a:xfrm>
              <a:custGeom>
                <a:avLst/>
                <a:gdLst/>
                <a:ahLst/>
                <a:cxnLst/>
                <a:rect l="l" t="t" r="r" b="b"/>
                <a:pathLst>
                  <a:path w="4" h="11">
                    <a:moveTo>
                      <a:pt x="2" y="0"/>
                    </a:moveTo>
                    <a:lnTo>
                      <a:pt x="4" y="7"/>
                    </a:lnTo>
                    <a:lnTo>
                      <a:pt x="2" y="1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D900"/>
              </a:solidFill>
              <a:ln w="2286">
                <a:solidFill>
                  <a:srgbClr val="FFD9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7" name="polygon-935"/>
              <p:cNvSpPr/>
              <p:nvPr/>
            </p:nvSpPr>
            <p:spPr>
              <a:xfrm>
                <a:off x="3959352" y="3538728"/>
                <a:ext cx="36576" cy="100584"/>
              </a:xfrm>
              <a:custGeom>
                <a:avLst/>
                <a:gdLst/>
                <a:ahLst/>
                <a:cxnLst/>
                <a:rect l="l" t="t" r="r" b="b"/>
                <a:pathLst>
                  <a:path w="4" h="11">
                    <a:moveTo>
                      <a:pt x="2" y="0"/>
                    </a:moveTo>
                    <a:lnTo>
                      <a:pt x="4" y="6"/>
                    </a:lnTo>
                    <a:lnTo>
                      <a:pt x="2" y="1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9DFF62"/>
              </a:solidFill>
              <a:ln w="2286">
                <a:solidFill>
                  <a:srgbClr val="9DFF6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8" name="polygon-936"/>
              <p:cNvSpPr/>
              <p:nvPr/>
            </p:nvSpPr>
            <p:spPr>
              <a:xfrm>
                <a:off x="3941064" y="3593592"/>
                <a:ext cx="36576" cy="91440"/>
              </a:xfrm>
              <a:custGeom>
                <a:avLst/>
                <a:gdLst/>
                <a:ahLst/>
                <a:cxnLst/>
                <a:rect l="l" t="t" r="r" b="b"/>
                <a:pathLst>
                  <a:path w="4" h="10">
                    <a:moveTo>
                      <a:pt x="2" y="0"/>
                    </a:moveTo>
                    <a:lnTo>
                      <a:pt x="4" y="5"/>
                    </a:lnTo>
                    <a:lnTo>
                      <a:pt x="2" y="10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F4FF"/>
              </a:solidFill>
              <a:ln w="2286">
                <a:solidFill>
                  <a:srgbClr val="00F4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9" name="polygon-937"/>
              <p:cNvSpPr/>
              <p:nvPr/>
            </p:nvSpPr>
            <p:spPr>
              <a:xfrm>
                <a:off x="3922776" y="3648456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4"/>
                    </a:lnTo>
                    <a:lnTo>
                      <a:pt x="2" y="8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005CFF"/>
              </a:solidFill>
              <a:ln w="2286">
                <a:solidFill>
                  <a:srgbClr val="005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0" name="polygon-938"/>
              <p:cNvSpPr/>
              <p:nvPr/>
            </p:nvSpPr>
            <p:spPr>
              <a:xfrm>
                <a:off x="3904488" y="3694176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0"/>
                    </a:moveTo>
                    <a:lnTo>
                      <a:pt x="4" y="3"/>
                    </a:lnTo>
                    <a:lnTo>
                      <a:pt x="2" y="6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00F0"/>
              </a:solidFill>
              <a:ln w="2286">
                <a:solidFill>
                  <a:srgbClr val="0000F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1" name="polygon-939"/>
              <p:cNvSpPr/>
              <p:nvPr/>
            </p:nvSpPr>
            <p:spPr>
              <a:xfrm>
                <a:off x="3886200" y="3730752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2"/>
                    </a:lnTo>
                    <a:lnTo>
                      <a:pt x="2" y="4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B1"/>
              </a:solidFill>
              <a:ln w="2286">
                <a:solidFill>
                  <a:srgbClr val="0000B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2" name="polygon-940"/>
              <p:cNvSpPr/>
              <p:nvPr/>
            </p:nvSpPr>
            <p:spPr>
              <a:xfrm>
                <a:off x="3858768" y="3749040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3" y="0"/>
                    </a:moveTo>
                    <a:lnTo>
                      <a:pt x="5" y="2"/>
                    </a:lnTo>
                    <a:lnTo>
                      <a:pt x="3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92"/>
              </a:solidFill>
              <a:ln w="2286">
                <a:solidFill>
                  <a:srgbClr val="00009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3" name="polygon-941"/>
              <p:cNvSpPr/>
              <p:nvPr/>
            </p:nvSpPr>
            <p:spPr>
              <a:xfrm>
                <a:off x="4151376" y="3648456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C"/>
              </a:solidFill>
              <a:ln w="2286">
                <a:solidFill>
                  <a:srgbClr val="00008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4" name="polygon-942"/>
              <p:cNvSpPr/>
              <p:nvPr/>
            </p:nvSpPr>
            <p:spPr>
              <a:xfrm>
                <a:off x="4133088" y="364845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1"/>
              </a:solidFill>
              <a:ln w="2286">
                <a:solidFill>
                  <a:srgbClr val="0000A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5" name="polygon-943"/>
              <p:cNvSpPr/>
              <p:nvPr/>
            </p:nvSpPr>
            <p:spPr>
              <a:xfrm>
                <a:off x="4114800" y="3639312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1"/>
                    </a:moveTo>
                    <a:lnTo>
                      <a:pt x="4" y="3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CD"/>
              </a:solidFill>
              <a:ln w="2286">
                <a:solidFill>
                  <a:srgbClr val="0000C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6" name="polygon-944"/>
              <p:cNvSpPr/>
              <p:nvPr/>
            </p:nvSpPr>
            <p:spPr>
              <a:xfrm>
                <a:off x="4096512" y="3621024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2"/>
                    </a:moveTo>
                    <a:lnTo>
                      <a:pt x="4" y="4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18FF"/>
              </a:solidFill>
              <a:ln w="2286">
                <a:solidFill>
                  <a:srgbClr val="0018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7" name="polygon-945"/>
              <p:cNvSpPr/>
              <p:nvPr/>
            </p:nvSpPr>
            <p:spPr>
              <a:xfrm>
                <a:off x="4069080" y="3593592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3" y="3"/>
                    </a:moveTo>
                    <a:lnTo>
                      <a:pt x="5" y="6"/>
                    </a:lnTo>
                    <a:lnTo>
                      <a:pt x="3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80FF"/>
              </a:solidFill>
              <a:ln w="2286">
                <a:solidFill>
                  <a:srgbClr val="0080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8" name="polygon-946"/>
              <p:cNvSpPr/>
              <p:nvPr/>
            </p:nvSpPr>
            <p:spPr>
              <a:xfrm>
                <a:off x="4050792" y="3566160"/>
                <a:ext cx="45720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5" h="8">
                    <a:moveTo>
                      <a:pt x="2" y="3"/>
                    </a:moveTo>
                    <a:lnTo>
                      <a:pt x="5" y="8"/>
                    </a:lnTo>
                    <a:lnTo>
                      <a:pt x="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F4FF"/>
              </a:solidFill>
              <a:ln w="2286">
                <a:solidFill>
                  <a:srgbClr val="00F4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9" name="polygon-947"/>
              <p:cNvSpPr/>
              <p:nvPr/>
            </p:nvSpPr>
            <p:spPr>
              <a:xfrm>
                <a:off x="4032504" y="3547872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2"/>
                    </a:moveTo>
                    <a:lnTo>
                      <a:pt x="4" y="8"/>
                    </a:lnTo>
                    <a:lnTo>
                      <a:pt x="2" y="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2FFAD"/>
              </a:solidFill>
              <a:ln w="2286">
                <a:solidFill>
                  <a:srgbClr val="52FFA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0" name="polygon-948"/>
              <p:cNvSpPr/>
              <p:nvPr/>
            </p:nvSpPr>
            <p:spPr>
              <a:xfrm>
                <a:off x="4014216" y="3547872"/>
                <a:ext cx="36576" cy="82296"/>
              </a:xfrm>
              <a:custGeom>
                <a:avLst/>
                <a:gdLst/>
                <a:ahLst/>
                <a:cxnLst/>
                <a:rect l="l" t="t" r="r" b="b"/>
                <a:pathLst>
                  <a:path w="4" h="9">
                    <a:moveTo>
                      <a:pt x="2" y="0"/>
                    </a:moveTo>
                    <a:lnTo>
                      <a:pt x="4" y="8"/>
                    </a:lnTo>
                    <a:lnTo>
                      <a:pt x="2" y="9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76FF89"/>
              </a:solidFill>
              <a:ln w="2286">
                <a:solidFill>
                  <a:srgbClr val="76FF8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1" name="polygon-949"/>
              <p:cNvSpPr/>
              <p:nvPr/>
            </p:nvSpPr>
            <p:spPr>
              <a:xfrm>
                <a:off x="3995928" y="3557016"/>
                <a:ext cx="36576" cy="91440"/>
              </a:xfrm>
              <a:custGeom>
                <a:avLst/>
                <a:gdLst/>
                <a:ahLst/>
                <a:cxnLst/>
                <a:rect l="l" t="t" r="r" b="b"/>
                <a:pathLst>
                  <a:path w="4" h="10">
                    <a:moveTo>
                      <a:pt x="2" y="0"/>
                    </a:moveTo>
                    <a:lnTo>
                      <a:pt x="4" y="8"/>
                    </a:lnTo>
                    <a:lnTo>
                      <a:pt x="2" y="1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52FFAD"/>
              </a:solidFill>
              <a:ln w="2286">
                <a:solidFill>
                  <a:srgbClr val="52FFA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2" name="polygon-950"/>
              <p:cNvSpPr/>
              <p:nvPr/>
            </p:nvSpPr>
            <p:spPr>
              <a:xfrm>
                <a:off x="3977640" y="3593592"/>
                <a:ext cx="36576" cy="91440"/>
              </a:xfrm>
              <a:custGeom>
                <a:avLst/>
                <a:gdLst/>
                <a:ahLst/>
                <a:cxnLst/>
                <a:rect l="l" t="t" r="r" b="b"/>
                <a:pathLst>
                  <a:path w="4" h="10">
                    <a:moveTo>
                      <a:pt x="2" y="0"/>
                    </a:moveTo>
                    <a:lnTo>
                      <a:pt x="4" y="6"/>
                    </a:lnTo>
                    <a:lnTo>
                      <a:pt x="2" y="1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00F4FF"/>
              </a:solidFill>
              <a:ln w="2286">
                <a:solidFill>
                  <a:srgbClr val="00F4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3" name="polygon-951"/>
              <p:cNvSpPr/>
              <p:nvPr/>
            </p:nvSpPr>
            <p:spPr>
              <a:xfrm>
                <a:off x="3959352" y="3639312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5"/>
                    </a:lnTo>
                    <a:lnTo>
                      <a:pt x="2" y="8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0080FF"/>
              </a:solidFill>
              <a:ln w="2286">
                <a:solidFill>
                  <a:srgbClr val="0080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4" name="polygon-952"/>
              <p:cNvSpPr/>
              <p:nvPr/>
            </p:nvSpPr>
            <p:spPr>
              <a:xfrm>
                <a:off x="3941064" y="3685032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0"/>
                    </a:moveTo>
                    <a:lnTo>
                      <a:pt x="4" y="3"/>
                    </a:lnTo>
                    <a:lnTo>
                      <a:pt x="2" y="6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18FF"/>
              </a:solidFill>
              <a:ln w="2286">
                <a:solidFill>
                  <a:srgbClr val="0018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5" name="polygon-953"/>
              <p:cNvSpPr/>
              <p:nvPr/>
            </p:nvSpPr>
            <p:spPr>
              <a:xfrm>
                <a:off x="3922776" y="3721608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2"/>
                    </a:lnTo>
                    <a:lnTo>
                      <a:pt x="2" y="4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CD"/>
              </a:solidFill>
              <a:ln w="2286">
                <a:solidFill>
                  <a:srgbClr val="0000C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6" name="polygon-954"/>
              <p:cNvSpPr/>
              <p:nvPr/>
            </p:nvSpPr>
            <p:spPr>
              <a:xfrm>
                <a:off x="3904488" y="3749040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1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A1"/>
              </a:solidFill>
              <a:ln w="2286">
                <a:solidFill>
                  <a:srgbClr val="0000A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7" name="polygon-955"/>
              <p:cNvSpPr/>
              <p:nvPr/>
            </p:nvSpPr>
            <p:spPr>
              <a:xfrm>
                <a:off x="3886200" y="3767328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C"/>
              </a:solidFill>
              <a:ln w="2286">
                <a:solidFill>
                  <a:srgbClr val="00008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8" name="polygon-956"/>
              <p:cNvSpPr/>
              <p:nvPr/>
            </p:nvSpPr>
            <p:spPr>
              <a:xfrm>
                <a:off x="4169664" y="365760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7"/>
              </a:solidFill>
              <a:ln w="2286">
                <a:solidFill>
                  <a:srgbClr val="00008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9" name="polygon-957"/>
              <p:cNvSpPr/>
              <p:nvPr/>
            </p:nvSpPr>
            <p:spPr>
              <a:xfrm>
                <a:off x="4151376" y="365760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2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4"/>
              </a:solidFill>
              <a:ln w="2286">
                <a:solidFill>
                  <a:srgbClr val="00009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0" name="polygon-958"/>
              <p:cNvSpPr/>
              <p:nvPr/>
            </p:nvSpPr>
            <p:spPr>
              <a:xfrm>
                <a:off x="4133088" y="365760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1"/>
                    </a:moveTo>
                    <a:lnTo>
                      <a:pt x="4" y="2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D"/>
              </a:solidFill>
              <a:ln w="2286">
                <a:solidFill>
                  <a:srgbClr val="0000A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1" name="polygon-959"/>
              <p:cNvSpPr/>
              <p:nvPr/>
            </p:nvSpPr>
            <p:spPr>
              <a:xfrm>
                <a:off x="4114800" y="3648456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1"/>
                    </a:moveTo>
                    <a:lnTo>
                      <a:pt x="4" y="3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D9"/>
              </a:solidFill>
              <a:ln w="2286">
                <a:solidFill>
                  <a:srgbClr val="0000D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2" name="polygon-960"/>
              <p:cNvSpPr/>
              <p:nvPr/>
            </p:nvSpPr>
            <p:spPr>
              <a:xfrm>
                <a:off x="4096512" y="3639312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1"/>
                    </a:moveTo>
                    <a:lnTo>
                      <a:pt x="4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18FF"/>
              </a:solidFill>
              <a:ln w="2286">
                <a:solidFill>
                  <a:srgbClr val="0018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3" name="polygon-961"/>
              <p:cNvSpPr/>
              <p:nvPr/>
            </p:nvSpPr>
            <p:spPr>
              <a:xfrm>
                <a:off x="4069080" y="3621024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3" y="2"/>
                    </a:moveTo>
                    <a:lnTo>
                      <a:pt x="5" y="6"/>
                    </a:lnTo>
                    <a:lnTo>
                      <a:pt x="3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5CFF"/>
              </a:solidFill>
              <a:ln w="2286">
                <a:solidFill>
                  <a:srgbClr val="005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4" name="polygon-962"/>
              <p:cNvSpPr/>
              <p:nvPr/>
            </p:nvSpPr>
            <p:spPr>
              <a:xfrm>
                <a:off x="4050792" y="3621024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2" y="0"/>
                    </a:moveTo>
                    <a:lnTo>
                      <a:pt x="5" y="6"/>
                    </a:lnTo>
                    <a:lnTo>
                      <a:pt x="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94FF"/>
              </a:solidFill>
              <a:ln w="2286">
                <a:solidFill>
                  <a:srgbClr val="0094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5" name="polygon-963"/>
              <p:cNvSpPr/>
              <p:nvPr/>
            </p:nvSpPr>
            <p:spPr>
              <a:xfrm>
                <a:off x="4032504" y="3621024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A9FF"/>
              </a:solidFill>
              <a:ln w="2286">
                <a:solidFill>
                  <a:srgbClr val="00A9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6" name="polygon-964"/>
              <p:cNvSpPr/>
              <p:nvPr/>
            </p:nvSpPr>
            <p:spPr>
              <a:xfrm>
                <a:off x="4014216" y="3630168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94FF"/>
              </a:solidFill>
              <a:ln w="2286">
                <a:solidFill>
                  <a:srgbClr val="0094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7" name="polygon-965"/>
              <p:cNvSpPr/>
              <p:nvPr/>
            </p:nvSpPr>
            <p:spPr>
              <a:xfrm>
                <a:off x="3995928" y="3648456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5"/>
                    </a:lnTo>
                    <a:lnTo>
                      <a:pt x="2" y="8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5CFF"/>
              </a:solidFill>
              <a:ln w="2286">
                <a:solidFill>
                  <a:srgbClr val="005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8" name="polygon-966"/>
              <p:cNvSpPr/>
              <p:nvPr/>
            </p:nvSpPr>
            <p:spPr>
              <a:xfrm>
                <a:off x="3977640" y="3685032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0"/>
                    </a:moveTo>
                    <a:lnTo>
                      <a:pt x="4" y="4"/>
                    </a:lnTo>
                    <a:lnTo>
                      <a:pt x="2" y="6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18FF"/>
              </a:solidFill>
              <a:ln w="2286">
                <a:solidFill>
                  <a:srgbClr val="0018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9" name="polygon-967"/>
              <p:cNvSpPr/>
              <p:nvPr/>
            </p:nvSpPr>
            <p:spPr>
              <a:xfrm>
                <a:off x="3959352" y="3712464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3"/>
                    </a:lnTo>
                    <a:lnTo>
                      <a:pt x="2" y="5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D9"/>
              </a:solidFill>
              <a:ln w="2286">
                <a:solidFill>
                  <a:srgbClr val="0000D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0" name="polygon-968"/>
              <p:cNvSpPr/>
              <p:nvPr/>
            </p:nvSpPr>
            <p:spPr>
              <a:xfrm>
                <a:off x="3941064" y="3739896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2"/>
                    </a:lnTo>
                    <a:lnTo>
                      <a:pt x="2" y="4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AD"/>
              </a:solidFill>
              <a:ln w="2286">
                <a:solidFill>
                  <a:srgbClr val="0000A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1" name="polygon-969"/>
              <p:cNvSpPr/>
              <p:nvPr/>
            </p:nvSpPr>
            <p:spPr>
              <a:xfrm>
                <a:off x="3922776" y="3758184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2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94"/>
              </a:solidFill>
              <a:ln w="2286">
                <a:solidFill>
                  <a:srgbClr val="00009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2" name="polygon-970"/>
              <p:cNvSpPr/>
              <p:nvPr/>
            </p:nvSpPr>
            <p:spPr>
              <a:xfrm>
                <a:off x="3904488" y="3776472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7"/>
              </a:solidFill>
              <a:ln w="2286">
                <a:solidFill>
                  <a:srgbClr val="00008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3" name="polygon-971"/>
              <p:cNvSpPr/>
              <p:nvPr/>
            </p:nvSpPr>
            <p:spPr>
              <a:xfrm>
                <a:off x="4187952" y="366674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3"/>
              </a:solidFill>
              <a:ln w="2286">
                <a:solidFill>
                  <a:srgbClr val="00008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4" name="polygon-972"/>
              <p:cNvSpPr/>
              <p:nvPr/>
            </p:nvSpPr>
            <p:spPr>
              <a:xfrm>
                <a:off x="4169664" y="3675888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A"/>
              </a:solidFill>
              <a:ln w="2286">
                <a:solidFill>
                  <a:srgbClr val="00008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5" name="polygon-973"/>
              <p:cNvSpPr/>
              <p:nvPr/>
            </p:nvSpPr>
            <p:spPr>
              <a:xfrm>
                <a:off x="4151376" y="3675888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97"/>
              </a:solidFill>
              <a:ln w="2286">
                <a:solidFill>
                  <a:srgbClr val="00009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6" name="polygon-974"/>
              <p:cNvSpPr/>
              <p:nvPr/>
            </p:nvSpPr>
            <p:spPr>
              <a:xfrm>
                <a:off x="4133088" y="3675888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2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D"/>
              </a:solidFill>
              <a:ln w="2286">
                <a:solidFill>
                  <a:srgbClr val="0000A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7" name="polygon-975"/>
              <p:cNvSpPr/>
              <p:nvPr/>
            </p:nvSpPr>
            <p:spPr>
              <a:xfrm>
                <a:off x="4114800" y="3675888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3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CD"/>
              </a:solidFill>
              <a:ln w="2286">
                <a:solidFill>
                  <a:srgbClr val="0000C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8" name="polygon-976"/>
              <p:cNvSpPr/>
              <p:nvPr/>
            </p:nvSpPr>
            <p:spPr>
              <a:xfrm>
                <a:off x="4096512" y="3675888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3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F0"/>
              </a:solidFill>
              <a:ln w="2286">
                <a:solidFill>
                  <a:srgbClr val="0000F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9" name="polygon-977"/>
              <p:cNvSpPr/>
              <p:nvPr/>
            </p:nvSpPr>
            <p:spPr>
              <a:xfrm>
                <a:off x="4069080" y="3675888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3" y="0"/>
                    </a:moveTo>
                    <a:lnTo>
                      <a:pt x="5" y="3"/>
                    </a:lnTo>
                    <a:lnTo>
                      <a:pt x="3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DFF"/>
              </a:solidFill>
              <a:ln w="2286">
                <a:solidFill>
                  <a:srgbClr val="000D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0" name="polygon-978"/>
              <p:cNvSpPr/>
              <p:nvPr/>
            </p:nvSpPr>
            <p:spPr>
              <a:xfrm>
                <a:off x="4050792" y="3675888"/>
                <a:ext cx="4572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5" h="5">
                    <a:moveTo>
                      <a:pt x="2" y="0"/>
                    </a:moveTo>
                    <a:lnTo>
                      <a:pt x="5" y="4"/>
                    </a:lnTo>
                    <a:lnTo>
                      <a:pt x="2" y="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18FF"/>
              </a:solidFill>
              <a:ln w="2286">
                <a:solidFill>
                  <a:srgbClr val="0018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1" name="polygon-979"/>
              <p:cNvSpPr/>
              <p:nvPr/>
            </p:nvSpPr>
            <p:spPr>
              <a:xfrm>
                <a:off x="4032504" y="3685032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4"/>
                    </a:lnTo>
                    <a:lnTo>
                      <a:pt x="2" y="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DFF"/>
              </a:solidFill>
              <a:ln w="2286">
                <a:solidFill>
                  <a:srgbClr val="000D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2" name="polygon-980"/>
              <p:cNvSpPr/>
              <p:nvPr/>
            </p:nvSpPr>
            <p:spPr>
              <a:xfrm>
                <a:off x="4014216" y="3694176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0"/>
                    </a:moveTo>
                    <a:lnTo>
                      <a:pt x="4" y="4"/>
                    </a:lnTo>
                    <a:lnTo>
                      <a:pt x="2" y="6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F0"/>
              </a:solidFill>
              <a:ln w="2286">
                <a:solidFill>
                  <a:srgbClr val="0000F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3" name="polygon-981"/>
              <p:cNvSpPr/>
              <p:nvPr/>
            </p:nvSpPr>
            <p:spPr>
              <a:xfrm>
                <a:off x="3995928" y="3721608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3"/>
                    </a:lnTo>
                    <a:lnTo>
                      <a:pt x="2" y="4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CD"/>
              </a:solidFill>
              <a:ln w="2286">
                <a:solidFill>
                  <a:srgbClr val="0000C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4" name="polygon-982"/>
              <p:cNvSpPr/>
              <p:nvPr/>
            </p:nvSpPr>
            <p:spPr>
              <a:xfrm>
                <a:off x="3977640" y="3739896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2"/>
                    </a:lnTo>
                    <a:lnTo>
                      <a:pt x="2" y="4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AD"/>
              </a:solidFill>
              <a:ln w="2286">
                <a:solidFill>
                  <a:srgbClr val="0000A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5" name="polygon-983"/>
              <p:cNvSpPr/>
              <p:nvPr/>
            </p:nvSpPr>
            <p:spPr>
              <a:xfrm>
                <a:off x="3959352" y="3758184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2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97"/>
              </a:solidFill>
              <a:ln w="2286">
                <a:solidFill>
                  <a:srgbClr val="00009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6" name="polygon-984"/>
              <p:cNvSpPr/>
              <p:nvPr/>
            </p:nvSpPr>
            <p:spPr>
              <a:xfrm>
                <a:off x="3941064" y="3776472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A"/>
              </a:solidFill>
              <a:ln w="2286">
                <a:solidFill>
                  <a:srgbClr val="00008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7" name="polygon-985"/>
              <p:cNvSpPr/>
              <p:nvPr/>
            </p:nvSpPr>
            <p:spPr>
              <a:xfrm>
                <a:off x="3922776" y="378561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3"/>
              </a:solidFill>
              <a:ln w="2286">
                <a:solidFill>
                  <a:srgbClr val="00008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8" name="polygon-986"/>
              <p:cNvSpPr/>
              <p:nvPr/>
            </p:nvSpPr>
            <p:spPr>
              <a:xfrm>
                <a:off x="4206240" y="3675888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1"/>
              </a:solidFill>
              <a:ln w="2286">
                <a:solidFill>
                  <a:srgbClr val="00008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9" name="polygon-987"/>
              <p:cNvSpPr/>
              <p:nvPr/>
            </p:nvSpPr>
            <p:spPr>
              <a:xfrm>
                <a:off x="4187952" y="3685032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4"/>
              </a:solidFill>
              <a:ln w="2286">
                <a:solidFill>
                  <a:srgbClr val="00008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0" name="polygon-988"/>
              <p:cNvSpPr/>
              <p:nvPr/>
            </p:nvSpPr>
            <p:spPr>
              <a:xfrm>
                <a:off x="4169664" y="3685032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2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A"/>
              </a:solidFill>
              <a:ln w="2286">
                <a:solidFill>
                  <a:srgbClr val="00008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1" name="polygon-989"/>
              <p:cNvSpPr/>
              <p:nvPr/>
            </p:nvSpPr>
            <p:spPr>
              <a:xfrm>
                <a:off x="4151376" y="369417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4"/>
              </a:solidFill>
              <a:ln w="2286">
                <a:solidFill>
                  <a:srgbClr val="00009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2" name="polygon-990"/>
              <p:cNvSpPr/>
              <p:nvPr/>
            </p:nvSpPr>
            <p:spPr>
              <a:xfrm>
                <a:off x="4133088" y="370332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1"/>
              </a:solidFill>
              <a:ln w="2286">
                <a:solidFill>
                  <a:srgbClr val="0000A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3" name="polygon-991"/>
              <p:cNvSpPr/>
              <p:nvPr/>
            </p:nvSpPr>
            <p:spPr>
              <a:xfrm>
                <a:off x="4114800" y="3703320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2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B1"/>
              </a:solidFill>
              <a:ln w="2286">
                <a:solidFill>
                  <a:srgbClr val="0000B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4" name="polygon-992"/>
              <p:cNvSpPr/>
              <p:nvPr/>
            </p:nvSpPr>
            <p:spPr>
              <a:xfrm>
                <a:off x="4096512" y="3703320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3"/>
                    </a:lnTo>
                    <a:lnTo>
                      <a:pt x="2" y="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BD"/>
              </a:solidFill>
              <a:ln w="2286">
                <a:solidFill>
                  <a:srgbClr val="0000B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5" name="polygon-993"/>
              <p:cNvSpPr/>
              <p:nvPr/>
            </p:nvSpPr>
            <p:spPr>
              <a:xfrm>
                <a:off x="4069080" y="3712464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3" y="0"/>
                    </a:moveTo>
                    <a:lnTo>
                      <a:pt x="5" y="2"/>
                    </a:lnTo>
                    <a:lnTo>
                      <a:pt x="3" y="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C2"/>
              </a:solidFill>
              <a:ln w="2286">
                <a:solidFill>
                  <a:srgbClr val="0000C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6" name="polygon-994"/>
              <p:cNvSpPr/>
              <p:nvPr/>
            </p:nvSpPr>
            <p:spPr>
              <a:xfrm>
                <a:off x="4050792" y="3721608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2" y="0"/>
                    </a:moveTo>
                    <a:lnTo>
                      <a:pt x="5" y="2"/>
                    </a:lnTo>
                    <a:lnTo>
                      <a:pt x="2" y="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BD"/>
              </a:solidFill>
              <a:ln w="2286">
                <a:solidFill>
                  <a:srgbClr val="0000B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7" name="polygon-995"/>
              <p:cNvSpPr/>
              <p:nvPr/>
            </p:nvSpPr>
            <p:spPr>
              <a:xfrm>
                <a:off x="4032504" y="3730752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2"/>
                    </a:lnTo>
                    <a:lnTo>
                      <a:pt x="2" y="4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B1"/>
              </a:solidFill>
              <a:ln w="2286">
                <a:solidFill>
                  <a:srgbClr val="0000B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8" name="polygon-996"/>
              <p:cNvSpPr/>
              <p:nvPr/>
            </p:nvSpPr>
            <p:spPr>
              <a:xfrm>
                <a:off x="4014216" y="3749040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2"/>
                    </a:lnTo>
                    <a:lnTo>
                      <a:pt x="2" y="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A1"/>
              </a:solidFill>
              <a:ln w="2286">
                <a:solidFill>
                  <a:srgbClr val="0000A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9" name="polygon-997"/>
              <p:cNvSpPr/>
              <p:nvPr/>
            </p:nvSpPr>
            <p:spPr>
              <a:xfrm>
                <a:off x="3995928" y="3758184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2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94"/>
              </a:solidFill>
              <a:ln w="2286">
                <a:solidFill>
                  <a:srgbClr val="00009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0" name="polygon-998"/>
              <p:cNvSpPr/>
              <p:nvPr/>
            </p:nvSpPr>
            <p:spPr>
              <a:xfrm>
                <a:off x="3977640" y="3776472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A"/>
              </a:solidFill>
              <a:ln w="2286">
                <a:solidFill>
                  <a:srgbClr val="00008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1" name="polygon-999"/>
              <p:cNvSpPr/>
              <p:nvPr/>
            </p:nvSpPr>
            <p:spPr>
              <a:xfrm>
                <a:off x="3959352" y="378561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4"/>
              </a:solidFill>
              <a:ln w="2286">
                <a:solidFill>
                  <a:srgbClr val="00008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2" name="polygon-1000"/>
              <p:cNvSpPr/>
              <p:nvPr/>
            </p:nvSpPr>
            <p:spPr>
              <a:xfrm>
                <a:off x="3941064" y="379476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1"/>
              </a:solidFill>
              <a:ln w="2286">
                <a:solidFill>
                  <a:srgbClr val="00008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3" name="polygon-1001"/>
              <p:cNvSpPr/>
              <p:nvPr/>
            </p:nvSpPr>
            <p:spPr>
              <a:xfrm>
                <a:off x="4224528" y="3685032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0"/>
              </a:solidFill>
              <a:ln w="2286">
                <a:solidFill>
                  <a:srgbClr val="00008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4" name="polygon-1002"/>
              <p:cNvSpPr/>
              <p:nvPr/>
            </p:nvSpPr>
            <p:spPr>
              <a:xfrm>
                <a:off x="4206240" y="369417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1"/>
              </a:solidFill>
              <a:ln w="2286">
                <a:solidFill>
                  <a:srgbClr val="00008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5" name="polygon-1003"/>
              <p:cNvSpPr/>
              <p:nvPr/>
            </p:nvSpPr>
            <p:spPr>
              <a:xfrm>
                <a:off x="4187952" y="3703320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3"/>
              </a:solidFill>
              <a:ln w="2286">
                <a:solidFill>
                  <a:srgbClr val="00008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6" name="polygon-1004"/>
              <p:cNvSpPr/>
              <p:nvPr/>
            </p:nvSpPr>
            <p:spPr>
              <a:xfrm>
                <a:off x="4169664" y="370332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7"/>
              </a:solidFill>
              <a:ln w="2286">
                <a:solidFill>
                  <a:srgbClr val="00008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7" name="polygon-1005"/>
              <p:cNvSpPr/>
              <p:nvPr/>
            </p:nvSpPr>
            <p:spPr>
              <a:xfrm>
                <a:off x="4151376" y="371246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C"/>
              </a:solidFill>
              <a:ln w="2286">
                <a:solidFill>
                  <a:srgbClr val="00008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8" name="polygon-1006"/>
              <p:cNvSpPr/>
              <p:nvPr/>
            </p:nvSpPr>
            <p:spPr>
              <a:xfrm>
                <a:off x="4133088" y="3721608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2"/>
              </a:solidFill>
              <a:ln w="2286">
                <a:solidFill>
                  <a:srgbClr val="00009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9" name="polygon-1007"/>
              <p:cNvSpPr/>
              <p:nvPr/>
            </p:nvSpPr>
            <p:spPr>
              <a:xfrm>
                <a:off x="4114800" y="3730752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97"/>
              </a:solidFill>
              <a:ln w="2286">
                <a:solidFill>
                  <a:srgbClr val="00009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0" name="polygon-1008"/>
              <p:cNvSpPr/>
              <p:nvPr/>
            </p:nvSpPr>
            <p:spPr>
              <a:xfrm>
                <a:off x="4096512" y="3730752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2"/>
                    </a:lnTo>
                    <a:lnTo>
                      <a:pt x="2" y="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9"/>
              </a:solidFill>
              <a:ln w="2286">
                <a:solidFill>
                  <a:srgbClr val="00009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1" name="polygon-1009"/>
              <p:cNvSpPr/>
              <p:nvPr/>
            </p:nvSpPr>
            <p:spPr>
              <a:xfrm>
                <a:off x="4069080" y="3739896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3" y="0"/>
                    </a:moveTo>
                    <a:lnTo>
                      <a:pt x="5" y="2"/>
                    </a:lnTo>
                    <a:lnTo>
                      <a:pt x="3" y="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7"/>
              </a:solidFill>
              <a:ln w="2286">
                <a:solidFill>
                  <a:srgbClr val="00009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2" name="polygon-1010"/>
              <p:cNvSpPr/>
              <p:nvPr/>
            </p:nvSpPr>
            <p:spPr>
              <a:xfrm>
                <a:off x="4050792" y="3749040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2" y="0"/>
                    </a:moveTo>
                    <a:lnTo>
                      <a:pt x="5" y="2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92"/>
              </a:solidFill>
              <a:ln w="2286">
                <a:solidFill>
                  <a:srgbClr val="00009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3" name="polygon-1011"/>
              <p:cNvSpPr/>
              <p:nvPr/>
            </p:nvSpPr>
            <p:spPr>
              <a:xfrm>
                <a:off x="4032504" y="3767328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C"/>
              </a:solidFill>
              <a:ln w="2286">
                <a:solidFill>
                  <a:srgbClr val="00008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4" name="polygon-1012"/>
              <p:cNvSpPr/>
              <p:nvPr/>
            </p:nvSpPr>
            <p:spPr>
              <a:xfrm>
                <a:off x="4014216" y="3776472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7"/>
              </a:solidFill>
              <a:ln w="2286">
                <a:solidFill>
                  <a:srgbClr val="00008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5" name="polygon-1013"/>
              <p:cNvSpPr/>
              <p:nvPr/>
            </p:nvSpPr>
            <p:spPr>
              <a:xfrm>
                <a:off x="3995928" y="378561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3"/>
              </a:solidFill>
              <a:ln w="2286">
                <a:solidFill>
                  <a:srgbClr val="00008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6" name="polygon-1014"/>
              <p:cNvSpPr/>
              <p:nvPr/>
            </p:nvSpPr>
            <p:spPr>
              <a:xfrm>
                <a:off x="3977640" y="379476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1"/>
              </a:solidFill>
              <a:ln w="2286">
                <a:solidFill>
                  <a:srgbClr val="00008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7" name="polygon-1015"/>
              <p:cNvSpPr/>
              <p:nvPr/>
            </p:nvSpPr>
            <p:spPr>
              <a:xfrm>
                <a:off x="3959352" y="380390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0"/>
              </a:solidFill>
              <a:ln w="2286">
                <a:solidFill>
                  <a:srgbClr val="00008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028" name="Text: k = 7"/>
            <p:cNvSpPr txBox="1"/>
            <p:nvPr/>
          </p:nvSpPr>
          <p:spPr>
            <a:xfrm>
              <a:off x="3666744" y="3319272"/>
              <a:ext cx="621792" cy="13716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4" b="1" i="1">
                  <a:solidFill>
                    <a:srgbClr val="000000"/>
                  </a:solidFill>
                  <a:latin typeface="Liberation Serif"/>
                </a:rPr>
                <a:t>k = 7</a:t>
              </a:r>
            </a:p>
          </p:txBody>
        </p:sp>
        <p:sp>
          <p:nvSpPr>
            <p:cNvPr id="1029" name="Text: Gaussian Blur"/>
            <p:cNvSpPr txBox="1"/>
            <p:nvPr/>
          </p:nvSpPr>
          <p:spPr>
            <a:xfrm>
              <a:off x="2331720" y="3895344"/>
              <a:ext cx="1920240" cy="23774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1" i="1">
                  <a:solidFill>
                    <a:srgbClr val="000000"/>
                  </a:solidFill>
                  <a:latin typeface="Liberation Serif"/>
                </a:rPr>
                <a:t>Gaussian Blur</a:t>
              </a:r>
            </a:p>
          </p:txBody>
        </p:sp>
        <p:grpSp>
          <p:nvGrpSpPr>
            <p:cNvPr id="1030" name="Editable 3D gaussian plot"/>
            <p:cNvGrpSpPr/>
            <p:nvPr/>
          </p:nvGrpSpPr>
          <p:grpSpPr>
            <a:xfrm>
              <a:off x="10735056" y="1399032"/>
              <a:ext cx="722376" cy="603504"/>
              <a:chOff x="10735056" y="1399032"/>
              <a:chExt cx="722376" cy="603504"/>
            </a:xfrm>
          </p:grpSpPr>
          <p:sp>
            <p:nvSpPr>
              <p:cNvPr id="1031" name="rectangle-1017"/>
              <p:cNvSpPr/>
              <p:nvPr/>
            </p:nvSpPr>
            <p:spPr>
              <a:xfrm>
                <a:off x="10735056" y="1399032"/>
                <a:ext cx="722376" cy="60350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2" name="polygon-1018"/>
              <p:cNvSpPr/>
              <p:nvPr/>
            </p:nvSpPr>
            <p:spPr>
              <a:xfrm>
                <a:off x="11073384" y="1673352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3" y="0"/>
                    </a:moveTo>
                    <a:lnTo>
                      <a:pt x="5" y="2"/>
                    </a:lnTo>
                    <a:lnTo>
                      <a:pt x="3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81"/>
              </a:solidFill>
              <a:ln w="2286">
                <a:solidFill>
                  <a:srgbClr val="00008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3" name="polygon-1019"/>
              <p:cNvSpPr/>
              <p:nvPr/>
            </p:nvSpPr>
            <p:spPr>
              <a:xfrm>
                <a:off x="11055096" y="1691640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2" y="0"/>
                    </a:moveTo>
                    <a:lnTo>
                      <a:pt x="5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4"/>
              </a:solidFill>
              <a:ln w="2286">
                <a:solidFill>
                  <a:srgbClr val="00008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4" name="polygon-1020"/>
              <p:cNvSpPr/>
              <p:nvPr/>
            </p:nvSpPr>
            <p:spPr>
              <a:xfrm>
                <a:off x="11027664" y="1700784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3" y="0"/>
                    </a:moveTo>
                    <a:lnTo>
                      <a:pt x="5" y="1"/>
                    </a:lnTo>
                    <a:lnTo>
                      <a:pt x="3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9"/>
              </a:solidFill>
              <a:ln w="2286">
                <a:solidFill>
                  <a:srgbClr val="00008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5" name="polygon-1021"/>
              <p:cNvSpPr/>
              <p:nvPr/>
            </p:nvSpPr>
            <p:spPr>
              <a:xfrm>
                <a:off x="11009376" y="1709928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2" y="0"/>
                    </a:moveTo>
                    <a:lnTo>
                      <a:pt x="5" y="1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0"/>
              </a:solidFill>
              <a:ln w="2286">
                <a:solidFill>
                  <a:srgbClr val="00009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6" name="polygon-1022"/>
              <p:cNvSpPr/>
              <p:nvPr/>
            </p:nvSpPr>
            <p:spPr>
              <a:xfrm>
                <a:off x="10981944" y="1719072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3" y="0"/>
                    </a:moveTo>
                    <a:lnTo>
                      <a:pt x="5" y="0"/>
                    </a:lnTo>
                    <a:lnTo>
                      <a:pt x="3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9"/>
              </a:solidFill>
              <a:ln w="2286">
                <a:solidFill>
                  <a:srgbClr val="00009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7" name="polygon-1023"/>
              <p:cNvSpPr/>
              <p:nvPr/>
            </p:nvSpPr>
            <p:spPr>
              <a:xfrm>
                <a:off x="10963656" y="1728216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2" y="0"/>
                    </a:moveTo>
                    <a:lnTo>
                      <a:pt x="5" y="0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A2"/>
              </a:solidFill>
              <a:ln w="2286">
                <a:solidFill>
                  <a:srgbClr val="0000A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8" name="polygon-1024"/>
              <p:cNvSpPr/>
              <p:nvPr/>
            </p:nvSpPr>
            <p:spPr>
              <a:xfrm>
                <a:off x="10945368" y="1737360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A9"/>
              </a:solidFill>
              <a:ln w="2286">
                <a:solidFill>
                  <a:srgbClr val="0000A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9" name="polygon-1025"/>
              <p:cNvSpPr/>
              <p:nvPr/>
            </p:nvSpPr>
            <p:spPr>
              <a:xfrm>
                <a:off x="10917936" y="1746504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3" y="0"/>
                    </a:moveTo>
                    <a:lnTo>
                      <a:pt x="5" y="0"/>
                    </a:lnTo>
                    <a:lnTo>
                      <a:pt x="3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AC"/>
              </a:solidFill>
              <a:ln w="2286">
                <a:solidFill>
                  <a:srgbClr val="0000A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0" name="polygon-1026"/>
              <p:cNvSpPr/>
              <p:nvPr/>
            </p:nvSpPr>
            <p:spPr>
              <a:xfrm>
                <a:off x="10899648" y="1755648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2" y="0"/>
                    </a:moveTo>
                    <a:lnTo>
                      <a:pt x="5" y="0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A9"/>
              </a:solidFill>
              <a:ln w="2286">
                <a:solidFill>
                  <a:srgbClr val="0000A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1" name="polygon-1027"/>
              <p:cNvSpPr/>
              <p:nvPr/>
            </p:nvSpPr>
            <p:spPr>
              <a:xfrm>
                <a:off x="10872216" y="1764792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3" y="0"/>
                    </a:moveTo>
                    <a:lnTo>
                      <a:pt x="5" y="1"/>
                    </a:lnTo>
                    <a:lnTo>
                      <a:pt x="3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A2"/>
              </a:solidFill>
              <a:ln w="2286">
                <a:solidFill>
                  <a:srgbClr val="0000A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2" name="polygon-1028"/>
              <p:cNvSpPr/>
              <p:nvPr/>
            </p:nvSpPr>
            <p:spPr>
              <a:xfrm>
                <a:off x="10853928" y="1783080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2" y="0"/>
                    </a:moveTo>
                    <a:lnTo>
                      <a:pt x="5" y="0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9"/>
              </a:solidFill>
              <a:ln w="2286">
                <a:solidFill>
                  <a:srgbClr val="00009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3" name="polygon-1029"/>
              <p:cNvSpPr/>
              <p:nvPr/>
            </p:nvSpPr>
            <p:spPr>
              <a:xfrm>
                <a:off x="10826496" y="1792224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3" y="0"/>
                    </a:moveTo>
                    <a:lnTo>
                      <a:pt x="5" y="1"/>
                    </a:lnTo>
                    <a:lnTo>
                      <a:pt x="3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0"/>
              </a:solidFill>
              <a:ln w="2286">
                <a:solidFill>
                  <a:srgbClr val="00009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4" name="polygon-1030"/>
              <p:cNvSpPr/>
              <p:nvPr/>
            </p:nvSpPr>
            <p:spPr>
              <a:xfrm>
                <a:off x="10808208" y="1801368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2" y="0"/>
                    </a:moveTo>
                    <a:lnTo>
                      <a:pt x="5" y="1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89"/>
              </a:solidFill>
              <a:ln w="2286">
                <a:solidFill>
                  <a:srgbClr val="00008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5" name="polygon-1031"/>
              <p:cNvSpPr/>
              <p:nvPr/>
            </p:nvSpPr>
            <p:spPr>
              <a:xfrm>
                <a:off x="10789920" y="181965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4"/>
              </a:solidFill>
              <a:ln w="2286">
                <a:solidFill>
                  <a:srgbClr val="00008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6" name="polygon-1032"/>
              <p:cNvSpPr/>
              <p:nvPr/>
            </p:nvSpPr>
            <p:spPr>
              <a:xfrm>
                <a:off x="10762488" y="1828800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3" y="0"/>
                    </a:moveTo>
                    <a:lnTo>
                      <a:pt x="5" y="1"/>
                    </a:lnTo>
                    <a:lnTo>
                      <a:pt x="3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1"/>
              </a:solidFill>
              <a:ln w="2286">
                <a:solidFill>
                  <a:srgbClr val="00008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7" name="polygon-1033"/>
              <p:cNvSpPr/>
              <p:nvPr/>
            </p:nvSpPr>
            <p:spPr>
              <a:xfrm>
                <a:off x="11100816" y="169164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4"/>
              </a:solidFill>
              <a:ln w="2286">
                <a:solidFill>
                  <a:srgbClr val="00008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8" name="polygon-1034"/>
              <p:cNvSpPr/>
              <p:nvPr/>
            </p:nvSpPr>
            <p:spPr>
              <a:xfrm>
                <a:off x="11073384" y="1700784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3" y="0"/>
                    </a:moveTo>
                    <a:lnTo>
                      <a:pt x="5" y="1"/>
                    </a:lnTo>
                    <a:lnTo>
                      <a:pt x="3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A"/>
              </a:solidFill>
              <a:ln w="2286">
                <a:solidFill>
                  <a:srgbClr val="00008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9" name="polygon-1035"/>
              <p:cNvSpPr/>
              <p:nvPr/>
            </p:nvSpPr>
            <p:spPr>
              <a:xfrm>
                <a:off x="11055096" y="1709928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2" y="0"/>
                    </a:moveTo>
                    <a:lnTo>
                      <a:pt x="5" y="1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4"/>
              </a:solidFill>
              <a:ln w="2286">
                <a:solidFill>
                  <a:srgbClr val="00009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0" name="polygon-1036"/>
              <p:cNvSpPr/>
              <p:nvPr/>
            </p:nvSpPr>
            <p:spPr>
              <a:xfrm>
                <a:off x="11027664" y="1719072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3" y="0"/>
                    </a:moveTo>
                    <a:lnTo>
                      <a:pt x="5" y="0"/>
                    </a:lnTo>
                    <a:lnTo>
                      <a:pt x="3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4"/>
              </a:solidFill>
              <a:ln w="2286">
                <a:solidFill>
                  <a:srgbClr val="0000A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1" name="polygon-1037"/>
              <p:cNvSpPr/>
              <p:nvPr/>
            </p:nvSpPr>
            <p:spPr>
              <a:xfrm>
                <a:off x="11009376" y="1719072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2" y="0"/>
                    </a:moveTo>
                    <a:lnTo>
                      <a:pt x="5" y="1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B9"/>
              </a:solidFill>
              <a:ln w="2286">
                <a:solidFill>
                  <a:srgbClr val="0000B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2" name="polygon-1038"/>
              <p:cNvSpPr/>
              <p:nvPr/>
            </p:nvSpPr>
            <p:spPr>
              <a:xfrm>
                <a:off x="10981944" y="1728216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3" y="0"/>
                    </a:moveTo>
                    <a:lnTo>
                      <a:pt x="5" y="0"/>
                    </a:lnTo>
                    <a:lnTo>
                      <a:pt x="3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CE"/>
              </a:solidFill>
              <a:ln w="2286">
                <a:solidFill>
                  <a:srgbClr val="0000C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3" name="polygon-1039"/>
              <p:cNvSpPr/>
              <p:nvPr/>
            </p:nvSpPr>
            <p:spPr>
              <a:xfrm>
                <a:off x="10963656" y="1728216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2" y="1"/>
                    </a:moveTo>
                    <a:lnTo>
                      <a:pt x="5" y="0"/>
                    </a:lnTo>
                    <a:lnTo>
                      <a:pt x="2" y="1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DE"/>
              </a:solidFill>
              <a:ln w="2286">
                <a:solidFill>
                  <a:srgbClr val="0000D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4" name="polygon-1040"/>
              <p:cNvSpPr/>
              <p:nvPr/>
            </p:nvSpPr>
            <p:spPr>
              <a:xfrm>
                <a:off x="10945368" y="173736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1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E5"/>
              </a:solidFill>
              <a:ln w="2286">
                <a:solidFill>
                  <a:srgbClr val="0000E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5" name="polygon-1041"/>
              <p:cNvSpPr/>
              <p:nvPr/>
            </p:nvSpPr>
            <p:spPr>
              <a:xfrm>
                <a:off x="10917936" y="1746504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3" y="1"/>
                    </a:moveTo>
                    <a:lnTo>
                      <a:pt x="5" y="0"/>
                    </a:lnTo>
                    <a:lnTo>
                      <a:pt x="3" y="2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DE"/>
              </a:solidFill>
              <a:ln w="2286">
                <a:solidFill>
                  <a:srgbClr val="0000D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6" name="polygon-1042"/>
              <p:cNvSpPr/>
              <p:nvPr/>
            </p:nvSpPr>
            <p:spPr>
              <a:xfrm>
                <a:off x="10899648" y="1764792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2" y="1"/>
                    </a:moveTo>
                    <a:lnTo>
                      <a:pt x="5" y="0"/>
                    </a:lnTo>
                    <a:lnTo>
                      <a:pt x="2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CE"/>
              </a:solidFill>
              <a:ln w="2286">
                <a:solidFill>
                  <a:srgbClr val="0000C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7" name="polygon-1043"/>
              <p:cNvSpPr/>
              <p:nvPr/>
            </p:nvSpPr>
            <p:spPr>
              <a:xfrm>
                <a:off x="10872216" y="1783080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3" y="0"/>
                    </a:moveTo>
                    <a:lnTo>
                      <a:pt x="5" y="0"/>
                    </a:lnTo>
                    <a:lnTo>
                      <a:pt x="3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B9"/>
              </a:solidFill>
              <a:ln w="2286">
                <a:solidFill>
                  <a:srgbClr val="0000B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8" name="polygon-1044"/>
              <p:cNvSpPr/>
              <p:nvPr/>
            </p:nvSpPr>
            <p:spPr>
              <a:xfrm>
                <a:off x="10853928" y="1801368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2" y="0"/>
                    </a:moveTo>
                    <a:lnTo>
                      <a:pt x="5" y="0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A4"/>
              </a:solidFill>
              <a:ln w="2286">
                <a:solidFill>
                  <a:srgbClr val="0000A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9" name="polygon-1045"/>
              <p:cNvSpPr/>
              <p:nvPr/>
            </p:nvSpPr>
            <p:spPr>
              <a:xfrm>
                <a:off x="10826496" y="1810512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3" y="0"/>
                    </a:moveTo>
                    <a:lnTo>
                      <a:pt x="5" y="1"/>
                    </a:lnTo>
                    <a:lnTo>
                      <a:pt x="3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94"/>
              </a:solidFill>
              <a:ln w="2286">
                <a:solidFill>
                  <a:srgbClr val="00009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0" name="polygon-1046"/>
              <p:cNvSpPr/>
              <p:nvPr/>
            </p:nvSpPr>
            <p:spPr>
              <a:xfrm>
                <a:off x="10808208" y="1828800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2" y="0"/>
                    </a:moveTo>
                    <a:lnTo>
                      <a:pt x="5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A"/>
              </a:solidFill>
              <a:ln w="2286">
                <a:solidFill>
                  <a:srgbClr val="00008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1" name="polygon-1047"/>
              <p:cNvSpPr/>
              <p:nvPr/>
            </p:nvSpPr>
            <p:spPr>
              <a:xfrm>
                <a:off x="10789920" y="183794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4"/>
              </a:solidFill>
              <a:ln w="2286">
                <a:solidFill>
                  <a:srgbClr val="00008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2" name="polygon-1048"/>
              <p:cNvSpPr/>
              <p:nvPr/>
            </p:nvSpPr>
            <p:spPr>
              <a:xfrm>
                <a:off x="11119104" y="1700784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2" y="0"/>
                    </a:moveTo>
                    <a:lnTo>
                      <a:pt x="5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9"/>
              </a:solidFill>
              <a:ln w="2286">
                <a:solidFill>
                  <a:srgbClr val="00008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3" name="polygon-1049"/>
              <p:cNvSpPr/>
              <p:nvPr/>
            </p:nvSpPr>
            <p:spPr>
              <a:xfrm>
                <a:off x="11100816" y="1709928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4"/>
              </a:solidFill>
              <a:ln w="2286">
                <a:solidFill>
                  <a:srgbClr val="00009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4" name="polygon-1050"/>
              <p:cNvSpPr/>
              <p:nvPr/>
            </p:nvSpPr>
            <p:spPr>
              <a:xfrm>
                <a:off x="11073384" y="1719072"/>
                <a:ext cx="4572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" h="0">
                    <a:moveTo>
                      <a:pt x="3" y="0"/>
                    </a:moveTo>
                    <a:lnTo>
                      <a:pt x="5" y="0"/>
                    </a:lnTo>
                    <a:lnTo>
                      <a:pt x="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9"/>
              </a:solidFill>
              <a:ln w="2286">
                <a:solidFill>
                  <a:srgbClr val="0000A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5" name="polygon-1051"/>
              <p:cNvSpPr/>
              <p:nvPr/>
            </p:nvSpPr>
            <p:spPr>
              <a:xfrm>
                <a:off x="11055096" y="1719072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2" y="0"/>
                    </a:moveTo>
                    <a:lnTo>
                      <a:pt x="5" y="0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C9"/>
              </a:solidFill>
              <a:ln w="2286">
                <a:solidFill>
                  <a:srgbClr val="0000C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6" name="polygon-1052"/>
              <p:cNvSpPr/>
              <p:nvPr/>
            </p:nvSpPr>
            <p:spPr>
              <a:xfrm>
                <a:off x="11027664" y="1719072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3" y="1"/>
                    </a:moveTo>
                    <a:lnTo>
                      <a:pt x="5" y="0"/>
                    </a:lnTo>
                    <a:lnTo>
                      <a:pt x="3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F2"/>
              </a:solidFill>
              <a:ln w="2286">
                <a:solidFill>
                  <a:srgbClr val="0000F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7" name="polygon-1053"/>
              <p:cNvSpPr/>
              <p:nvPr/>
            </p:nvSpPr>
            <p:spPr>
              <a:xfrm>
                <a:off x="11009376" y="1709928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2" y="2"/>
                    </a:moveTo>
                    <a:lnTo>
                      <a:pt x="5" y="1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1EFF"/>
              </a:solidFill>
              <a:ln w="2286">
                <a:solidFill>
                  <a:srgbClr val="001E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8" name="polygon-1054"/>
              <p:cNvSpPr/>
              <p:nvPr/>
            </p:nvSpPr>
            <p:spPr>
              <a:xfrm>
                <a:off x="10981944" y="1709928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3" y="2"/>
                    </a:moveTo>
                    <a:lnTo>
                      <a:pt x="5" y="0"/>
                    </a:lnTo>
                    <a:lnTo>
                      <a:pt x="3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3FFF"/>
              </a:solidFill>
              <a:ln w="2286">
                <a:solidFill>
                  <a:srgbClr val="003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9" name="polygon-1055"/>
              <p:cNvSpPr/>
              <p:nvPr/>
            </p:nvSpPr>
            <p:spPr>
              <a:xfrm>
                <a:off x="10963656" y="1709928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2" y="3"/>
                    </a:moveTo>
                    <a:lnTo>
                      <a:pt x="5" y="0"/>
                    </a:lnTo>
                    <a:lnTo>
                      <a:pt x="2" y="2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4CFF"/>
              </a:solidFill>
              <a:ln w="2286">
                <a:solidFill>
                  <a:srgbClr val="004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0" name="polygon-1056"/>
              <p:cNvSpPr/>
              <p:nvPr/>
            </p:nvSpPr>
            <p:spPr>
              <a:xfrm>
                <a:off x="10945368" y="1728216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2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3FFF"/>
              </a:solidFill>
              <a:ln w="2286">
                <a:solidFill>
                  <a:srgbClr val="003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1" name="polygon-1057"/>
              <p:cNvSpPr/>
              <p:nvPr/>
            </p:nvSpPr>
            <p:spPr>
              <a:xfrm>
                <a:off x="10917936" y="1746504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3" y="2"/>
                    </a:moveTo>
                    <a:lnTo>
                      <a:pt x="5" y="0"/>
                    </a:lnTo>
                    <a:lnTo>
                      <a:pt x="3" y="3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1EFF"/>
              </a:solidFill>
              <a:ln w="2286">
                <a:solidFill>
                  <a:srgbClr val="001E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2" name="polygon-1058"/>
              <p:cNvSpPr/>
              <p:nvPr/>
            </p:nvSpPr>
            <p:spPr>
              <a:xfrm>
                <a:off x="10899648" y="1773936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2" y="1"/>
                    </a:moveTo>
                    <a:lnTo>
                      <a:pt x="5" y="0"/>
                    </a:lnTo>
                    <a:lnTo>
                      <a:pt x="2" y="2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F2"/>
              </a:solidFill>
              <a:ln w="2286">
                <a:solidFill>
                  <a:srgbClr val="0000F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3" name="polygon-1059"/>
              <p:cNvSpPr/>
              <p:nvPr/>
            </p:nvSpPr>
            <p:spPr>
              <a:xfrm>
                <a:off x="10872216" y="1792224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3" y="1"/>
                    </a:moveTo>
                    <a:lnTo>
                      <a:pt x="5" y="0"/>
                    </a:lnTo>
                    <a:lnTo>
                      <a:pt x="3" y="3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C9"/>
              </a:solidFill>
              <a:ln w="2286">
                <a:solidFill>
                  <a:srgbClr val="0000C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4" name="polygon-1060"/>
              <p:cNvSpPr/>
              <p:nvPr/>
            </p:nvSpPr>
            <p:spPr>
              <a:xfrm>
                <a:off x="10853928" y="1819656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2" y="0"/>
                    </a:moveTo>
                    <a:lnTo>
                      <a:pt x="5" y="0"/>
                    </a:lnTo>
                    <a:lnTo>
                      <a:pt x="2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A9"/>
              </a:solidFill>
              <a:ln w="2286">
                <a:solidFill>
                  <a:srgbClr val="0000A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5" name="polygon-1061"/>
              <p:cNvSpPr/>
              <p:nvPr/>
            </p:nvSpPr>
            <p:spPr>
              <a:xfrm>
                <a:off x="10826496" y="1837944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3" y="0"/>
                    </a:moveTo>
                    <a:lnTo>
                      <a:pt x="5" y="0"/>
                    </a:lnTo>
                    <a:lnTo>
                      <a:pt x="3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4"/>
              </a:solidFill>
              <a:ln w="2286">
                <a:solidFill>
                  <a:srgbClr val="00009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6" name="polygon-1062"/>
              <p:cNvSpPr/>
              <p:nvPr/>
            </p:nvSpPr>
            <p:spPr>
              <a:xfrm>
                <a:off x="10808208" y="1847088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2" y="0"/>
                    </a:moveTo>
                    <a:lnTo>
                      <a:pt x="5" y="1"/>
                    </a:lnTo>
                    <a:lnTo>
                      <a:pt x="2" y="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9"/>
              </a:solidFill>
              <a:ln w="2286">
                <a:solidFill>
                  <a:srgbClr val="00008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7" name="polygon-1063"/>
              <p:cNvSpPr/>
              <p:nvPr/>
            </p:nvSpPr>
            <p:spPr>
              <a:xfrm>
                <a:off x="11137392" y="1709928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3" y="0"/>
                    </a:moveTo>
                    <a:lnTo>
                      <a:pt x="5" y="1"/>
                    </a:lnTo>
                    <a:lnTo>
                      <a:pt x="3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0"/>
              </a:solidFill>
              <a:ln w="2286">
                <a:solidFill>
                  <a:srgbClr val="00009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8" name="polygon-1064"/>
              <p:cNvSpPr/>
              <p:nvPr/>
            </p:nvSpPr>
            <p:spPr>
              <a:xfrm>
                <a:off x="11119104" y="1719072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2" y="0"/>
                    </a:moveTo>
                    <a:lnTo>
                      <a:pt x="5" y="0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4"/>
              </a:solidFill>
              <a:ln w="2286">
                <a:solidFill>
                  <a:srgbClr val="0000A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9" name="polygon-1065"/>
              <p:cNvSpPr/>
              <p:nvPr/>
            </p:nvSpPr>
            <p:spPr>
              <a:xfrm>
                <a:off x="11100816" y="1719072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C9"/>
              </a:solidFill>
              <a:ln w="2286">
                <a:solidFill>
                  <a:srgbClr val="0000C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0" name="polygon-1066"/>
              <p:cNvSpPr/>
              <p:nvPr/>
            </p:nvSpPr>
            <p:spPr>
              <a:xfrm>
                <a:off x="11073384" y="1709928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3" y="1"/>
                    </a:moveTo>
                    <a:lnTo>
                      <a:pt x="5" y="1"/>
                    </a:lnTo>
                    <a:lnTo>
                      <a:pt x="3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3FF"/>
              </a:solidFill>
              <a:ln w="2286">
                <a:solidFill>
                  <a:srgbClr val="0003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1" name="polygon-1067"/>
              <p:cNvSpPr/>
              <p:nvPr/>
            </p:nvSpPr>
            <p:spPr>
              <a:xfrm>
                <a:off x="11055096" y="1691640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2" y="3"/>
                    </a:moveTo>
                    <a:lnTo>
                      <a:pt x="5" y="2"/>
                    </a:lnTo>
                    <a:lnTo>
                      <a:pt x="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4CFF"/>
              </a:solidFill>
              <a:ln w="2286">
                <a:solidFill>
                  <a:srgbClr val="004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2" name="polygon-1068"/>
              <p:cNvSpPr/>
              <p:nvPr/>
            </p:nvSpPr>
            <p:spPr>
              <a:xfrm>
                <a:off x="11027664" y="1682496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3" y="4"/>
                    </a:moveTo>
                    <a:lnTo>
                      <a:pt x="5" y="1"/>
                    </a:lnTo>
                    <a:lnTo>
                      <a:pt x="3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97FF"/>
              </a:solidFill>
              <a:ln w="2286">
                <a:solidFill>
                  <a:srgbClr val="009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3" name="polygon-1069"/>
              <p:cNvSpPr/>
              <p:nvPr/>
            </p:nvSpPr>
            <p:spPr>
              <a:xfrm>
                <a:off x="11009376" y="1673352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2" y="4"/>
                    </a:moveTo>
                    <a:lnTo>
                      <a:pt x="5" y="1"/>
                    </a:lnTo>
                    <a:lnTo>
                      <a:pt x="2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D1FF"/>
              </a:solidFill>
              <a:ln w="2286">
                <a:solidFill>
                  <a:srgbClr val="00D1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4" name="polygon-1070"/>
              <p:cNvSpPr/>
              <p:nvPr/>
            </p:nvSpPr>
            <p:spPr>
              <a:xfrm>
                <a:off x="10981944" y="1673352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3" y="4"/>
                    </a:moveTo>
                    <a:lnTo>
                      <a:pt x="5" y="0"/>
                    </a:lnTo>
                    <a:lnTo>
                      <a:pt x="3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E7FF"/>
              </a:solidFill>
              <a:ln w="2286">
                <a:solidFill>
                  <a:srgbClr val="00E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5" name="polygon-1071"/>
              <p:cNvSpPr/>
              <p:nvPr/>
            </p:nvSpPr>
            <p:spPr>
              <a:xfrm>
                <a:off x="10963656" y="1682496"/>
                <a:ext cx="45720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5" h="7">
                    <a:moveTo>
                      <a:pt x="2" y="5"/>
                    </a:moveTo>
                    <a:lnTo>
                      <a:pt x="5" y="0"/>
                    </a:lnTo>
                    <a:lnTo>
                      <a:pt x="2" y="3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D1FF"/>
              </a:solidFill>
              <a:ln w="2286">
                <a:solidFill>
                  <a:srgbClr val="00D1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6" name="polygon-1072"/>
              <p:cNvSpPr/>
              <p:nvPr/>
            </p:nvSpPr>
            <p:spPr>
              <a:xfrm>
                <a:off x="10945368" y="1709928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4"/>
                    </a:moveTo>
                    <a:lnTo>
                      <a:pt x="4" y="0"/>
                    </a:lnTo>
                    <a:lnTo>
                      <a:pt x="2" y="4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97FF"/>
              </a:solidFill>
              <a:ln w="2286">
                <a:solidFill>
                  <a:srgbClr val="009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7" name="polygon-1073"/>
              <p:cNvSpPr/>
              <p:nvPr/>
            </p:nvSpPr>
            <p:spPr>
              <a:xfrm>
                <a:off x="10917936" y="1746504"/>
                <a:ext cx="4572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5" h="5">
                    <a:moveTo>
                      <a:pt x="3" y="3"/>
                    </a:moveTo>
                    <a:lnTo>
                      <a:pt x="5" y="0"/>
                    </a:lnTo>
                    <a:lnTo>
                      <a:pt x="3" y="4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004CFF"/>
              </a:solidFill>
              <a:ln w="2286">
                <a:solidFill>
                  <a:srgbClr val="004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8" name="polygon-1074"/>
              <p:cNvSpPr/>
              <p:nvPr/>
            </p:nvSpPr>
            <p:spPr>
              <a:xfrm>
                <a:off x="10899648" y="1783080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2" y="1"/>
                    </a:moveTo>
                    <a:lnTo>
                      <a:pt x="5" y="0"/>
                    </a:lnTo>
                    <a:lnTo>
                      <a:pt x="2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03FF"/>
              </a:solidFill>
              <a:ln w="2286">
                <a:solidFill>
                  <a:srgbClr val="0003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9" name="polygon-1075"/>
              <p:cNvSpPr/>
              <p:nvPr/>
            </p:nvSpPr>
            <p:spPr>
              <a:xfrm>
                <a:off x="10872216" y="1819656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3" y="0"/>
                    </a:moveTo>
                    <a:lnTo>
                      <a:pt x="5" y="0"/>
                    </a:lnTo>
                    <a:lnTo>
                      <a:pt x="3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C9"/>
              </a:solidFill>
              <a:ln w="2286">
                <a:solidFill>
                  <a:srgbClr val="0000C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0" name="polygon-1076"/>
              <p:cNvSpPr/>
              <p:nvPr/>
            </p:nvSpPr>
            <p:spPr>
              <a:xfrm>
                <a:off x="10853928" y="1837944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2" y="0"/>
                    </a:moveTo>
                    <a:lnTo>
                      <a:pt x="5" y="1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A4"/>
              </a:solidFill>
              <a:ln w="2286">
                <a:solidFill>
                  <a:srgbClr val="0000A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1" name="polygon-1077"/>
              <p:cNvSpPr/>
              <p:nvPr/>
            </p:nvSpPr>
            <p:spPr>
              <a:xfrm>
                <a:off x="10826496" y="1856232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3" y="0"/>
                    </a:moveTo>
                    <a:lnTo>
                      <a:pt x="5" y="1"/>
                    </a:lnTo>
                    <a:lnTo>
                      <a:pt x="3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90"/>
              </a:solidFill>
              <a:ln w="2286">
                <a:solidFill>
                  <a:srgbClr val="00009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2" name="polygon-1078"/>
              <p:cNvSpPr/>
              <p:nvPr/>
            </p:nvSpPr>
            <p:spPr>
              <a:xfrm>
                <a:off x="11164824" y="1719072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2" y="0"/>
                    </a:moveTo>
                    <a:lnTo>
                      <a:pt x="5" y="1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99"/>
              </a:solidFill>
              <a:ln w="2286">
                <a:solidFill>
                  <a:srgbClr val="00009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3" name="polygon-1079"/>
              <p:cNvSpPr/>
              <p:nvPr/>
            </p:nvSpPr>
            <p:spPr>
              <a:xfrm>
                <a:off x="11137392" y="1719072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3" y="0"/>
                    </a:moveTo>
                    <a:lnTo>
                      <a:pt x="5" y="1"/>
                    </a:lnTo>
                    <a:lnTo>
                      <a:pt x="3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B9"/>
              </a:solidFill>
              <a:ln w="2286">
                <a:solidFill>
                  <a:srgbClr val="0000B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4" name="polygon-1080"/>
              <p:cNvSpPr/>
              <p:nvPr/>
            </p:nvSpPr>
            <p:spPr>
              <a:xfrm>
                <a:off x="11119104" y="1719072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2" y="1"/>
                    </a:moveTo>
                    <a:lnTo>
                      <a:pt x="5" y="1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F2"/>
              </a:solidFill>
              <a:ln w="2286">
                <a:solidFill>
                  <a:srgbClr val="0000F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5" name="polygon-1081"/>
              <p:cNvSpPr/>
              <p:nvPr/>
            </p:nvSpPr>
            <p:spPr>
              <a:xfrm>
                <a:off x="11100816" y="1691640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3"/>
                    </a:moveTo>
                    <a:lnTo>
                      <a:pt x="4" y="3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4CFF"/>
              </a:solidFill>
              <a:ln w="2286">
                <a:solidFill>
                  <a:srgbClr val="004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6" name="polygon-1082"/>
              <p:cNvSpPr/>
              <p:nvPr/>
            </p:nvSpPr>
            <p:spPr>
              <a:xfrm>
                <a:off x="11073384" y="1664208"/>
                <a:ext cx="4572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5" h="5">
                    <a:moveTo>
                      <a:pt x="3" y="5"/>
                    </a:moveTo>
                    <a:lnTo>
                      <a:pt x="5" y="3"/>
                    </a:lnTo>
                    <a:lnTo>
                      <a:pt x="3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BDFF"/>
              </a:solidFill>
              <a:ln w="2286">
                <a:solidFill>
                  <a:srgbClr val="00BD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7" name="polygon-1083"/>
              <p:cNvSpPr/>
              <p:nvPr/>
            </p:nvSpPr>
            <p:spPr>
              <a:xfrm>
                <a:off x="11055096" y="1636776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2" y="6"/>
                    </a:moveTo>
                    <a:lnTo>
                      <a:pt x="5" y="3"/>
                    </a:lnTo>
                    <a:lnTo>
                      <a:pt x="2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33FFCC"/>
              </a:solidFill>
              <a:ln w="2286">
                <a:solidFill>
                  <a:srgbClr val="33FF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8" name="polygon-1084"/>
              <p:cNvSpPr/>
              <p:nvPr/>
            </p:nvSpPr>
            <p:spPr>
              <a:xfrm>
                <a:off x="11027664" y="1627632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3" y="6"/>
                    </a:moveTo>
                    <a:lnTo>
                      <a:pt x="5" y="1"/>
                    </a:lnTo>
                    <a:lnTo>
                      <a:pt x="3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8EFF71"/>
              </a:solidFill>
              <a:ln w="2286">
                <a:solidFill>
                  <a:srgbClr val="8EFF7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9" name="polygon-1085"/>
              <p:cNvSpPr/>
              <p:nvPr/>
            </p:nvSpPr>
            <p:spPr>
              <a:xfrm>
                <a:off x="11009376" y="1627632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2" y="5"/>
                    </a:moveTo>
                    <a:lnTo>
                      <a:pt x="5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B0FF4F"/>
              </a:solidFill>
              <a:ln w="2286">
                <a:solidFill>
                  <a:srgbClr val="B0FF4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0" name="polygon-1086"/>
              <p:cNvSpPr/>
              <p:nvPr/>
            </p:nvSpPr>
            <p:spPr>
              <a:xfrm>
                <a:off x="10981944" y="1636776"/>
                <a:ext cx="45720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5" h="8">
                    <a:moveTo>
                      <a:pt x="3" y="5"/>
                    </a:moveTo>
                    <a:lnTo>
                      <a:pt x="5" y="0"/>
                    </a:lnTo>
                    <a:lnTo>
                      <a:pt x="3" y="4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8EFF71"/>
              </a:solidFill>
              <a:ln w="2286">
                <a:solidFill>
                  <a:srgbClr val="8EFF7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1" name="polygon-1087"/>
              <p:cNvSpPr/>
              <p:nvPr/>
            </p:nvSpPr>
            <p:spPr>
              <a:xfrm>
                <a:off x="10963656" y="1673352"/>
                <a:ext cx="45720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5" h="8">
                    <a:moveTo>
                      <a:pt x="2" y="4"/>
                    </a:moveTo>
                    <a:lnTo>
                      <a:pt x="5" y="0"/>
                    </a:lnTo>
                    <a:lnTo>
                      <a:pt x="2" y="5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33FFCC"/>
              </a:solidFill>
              <a:ln w="2286">
                <a:solidFill>
                  <a:srgbClr val="33FF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2" name="polygon-1088"/>
              <p:cNvSpPr/>
              <p:nvPr/>
            </p:nvSpPr>
            <p:spPr>
              <a:xfrm>
                <a:off x="10945368" y="1719072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3"/>
                    </a:moveTo>
                    <a:lnTo>
                      <a:pt x="4" y="0"/>
                    </a:lnTo>
                    <a:lnTo>
                      <a:pt x="2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BDFF"/>
              </a:solidFill>
              <a:ln w="2286">
                <a:solidFill>
                  <a:srgbClr val="00BD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3" name="polygon-1089"/>
              <p:cNvSpPr/>
              <p:nvPr/>
            </p:nvSpPr>
            <p:spPr>
              <a:xfrm>
                <a:off x="10917936" y="1764792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3" y="2"/>
                    </a:moveTo>
                    <a:lnTo>
                      <a:pt x="5" y="0"/>
                    </a:lnTo>
                    <a:lnTo>
                      <a:pt x="3" y="5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4CFF"/>
              </a:solidFill>
              <a:ln w="2286">
                <a:solidFill>
                  <a:srgbClr val="004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4" name="polygon-1090"/>
              <p:cNvSpPr/>
              <p:nvPr/>
            </p:nvSpPr>
            <p:spPr>
              <a:xfrm>
                <a:off x="10899648" y="1810512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2" y="1"/>
                    </a:moveTo>
                    <a:lnTo>
                      <a:pt x="5" y="0"/>
                    </a:lnTo>
                    <a:lnTo>
                      <a:pt x="2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00F2"/>
              </a:solidFill>
              <a:ln w="2286">
                <a:solidFill>
                  <a:srgbClr val="0000F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5" name="polygon-1091"/>
              <p:cNvSpPr/>
              <p:nvPr/>
            </p:nvSpPr>
            <p:spPr>
              <a:xfrm>
                <a:off x="10872216" y="1847088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3" y="0"/>
                    </a:moveTo>
                    <a:lnTo>
                      <a:pt x="5" y="0"/>
                    </a:lnTo>
                    <a:lnTo>
                      <a:pt x="3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B9"/>
              </a:solidFill>
              <a:ln w="2286">
                <a:solidFill>
                  <a:srgbClr val="0000B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6" name="polygon-1092"/>
              <p:cNvSpPr/>
              <p:nvPr/>
            </p:nvSpPr>
            <p:spPr>
              <a:xfrm>
                <a:off x="10853928" y="1865376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2" y="0"/>
                    </a:moveTo>
                    <a:lnTo>
                      <a:pt x="5" y="1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99"/>
              </a:solidFill>
              <a:ln w="2286">
                <a:solidFill>
                  <a:srgbClr val="00009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7" name="polygon-1093"/>
              <p:cNvSpPr/>
              <p:nvPr/>
            </p:nvSpPr>
            <p:spPr>
              <a:xfrm>
                <a:off x="11183112" y="1728216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3" y="0"/>
                    </a:moveTo>
                    <a:lnTo>
                      <a:pt x="5" y="1"/>
                    </a:lnTo>
                    <a:lnTo>
                      <a:pt x="3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2"/>
              </a:solidFill>
              <a:ln w="2286">
                <a:solidFill>
                  <a:srgbClr val="0000A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8" name="polygon-1094"/>
              <p:cNvSpPr/>
              <p:nvPr/>
            </p:nvSpPr>
            <p:spPr>
              <a:xfrm>
                <a:off x="11164824" y="1728216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2" y="0"/>
                    </a:moveTo>
                    <a:lnTo>
                      <a:pt x="5" y="1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CE"/>
              </a:solidFill>
              <a:ln w="2286">
                <a:solidFill>
                  <a:srgbClr val="0000C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9" name="polygon-1095"/>
              <p:cNvSpPr/>
              <p:nvPr/>
            </p:nvSpPr>
            <p:spPr>
              <a:xfrm>
                <a:off x="11137392" y="1709928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3" y="2"/>
                    </a:moveTo>
                    <a:lnTo>
                      <a:pt x="5" y="2"/>
                    </a:lnTo>
                    <a:lnTo>
                      <a:pt x="3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1EFF"/>
              </a:solidFill>
              <a:ln w="2286">
                <a:solidFill>
                  <a:srgbClr val="001E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0" name="polygon-1096"/>
              <p:cNvSpPr/>
              <p:nvPr/>
            </p:nvSpPr>
            <p:spPr>
              <a:xfrm>
                <a:off x="11119104" y="1682496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2" y="4"/>
                    </a:moveTo>
                    <a:lnTo>
                      <a:pt x="5" y="3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97FF"/>
              </a:solidFill>
              <a:ln w="2286">
                <a:solidFill>
                  <a:srgbClr val="009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1" name="polygon-1097"/>
              <p:cNvSpPr/>
              <p:nvPr/>
            </p:nvSpPr>
            <p:spPr>
              <a:xfrm>
                <a:off x="11100816" y="1636776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6"/>
                    </a:moveTo>
                    <a:lnTo>
                      <a:pt x="4" y="5"/>
                    </a:lnTo>
                    <a:lnTo>
                      <a:pt x="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33FFCC"/>
              </a:solidFill>
              <a:ln w="2286">
                <a:solidFill>
                  <a:srgbClr val="33FF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2" name="polygon-1098"/>
              <p:cNvSpPr/>
              <p:nvPr/>
            </p:nvSpPr>
            <p:spPr>
              <a:xfrm>
                <a:off x="11073384" y="1600200"/>
                <a:ext cx="45720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5" h="7">
                    <a:moveTo>
                      <a:pt x="3" y="7"/>
                    </a:moveTo>
                    <a:lnTo>
                      <a:pt x="5" y="4"/>
                    </a:lnTo>
                    <a:lnTo>
                      <a:pt x="3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D5FF2A"/>
              </a:solidFill>
              <a:ln w="2286">
                <a:solidFill>
                  <a:srgbClr val="D5FF2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3" name="polygon-1099"/>
              <p:cNvSpPr/>
              <p:nvPr/>
            </p:nvSpPr>
            <p:spPr>
              <a:xfrm>
                <a:off x="11055096" y="1591056"/>
                <a:ext cx="4572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5" h="5">
                    <a:moveTo>
                      <a:pt x="2" y="5"/>
                    </a:moveTo>
                    <a:lnTo>
                      <a:pt x="5" y="1"/>
                    </a:lnTo>
                    <a:lnTo>
                      <a:pt x="2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FFAD00"/>
              </a:solidFill>
              <a:ln w="2286">
                <a:solidFill>
                  <a:srgbClr val="FFAD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4" name="polygon-1100"/>
              <p:cNvSpPr/>
              <p:nvPr/>
            </p:nvSpPr>
            <p:spPr>
              <a:xfrm>
                <a:off x="11027664" y="1591056"/>
                <a:ext cx="4572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5" h="5">
                    <a:moveTo>
                      <a:pt x="3" y="4"/>
                    </a:moveTo>
                    <a:lnTo>
                      <a:pt x="5" y="0"/>
                    </a:lnTo>
                    <a:lnTo>
                      <a:pt x="3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7E00"/>
              </a:solidFill>
              <a:ln w="2286">
                <a:solidFill>
                  <a:srgbClr val="FF7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5" name="polygon-1101"/>
              <p:cNvSpPr/>
              <p:nvPr/>
            </p:nvSpPr>
            <p:spPr>
              <a:xfrm>
                <a:off x="11009376" y="1600200"/>
                <a:ext cx="45720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5" h="8">
                    <a:moveTo>
                      <a:pt x="2" y="4"/>
                    </a:moveTo>
                    <a:lnTo>
                      <a:pt x="5" y="0"/>
                    </a:lnTo>
                    <a:lnTo>
                      <a:pt x="2" y="4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FFAD00"/>
              </a:solidFill>
              <a:ln w="2286">
                <a:solidFill>
                  <a:srgbClr val="FFAD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6" name="polygon-1102"/>
              <p:cNvSpPr/>
              <p:nvPr/>
            </p:nvSpPr>
            <p:spPr>
              <a:xfrm>
                <a:off x="10981944" y="1636776"/>
                <a:ext cx="45720" cy="82296"/>
              </a:xfrm>
              <a:custGeom>
                <a:avLst/>
                <a:gdLst/>
                <a:ahLst/>
                <a:cxnLst/>
                <a:rect l="l" t="t" r="r" b="b"/>
                <a:pathLst>
                  <a:path w="5" h="9">
                    <a:moveTo>
                      <a:pt x="3" y="4"/>
                    </a:moveTo>
                    <a:lnTo>
                      <a:pt x="5" y="0"/>
                    </a:lnTo>
                    <a:lnTo>
                      <a:pt x="3" y="6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D5FF2A"/>
              </a:solidFill>
              <a:ln w="2286">
                <a:solidFill>
                  <a:srgbClr val="D5FF2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7" name="polygon-1103"/>
              <p:cNvSpPr/>
              <p:nvPr/>
            </p:nvSpPr>
            <p:spPr>
              <a:xfrm>
                <a:off x="10963656" y="1691640"/>
                <a:ext cx="45720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5" h="8">
                    <a:moveTo>
                      <a:pt x="2" y="3"/>
                    </a:moveTo>
                    <a:lnTo>
                      <a:pt x="5" y="0"/>
                    </a:lnTo>
                    <a:lnTo>
                      <a:pt x="2" y="7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33FFCC"/>
              </a:solidFill>
              <a:ln w="2286">
                <a:solidFill>
                  <a:srgbClr val="33FF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8" name="polygon-1104"/>
              <p:cNvSpPr/>
              <p:nvPr/>
            </p:nvSpPr>
            <p:spPr>
              <a:xfrm>
                <a:off x="10945368" y="1755648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1"/>
                    </a:moveTo>
                    <a:lnTo>
                      <a:pt x="4" y="0"/>
                    </a:lnTo>
                    <a:lnTo>
                      <a:pt x="2" y="6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97FF"/>
              </a:solidFill>
              <a:ln w="2286">
                <a:solidFill>
                  <a:srgbClr val="009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9" name="polygon-1105"/>
              <p:cNvSpPr/>
              <p:nvPr/>
            </p:nvSpPr>
            <p:spPr>
              <a:xfrm>
                <a:off x="10917936" y="1810512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3" y="0"/>
                    </a:moveTo>
                    <a:lnTo>
                      <a:pt x="5" y="0"/>
                    </a:lnTo>
                    <a:lnTo>
                      <a:pt x="3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1EFF"/>
              </a:solidFill>
              <a:ln w="2286">
                <a:solidFill>
                  <a:srgbClr val="001E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0" name="polygon-1106"/>
              <p:cNvSpPr/>
              <p:nvPr/>
            </p:nvSpPr>
            <p:spPr>
              <a:xfrm>
                <a:off x="10899648" y="1847088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2" y="0"/>
                    </a:moveTo>
                    <a:lnTo>
                      <a:pt x="5" y="0"/>
                    </a:lnTo>
                    <a:lnTo>
                      <a:pt x="2" y="3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CE"/>
              </a:solidFill>
              <a:ln w="2286">
                <a:solidFill>
                  <a:srgbClr val="0000C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1" name="polygon-1107"/>
              <p:cNvSpPr/>
              <p:nvPr/>
            </p:nvSpPr>
            <p:spPr>
              <a:xfrm>
                <a:off x="10872216" y="1874520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3" y="0"/>
                    </a:moveTo>
                    <a:lnTo>
                      <a:pt x="5" y="0"/>
                    </a:lnTo>
                    <a:lnTo>
                      <a:pt x="3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A2"/>
              </a:solidFill>
              <a:ln w="2286">
                <a:solidFill>
                  <a:srgbClr val="0000A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2" name="polygon-1108"/>
              <p:cNvSpPr/>
              <p:nvPr/>
            </p:nvSpPr>
            <p:spPr>
              <a:xfrm>
                <a:off x="11210544" y="1737360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9"/>
              </a:solidFill>
              <a:ln w="2286">
                <a:solidFill>
                  <a:srgbClr val="0000A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3" name="polygon-1109"/>
              <p:cNvSpPr/>
              <p:nvPr/>
            </p:nvSpPr>
            <p:spPr>
              <a:xfrm>
                <a:off x="11183112" y="1728216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3" y="1"/>
                    </a:moveTo>
                    <a:lnTo>
                      <a:pt x="5" y="2"/>
                    </a:lnTo>
                    <a:lnTo>
                      <a:pt x="3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DE"/>
              </a:solidFill>
              <a:ln w="2286">
                <a:solidFill>
                  <a:srgbClr val="0000D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4" name="polygon-1110"/>
              <p:cNvSpPr/>
              <p:nvPr/>
            </p:nvSpPr>
            <p:spPr>
              <a:xfrm>
                <a:off x="11164824" y="1709928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2" y="2"/>
                    </a:moveTo>
                    <a:lnTo>
                      <a:pt x="5" y="3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FFF"/>
              </a:solidFill>
              <a:ln w="2286">
                <a:solidFill>
                  <a:srgbClr val="003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5" name="polygon-1111"/>
              <p:cNvSpPr/>
              <p:nvPr/>
            </p:nvSpPr>
            <p:spPr>
              <a:xfrm>
                <a:off x="11137392" y="1673352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3" y="4"/>
                    </a:moveTo>
                    <a:lnTo>
                      <a:pt x="5" y="4"/>
                    </a:lnTo>
                    <a:lnTo>
                      <a:pt x="3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D1FF"/>
              </a:solidFill>
              <a:ln w="2286">
                <a:solidFill>
                  <a:srgbClr val="00D1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6" name="polygon-1112"/>
              <p:cNvSpPr/>
              <p:nvPr/>
            </p:nvSpPr>
            <p:spPr>
              <a:xfrm>
                <a:off x="11119104" y="1627632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2" y="6"/>
                    </a:moveTo>
                    <a:lnTo>
                      <a:pt x="5" y="5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8EFF71"/>
              </a:solidFill>
              <a:ln w="2286">
                <a:solidFill>
                  <a:srgbClr val="8EFF7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7" name="polygon-1113"/>
              <p:cNvSpPr/>
              <p:nvPr/>
            </p:nvSpPr>
            <p:spPr>
              <a:xfrm>
                <a:off x="11100816" y="1591056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5"/>
                    </a:moveTo>
                    <a:lnTo>
                      <a:pt x="4" y="4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AD00"/>
              </a:solidFill>
              <a:ln w="2286">
                <a:solidFill>
                  <a:srgbClr val="FFAD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8" name="polygon-1114"/>
              <p:cNvSpPr/>
              <p:nvPr/>
            </p:nvSpPr>
            <p:spPr>
              <a:xfrm>
                <a:off x="11073384" y="1563624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3" y="4"/>
                    </a:moveTo>
                    <a:lnTo>
                      <a:pt x="5" y="3"/>
                    </a:lnTo>
                    <a:lnTo>
                      <a:pt x="3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FF1700"/>
              </a:solidFill>
              <a:ln w="2286">
                <a:solidFill>
                  <a:srgbClr val="FF17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9" name="polygon-1115"/>
              <p:cNvSpPr/>
              <p:nvPr/>
            </p:nvSpPr>
            <p:spPr>
              <a:xfrm>
                <a:off x="11055096" y="1563624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2" y="3"/>
                    </a:moveTo>
                    <a:lnTo>
                      <a:pt x="5" y="0"/>
                    </a:lnTo>
                    <a:lnTo>
                      <a:pt x="2" y="1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DD0000"/>
              </a:solidFill>
              <a:ln w="2286">
                <a:solidFill>
                  <a:srgbClr val="DD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0" name="polygon-1116"/>
              <p:cNvSpPr/>
              <p:nvPr/>
            </p:nvSpPr>
            <p:spPr>
              <a:xfrm>
                <a:off x="11027664" y="1572768"/>
                <a:ext cx="45720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5" h="7">
                    <a:moveTo>
                      <a:pt x="3" y="3"/>
                    </a:moveTo>
                    <a:lnTo>
                      <a:pt x="5" y="0"/>
                    </a:lnTo>
                    <a:lnTo>
                      <a:pt x="3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FF1700"/>
              </a:solidFill>
              <a:ln w="2286">
                <a:solidFill>
                  <a:srgbClr val="FF17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1" name="polygon-1117"/>
              <p:cNvSpPr/>
              <p:nvPr/>
            </p:nvSpPr>
            <p:spPr>
              <a:xfrm>
                <a:off x="11009376" y="1618488"/>
                <a:ext cx="45720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5" h="8">
                    <a:moveTo>
                      <a:pt x="2" y="2"/>
                    </a:moveTo>
                    <a:lnTo>
                      <a:pt x="5" y="0"/>
                    </a:lnTo>
                    <a:lnTo>
                      <a:pt x="2" y="7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FFAD00"/>
              </a:solidFill>
              <a:ln w="2286">
                <a:solidFill>
                  <a:srgbClr val="FFAD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2" name="polygon-1118"/>
              <p:cNvSpPr/>
              <p:nvPr/>
            </p:nvSpPr>
            <p:spPr>
              <a:xfrm>
                <a:off x="10981944" y="1682496"/>
                <a:ext cx="45720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5" h="8">
                    <a:moveTo>
                      <a:pt x="3" y="1"/>
                    </a:moveTo>
                    <a:lnTo>
                      <a:pt x="5" y="0"/>
                    </a:lnTo>
                    <a:lnTo>
                      <a:pt x="3" y="8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8EFF71"/>
              </a:solidFill>
              <a:ln w="2286">
                <a:solidFill>
                  <a:srgbClr val="8EFF7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3" name="polygon-1119"/>
              <p:cNvSpPr/>
              <p:nvPr/>
            </p:nvSpPr>
            <p:spPr>
              <a:xfrm>
                <a:off x="10963656" y="1755648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2" y="0"/>
                    </a:moveTo>
                    <a:lnTo>
                      <a:pt x="5" y="0"/>
                    </a:lnTo>
                    <a:lnTo>
                      <a:pt x="2" y="6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D1FF"/>
              </a:solidFill>
              <a:ln w="2286">
                <a:solidFill>
                  <a:srgbClr val="00D1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4" name="polygon-1120"/>
              <p:cNvSpPr/>
              <p:nvPr/>
            </p:nvSpPr>
            <p:spPr>
              <a:xfrm>
                <a:off x="10945368" y="1810512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0"/>
                    </a:lnTo>
                    <a:lnTo>
                      <a:pt x="2" y="5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3FFF"/>
              </a:solidFill>
              <a:ln w="2286">
                <a:solidFill>
                  <a:srgbClr val="003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5" name="polygon-1121"/>
              <p:cNvSpPr/>
              <p:nvPr/>
            </p:nvSpPr>
            <p:spPr>
              <a:xfrm>
                <a:off x="10917936" y="1847088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3" y="0"/>
                    </a:moveTo>
                    <a:lnTo>
                      <a:pt x="5" y="1"/>
                    </a:lnTo>
                    <a:lnTo>
                      <a:pt x="3" y="4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DE"/>
              </a:solidFill>
              <a:ln w="2286">
                <a:solidFill>
                  <a:srgbClr val="0000D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6" name="polygon-1122"/>
              <p:cNvSpPr/>
              <p:nvPr/>
            </p:nvSpPr>
            <p:spPr>
              <a:xfrm>
                <a:off x="10899648" y="1874520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2" y="0"/>
                    </a:moveTo>
                    <a:lnTo>
                      <a:pt x="5" y="1"/>
                    </a:lnTo>
                    <a:lnTo>
                      <a:pt x="2" y="4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A9"/>
              </a:solidFill>
              <a:ln w="2286">
                <a:solidFill>
                  <a:srgbClr val="0000A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7" name="polygon-1123"/>
              <p:cNvSpPr/>
              <p:nvPr/>
            </p:nvSpPr>
            <p:spPr>
              <a:xfrm>
                <a:off x="11228832" y="1746504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2" y="0"/>
                    </a:moveTo>
                    <a:lnTo>
                      <a:pt x="5" y="1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C"/>
              </a:solidFill>
              <a:ln w="2286">
                <a:solidFill>
                  <a:srgbClr val="0000A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8" name="polygon-1124"/>
              <p:cNvSpPr/>
              <p:nvPr/>
            </p:nvSpPr>
            <p:spPr>
              <a:xfrm>
                <a:off x="11210544" y="173736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1"/>
                    </a:moveTo>
                    <a:lnTo>
                      <a:pt x="4" y="2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E5"/>
              </a:solidFill>
              <a:ln w="2286">
                <a:solidFill>
                  <a:srgbClr val="0000E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9" name="polygon-1125"/>
              <p:cNvSpPr/>
              <p:nvPr/>
            </p:nvSpPr>
            <p:spPr>
              <a:xfrm>
                <a:off x="11183112" y="1709928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3" y="3"/>
                    </a:moveTo>
                    <a:lnTo>
                      <a:pt x="5" y="4"/>
                    </a:lnTo>
                    <a:lnTo>
                      <a:pt x="3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4CFF"/>
              </a:solidFill>
              <a:ln w="2286">
                <a:solidFill>
                  <a:srgbClr val="004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0" name="polygon-1126"/>
              <p:cNvSpPr/>
              <p:nvPr/>
            </p:nvSpPr>
            <p:spPr>
              <a:xfrm>
                <a:off x="11164824" y="1673352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2" y="4"/>
                    </a:moveTo>
                    <a:lnTo>
                      <a:pt x="5" y="6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7FF"/>
              </a:solidFill>
              <a:ln w="2286">
                <a:solidFill>
                  <a:srgbClr val="00E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1" name="polygon-1127"/>
              <p:cNvSpPr/>
              <p:nvPr/>
            </p:nvSpPr>
            <p:spPr>
              <a:xfrm>
                <a:off x="11137392" y="1627632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3" y="5"/>
                    </a:moveTo>
                    <a:lnTo>
                      <a:pt x="5" y="6"/>
                    </a:lnTo>
                    <a:lnTo>
                      <a:pt x="3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0FF4F"/>
              </a:solidFill>
              <a:ln w="2286">
                <a:solidFill>
                  <a:srgbClr val="B0FF4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2" name="polygon-1128"/>
              <p:cNvSpPr/>
              <p:nvPr/>
            </p:nvSpPr>
            <p:spPr>
              <a:xfrm>
                <a:off x="11119104" y="1591056"/>
                <a:ext cx="4572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5" h="5">
                    <a:moveTo>
                      <a:pt x="2" y="4"/>
                    </a:moveTo>
                    <a:lnTo>
                      <a:pt x="5" y="5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7E00"/>
              </a:solidFill>
              <a:ln w="2286">
                <a:solidFill>
                  <a:srgbClr val="FF7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3" name="polygon-1129"/>
              <p:cNvSpPr/>
              <p:nvPr/>
            </p:nvSpPr>
            <p:spPr>
              <a:xfrm>
                <a:off x="11100816" y="1563624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3"/>
                    </a:moveTo>
                    <a:lnTo>
                      <a:pt x="4" y="4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D0000"/>
              </a:solidFill>
              <a:ln w="2286">
                <a:solidFill>
                  <a:srgbClr val="DD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4" name="polygon-1130"/>
              <p:cNvSpPr/>
              <p:nvPr/>
            </p:nvSpPr>
            <p:spPr>
              <a:xfrm>
                <a:off x="11073384" y="1563624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3" y="0"/>
                    </a:moveTo>
                    <a:lnTo>
                      <a:pt x="5" y="1"/>
                    </a:lnTo>
                    <a:lnTo>
                      <a:pt x="3" y="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A00000"/>
              </a:solidFill>
              <a:ln w="2286">
                <a:solidFill>
                  <a:srgbClr val="A0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5" name="polygon-1131"/>
              <p:cNvSpPr/>
              <p:nvPr/>
            </p:nvSpPr>
            <p:spPr>
              <a:xfrm>
                <a:off x="11055096" y="1572768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2" y="0"/>
                    </a:moveTo>
                    <a:lnTo>
                      <a:pt x="5" y="2"/>
                    </a:lnTo>
                    <a:lnTo>
                      <a:pt x="2" y="6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DD0000"/>
              </a:solidFill>
              <a:ln w="2286">
                <a:solidFill>
                  <a:srgbClr val="DD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6" name="polygon-1132"/>
              <p:cNvSpPr/>
              <p:nvPr/>
            </p:nvSpPr>
            <p:spPr>
              <a:xfrm>
                <a:off x="11027664" y="1618488"/>
                <a:ext cx="45720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5" h="8">
                    <a:moveTo>
                      <a:pt x="3" y="0"/>
                    </a:moveTo>
                    <a:lnTo>
                      <a:pt x="5" y="1"/>
                    </a:lnTo>
                    <a:lnTo>
                      <a:pt x="3" y="8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FF7E00"/>
              </a:solidFill>
              <a:ln w="2286">
                <a:solidFill>
                  <a:srgbClr val="FF7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7" name="polygon-1133"/>
              <p:cNvSpPr/>
              <p:nvPr/>
            </p:nvSpPr>
            <p:spPr>
              <a:xfrm>
                <a:off x="11009376" y="1682496"/>
                <a:ext cx="45720" cy="82296"/>
              </a:xfrm>
              <a:custGeom>
                <a:avLst/>
                <a:gdLst/>
                <a:ahLst/>
                <a:cxnLst/>
                <a:rect l="l" t="t" r="r" b="b"/>
                <a:pathLst>
                  <a:path w="5" h="9">
                    <a:moveTo>
                      <a:pt x="2" y="0"/>
                    </a:moveTo>
                    <a:lnTo>
                      <a:pt x="5" y="1"/>
                    </a:lnTo>
                    <a:lnTo>
                      <a:pt x="2" y="9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B0FF4F"/>
              </a:solidFill>
              <a:ln w="2286">
                <a:solidFill>
                  <a:srgbClr val="B0FF4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8" name="polygon-1134"/>
              <p:cNvSpPr/>
              <p:nvPr/>
            </p:nvSpPr>
            <p:spPr>
              <a:xfrm>
                <a:off x="10981944" y="1755648"/>
                <a:ext cx="45720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5" h="7">
                    <a:moveTo>
                      <a:pt x="3" y="0"/>
                    </a:moveTo>
                    <a:lnTo>
                      <a:pt x="5" y="1"/>
                    </a:lnTo>
                    <a:lnTo>
                      <a:pt x="3" y="7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E7FF"/>
              </a:solidFill>
              <a:ln w="2286">
                <a:solidFill>
                  <a:srgbClr val="00E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9" name="polygon-1135"/>
              <p:cNvSpPr/>
              <p:nvPr/>
            </p:nvSpPr>
            <p:spPr>
              <a:xfrm>
                <a:off x="10963656" y="1810512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2" y="0"/>
                    </a:moveTo>
                    <a:lnTo>
                      <a:pt x="5" y="1"/>
                    </a:lnTo>
                    <a:lnTo>
                      <a:pt x="2" y="6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004CFF"/>
              </a:solidFill>
              <a:ln w="2286">
                <a:solidFill>
                  <a:srgbClr val="004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0" name="polygon-1136"/>
              <p:cNvSpPr/>
              <p:nvPr/>
            </p:nvSpPr>
            <p:spPr>
              <a:xfrm>
                <a:off x="10945368" y="1856232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1"/>
                    </a:lnTo>
                    <a:lnTo>
                      <a:pt x="2" y="5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E5"/>
              </a:solidFill>
              <a:ln w="2286">
                <a:solidFill>
                  <a:srgbClr val="0000E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1" name="polygon-1137"/>
              <p:cNvSpPr/>
              <p:nvPr/>
            </p:nvSpPr>
            <p:spPr>
              <a:xfrm>
                <a:off x="10917936" y="1883664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3" y="0"/>
                    </a:moveTo>
                    <a:lnTo>
                      <a:pt x="5" y="2"/>
                    </a:lnTo>
                    <a:lnTo>
                      <a:pt x="3" y="4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AC"/>
              </a:solidFill>
              <a:ln w="2286">
                <a:solidFill>
                  <a:srgbClr val="0000A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2" name="polygon-1138"/>
              <p:cNvSpPr/>
              <p:nvPr/>
            </p:nvSpPr>
            <p:spPr>
              <a:xfrm>
                <a:off x="11247120" y="1755648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3" y="0"/>
                    </a:moveTo>
                    <a:lnTo>
                      <a:pt x="5" y="1"/>
                    </a:lnTo>
                    <a:lnTo>
                      <a:pt x="3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9"/>
              </a:solidFill>
              <a:ln w="2286">
                <a:solidFill>
                  <a:srgbClr val="0000A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3" name="polygon-1139"/>
              <p:cNvSpPr/>
              <p:nvPr/>
            </p:nvSpPr>
            <p:spPr>
              <a:xfrm>
                <a:off x="11228832" y="1746504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2" y="1"/>
                    </a:moveTo>
                    <a:lnTo>
                      <a:pt x="5" y="3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DE"/>
              </a:solidFill>
              <a:ln w="2286">
                <a:solidFill>
                  <a:srgbClr val="0000D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4" name="polygon-1140"/>
              <p:cNvSpPr/>
              <p:nvPr/>
            </p:nvSpPr>
            <p:spPr>
              <a:xfrm>
                <a:off x="11210544" y="1728216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2"/>
                    </a:moveTo>
                    <a:lnTo>
                      <a:pt x="4" y="4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FFF"/>
              </a:solidFill>
              <a:ln w="2286">
                <a:solidFill>
                  <a:srgbClr val="003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5" name="polygon-1141"/>
              <p:cNvSpPr/>
              <p:nvPr/>
            </p:nvSpPr>
            <p:spPr>
              <a:xfrm>
                <a:off x="11183112" y="1682496"/>
                <a:ext cx="45720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5" h="7">
                    <a:moveTo>
                      <a:pt x="3" y="5"/>
                    </a:moveTo>
                    <a:lnTo>
                      <a:pt x="5" y="7"/>
                    </a:lnTo>
                    <a:lnTo>
                      <a:pt x="3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D1FF"/>
              </a:solidFill>
              <a:ln w="2286">
                <a:solidFill>
                  <a:srgbClr val="00D1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6" name="polygon-1142"/>
              <p:cNvSpPr/>
              <p:nvPr/>
            </p:nvSpPr>
            <p:spPr>
              <a:xfrm>
                <a:off x="11164824" y="1636776"/>
                <a:ext cx="45720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5" h="8">
                    <a:moveTo>
                      <a:pt x="2" y="5"/>
                    </a:moveTo>
                    <a:lnTo>
                      <a:pt x="5" y="8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EFF71"/>
              </a:solidFill>
              <a:ln w="2286">
                <a:solidFill>
                  <a:srgbClr val="8EFF7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7" name="polygon-1143"/>
              <p:cNvSpPr/>
              <p:nvPr/>
            </p:nvSpPr>
            <p:spPr>
              <a:xfrm>
                <a:off x="11137392" y="1600200"/>
                <a:ext cx="45720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5" h="8">
                    <a:moveTo>
                      <a:pt x="3" y="4"/>
                    </a:moveTo>
                    <a:lnTo>
                      <a:pt x="5" y="8"/>
                    </a:lnTo>
                    <a:lnTo>
                      <a:pt x="3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AD00"/>
              </a:solidFill>
              <a:ln w="2286">
                <a:solidFill>
                  <a:srgbClr val="FFAD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8" name="polygon-1144"/>
              <p:cNvSpPr/>
              <p:nvPr/>
            </p:nvSpPr>
            <p:spPr>
              <a:xfrm>
                <a:off x="11119104" y="1572768"/>
                <a:ext cx="45720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5" h="7">
                    <a:moveTo>
                      <a:pt x="2" y="3"/>
                    </a:moveTo>
                    <a:lnTo>
                      <a:pt x="5" y="7"/>
                    </a:lnTo>
                    <a:lnTo>
                      <a:pt x="2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1700"/>
              </a:solidFill>
              <a:ln w="2286">
                <a:solidFill>
                  <a:srgbClr val="FF17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9" name="polygon-1145"/>
              <p:cNvSpPr/>
              <p:nvPr/>
            </p:nvSpPr>
            <p:spPr>
              <a:xfrm>
                <a:off x="11100816" y="1572768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0"/>
                    </a:moveTo>
                    <a:lnTo>
                      <a:pt x="4" y="5"/>
                    </a:lnTo>
                    <a:lnTo>
                      <a:pt x="2" y="6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DD0000"/>
              </a:solidFill>
              <a:ln w="2286">
                <a:solidFill>
                  <a:srgbClr val="DD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0" name="polygon-1146"/>
              <p:cNvSpPr/>
              <p:nvPr/>
            </p:nvSpPr>
            <p:spPr>
              <a:xfrm>
                <a:off x="11073384" y="1591056"/>
                <a:ext cx="45720" cy="82296"/>
              </a:xfrm>
              <a:custGeom>
                <a:avLst/>
                <a:gdLst/>
                <a:ahLst/>
                <a:cxnLst/>
                <a:rect l="l" t="t" r="r" b="b"/>
                <a:pathLst>
                  <a:path w="5" h="9">
                    <a:moveTo>
                      <a:pt x="3" y="0"/>
                    </a:moveTo>
                    <a:lnTo>
                      <a:pt x="5" y="4"/>
                    </a:lnTo>
                    <a:lnTo>
                      <a:pt x="3" y="9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FF1700"/>
              </a:solidFill>
              <a:ln w="2286">
                <a:solidFill>
                  <a:srgbClr val="FF17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1" name="polygon-1147"/>
              <p:cNvSpPr/>
              <p:nvPr/>
            </p:nvSpPr>
            <p:spPr>
              <a:xfrm>
                <a:off x="11055096" y="1627632"/>
                <a:ext cx="45720" cy="100584"/>
              </a:xfrm>
              <a:custGeom>
                <a:avLst/>
                <a:gdLst/>
                <a:ahLst/>
                <a:cxnLst/>
                <a:rect l="l" t="t" r="r" b="b"/>
                <a:pathLst>
                  <a:path w="5" h="11">
                    <a:moveTo>
                      <a:pt x="2" y="0"/>
                    </a:moveTo>
                    <a:lnTo>
                      <a:pt x="5" y="5"/>
                    </a:lnTo>
                    <a:lnTo>
                      <a:pt x="2" y="11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FFAD00"/>
              </a:solidFill>
              <a:ln w="2286">
                <a:solidFill>
                  <a:srgbClr val="FFAD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2" name="polygon-1148"/>
              <p:cNvSpPr/>
              <p:nvPr/>
            </p:nvSpPr>
            <p:spPr>
              <a:xfrm>
                <a:off x="11027664" y="1691640"/>
                <a:ext cx="45720" cy="100584"/>
              </a:xfrm>
              <a:custGeom>
                <a:avLst/>
                <a:gdLst/>
                <a:ahLst/>
                <a:cxnLst/>
                <a:rect l="l" t="t" r="r" b="b"/>
                <a:pathLst>
                  <a:path w="5" h="11">
                    <a:moveTo>
                      <a:pt x="3" y="0"/>
                    </a:moveTo>
                    <a:lnTo>
                      <a:pt x="5" y="4"/>
                    </a:lnTo>
                    <a:lnTo>
                      <a:pt x="3" y="11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8EFF71"/>
              </a:solidFill>
              <a:ln w="2286">
                <a:solidFill>
                  <a:srgbClr val="8EFF7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3" name="polygon-1149"/>
              <p:cNvSpPr/>
              <p:nvPr/>
            </p:nvSpPr>
            <p:spPr>
              <a:xfrm>
                <a:off x="11009376" y="1764792"/>
                <a:ext cx="45720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5" h="8">
                    <a:moveTo>
                      <a:pt x="2" y="0"/>
                    </a:moveTo>
                    <a:lnTo>
                      <a:pt x="5" y="3"/>
                    </a:lnTo>
                    <a:lnTo>
                      <a:pt x="2" y="8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D1FF"/>
              </a:solidFill>
              <a:ln w="2286">
                <a:solidFill>
                  <a:srgbClr val="00D1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4" name="polygon-1150"/>
              <p:cNvSpPr/>
              <p:nvPr/>
            </p:nvSpPr>
            <p:spPr>
              <a:xfrm>
                <a:off x="10981944" y="1819656"/>
                <a:ext cx="45720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5" h="7">
                    <a:moveTo>
                      <a:pt x="3" y="0"/>
                    </a:moveTo>
                    <a:lnTo>
                      <a:pt x="5" y="2"/>
                    </a:lnTo>
                    <a:lnTo>
                      <a:pt x="3" y="7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003FFF"/>
              </a:solidFill>
              <a:ln w="2286">
                <a:solidFill>
                  <a:srgbClr val="003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5" name="polygon-1151"/>
              <p:cNvSpPr/>
              <p:nvPr/>
            </p:nvSpPr>
            <p:spPr>
              <a:xfrm>
                <a:off x="10963656" y="1865376"/>
                <a:ext cx="4572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5" h="5">
                    <a:moveTo>
                      <a:pt x="2" y="0"/>
                    </a:moveTo>
                    <a:lnTo>
                      <a:pt x="5" y="2"/>
                    </a:lnTo>
                    <a:lnTo>
                      <a:pt x="2" y="5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00DE"/>
              </a:solidFill>
              <a:ln w="2286">
                <a:solidFill>
                  <a:srgbClr val="0000D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6" name="polygon-1152"/>
              <p:cNvSpPr/>
              <p:nvPr/>
            </p:nvSpPr>
            <p:spPr>
              <a:xfrm>
                <a:off x="10945368" y="1901952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1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A9"/>
              </a:solidFill>
              <a:ln w="2286">
                <a:solidFill>
                  <a:srgbClr val="0000A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7" name="polygon-1153"/>
              <p:cNvSpPr/>
              <p:nvPr/>
            </p:nvSpPr>
            <p:spPr>
              <a:xfrm>
                <a:off x="11274552" y="1764792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2" y="0"/>
                    </a:moveTo>
                    <a:lnTo>
                      <a:pt x="5" y="2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A2"/>
              </a:solidFill>
              <a:ln w="2286">
                <a:solidFill>
                  <a:srgbClr val="0000A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8" name="polygon-1154"/>
              <p:cNvSpPr/>
              <p:nvPr/>
            </p:nvSpPr>
            <p:spPr>
              <a:xfrm>
                <a:off x="11247120" y="1764792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3" y="1"/>
                    </a:moveTo>
                    <a:lnTo>
                      <a:pt x="5" y="2"/>
                    </a:lnTo>
                    <a:lnTo>
                      <a:pt x="3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CE"/>
              </a:solidFill>
              <a:ln w="2286">
                <a:solidFill>
                  <a:srgbClr val="0000C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9" name="polygon-1155"/>
              <p:cNvSpPr/>
              <p:nvPr/>
            </p:nvSpPr>
            <p:spPr>
              <a:xfrm>
                <a:off x="11228832" y="1746504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2" y="2"/>
                    </a:moveTo>
                    <a:lnTo>
                      <a:pt x="5" y="4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1EFF"/>
              </a:solidFill>
              <a:ln w="2286">
                <a:solidFill>
                  <a:srgbClr val="001E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0" name="polygon-1156"/>
              <p:cNvSpPr/>
              <p:nvPr/>
            </p:nvSpPr>
            <p:spPr>
              <a:xfrm>
                <a:off x="11210544" y="1709928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4"/>
                    </a:moveTo>
                    <a:lnTo>
                      <a:pt x="4" y="7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97FF"/>
              </a:solidFill>
              <a:ln w="2286">
                <a:solidFill>
                  <a:srgbClr val="009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1" name="polygon-1157"/>
              <p:cNvSpPr/>
              <p:nvPr/>
            </p:nvSpPr>
            <p:spPr>
              <a:xfrm>
                <a:off x="11183112" y="1673352"/>
                <a:ext cx="45720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5" h="8">
                    <a:moveTo>
                      <a:pt x="3" y="4"/>
                    </a:moveTo>
                    <a:lnTo>
                      <a:pt x="5" y="8"/>
                    </a:lnTo>
                    <a:lnTo>
                      <a:pt x="3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FFCC"/>
              </a:solidFill>
              <a:ln w="2286">
                <a:solidFill>
                  <a:srgbClr val="33FF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2" name="polygon-1158"/>
              <p:cNvSpPr/>
              <p:nvPr/>
            </p:nvSpPr>
            <p:spPr>
              <a:xfrm>
                <a:off x="11164824" y="1636776"/>
                <a:ext cx="45720" cy="82296"/>
              </a:xfrm>
              <a:custGeom>
                <a:avLst/>
                <a:gdLst/>
                <a:ahLst/>
                <a:cxnLst/>
                <a:rect l="l" t="t" r="r" b="b"/>
                <a:pathLst>
                  <a:path w="5" h="9">
                    <a:moveTo>
                      <a:pt x="2" y="4"/>
                    </a:moveTo>
                    <a:lnTo>
                      <a:pt x="5" y="9"/>
                    </a:lnTo>
                    <a:lnTo>
                      <a:pt x="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5FF2A"/>
              </a:solidFill>
              <a:ln w="2286">
                <a:solidFill>
                  <a:srgbClr val="D5FF2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3" name="polygon-1159"/>
              <p:cNvSpPr/>
              <p:nvPr/>
            </p:nvSpPr>
            <p:spPr>
              <a:xfrm>
                <a:off x="11137392" y="1618488"/>
                <a:ext cx="45720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5" h="8">
                    <a:moveTo>
                      <a:pt x="3" y="2"/>
                    </a:moveTo>
                    <a:lnTo>
                      <a:pt x="5" y="8"/>
                    </a:lnTo>
                    <a:lnTo>
                      <a:pt x="3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AD00"/>
              </a:solidFill>
              <a:ln w="2286">
                <a:solidFill>
                  <a:srgbClr val="FFAD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4" name="polygon-1160"/>
              <p:cNvSpPr/>
              <p:nvPr/>
            </p:nvSpPr>
            <p:spPr>
              <a:xfrm>
                <a:off x="11119104" y="1618488"/>
                <a:ext cx="45720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5" h="8">
                    <a:moveTo>
                      <a:pt x="2" y="0"/>
                    </a:moveTo>
                    <a:lnTo>
                      <a:pt x="5" y="7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7E00"/>
              </a:solidFill>
              <a:ln w="2286">
                <a:solidFill>
                  <a:srgbClr val="FF7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5" name="polygon-1161"/>
              <p:cNvSpPr/>
              <p:nvPr/>
            </p:nvSpPr>
            <p:spPr>
              <a:xfrm>
                <a:off x="11100816" y="1627632"/>
                <a:ext cx="36576" cy="100584"/>
              </a:xfrm>
              <a:custGeom>
                <a:avLst/>
                <a:gdLst/>
                <a:ahLst/>
                <a:cxnLst/>
                <a:rect l="l" t="t" r="r" b="b"/>
                <a:pathLst>
                  <a:path w="4" h="11">
                    <a:moveTo>
                      <a:pt x="2" y="0"/>
                    </a:moveTo>
                    <a:lnTo>
                      <a:pt x="4" y="7"/>
                    </a:lnTo>
                    <a:lnTo>
                      <a:pt x="2" y="1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AD00"/>
              </a:solidFill>
              <a:ln w="2286">
                <a:solidFill>
                  <a:srgbClr val="FFAD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6" name="polygon-1162"/>
              <p:cNvSpPr/>
              <p:nvPr/>
            </p:nvSpPr>
            <p:spPr>
              <a:xfrm>
                <a:off x="11073384" y="1673352"/>
                <a:ext cx="45720" cy="100584"/>
              </a:xfrm>
              <a:custGeom>
                <a:avLst/>
                <a:gdLst/>
                <a:ahLst/>
                <a:cxnLst/>
                <a:rect l="l" t="t" r="r" b="b"/>
                <a:pathLst>
                  <a:path w="5" h="11">
                    <a:moveTo>
                      <a:pt x="3" y="0"/>
                    </a:moveTo>
                    <a:lnTo>
                      <a:pt x="5" y="6"/>
                    </a:lnTo>
                    <a:lnTo>
                      <a:pt x="3" y="1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D5FF2A"/>
              </a:solidFill>
              <a:ln w="2286">
                <a:solidFill>
                  <a:srgbClr val="D5FF2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7" name="polygon-1163"/>
              <p:cNvSpPr/>
              <p:nvPr/>
            </p:nvSpPr>
            <p:spPr>
              <a:xfrm>
                <a:off x="11055096" y="1728216"/>
                <a:ext cx="45720" cy="91440"/>
              </a:xfrm>
              <a:custGeom>
                <a:avLst/>
                <a:gdLst/>
                <a:ahLst/>
                <a:cxnLst/>
                <a:rect l="l" t="t" r="r" b="b"/>
                <a:pathLst>
                  <a:path w="5" h="10">
                    <a:moveTo>
                      <a:pt x="2" y="0"/>
                    </a:moveTo>
                    <a:lnTo>
                      <a:pt x="5" y="5"/>
                    </a:lnTo>
                    <a:lnTo>
                      <a:pt x="2" y="10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33FFCC"/>
              </a:solidFill>
              <a:ln w="2286">
                <a:solidFill>
                  <a:srgbClr val="33FF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8" name="polygon-1164"/>
              <p:cNvSpPr/>
              <p:nvPr/>
            </p:nvSpPr>
            <p:spPr>
              <a:xfrm>
                <a:off x="11027664" y="1792224"/>
                <a:ext cx="45720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5" h="8">
                    <a:moveTo>
                      <a:pt x="3" y="0"/>
                    </a:moveTo>
                    <a:lnTo>
                      <a:pt x="5" y="3"/>
                    </a:lnTo>
                    <a:lnTo>
                      <a:pt x="3" y="8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0097FF"/>
              </a:solidFill>
              <a:ln w="2286">
                <a:solidFill>
                  <a:srgbClr val="009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9" name="polygon-1165"/>
              <p:cNvSpPr/>
              <p:nvPr/>
            </p:nvSpPr>
            <p:spPr>
              <a:xfrm>
                <a:off x="11009376" y="1837944"/>
                <a:ext cx="45720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5" h="7">
                    <a:moveTo>
                      <a:pt x="2" y="0"/>
                    </a:moveTo>
                    <a:lnTo>
                      <a:pt x="5" y="3"/>
                    </a:lnTo>
                    <a:lnTo>
                      <a:pt x="2" y="7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001EFF"/>
              </a:solidFill>
              <a:ln w="2286">
                <a:solidFill>
                  <a:srgbClr val="001E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0" name="polygon-1166"/>
              <p:cNvSpPr/>
              <p:nvPr/>
            </p:nvSpPr>
            <p:spPr>
              <a:xfrm>
                <a:off x="10981944" y="1883664"/>
                <a:ext cx="4572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5" h="5">
                    <a:moveTo>
                      <a:pt x="3" y="0"/>
                    </a:moveTo>
                    <a:lnTo>
                      <a:pt x="5" y="2"/>
                    </a:lnTo>
                    <a:lnTo>
                      <a:pt x="3" y="5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CE"/>
              </a:solidFill>
              <a:ln w="2286">
                <a:solidFill>
                  <a:srgbClr val="0000C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1" name="polygon-1167"/>
              <p:cNvSpPr/>
              <p:nvPr/>
            </p:nvSpPr>
            <p:spPr>
              <a:xfrm>
                <a:off x="10963656" y="1911096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2" y="0"/>
                    </a:moveTo>
                    <a:lnTo>
                      <a:pt x="5" y="2"/>
                    </a:lnTo>
                    <a:lnTo>
                      <a:pt x="2" y="4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A2"/>
              </a:solidFill>
              <a:ln w="2286">
                <a:solidFill>
                  <a:srgbClr val="0000A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2" name="polygon-1168"/>
              <p:cNvSpPr/>
              <p:nvPr/>
            </p:nvSpPr>
            <p:spPr>
              <a:xfrm>
                <a:off x="11292840" y="1783080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3" y="0"/>
                    </a:moveTo>
                    <a:lnTo>
                      <a:pt x="5" y="1"/>
                    </a:lnTo>
                    <a:lnTo>
                      <a:pt x="3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99"/>
              </a:solidFill>
              <a:ln w="2286">
                <a:solidFill>
                  <a:srgbClr val="00009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3" name="polygon-1169"/>
              <p:cNvSpPr/>
              <p:nvPr/>
            </p:nvSpPr>
            <p:spPr>
              <a:xfrm>
                <a:off x="11274552" y="1783080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2" y="0"/>
                    </a:moveTo>
                    <a:lnTo>
                      <a:pt x="5" y="2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B9"/>
              </a:solidFill>
              <a:ln w="2286">
                <a:solidFill>
                  <a:srgbClr val="0000B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4" name="polygon-1170"/>
              <p:cNvSpPr/>
              <p:nvPr/>
            </p:nvSpPr>
            <p:spPr>
              <a:xfrm>
                <a:off x="11247120" y="1773936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3" y="1"/>
                    </a:moveTo>
                    <a:lnTo>
                      <a:pt x="5" y="3"/>
                    </a:lnTo>
                    <a:lnTo>
                      <a:pt x="3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F2"/>
              </a:solidFill>
              <a:ln w="2286">
                <a:solidFill>
                  <a:srgbClr val="0000F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5" name="polygon-1171"/>
              <p:cNvSpPr/>
              <p:nvPr/>
            </p:nvSpPr>
            <p:spPr>
              <a:xfrm>
                <a:off x="11228832" y="1746504"/>
                <a:ext cx="4572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5" h="5">
                    <a:moveTo>
                      <a:pt x="2" y="3"/>
                    </a:moveTo>
                    <a:lnTo>
                      <a:pt x="5" y="5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4CFF"/>
              </a:solidFill>
              <a:ln w="2286">
                <a:solidFill>
                  <a:srgbClr val="004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6" name="polygon-1172"/>
              <p:cNvSpPr/>
              <p:nvPr/>
            </p:nvSpPr>
            <p:spPr>
              <a:xfrm>
                <a:off x="11210544" y="1719072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3"/>
                    </a:moveTo>
                    <a:lnTo>
                      <a:pt x="4" y="7"/>
                    </a:lnTo>
                    <a:lnTo>
                      <a:pt x="2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BDFF"/>
              </a:solidFill>
              <a:ln w="2286">
                <a:solidFill>
                  <a:srgbClr val="00BD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7" name="polygon-1173"/>
              <p:cNvSpPr/>
              <p:nvPr/>
            </p:nvSpPr>
            <p:spPr>
              <a:xfrm>
                <a:off x="11183112" y="1691640"/>
                <a:ext cx="45720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5" h="8">
                    <a:moveTo>
                      <a:pt x="3" y="3"/>
                    </a:moveTo>
                    <a:lnTo>
                      <a:pt x="5" y="8"/>
                    </a:lnTo>
                    <a:lnTo>
                      <a:pt x="3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FFCC"/>
              </a:solidFill>
              <a:ln w="2286">
                <a:solidFill>
                  <a:srgbClr val="33FF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8" name="polygon-1174"/>
              <p:cNvSpPr/>
              <p:nvPr/>
            </p:nvSpPr>
            <p:spPr>
              <a:xfrm>
                <a:off x="11164824" y="1682496"/>
                <a:ext cx="45720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5" h="8">
                    <a:moveTo>
                      <a:pt x="2" y="1"/>
                    </a:moveTo>
                    <a:lnTo>
                      <a:pt x="5" y="8"/>
                    </a:lnTo>
                    <a:lnTo>
                      <a:pt x="2" y="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EFF71"/>
              </a:solidFill>
              <a:ln w="2286">
                <a:solidFill>
                  <a:srgbClr val="8EFF7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9" name="polygon-1175"/>
              <p:cNvSpPr/>
              <p:nvPr/>
            </p:nvSpPr>
            <p:spPr>
              <a:xfrm>
                <a:off x="11137392" y="1682496"/>
                <a:ext cx="45720" cy="82296"/>
              </a:xfrm>
              <a:custGeom>
                <a:avLst/>
                <a:gdLst/>
                <a:ahLst/>
                <a:cxnLst/>
                <a:rect l="l" t="t" r="r" b="b"/>
                <a:pathLst>
                  <a:path w="5" h="9">
                    <a:moveTo>
                      <a:pt x="3" y="0"/>
                    </a:moveTo>
                    <a:lnTo>
                      <a:pt x="5" y="8"/>
                    </a:lnTo>
                    <a:lnTo>
                      <a:pt x="3" y="9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B0FF4F"/>
              </a:solidFill>
              <a:ln w="2286">
                <a:solidFill>
                  <a:srgbClr val="B0FF4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0" name="polygon-1176"/>
              <p:cNvSpPr/>
              <p:nvPr/>
            </p:nvSpPr>
            <p:spPr>
              <a:xfrm>
                <a:off x="11119104" y="1691640"/>
                <a:ext cx="45720" cy="100584"/>
              </a:xfrm>
              <a:custGeom>
                <a:avLst/>
                <a:gdLst/>
                <a:ahLst/>
                <a:cxnLst/>
                <a:rect l="l" t="t" r="r" b="b"/>
                <a:pathLst>
                  <a:path w="5" h="11">
                    <a:moveTo>
                      <a:pt x="2" y="0"/>
                    </a:moveTo>
                    <a:lnTo>
                      <a:pt x="5" y="8"/>
                    </a:lnTo>
                    <a:lnTo>
                      <a:pt x="2" y="11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8EFF71"/>
              </a:solidFill>
              <a:ln w="2286">
                <a:solidFill>
                  <a:srgbClr val="8EFF7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1" name="polygon-1177"/>
              <p:cNvSpPr/>
              <p:nvPr/>
            </p:nvSpPr>
            <p:spPr>
              <a:xfrm>
                <a:off x="11100816" y="1728216"/>
                <a:ext cx="36576" cy="91440"/>
              </a:xfrm>
              <a:custGeom>
                <a:avLst/>
                <a:gdLst/>
                <a:ahLst/>
                <a:cxnLst/>
                <a:rect l="l" t="t" r="r" b="b"/>
                <a:pathLst>
                  <a:path w="4" h="10">
                    <a:moveTo>
                      <a:pt x="2" y="0"/>
                    </a:moveTo>
                    <a:lnTo>
                      <a:pt x="4" y="7"/>
                    </a:lnTo>
                    <a:lnTo>
                      <a:pt x="2" y="1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33FFCC"/>
              </a:solidFill>
              <a:ln w="2286">
                <a:solidFill>
                  <a:srgbClr val="33FF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2" name="polygon-1178"/>
              <p:cNvSpPr/>
              <p:nvPr/>
            </p:nvSpPr>
            <p:spPr>
              <a:xfrm>
                <a:off x="11073384" y="1773936"/>
                <a:ext cx="45720" cy="91440"/>
              </a:xfrm>
              <a:custGeom>
                <a:avLst/>
                <a:gdLst/>
                <a:ahLst/>
                <a:cxnLst/>
                <a:rect l="l" t="t" r="r" b="b"/>
                <a:pathLst>
                  <a:path w="5" h="10">
                    <a:moveTo>
                      <a:pt x="3" y="0"/>
                    </a:moveTo>
                    <a:lnTo>
                      <a:pt x="5" y="5"/>
                    </a:lnTo>
                    <a:lnTo>
                      <a:pt x="3" y="1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00BDFF"/>
              </a:solidFill>
              <a:ln w="2286">
                <a:solidFill>
                  <a:srgbClr val="00BD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3" name="polygon-1179"/>
              <p:cNvSpPr/>
              <p:nvPr/>
            </p:nvSpPr>
            <p:spPr>
              <a:xfrm>
                <a:off x="11055096" y="1819656"/>
                <a:ext cx="45720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5" h="8">
                    <a:moveTo>
                      <a:pt x="2" y="0"/>
                    </a:moveTo>
                    <a:lnTo>
                      <a:pt x="5" y="5"/>
                    </a:lnTo>
                    <a:lnTo>
                      <a:pt x="2" y="8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004CFF"/>
              </a:solidFill>
              <a:ln w="2286">
                <a:solidFill>
                  <a:srgbClr val="004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4" name="polygon-1180"/>
              <p:cNvSpPr/>
              <p:nvPr/>
            </p:nvSpPr>
            <p:spPr>
              <a:xfrm>
                <a:off x="11027664" y="1865376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3" y="0"/>
                    </a:moveTo>
                    <a:lnTo>
                      <a:pt x="5" y="3"/>
                    </a:lnTo>
                    <a:lnTo>
                      <a:pt x="3" y="6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00F2"/>
              </a:solidFill>
              <a:ln w="2286">
                <a:solidFill>
                  <a:srgbClr val="0000F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5" name="polygon-1181"/>
              <p:cNvSpPr/>
              <p:nvPr/>
            </p:nvSpPr>
            <p:spPr>
              <a:xfrm>
                <a:off x="11009376" y="1901952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2" y="0"/>
                    </a:moveTo>
                    <a:lnTo>
                      <a:pt x="5" y="2"/>
                    </a:lnTo>
                    <a:lnTo>
                      <a:pt x="2" y="4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B9"/>
              </a:solidFill>
              <a:ln w="2286">
                <a:solidFill>
                  <a:srgbClr val="0000B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6" name="polygon-1182"/>
              <p:cNvSpPr/>
              <p:nvPr/>
            </p:nvSpPr>
            <p:spPr>
              <a:xfrm>
                <a:off x="10981944" y="1929384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3" y="0"/>
                    </a:moveTo>
                    <a:lnTo>
                      <a:pt x="5" y="1"/>
                    </a:lnTo>
                    <a:lnTo>
                      <a:pt x="3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99"/>
              </a:solidFill>
              <a:ln w="2286">
                <a:solidFill>
                  <a:srgbClr val="00009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7" name="polygon-1183"/>
              <p:cNvSpPr/>
              <p:nvPr/>
            </p:nvSpPr>
            <p:spPr>
              <a:xfrm>
                <a:off x="11320272" y="1792224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2" y="0"/>
                    </a:moveTo>
                    <a:lnTo>
                      <a:pt x="5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0"/>
              </a:solidFill>
              <a:ln w="2286">
                <a:solidFill>
                  <a:srgbClr val="00009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8" name="polygon-1184"/>
              <p:cNvSpPr/>
              <p:nvPr/>
            </p:nvSpPr>
            <p:spPr>
              <a:xfrm>
                <a:off x="11292840" y="1801368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3" y="0"/>
                    </a:moveTo>
                    <a:lnTo>
                      <a:pt x="5" y="1"/>
                    </a:lnTo>
                    <a:lnTo>
                      <a:pt x="3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4"/>
              </a:solidFill>
              <a:ln w="2286">
                <a:solidFill>
                  <a:srgbClr val="0000A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9" name="polygon-1185"/>
              <p:cNvSpPr/>
              <p:nvPr/>
            </p:nvSpPr>
            <p:spPr>
              <a:xfrm>
                <a:off x="11274552" y="1792224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2" y="1"/>
                    </a:moveTo>
                    <a:lnTo>
                      <a:pt x="5" y="3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C9"/>
              </a:solidFill>
              <a:ln w="2286">
                <a:solidFill>
                  <a:srgbClr val="0000C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0" name="polygon-1186"/>
              <p:cNvSpPr/>
              <p:nvPr/>
            </p:nvSpPr>
            <p:spPr>
              <a:xfrm>
                <a:off x="11247120" y="1783080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3" y="1"/>
                    </a:moveTo>
                    <a:lnTo>
                      <a:pt x="5" y="4"/>
                    </a:lnTo>
                    <a:lnTo>
                      <a:pt x="3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3FF"/>
              </a:solidFill>
              <a:ln w="2286">
                <a:solidFill>
                  <a:srgbClr val="0003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1" name="polygon-1187"/>
              <p:cNvSpPr/>
              <p:nvPr/>
            </p:nvSpPr>
            <p:spPr>
              <a:xfrm>
                <a:off x="11228832" y="1764792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2" y="2"/>
                    </a:moveTo>
                    <a:lnTo>
                      <a:pt x="5" y="6"/>
                    </a:lnTo>
                    <a:lnTo>
                      <a:pt x="2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4CFF"/>
              </a:solidFill>
              <a:ln w="2286">
                <a:solidFill>
                  <a:srgbClr val="004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2" name="polygon-1188"/>
              <p:cNvSpPr/>
              <p:nvPr/>
            </p:nvSpPr>
            <p:spPr>
              <a:xfrm>
                <a:off x="11210544" y="1755648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1"/>
                    </a:moveTo>
                    <a:lnTo>
                      <a:pt x="4" y="6"/>
                    </a:lnTo>
                    <a:lnTo>
                      <a:pt x="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97FF"/>
              </a:solidFill>
              <a:ln w="2286">
                <a:solidFill>
                  <a:srgbClr val="009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3" name="polygon-1189"/>
              <p:cNvSpPr/>
              <p:nvPr/>
            </p:nvSpPr>
            <p:spPr>
              <a:xfrm>
                <a:off x="11183112" y="1755648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3" y="0"/>
                    </a:moveTo>
                    <a:lnTo>
                      <a:pt x="5" y="6"/>
                    </a:lnTo>
                    <a:lnTo>
                      <a:pt x="3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D1FF"/>
              </a:solidFill>
              <a:ln w="2286">
                <a:solidFill>
                  <a:srgbClr val="00D1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4" name="polygon-1190"/>
              <p:cNvSpPr/>
              <p:nvPr/>
            </p:nvSpPr>
            <p:spPr>
              <a:xfrm>
                <a:off x="11164824" y="1755648"/>
                <a:ext cx="45720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5" h="7">
                    <a:moveTo>
                      <a:pt x="2" y="0"/>
                    </a:moveTo>
                    <a:lnTo>
                      <a:pt x="5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E7FF"/>
              </a:solidFill>
              <a:ln w="2286">
                <a:solidFill>
                  <a:srgbClr val="00E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5" name="polygon-1191"/>
              <p:cNvSpPr/>
              <p:nvPr/>
            </p:nvSpPr>
            <p:spPr>
              <a:xfrm>
                <a:off x="11137392" y="1764792"/>
                <a:ext cx="45720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5" h="8">
                    <a:moveTo>
                      <a:pt x="3" y="0"/>
                    </a:moveTo>
                    <a:lnTo>
                      <a:pt x="5" y="6"/>
                    </a:lnTo>
                    <a:lnTo>
                      <a:pt x="3" y="8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D1FF"/>
              </a:solidFill>
              <a:ln w="2286">
                <a:solidFill>
                  <a:srgbClr val="00D1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6" name="polygon-1192"/>
              <p:cNvSpPr/>
              <p:nvPr/>
            </p:nvSpPr>
            <p:spPr>
              <a:xfrm>
                <a:off x="11119104" y="1792224"/>
                <a:ext cx="45720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5" h="8">
                    <a:moveTo>
                      <a:pt x="2" y="0"/>
                    </a:moveTo>
                    <a:lnTo>
                      <a:pt x="5" y="5"/>
                    </a:lnTo>
                    <a:lnTo>
                      <a:pt x="2" y="8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97FF"/>
              </a:solidFill>
              <a:ln w="2286">
                <a:solidFill>
                  <a:srgbClr val="009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7" name="polygon-1193"/>
              <p:cNvSpPr/>
              <p:nvPr/>
            </p:nvSpPr>
            <p:spPr>
              <a:xfrm>
                <a:off x="11100816" y="1819656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5"/>
                    </a:lnTo>
                    <a:lnTo>
                      <a:pt x="2" y="8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004CFF"/>
              </a:solidFill>
              <a:ln w="2286">
                <a:solidFill>
                  <a:srgbClr val="004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8" name="polygon-1194"/>
              <p:cNvSpPr/>
              <p:nvPr/>
            </p:nvSpPr>
            <p:spPr>
              <a:xfrm>
                <a:off x="11073384" y="1865376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3" y="0"/>
                    </a:moveTo>
                    <a:lnTo>
                      <a:pt x="5" y="3"/>
                    </a:lnTo>
                    <a:lnTo>
                      <a:pt x="3" y="6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3FF"/>
              </a:solidFill>
              <a:ln w="2286">
                <a:solidFill>
                  <a:srgbClr val="0003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9" name="polygon-1195"/>
              <p:cNvSpPr/>
              <p:nvPr/>
            </p:nvSpPr>
            <p:spPr>
              <a:xfrm>
                <a:off x="11055096" y="1892808"/>
                <a:ext cx="4572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5" h="5">
                    <a:moveTo>
                      <a:pt x="2" y="0"/>
                    </a:moveTo>
                    <a:lnTo>
                      <a:pt x="5" y="3"/>
                    </a:lnTo>
                    <a:lnTo>
                      <a:pt x="2" y="5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C9"/>
              </a:solidFill>
              <a:ln w="2286">
                <a:solidFill>
                  <a:srgbClr val="0000C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0" name="polygon-1196"/>
              <p:cNvSpPr/>
              <p:nvPr/>
            </p:nvSpPr>
            <p:spPr>
              <a:xfrm>
                <a:off x="11027664" y="1920240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3" y="0"/>
                    </a:moveTo>
                    <a:lnTo>
                      <a:pt x="5" y="2"/>
                    </a:lnTo>
                    <a:lnTo>
                      <a:pt x="3" y="4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A4"/>
              </a:solidFill>
              <a:ln w="2286">
                <a:solidFill>
                  <a:srgbClr val="0000A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1" name="polygon-1197"/>
              <p:cNvSpPr/>
              <p:nvPr/>
            </p:nvSpPr>
            <p:spPr>
              <a:xfrm>
                <a:off x="11009376" y="1938528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2" y="0"/>
                    </a:moveTo>
                    <a:lnTo>
                      <a:pt x="5" y="2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90"/>
              </a:solidFill>
              <a:ln w="2286">
                <a:solidFill>
                  <a:srgbClr val="00009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2" name="polygon-1198"/>
              <p:cNvSpPr/>
              <p:nvPr/>
            </p:nvSpPr>
            <p:spPr>
              <a:xfrm>
                <a:off x="11338560" y="1801368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3" y="0"/>
                    </a:moveTo>
                    <a:lnTo>
                      <a:pt x="5" y="2"/>
                    </a:lnTo>
                    <a:lnTo>
                      <a:pt x="3" y="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9"/>
              </a:solidFill>
              <a:ln w="2286">
                <a:solidFill>
                  <a:srgbClr val="00008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3" name="polygon-1199"/>
              <p:cNvSpPr/>
              <p:nvPr/>
            </p:nvSpPr>
            <p:spPr>
              <a:xfrm>
                <a:off x="11320272" y="1810512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2" y="0"/>
                    </a:moveTo>
                    <a:lnTo>
                      <a:pt x="5" y="2"/>
                    </a:lnTo>
                    <a:lnTo>
                      <a:pt x="2" y="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4"/>
              </a:solidFill>
              <a:ln w="2286">
                <a:solidFill>
                  <a:srgbClr val="00009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4" name="polygon-1200"/>
              <p:cNvSpPr/>
              <p:nvPr/>
            </p:nvSpPr>
            <p:spPr>
              <a:xfrm>
                <a:off x="11292840" y="1819656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3" y="0"/>
                    </a:moveTo>
                    <a:lnTo>
                      <a:pt x="5" y="2"/>
                    </a:lnTo>
                    <a:lnTo>
                      <a:pt x="3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9"/>
              </a:solidFill>
              <a:ln w="2286">
                <a:solidFill>
                  <a:srgbClr val="0000A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5" name="polygon-1201"/>
              <p:cNvSpPr/>
              <p:nvPr/>
            </p:nvSpPr>
            <p:spPr>
              <a:xfrm>
                <a:off x="11274552" y="1819656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2" y="0"/>
                    </a:moveTo>
                    <a:lnTo>
                      <a:pt x="5" y="2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C9"/>
              </a:solidFill>
              <a:ln w="2286">
                <a:solidFill>
                  <a:srgbClr val="0000C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6" name="polygon-1202"/>
              <p:cNvSpPr/>
              <p:nvPr/>
            </p:nvSpPr>
            <p:spPr>
              <a:xfrm>
                <a:off x="11247120" y="1810512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3" y="1"/>
                    </a:moveTo>
                    <a:lnTo>
                      <a:pt x="5" y="4"/>
                    </a:lnTo>
                    <a:lnTo>
                      <a:pt x="3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F2"/>
              </a:solidFill>
              <a:ln w="2286">
                <a:solidFill>
                  <a:srgbClr val="0000F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7" name="polygon-1203"/>
              <p:cNvSpPr/>
              <p:nvPr/>
            </p:nvSpPr>
            <p:spPr>
              <a:xfrm>
                <a:off x="11228832" y="1810512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2" y="0"/>
                    </a:moveTo>
                    <a:lnTo>
                      <a:pt x="5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1EFF"/>
              </a:solidFill>
              <a:ln w="2286">
                <a:solidFill>
                  <a:srgbClr val="001E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8" name="polygon-1204"/>
              <p:cNvSpPr/>
              <p:nvPr/>
            </p:nvSpPr>
            <p:spPr>
              <a:xfrm>
                <a:off x="11210544" y="1810512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4"/>
                    </a:lnTo>
                    <a:lnTo>
                      <a:pt x="2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FFF"/>
              </a:solidFill>
              <a:ln w="2286">
                <a:solidFill>
                  <a:srgbClr val="003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9" name="polygon-1205"/>
              <p:cNvSpPr/>
              <p:nvPr/>
            </p:nvSpPr>
            <p:spPr>
              <a:xfrm>
                <a:off x="11183112" y="1810512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3" y="0"/>
                    </a:moveTo>
                    <a:lnTo>
                      <a:pt x="5" y="5"/>
                    </a:lnTo>
                    <a:lnTo>
                      <a:pt x="3" y="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4CFF"/>
              </a:solidFill>
              <a:ln w="2286">
                <a:solidFill>
                  <a:srgbClr val="004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0" name="polygon-1206"/>
              <p:cNvSpPr/>
              <p:nvPr/>
            </p:nvSpPr>
            <p:spPr>
              <a:xfrm>
                <a:off x="11164824" y="1819656"/>
                <a:ext cx="45720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5" h="7">
                    <a:moveTo>
                      <a:pt x="2" y="0"/>
                    </a:moveTo>
                    <a:lnTo>
                      <a:pt x="5" y="5"/>
                    </a:lnTo>
                    <a:lnTo>
                      <a:pt x="2" y="7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3FFF"/>
              </a:solidFill>
              <a:ln w="2286">
                <a:solidFill>
                  <a:srgbClr val="003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1" name="polygon-1207"/>
              <p:cNvSpPr/>
              <p:nvPr/>
            </p:nvSpPr>
            <p:spPr>
              <a:xfrm>
                <a:off x="11137392" y="1837944"/>
                <a:ext cx="45720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5" h="7">
                    <a:moveTo>
                      <a:pt x="3" y="0"/>
                    </a:moveTo>
                    <a:lnTo>
                      <a:pt x="5" y="5"/>
                    </a:lnTo>
                    <a:lnTo>
                      <a:pt x="3" y="7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1EFF"/>
              </a:solidFill>
              <a:ln w="2286">
                <a:solidFill>
                  <a:srgbClr val="001E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2" name="polygon-1208"/>
              <p:cNvSpPr/>
              <p:nvPr/>
            </p:nvSpPr>
            <p:spPr>
              <a:xfrm>
                <a:off x="11119104" y="1865376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2" y="0"/>
                    </a:moveTo>
                    <a:lnTo>
                      <a:pt x="5" y="4"/>
                    </a:lnTo>
                    <a:lnTo>
                      <a:pt x="2" y="6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F2"/>
              </a:solidFill>
              <a:ln w="2286">
                <a:solidFill>
                  <a:srgbClr val="0000F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3" name="polygon-1209"/>
              <p:cNvSpPr/>
              <p:nvPr/>
            </p:nvSpPr>
            <p:spPr>
              <a:xfrm>
                <a:off x="11100816" y="1892808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3"/>
                    </a:lnTo>
                    <a:lnTo>
                      <a:pt x="2" y="5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C9"/>
              </a:solidFill>
              <a:ln w="2286">
                <a:solidFill>
                  <a:srgbClr val="0000C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4" name="polygon-1210"/>
              <p:cNvSpPr/>
              <p:nvPr/>
            </p:nvSpPr>
            <p:spPr>
              <a:xfrm>
                <a:off x="11073384" y="1920240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3" y="0"/>
                    </a:moveTo>
                    <a:lnTo>
                      <a:pt x="5" y="2"/>
                    </a:lnTo>
                    <a:lnTo>
                      <a:pt x="3" y="4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A9"/>
              </a:solidFill>
              <a:ln w="2286">
                <a:solidFill>
                  <a:srgbClr val="0000A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5" name="polygon-1211"/>
              <p:cNvSpPr/>
              <p:nvPr/>
            </p:nvSpPr>
            <p:spPr>
              <a:xfrm>
                <a:off x="11055096" y="1938528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2" y="0"/>
                    </a:moveTo>
                    <a:lnTo>
                      <a:pt x="5" y="2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94"/>
              </a:solidFill>
              <a:ln w="2286">
                <a:solidFill>
                  <a:srgbClr val="00009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6" name="polygon-1212"/>
              <p:cNvSpPr/>
              <p:nvPr/>
            </p:nvSpPr>
            <p:spPr>
              <a:xfrm>
                <a:off x="11027664" y="1956816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3" y="0"/>
                    </a:moveTo>
                    <a:lnTo>
                      <a:pt x="5" y="1"/>
                    </a:lnTo>
                    <a:lnTo>
                      <a:pt x="3" y="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9"/>
              </a:solidFill>
              <a:ln w="2286">
                <a:solidFill>
                  <a:srgbClr val="00008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7" name="polygon-1213"/>
              <p:cNvSpPr/>
              <p:nvPr/>
            </p:nvSpPr>
            <p:spPr>
              <a:xfrm>
                <a:off x="11365992" y="181965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4"/>
              </a:solidFill>
              <a:ln w="2286">
                <a:solidFill>
                  <a:srgbClr val="00008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8" name="polygon-1214"/>
              <p:cNvSpPr/>
              <p:nvPr/>
            </p:nvSpPr>
            <p:spPr>
              <a:xfrm>
                <a:off x="11338560" y="1828800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3" y="0"/>
                    </a:moveTo>
                    <a:lnTo>
                      <a:pt x="5" y="1"/>
                    </a:lnTo>
                    <a:lnTo>
                      <a:pt x="3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A"/>
              </a:solidFill>
              <a:ln w="2286">
                <a:solidFill>
                  <a:srgbClr val="00008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9" name="polygon-1215"/>
              <p:cNvSpPr/>
              <p:nvPr/>
            </p:nvSpPr>
            <p:spPr>
              <a:xfrm>
                <a:off x="11320272" y="1837944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2" y="0"/>
                    </a:moveTo>
                    <a:lnTo>
                      <a:pt x="5" y="1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94"/>
              </a:solidFill>
              <a:ln w="2286">
                <a:solidFill>
                  <a:srgbClr val="00009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0" name="polygon-1216"/>
              <p:cNvSpPr/>
              <p:nvPr/>
            </p:nvSpPr>
            <p:spPr>
              <a:xfrm>
                <a:off x="11292840" y="1837944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3" y="0"/>
                    </a:moveTo>
                    <a:lnTo>
                      <a:pt x="5" y="2"/>
                    </a:lnTo>
                    <a:lnTo>
                      <a:pt x="3" y="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A4"/>
              </a:solidFill>
              <a:ln w="2286">
                <a:solidFill>
                  <a:srgbClr val="0000A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1" name="polygon-1217"/>
              <p:cNvSpPr/>
              <p:nvPr/>
            </p:nvSpPr>
            <p:spPr>
              <a:xfrm>
                <a:off x="11274552" y="1847088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2" y="0"/>
                    </a:moveTo>
                    <a:lnTo>
                      <a:pt x="5" y="2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B9"/>
              </a:solidFill>
              <a:ln w="2286">
                <a:solidFill>
                  <a:srgbClr val="0000B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2" name="polygon-1218"/>
              <p:cNvSpPr/>
              <p:nvPr/>
            </p:nvSpPr>
            <p:spPr>
              <a:xfrm>
                <a:off x="11247120" y="1847088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3" y="0"/>
                    </a:moveTo>
                    <a:lnTo>
                      <a:pt x="5" y="3"/>
                    </a:lnTo>
                    <a:lnTo>
                      <a:pt x="3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CE"/>
              </a:solidFill>
              <a:ln w="2286">
                <a:solidFill>
                  <a:srgbClr val="0000C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3" name="polygon-1219"/>
              <p:cNvSpPr/>
              <p:nvPr/>
            </p:nvSpPr>
            <p:spPr>
              <a:xfrm>
                <a:off x="11228832" y="1847088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2" y="0"/>
                    </a:moveTo>
                    <a:lnTo>
                      <a:pt x="5" y="3"/>
                    </a:lnTo>
                    <a:lnTo>
                      <a:pt x="2" y="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DE"/>
              </a:solidFill>
              <a:ln w="2286">
                <a:solidFill>
                  <a:srgbClr val="0000D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4" name="polygon-1220"/>
              <p:cNvSpPr/>
              <p:nvPr/>
            </p:nvSpPr>
            <p:spPr>
              <a:xfrm>
                <a:off x="11210544" y="1856232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3"/>
                    </a:lnTo>
                    <a:lnTo>
                      <a:pt x="2" y="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E5"/>
              </a:solidFill>
              <a:ln w="2286">
                <a:solidFill>
                  <a:srgbClr val="0000E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5" name="polygon-1221"/>
              <p:cNvSpPr/>
              <p:nvPr/>
            </p:nvSpPr>
            <p:spPr>
              <a:xfrm>
                <a:off x="11183112" y="1865376"/>
                <a:ext cx="4572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5" h="5">
                    <a:moveTo>
                      <a:pt x="3" y="0"/>
                    </a:moveTo>
                    <a:lnTo>
                      <a:pt x="5" y="4"/>
                    </a:lnTo>
                    <a:lnTo>
                      <a:pt x="3" y="5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DE"/>
              </a:solidFill>
              <a:ln w="2286">
                <a:solidFill>
                  <a:srgbClr val="0000D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6" name="polygon-1222"/>
              <p:cNvSpPr/>
              <p:nvPr/>
            </p:nvSpPr>
            <p:spPr>
              <a:xfrm>
                <a:off x="11164824" y="1883664"/>
                <a:ext cx="4572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5" h="5">
                    <a:moveTo>
                      <a:pt x="2" y="0"/>
                    </a:moveTo>
                    <a:lnTo>
                      <a:pt x="5" y="3"/>
                    </a:lnTo>
                    <a:lnTo>
                      <a:pt x="2" y="5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CE"/>
              </a:solidFill>
              <a:ln w="2286">
                <a:solidFill>
                  <a:srgbClr val="0000C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7" name="polygon-1223"/>
              <p:cNvSpPr/>
              <p:nvPr/>
            </p:nvSpPr>
            <p:spPr>
              <a:xfrm>
                <a:off x="11137392" y="1901952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3" y="0"/>
                    </a:moveTo>
                    <a:lnTo>
                      <a:pt x="5" y="3"/>
                    </a:lnTo>
                    <a:lnTo>
                      <a:pt x="3" y="4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B9"/>
              </a:solidFill>
              <a:ln w="2286">
                <a:solidFill>
                  <a:srgbClr val="0000B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8" name="polygon-1224"/>
              <p:cNvSpPr/>
              <p:nvPr/>
            </p:nvSpPr>
            <p:spPr>
              <a:xfrm>
                <a:off x="11119104" y="1920240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2" y="0"/>
                    </a:moveTo>
                    <a:lnTo>
                      <a:pt x="5" y="2"/>
                    </a:lnTo>
                    <a:lnTo>
                      <a:pt x="2" y="4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A4"/>
              </a:solidFill>
              <a:ln w="2286">
                <a:solidFill>
                  <a:srgbClr val="0000A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9" name="polygon-1225"/>
              <p:cNvSpPr/>
              <p:nvPr/>
            </p:nvSpPr>
            <p:spPr>
              <a:xfrm>
                <a:off x="11100816" y="1938528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2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94"/>
              </a:solidFill>
              <a:ln w="2286">
                <a:solidFill>
                  <a:srgbClr val="00009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0" name="polygon-1226"/>
              <p:cNvSpPr/>
              <p:nvPr/>
            </p:nvSpPr>
            <p:spPr>
              <a:xfrm>
                <a:off x="11073384" y="1956816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3" y="0"/>
                    </a:moveTo>
                    <a:lnTo>
                      <a:pt x="5" y="1"/>
                    </a:lnTo>
                    <a:lnTo>
                      <a:pt x="3" y="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A"/>
              </a:solidFill>
              <a:ln w="2286">
                <a:solidFill>
                  <a:srgbClr val="00008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1" name="polygon-1227"/>
              <p:cNvSpPr/>
              <p:nvPr/>
            </p:nvSpPr>
            <p:spPr>
              <a:xfrm>
                <a:off x="11055096" y="1965960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2" y="0"/>
                    </a:moveTo>
                    <a:lnTo>
                      <a:pt x="5" y="2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84"/>
              </a:solidFill>
              <a:ln w="2286">
                <a:solidFill>
                  <a:srgbClr val="00008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2" name="polygon-1228"/>
              <p:cNvSpPr/>
              <p:nvPr/>
            </p:nvSpPr>
            <p:spPr>
              <a:xfrm>
                <a:off x="11384280" y="1828800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2" y="0"/>
                    </a:moveTo>
                    <a:lnTo>
                      <a:pt x="5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1"/>
              </a:solidFill>
              <a:ln w="2286">
                <a:solidFill>
                  <a:srgbClr val="00008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3" name="polygon-1229"/>
              <p:cNvSpPr/>
              <p:nvPr/>
            </p:nvSpPr>
            <p:spPr>
              <a:xfrm>
                <a:off x="11365992" y="183794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4"/>
              </a:solidFill>
              <a:ln w="2286">
                <a:solidFill>
                  <a:srgbClr val="00008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4" name="polygon-1230"/>
              <p:cNvSpPr/>
              <p:nvPr/>
            </p:nvSpPr>
            <p:spPr>
              <a:xfrm>
                <a:off x="11338560" y="1847088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3" y="0"/>
                    </a:moveTo>
                    <a:lnTo>
                      <a:pt x="5" y="1"/>
                    </a:lnTo>
                    <a:lnTo>
                      <a:pt x="3" y="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9"/>
              </a:solidFill>
              <a:ln w="2286">
                <a:solidFill>
                  <a:srgbClr val="00008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5" name="polygon-1231"/>
              <p:cNvSpPr/>
              <p:nvPr/>
            </p:nvSpPr>
            <p:spPr>
              <a:xfrm>
                <a:off x="11320272" y="1856232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2" y="0"/>
                    </a:moveTo>
                    <a:lnTo>
                      <a:pt x="5" y="2"/>
                    </a:lnTo>
                    <a:lnTo>
                      <a:pt x="2" y="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0"/>
              </a:solidFill>
              <a:ln w="2286">
                <a:solidFill>
                  <a:srgbClr val="00009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6" name="polygon-1232"/>
              <p:cNvSpPr/>
              <p:nvPr/>
            </p:nvSpPr>
            <p:spPr>
              <a:xfrm>
                <a:off x="11292840" y="1865376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3" y="0"/>
                    </a:moveTo>
                    <a:lnTo>
                      <a:pt x="5" y="2"/>
                    </a:lnTo>
                    <a:lnTo>
                      <a:pt x="3" y="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9"/>
              </a:solidFill>
              <a:ln w="2286">
                <a:solidFill>
                  <a:srgbClr val="00009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7" name="polygon-1233"/>
              <p:cNvSpPr/>
              <p:nvPr/>
            </p:nvSpPr>
            <p:spPr>
              <a:xfrm>
                <a:off x="11274552" y="1874520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2" y="0"/>
                    </a:moveTo>
                    <a:lnTo>
                      <a:pt x="5" y="2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2"/>
              </a:solidFill>
              <a:ln w="2286">
                <a:solidFill>
                  <a:srgbClr val="0000A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8" name="polygon-1234"/>
              <p:cNvSpPr/>
              <p:nvPr/>
            </p:nvSpPr>
            <p:spPr>
              <a:xfrm>
                <a:off x="11247120" y="1874520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3" y="0"/>
                    </a:moveTo>
                    <a:lnTo>
                      <a:pt x="5" y="3"/>
                    </a:lnTo>
                    <a:lnTo>
                      <a:pt x="3" y="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A9"/>
              </a:solidFill>
              <a:ln w="2286">
                <a:solidFill>
                  <a:srgbClr val="0000A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9" name="polygon-1235"/>
              <p:cNvSpPr/>
              <p:nvPr/>
            </p:nvSpPr>
            <p:spPr>
              <a:xfrm>
                <a:off x="11228832" y="1883664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2" y="0"/>
                    </a:moveTo>
                    <a:lnTo>
                      <a:pt x="5" y="3"/>
                    </a:lnTo>
                    <a:lnTo>
                      <a:pt x="2" y="4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AC"/>
              </a:solidFill>
              <a:ln w="2286">
                <a:solidFill>
                  <a:srgbClr val="0000A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0" name="polygon-1236"/>
              <p:cNvSpPr/>
              <p:nvPr/>
            </p:nvSpPr>
            <p:spPr>
              <a:xfrm>
                <a:off x="11210544" y="1901952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2"/>
                    </a:lnTo>
                    <a:lnTo>
                      <a:pt x="2" y="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A9"/>
              </a:solidFill>
              <a:ln w="2286">
                <a:solidFill>
                  <a:srgbClr val="0000A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1" name="polygon-1237"/>
              <p:cNvSpPr/>
              <p:nvPr/>
            </p:nvSpPr>
            <p:spPr>
              <a:xfrm>
                <a:off x="11183112" y="1911096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3" y="0"/>
                    </a:moveTo>
                    <a:lnTo>
                      <a:pt x="5" y="2"/>
                    </a:lnTo>
                    <a:lnTo>
                      <a:pt x="3" y="4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A2"/>
              </a:solidFill>
              <a:ln w="2286">
                <a:solidFill>
                  <a:srgbClr val="0000A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2" name="polygon-1238"/>
              <p:cNvSpPr/>
              <p:nvPr/>
            </p:nvSpPr>
            <p:spPr>
              <a:xfrm>
                <a:off x="11164824" y="1929384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2" y="0"/>
                    </a:moveTo>
                    <a:lnTo>
                      <a:pt x="5" y="2"/>
                    </a:lnTo>
                    <a:lnTo>
                      <a:pt x="2" y="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9"/>
              </a:solidFill>
              <a:ln w="2286">
                <a:solidFill>
                  <a:srgbClr val="00009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3" name="polygon-1239"/>
              <p:cNvSpPr/>
              <p:nvPr/>
            </p:nvSpPr>
            <p:spPr>
              <a:xfrm>
                <a:off x="11137392" y="1938528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3" y="0"/>
                    </a:moveTo>
                    <a:lnTo>
                      <a:pt x="5" y="2"/>
                    </a:lnTo>
                    <a:lnTo>
                      <a:pt x="3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90"/>
              </a:solidFill>
              <a:ln w="2286">
                <a:solidFill>
                  <a:srgbClr val="00009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4" name="polygon-1240"/>
              <p:cNvSpPr/>
              <p:nvPr/>
            </p:nvSpPr>
            <p:spPr>
              <a:xfrm>
                <a:off x="11119104" y="1956816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2" y="0"/>
                    </a:moveTo>
                    <a:lnTo>
                      <a:pt x="5" y="1"/>
                    </a:lnTo>
                    <a:lnTo>
                      <a:pt x="2" y="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9"/>
              </a:solidFill>
              <a:ln w="2286">
                <a:solidFill>
                  <a:srgbClr val="00008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5" name="polygon-1241"/>
              <p:cNvSpPr/>
              <p:nvPr/>
            </p:nvSpPr>
            <p:spPr>
              <a:xfrm>
                <a:off x="11100816" y="1965960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2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84"/>
              </a:solidFill>
              <a:ln w="2286">
                <a:solidFill>
                  <a:srgbClr val="00008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6" name="polygon-1242"/>
              <p:cNvSpPr/>
              <p:nvPr/>
            </p:nvSpPr>
            <p:spPr>
              <a:xfrm>
                <a:off x="11073384" y="1984248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3" y="0"/>
                    </a:moveTo>
                    <a:lnTo>
                      <a:pt x="5" y="1"/>
                    </a:lnTo>
                    <a:lnTo>
                      <a:pt x="3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1"/>
              </a:solidFill>
              <a:ln w="2286">
                <a:solidFill>
                  <a:srgbClr val="00008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257" name="Editable 3D standard plot"/>
            <p:cNvGrpSpPr/>
            <p:nvPr/>
          </p:nvGrpSpPr>
          <p:grpSpPr>
            <a:xfrm>
              <a:off x="11503152" y="1399032"/>
              <a:ext cx="722376" cy="603504"/>
              <a:chOff x="11503152" y="1399032"/>
              <a:chExt cx="722376" cy="603504"/>
            </a:xfrm>
          </p:grpSpPr>
          <p:sp>
            <p:nvSpPr>
              <p:cNvPr id="1258" name="rectangle-1244"/>
              <p:cNvSpPr/>
              <p:nvPr/>
            </p:nvSpPr>
            <p:spPr>
              <a:xfrm>
                <a:off x="11503152" y="1399032"/>
                <a:ext cx="722376" cy="60350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9" name="polygon-1245"/>
              <p:cNvSpPr/>
              <p:nvPr/>
            </p:nvSpPr>
            <p:spPr>
              <a:xfrm>
                <a:off x="11841480" y="1481328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3" y="0"/>
                    </a:moveTo>
                    <a:lnTo>
                      <a:pt x="5" y="1"/>
                    </a:lnTo>
                    <a:lnTo>
                      <a:pt x="3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8FF07"/>
              </a:solidFill>
              <a:ln w="2286">
                <a:solidFill>
                  <a:srgbClr val="F8FF0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0" name="polygon-1246"/>
              <p:cNvSpPr/>
              <p:nvPr/>
            </p:nvSpPr>
            <p:spPr>
              <a:xfrm>
                <a:off x="11823192" y="1490472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2" y="0"/>
                    </a:moveTo>
                    <a:lnTo>
                      <a:pt x="5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1FF0E"/>
              </a:solidFill>
              <a:ln w="2286">
                <a:solidFill>
                  <a:srgbClr val="F1FF0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1" name="polygon-1247"/>
              <p:cNvSpPr/>
              <p:nvPr/>
            </p:nvSpPr>
            <p:spPr>
              <a:xfrm>
                <a:off x="11804904" y="149961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9FF16"/>
              </a:solidFill>
              <a:ln w="2286">
                <a:solidFill>
                  <a:srgbClr val="E9FF1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2" name="polygon-1248"/>
              <p:cNvSpPr/>
              <p:nvPr/>
            </p:nvSpPr>
            <p:spPr>
              <a:xfrm>
                <a:off x="11786616" y="150876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7FF18"/>
              </a:solidFill>
              <a:ln w="2286">
                <a:solidFill>
                  <a:srgbClr val="E7FF1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3" name="polygon-1249"/>
              <p:cNvSpPr/>
              <p:nvPr/>
            </p:nvSpPr>
            <p:spPr>
              <a:xfrm>
                <a:off x="11768328" y="151790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CFF13"/>
              </a:solidFill>
              <a:ln w="2286">
                <a:solidFill>
                  <a:srgbClr val="ECFF1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4" name="polygon-1250"/>
              <p:cNvSpPr/>
              <p:nvPr/>
            </p:nvSpPr>
            <p:spPr>
              <a:xfrm>
                <a:off x="11750040" y="1527048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4FF0B"/>
              </a:solidFill>
              <a:ln w="2286">
                <a:solidFill>
                  <a:srgbClr val="F4FF0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5" name="polygon-1251"/>
              <p:cNvSpPr/>
              <p:nvPr/>
            </p:nvSpPr>
            <p:spPr>
              <a:xfrm>
                <a:off x="11731752" y="1536192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9FF06"/>
              </a:solidFill>
              <a:ln w="2286">
                <a:solidFill>
                  <a:srgbClr val="F9FF0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6" name="polygon-1252"/>
              <p:cNvSpPr/>
              <p:nvPr/>
            </p:nvSpPr>
            <p:spPr>
              <a:xfrm>
                <a:off x="11713464" y="154533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6FF09"/>
              </a:solidFill>
              <a:ln w="2286">
                <a:solidFill>
                  <a:srgbClr val="F6FF0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7" name="polygon-1253"/>
              <p:cNvSpPr/>
              <p:nvPr/>
            </p:nvSpPr>
            <p:spPr>
              <a:xfrm>
                <a:off x="11695176" y="155448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EFF11"/>
              </a:solidFill>
              <a:ln w="2286">
                <a:solidFill>
                  <a:srgbClr val="EEFF1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8" name="polygon-1254"/>
              <p:cNvSpPr/>
              <p:nvPr/>
            </p:nvSpPr>
            <p:spPr>
              <a:xfrm>
                <a:off x="11676888" y="156362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8FF17"/>
              </a:solidFill>
              <a:ln w="2286">
                <a:solidFill>
                  <a:srgbClr val="E8FF1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9" name="polygon-1255"/>
              <p:cNvSpPr/>
              <p:nvPr/>
            </p:nvSpPr>
            <p:spPr>
              <a:xfrm>
                <a:off x="11658600" y="1572768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8FF17"/>
              </a:solidFill>
              <a:ln w="2286">
                <a:solidFill>
                  <a:srgbClr val="E8FF1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0" name="polygon-1256"/>
              <p:cNvSpPr/>
              <p:nvPr/>
            </p:nvSpPr>
            <p:spPr>
              <a:xfrm>
                <a:off x="11640312" y="1581912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EFF11"/>
              </a:solidFill>
              <a:ln w="2286">
                <a:solidFill>
                  <a:srgbClr val="EEFF1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1" name="polygon-1257"/>
              <p:cNvSpPr/>
              <p:nvPr/>
            </p:nvSpPr>
            <p:spPr>
              <a:xfrm>
                <a:off x="11622024" y="159105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6FF09"/>
              </a:solidFill>
              <a:ln w="2286">
                <a:solidFill>
                  <a:srgbClr val="F6FF0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2" name="polygon-1258"/>
              <p:cNvSpPr/>
              <p:nvPr/>
            </p:nvSpPr>
            <p:spPr>
              <a:xfrm>
                <a:off x="11603736" y="160020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9FF06"/>
              </a:solidFill>
              <a:ln w="2286">
                <a:solidFill>
                  <a:srgbClr val="F9FF0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3" name="polygon-1259"/>
              <p:cNvSpPr/>
              <p:nvPr/>
            </p:nvSpPr>
            <p:spPr>
              <a:xfrm>
                <a:off x="11585448" y="160934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4FF0B"/>
              </a:solidFill>
              <a:ln w="2286">
                <a:solidFill>
                  <a:srgbClr val="F4FF0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4" name="polygon-1260"/>
              <p:cNvSpPr/>
              <p:nvPr/>
            </p:nvSpPr>
            <p:spPr>
              <a:xfrm>
                <a:off x="11567160" y="1618488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BFF14"/>
              </a:solidFill>
              <a:ln w="2286">
                <a:solidFill>
                  <a:srgbClr val="EBFF1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5" name="polygon-1261"/>
              <p:cNvSpPr/>
              <p:nvPr/>
            </p:nvSpPr>
            <p:spPr>
              <a:xfrm>
                <a:off x="11548872" y="1627632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7FF18"/>
              </a:solidFill>
              <a:ln w="2286">
                <a:solidFill>
                  <a:srgbClr val="E7FF1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6" name="polygon-1262"/>
              <p:cNvSpPr/>
              <p:nvPr/>
            </p:nvSpPr>
            <p:spPr>
              <a:xfrm>
                <a:off x="11530584" y="163677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AFF15"/>
              </a:solidFill>
              <a:ln w="2286">
                <a:solidFill>
                  <a:srgbClr val="EAFF1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7" name="polygon-1263"/>
              <p:cNvSpPr/>
              <p:nvPr/>
            </p:nvSpPr>
            <p:spPr>
              <a:xfrm>
                <a:off x="11868912" y="1444752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500"/>
              </a:solidFill>
              <a:ln w="2286">
                <a:solidFill>
                  <a:srgbClr val="FFB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8" name="polygon-1264"/>
              <p:cNvSpPr/>
              <p:nvPr/>
            </p:nvSpPr>
            <p:spPr>
              <a:xfrm>
                <a:off x="11841480" y="1453896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3" y="5"/>
                    </a:moveTo>
                    <a:lnTo>
                      <a:pt x="5" y="0"/>
                    </a:lnTo>
                    <a:lnTo>
                      <a:pt x="3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B00"/>
              </a:solidFill>
              <a:ln w="2286">
                <a:solidFill>
                  <a:srgbClr val="FFBB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9" name="polygon-1265"/>
              <p:cNvSpPr/>
              <p:nvPr/>
            </p:nvSpPr>
            <p:spPr>
              <a:xfrm>
                <a:off x="11823192" y="1463040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2" y="5"/>
                    </a:moveTo>
                    <a:lnTo>
                      <a:pt x="5" y="0"/>
                    </a:lnTo>
                    <a:lnTo>
                      <a:pt x="2" y="2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C300"/>
              </a:solidFill>
              <a:ln w="2286">
                <a:solidFill>
                  <a:srgbClr val="FFC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0" name="polygon-1266"/>
              <p:cNvSpPr/>
              <p:nvPr/>
            </p:nvSpPr>
            <p:spPr>
              <a:xfrm>
                <a:off x="11804904" y="1481328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600"/>
              </a:solidFill>
              <a:ln w="2286">
                <a:solidFill>
                  <a:srgbClr val="FFC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1" name="polygon-1267"/>
              <p:cNvSpPr/>
              <p:nvPr/>
            </p:nvSpPr>
            <p:spPr>
              <a:xfrm>
                <a:off x="11786616" y="1490472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100"/>
              </a:solidFill>
              <a:ln w="2286">
                <a:solidFill>
                  <a:srgbClr val="FFC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2" name="polygon-1268"/>
              <p:cNvSpPr/>
              <p:nvPr/>
            </p:nvSpPr>
            <p:spPr>
              <a:xfrm>
                <a:off x="11768328" y="1490472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800"/>
              </a:solidFill>
              <a:ln w="2286">
                <a:solidFill>
                  <a:srgbClr val="FFB8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3" name="polygon-1269"/>
              <p:cNvSpPr/>
              <p:nvPr/>
            </p:nvSpPr>
            <p:spPr>
              <a:xfrm>
                <a:off x="11750040" y="1499616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400"/>
              </a:solidFill>
              <a:ln w="2286">
                <a:solidFill>
                  <a:srgbClr val="FFB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4" name="polygon-1270"/>
              <p:cNvSpPr/>
              <p:nvPr/>
            </p:nvSpPr>
            <p:spPr>
              <a:xfrm>
                <a:off x="11731752" y="1508760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600"/>
              </a:solidFill>
              <a:ln w="2286">
                <a:solidFill>
                  <a:srgbClr val="FFB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5" name="polygon-1271"/>
              <p:cNvSpPr/>
              <p:nvPr/>
            </p:nvSpPr>
            <p:spPr>
              <a:xfrm>
                <a:off x="11713464" y="1517904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E00"/>
              </a:solidFill>
              <a:ln w="2286">
                <a:solidFill>
                  <a:srgbClr val="FFB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6" name="polygon-1272"/>
              <p:cNvSpPr/>
              <p:nvPr/>
            </p:nvSpPr>
            <p:spPr>
              <a:xfrm>
                <a:off x="11695176" y="1536192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500"/>
              </a:solidFill>
              <a:ln w="2286">
                <a:solidFill>
                  <a:srgbClr val="FFC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7" name="polygon-1273"/>
              <p:cNvSpPr/>
              <p:nvPr/>
            </p:nvSpPr>
            <p:spPr>
              <a:xfrm>
                <a:off x="11676888" y="1545336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500"/>
              </a:solidFill>
              <a:ln w="2286">
                <a:solidFill>
                  <a:srgbClr val="FFC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8" name="polygon-1274"/>
              <p:cNvSpPr/>
              <p:nvPr/>
            </p:nvSpPr>
            <p:spPr>
              <a:xfrm>
                <a:off x="11658600" y="1545336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E00"/>
              </a:solidFill>
              <a:ln w="2286">
                <a:solidFill>
                  <a:srgbClr val="FFB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9" name="polygon-1275"/>
              <p:cNvSpPr/>
              <p:nvPr/>
            </p:nvSpPr>
            <p:spPr>
              <a:xfrm>
                <a:off x="11640312" y="1554480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600"/>
              </a:solidFill>
              <a:ln w="2286">
                <a:solidFill>
                  <a:srgbClr val="FFB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0" name="polygon-1276"/>
              <p:cNvSpPr/>
              <p:nvPr/>
            </p:nvSpPr>
            <p:spPr>
              <a:xfrm>
                <a:off x="11622024" y="1563624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400"/>
              </a:solidFill>
              <a:ln w="2286">
                <a:solidFill>
                  <a:srgbClr val="FFB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1" name="polygon-1277"/>
              <p:cNvSpPr/>
              <p:nvPr/>
            </p:nvSpPr>
            <p:spPr>
              <a:xfrm>
                <a:off x="11603736" y="1572768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900"/>
              </a:solidFill>
              <a:ln w="2286">
                <a:solidFill>
                  <a:srgbClr val="FFB9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2" name="polygon-1278"/>
              <p:cNvSpPr/>
              <p:nvPr/>
            </p:nvSpPr>
            <p:spPr>
              <a:xfrm>
                <a:off x="11585448" y="1581912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C100"/>
              </a:solidFill>
              <a:ln w="2286">
                <a:solidFill>
                  <a:srgbClr val="FFC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3" name="polygon-1279"/>
              <p:cNvSpPr/>
              <p:nvPr/>
            </p:nvSpPr>
            <p:spPr>
              <a:xfrm>
                <a:off x="11567160" y="1600200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600"/>
              </a:solidFill>
              <a:ln w="2286">
                <a:solidFill>
                  <a:srgbClr val="FFC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4" name="polygon-1280"/>
              <p:cNvSpPr/>
              <p:nvPr/>
            </p:nvSpPr>
            <p:spPr>
              <a:xfrm>
                <a:off x="11548872" y="1609344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300"/>
              </a:solidFill>
              <a:ln w="2286">
                <a:solidFill>
                  <a:srgbClr val="FFC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5" name="polygon-1281"/>
              <p:cNvSpPr/>
              <p:nvPr/>
            </p:nvSpPr>
            <p:spPr>
              <a:xfrm>
                <a:off x="11887200" y="1444752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500"/>
              </a:solidFill>
              <a:ln w="2286">
                <a:solidFill>
                  <a:srgbClr val="FFB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6" name="polygon-1282"/>
              <p:cNvSpPr/>
              <p:nvPr/>
            </p:nvSpPr>
            <p:spPr>
              <a:xfrm>
                <a:off x="11868912" y="1453896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B00"/>
              </a:solidFill>
              <a:ln w="2286">
                <a:solidFill>
                  <a:srgbClr val="FFBB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7" name="polygon-1283"/>
              <p:cNvSpPr/>
              <p:nvPr/>
            </p:nvSpPr>
            <p:spPr>
              <a:xfrm>
                <a:off x="11841480" y="1463040"/>
                <a:ext cx="45720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5" h="8">
                    <a:moveTo>
                      <a:pt x="3" y="0"/>
                    </a:moveTo>
                    <a:lnTo>
                      <a:pt x="5" y="7"/>
                    </a:lnTo>
                    <a:lnTo>
                      <a:pt x="3" y="8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C300"/>
              </a:solidFill>
              <a:ln w="2286">
                <a:solidFill>
                  <a:srgbClr val="FFC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8" name="polygon-1284"/>
              <p:cNvSpPr/>
              <p:nvPr/>
            </p:nvSpPr>
            <p:spPr>
              <a:xfrm>
                <a:off x="11823192" y="1481328"/>
                <a:ext cx="45720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5" h="7">
                    <a:moveTo>
                      <a:pt x="2" y="0"/>
                    </a:moveTo>
                    <a:lnTo>
                      <a:pt x="5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600"/>
              </a:solidFill>
              <a:ln w="2286">
                <a:solidFill>
                  <a:srgbClr val="FFC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9" name="polygon-1285"/>
              <p:cNvSpPr/>
              <p:nvPr/>
            </p:nvSpPr>
            <p:spPr>
              <a:xfrm>
                <a:off x="11804904" y="1490472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100"/>
              </a:solidFill>
              <a:ln w="2286">
                <a:solidFill>
                  <a:srgbClr val="FFC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0" name="polygon-1286"/>
              <p:cNvSpPr/>
              <p:nvPr/>
            </p:nvSpPr>
            <p:spPr>
              <a:xfrm>
                <a:off x="11786616" y="1490472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800"/>
              </a:solidFill>
              <a:ln w="2286">
                <a:solidFill>
                  <a:srgbClr val="FFB8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1" name="polygon-1287"/>
              <p:cNvSpPr/>
              <p:nvPr/>
            </p:nvSpPr>
            <p:spPr>
              <a:xfrm>
                <a:off x="11768328" y="1499616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400"/>
              </a:solidFill>
              <a:ln w="2286">
                <a:solidFill>
                  <a:srgbClr val="FFB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2" name="polygon-1288"/>
              <p:cNvSpPr/>
              <p:nvPr/>
            </p:nvSpPr>
            <p:spPr>
              <a:xfrm>
                <a:off x="11750040" y="1508760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600"/>
              </a:solidFill>
              <a:ln w="2286">
                <a:solidFill>
                  <a:srgbClr val="FFB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3" name="polygon-1289"/>
              <p:cNvSpPr/>
              <p:nvPr/>
            </p:nvSpPr>
            <p:spPr>
              <a:xfrm>
                <a:off x="11731752" y="1517904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BE00"/>
              </a:solidFill>
              <a:ln w="2286">
                <a:solidFill>
                  <a:srgbClr val="FFB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4" name="polygon-1290"/>
              <p:cNvSpPr/>
              <p:nvPr/>
            </p:nvSpPr>
            <p:spPr>
              <a:xfrm>
                <a:off x="11713464" y="1536192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500"/>
              </a:solidFill>
              <a:ln w="2286">
                <a:solidFill>
                  <a:srgbClr val="FFC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5" name="polygon-1291"/>
              <p:cNvSpPr/>
              <p:nvPr/>
            </p:nvSpPr>
            <p:spPr>
              <a:xfrm>
                <a:off x="11695176" y="1545336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500"/>
              </a:solidFill>
              <a:ln w="2286">
                <a:solidFill>
                  <a:srgbClr val="FFC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6" name="polygon-1292"/>
              <p:cNvSpPr/>
              <p:nvPr/>
            </p:nvSpPr>
            <p:spPr>
              <a:xfrm>
                <a:off x="11676888" y="1545336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E00"/>
              </a:solidFill>
              <a:ln w="2286">
                <a:solidFill>
                  <a:srgbClr val="FFB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7" name="polygon-1293"/>
              <p:cNvSpPr/>
              <p:nvPr/>
            </p:nvSpPr>
            <p:spPr>
              <a:xfrm>
                <a:off x="11658600" y="1554480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600"/>
              </a:solidFill>
              <a:ln w="2286">
                <a:solidFill>
                  <a:srgbClr val="FFB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8" name="polygon-1294"/>
              <p:cNvSpPr/>
              <p:nvPr/>
            </p:nvSpPr>
            <p:spPr>
              <a:xfrm>
                <a:off x="11640312" y="1563624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400"/>
              </a:solidFill>
              <a:ln w="2286">
                <a:solidFill>
                  <a:srgbClr val="FFB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9" name="polygon-1295"/>
              <p:cNvSpPr/>
              <p:nvPr/>
            </p:nvSpPr>
            <p:spPr>
              <a:xfrm>
                <a:off x="11622024" y="1572768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900"/>
              </a:solidFill>
              <a:ln w="2286">
                <a:solidFill>
                  <a:srgbClr val="FFB9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0" name="polygon-1296"/>
              <p:cNvSpPr/>
              <p:nvPr/>
            </p:nvSpPr>
            <p:spPr>
              <a:xfrm>
                <a:off x="11603736" y="1581912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C100"/>
              </a:solidFill>
              <a:ln w="2286">
                <a:solidFill>
                  <a:srgbClr val="FFC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1" name="polygon-1297"/>
              <p:cNvSpPr/>
              <p:nvPr/>
            </p:nvSpPr>
            <p:spPr>
              <a:xfrm>
                <a:off x="11585448" y="1600200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600"/>
              </a:solidFill>
              <a:ln w="2286">
                <a:solidFill>
                  <a:srgbClr val="FFC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2" name="polygon-1298"/>
              <p:cNvSpPr/>
              <p:nvPr/>
            </p:nvSpPr>
            <p:spPr>
              <a:xfrm>
                <a:off x="11567160" y="1609344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300"/>
              </a:solidFill>
              <a:ln w="2286">
                <a:solidFill>
                  <a:srgbClr val="FFC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3" name="polygon-1299"/>
              <p:cNvSpPr/>
              <p:nvPr/>
            </p:nvSpPr>
            <p:spPr>
              <a:xfrm>
                <a:off x="11905488" y="1463040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500"/>
              </a:solidFill>
              <a:ln w="2286">
                <a:solidFill>
                  <a:srgbClr val="FFB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4" name="polygon-1300"/>
              <p:cNvSpPr/>
              <p:nvPr/>
            </p:nvSpPr>
            <p:spPr>
              <a:xfrm>
                <a:off x="11887200" y="1472184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B00"/>
              </a:solidFill>
              <a:ln w="2286">
                <a:solidFill>
                  <a:srgbClr val="FFBB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5" name="polygon-1301"/>
              <p:cNvSpPr/>
              <p:nvPr/>
            </p:nvSpPr>
            <p:spPr>
              <a:xfrm>
                <a:off x="11868912" y="1481328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C300"/>
              </a:solidFill>
              <a:ln w="2286">
                <a:solidFill>
                  <a:srgbClr val="FFC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6" name="polygon-1302"/>
              <p:cNvSpPr/>
              <p:nvPr/>
            </p:nvSpPr>
            <p:spPr>
              <a:xfrm>
                <a:off x="11841480" y="1499616"/>
                <a:ext cx="4572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5" h="5">
                    <a:moveTo>
                      <a:pt x="3" y="4"/>
                    </a:moveTo>
                    <a:lnTo>
                      <a:pt x="5" y="0"/>
                    </a:lnTo>
                    <a:lnTo>
                      <a:pt x="3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600"/>
              </a:solidFill>
              <a:ln w="2286">
                <a:solidFill>
                  <a:srgbClr val="FFC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7" name="polygon-1303"/>
              <p:cNvSpPr/>
              <p:nvPr/>
            </p:nvSpPr>
            <p:spPr>
              <a:xfrm>
                <a:off x="11823192" y="1508760"/>
                <a:ext cx="4572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5" h="5">
                    <a:moveTo>
                      <a:pt x="2" y="4"/>
                    </a:moveTo>
                    <a:lnTo>
                      <a:pt x="5" y="0"/>
                    </a:lnTo>
                    <a:lnTo>
                      <a:pt x="2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100"/>
              </a:solidFill>
              <a:ln w="2286">
                <a:solidFill>
                  <a:srgbClr val="FFC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8" name="polygon-1304"/>
              <p:cNvSpPr/>
              <p:nvPr/>
            </p:nvSpPr>
            <p:spPr>
              <a:xfrm>
                <a:off x="11804904" y="1508760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800"/>
              </a:solidFill>
              <a:ln w="2286">
                <a:solidFill>
                  <a:srgbClr val="FFB8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9" name="polygon-1305"/>
              <p:cNvSpPr/>
              <p:nvPr/>
            </p:nvSpPr>
            <p:spPr>
              <a:xfrm>
                <a:off x="11786616" y="1517904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400"/>
              </a:solidFill>
              <a:ln w="2286">
                <a:solidFill>
                  <a:srgbClr val="FFB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0" name="polygon-1306"/>
              <p:cNvSpPr/>
              <p:nvPr/>
            </p:nvSpPr>
            <p:spPr>
              <a:xfrm>
                <a:off x="11768328" y="1527048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600"/>
              </a:solidFill>
              <a:ln w="2286">
                <a:solidFill>
                  <a:srgbClr val="FFB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1" name="polygon-1307"/>
              <p:cNvSpPr/>
              <p:nvPr/>
            </p:nvSpPr>
            <p:spPr>
              <a:xfrm>
                <a:off x="11750040" y="1536192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E00"/>
              </a:solidFill>
              <a:ln w="2286">
                <a:solidFill>
                  <a:srgbClr val="FFB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2" name="polygon-1308"/>
              <p:cNvSpPr/>
              <p:nvPr/>
            </p:nvSpPr>
            <p:spPr>
              <a:xfrm>
                <a:off x="11731752" y="1554480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500"/>
              </a:solidFill>
              <a:ln w="2286">
                <a:solidFill>
                  <a:srgbClr val="FFC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3" name="polygon-1309"/>
              <p:cNvSpPr/>
              <p:nvPr/>
            </p:nvSpPr>
            <p:spPr>
              <a:xfrm>
                <a:off x="11713464" y="1563624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500"/>
              </a:solidFill>
              <a:ln w="2286">
                <a:solidFill>
                  <a:srgbClr val="FFC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4" name="polygon-1310"/>
              <p:cNvSpPr/>
              <p:nvPr/>
            </p:nvSpPr>
            <p:spPr>
              <a:xfrm>
                <a:off x="11695176" y="1563624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E00"/>
              </a:solidFill>
              <a:ln w="2286">
                <a:solidFill>
                  <a:srgbClr val="FFB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5" name="polygon-1311"/>
              <p:cNvSpPr/>
              <p:nvPr/>
            </p:nvSpPr>
            <p:spPr>
              <a:xfrm>
                <a:off x="11676888" y="1572768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600"/>
              </a:solidFill>
              <a:ln w="2286">
                <a:solidFill>
                  <a:srgbClr val="FFB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6" name="polygon-1312"/>
              <p:cNvSpPr/>
              <p:nvPr/>
            </p:nvSpPr>
            <p:spPr>
              <a:xfrm>
                <a:off x="11658600" y="1581912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400"/>
              </a:solidFill>
              <a:ln w="2286">
                <a:solidFill>
                  <a:srgbClr val="FFB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7" name="polygon-1313"/>
              <p:cNvSpPr/>
              <p:nvPr/>
            </p:nvSpPr>
            <p:spPr>
              <a:xfrm>
                <a:off x="11640312" y="1591056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900"/>
              </a:solidFill>
              <a:ln w="2286">
                <a:solidFill>
                  <a:srgbClr val="FFB9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8" name="polygon-1314"/>
              <p:cNvSpPr/>
              <p:nvPr/>
            </p:nvSpPr>
            <p:spPr>
              <a:xfrm>
                <a:off x="11622024" y="1600200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C100"/>
              </a:solidFill>
              <a:ln w="2286">
                <a:solidFill>
                  <a:srgbClr val="FFC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9" name="polygon-1315"/>
              <p:cNvSpPr/>
              <p:nvPr/>
            </p:nvSpPr>
            <p:spPr>
              <a:xfrm>
                <a:off x="11603736" y="1618488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600"/>
              </a:solidFill>
              <a:ln w="2286">
                <a:solidFill>
                  <a:srgbClr val="FFC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0" name="polygon-1316"/>
              <p:cNvSpPr/>
              <p:nvPr/>
            </p:nvSpPr>
            <p:spPr>
              <a:xfrm>
                <a:off x="11585448" y="1627632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300"/>
              </a:solidFill>
              <a:ln w="2286">
                <a:solidFill>
                  <a:srgbClr val="FFC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1" name="polygon-1317"/>
              <p:cNvSpPr/>
              <p:nvPr/>
            </p:nvSpPr>
            <p:spPr>
              <a:xfrm>
                <a:off x="11923776" y="146304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6300"/>
              </a:solidFill>
              <a:ln w="2286">
                <a:solidFill>
                  <a:srgbClr val="FF6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2" name="polygon-1318"/>
              <p:cNvSpPr/>
              <p:nvPr/>
            </p:nvSpPr>
            <p:spPr>
              <a:xfrm>
                <a:off x="11905488" y="147218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6A00"/>
              </a:solidFill>
              <a:ln w="2286">
                <a:solidFill>
                  <a:srgbClr val="FF6A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3" name="polygon-1319"/>
              <p:cNvSpPr/>
              <p:nvPr/>
            </p:nvSpPr>
            <p:spPr>
              <a:xfrm>
                <a:off x="11887200" y="1481328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1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7200"/>
              </a:solidFill>
              <a:ln w="2286">
                <a:solidFill>
                  <a:srgbClr val="FF72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4" name="polygon-1320"/>
              <p:cNvSpPr/>
              <p:nvPr/>
            </p:nvSpPr>
            <p:spPr>
              <a:xfrm>
                <a:off x="11868912" y="149961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7400"/>
              </a:solidFill>
              <a:ln w="2286">
                <a:solidFill>
                  <a:srgbClr val="FF7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5" name="polygon-1321"/>
              <p:cNvSpPr/>
              <p:nvPr/>
            </p:nvSpPr>
            <p:spPr>
              <a:xfrm>
                <a:off x="11841480" y="1508760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3" y="0"/>
                    </a:moveTo>
                    <a:lnTo>
                      <a:pt x="5" y="1"/>
                    </a:lnTo>
                    <a:lnTo>
                      <a:pt x="3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6F00"/>
              </a:solidFill>
              <a:ln w="2286">
                <a:solidFill>
                  <a:srgbClr val="FF6F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6" name="polygon-1322"/>
              <p:cNvSpPr/>
              <p:nvPr/>
            </p:nvSpPr>
            <p:spPr>
              <a:xfrm>
                <a:off x="11823192" y="1508760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2" y="0"/>
                    </a:moveTo>
                    <a:lnTo>
                      <a:pt x="5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6700"/>
              </a:solidFill>
              <a:ln w="2286">
                <a:solidFill>
                  <a:srgbClr val="FF67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7" name="polygon-1323"/>
              <p:cNvSpPr/>
              <p:nvPr/>
            </p:nvSpPr>
            <p:spPr>
              <a:xfrm>
                <a:off x="11804904" y="151790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6200"/>
              </a:solidFill>
              <a:ln w="2286">
                <a:solidFill>
                  <a:srgbClr val="FF62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8" name="polygon-1324"/>
              <p:cNvSpPr/>
              <p:nvPr/>
            </p:nvSpPr>
            <p:spPr>
              <a:xfrm>
                <a:off x="11786616" y="1527048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6500"/>
              </a:solidFill>
              <a:ln w="2286">
                <a:solidFill>
                  <a:srgbClr val="FF6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9" name="polygon-1325"/>
              <p:cNvSpPr/>
              <p:nvPr/>
            </p:nvSpPr>
            <p:spPr>
              <a:xfrm>
                <a:off x="11768328" y="1536192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6D00"/>
              </a:solidFill>
              <a:ln w="2286">
                <a:solidFill>
                  <a:srgbClr val="FF6D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0" name="polygon-1326"/>
              <p:cNvSpPr/>
              <p:nvPr/>
            </p:nvSpPr>
            <p:spPr>
              <a:xfrm>
                <a:off x="11750040" y="155448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7300"/>
              </a:solidFill>
              <a:ln w="2286">
                <a:solidFill>
                  <a:srgbClr val="FF7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1" name="polygon-1327"/>
              <p:cNvSpPr/>
              <p:nvPr/>
            </p:nvSpPr>
            <p:spPr>
              <a:xfrm>
                <a:off x="11731752" y="1563624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7300"/>
              </a:solidFill>
              <a:ln w="2286">
                <a:solidFill>
                  <a:srgbClr val="FF7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2" name="polygon-1328"/>
              <p:cNvSpPr/>
              <p:nvPr/>
            </p:nvSpPr>
            <p:spPr>
              <a:xfrm>
                <a:off x="11713464" y="156362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6C00"/>
              </a:solidFill>
              <a:ln w="2286">
                <a:solidFill>
                  <a:srgbClr val="FF6C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3" name="polygon-1329"/>
              <p:cNvSpPr/>
              <p:nvPr/>
            </p:nvSpPr>
            <p:spPr>
              <a:xfrm>
                <a:off x="11695176" y="1572768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6500"/>
              </a:solidFill>
              <a:ln w="2286">
                <a:solidFill>
                  <a:srgbClr val="FF6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4" name="polygon-1330"/>
              <p:cNvSpPr/>
              <p:nvPr/>
            </p:nvSpPr>
            <p:spPr>
              <a:xfrm>
                <a:off x="11676888" y="1581912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6200"/>
              </a:solidFill>
              <a:ln w="2286">
                <a:solidFill>
                  <a:srgbClr val="FF62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5" name="polygon-1331"/>
              <p:cNvSpPr/>
              <p:nvPr/>
            </p:nvSpPr>
            <p:spPr>
              <a:xfrm>
                <a:off x="11658600" y="159105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6700"/>
              </a:solidFill>
              <a:ln w="2286">
                <a:solidFill>
                  <a:srgbClr val="FF67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6" name="polygon-1332"/>
              <p:cNvSpPr/>
              <p:nvPr/>
            </p:nvSpPr>
            <p:spPr>
              <a:xfrm>
                <a:off x="11640312" y="1600200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1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6F00"/>
              </a:solidFill>
              <a:ln w="2286">
                <a:solidFill>
                  <a:srgbClr val="FF6F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7" name="polygon-1333"/>
              <p:cNvSpPr/>
              <p:nvPr/>
            </p:nvSpPr>
            <p:spPr>
              <a:xfrm>
                <a:off x="11622024" y="1618488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7400"/>
              </a:solidFill>
              <a:ln w="2286">
                <a:solidFill>
                  <a:srgbClr val="FF7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8" name="polygon-1334"/>
              <p:cNvSpPr/>
              <p:nvPr/>
            </p:nvSpPr>
            <p:spPr>
              <a:xfrm>
                <a:off x="11603736" y="1627632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7100"/>
              </a:solidFill>
              <a:ln w="2286">
                <a:solidFill>
                  <a:srgbClr val="FF7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9" name="polygon-1335"/>
              <p:cNvSpPr/>
              <p:nvPr/>
            </p:nvSpPr>
            <p:spPr>
              <a:xfrm>
                <a:off x="11942064" y="1472184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500"/>
              </a:solidFill>
              <a:ln w="2286">
                <a:solidFill>
                  <a:srgbClr val="FFB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0" name="polygon-1336"/>
              <p:cNvSpPr/>
              <p:nvPr/>
            </p:nvSpPr>
            <p:spPr>
              <a:xfrm>
                <a:off x="11923776" y="1481328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B00"/>
              </a:solidFill>
              <a:ln w="2286">
                <a:solidFill>
                  <a:srgbClr val="FFBB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1" name="polygon-1337"/>
              <p:cNvSpPr/>
              <p:nvPr/>
            </p:nvSpPr>
            <p:spPr>
              <a:xfrm>
                <a:off x="11905488" y="1490472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C300"/>
              </a:solidFill>
              <a:ln w="2286">
                <a:solidFill>
                  <a:srgbClr val="FFC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2" name="polygon-1338"/>
              <p:cNvSpPr/>
              <p:nvPr/>
            </p:nvSpPr>
            <p:spPr>
              <a:xfrm>
                <a:off x="11887200" y="1508760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600"/>
              </a:solidFill>
              <a:ln w="2286">
                <a:solidFill>
                  <a:srgbClr val="FFC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3" name="polygon-1339"/>
              <p:cNvSpPr/>
              <p:nvPr/>
            </p:nvSpPr>
            <p:spPr>
              <a:xfrm>
                <a:off x="11868912" y="1517904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100"/>
              </a:solidFill>
              <a:ln w="2286">
                <a:solidFill>
                  <a:srgbClr val="FFC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4" name="polygon-1340"/>
              <p:cNvSpPr/>
              <p:nvPr/>
            </p:nvSpPr>
            <p:spPr>
              <a:xfrm>
                <a:off x="11841480" y="1517904"/>
                <a:ext cx="45720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5" h="8">
                    <a:moveTo>
                      <a:pt x="3" y="0"/>
                    </a:moveTo>
                    <a:lnTo>
                      <a:pt x="5" y="7"/>
                    </a:lnTo>
                    <a:lnTo>
                      <a:pt x="3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800"/>
              </a:solidFill>
              <a:ln w="2286">
                <a:solidFill>
                  <a:srgbClr val="FFB8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5" name="polygon-1341"/>
              <p:cNvSpPr/>
              <p:nvPr/>
            </p:nvSpPr>
            <p:spPr>
              <a:xfrm>
                <a:off x="11823192" y="1527048"/>
                <a:ext cx="45720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5" h="8">
                    <a:moveTo>
                      <a:pt x="2" y="0"/>
                    </a:moveTo>
                    <a:lnTo>
                      <a:pt x="5" y="7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400"/>
              </a:solidFill>
              <a:ln w="2286">
                <a:solidFill>
                  <a:srgbClr val="FFB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6" name="polygon-1342"/>
              <p:cNvSpPr/>
              <p:nvPr/>
            </p:nvSpPr>
            <p:spPr>
              <a:xfrm>
                <a:off x="11804904" y="1536192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600"/>
              </a:solidFill>
              <a:ln w="2286">
                <a:solidFill>
                  <a:srgbClr val="FFB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7" name="polygon-1343"/>
              <p:cNvSpPr/>
              <p:nvPr/>
            </p:nvSpPr>
            <p:spPr>
              <a:xfrm>
                <a:off x="11786616" y="1545336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E00"/>
              </a:solidFill>
              <a:ln w="2286">
                <a:solidFill>
                  <a:srgbClr val="FFB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8" name="polygon-1344"/>
              <p:cNvSpPr/>
              <p:nvPr/>
            </p:nvSpPr>
            <p:spPr>
              <a:xfrm>
                <a:off x="11768328" y="1554480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C500"/>
              </a:solidFill>
              <a:ln w="2286">
                <a:solidFill>
                  <a:srgbClr val="FFC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9" name="polygon-1345"/>
              <p:cNvSpPr/>
              <p:nvPr/>
            </p:nvSpPr>
            <p:spPr>
              <a:xfrm>
                <a:off x="11750040" y="1572768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500"/>
              </a:solidFill>
              <a:ln w="2286">
                <a:solidFill>
                  <a:srgbClr val="FFC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0" name="polygon-1346"/>
              <p:cNvSpPr/>
              <p:nvPr/>
            </p:nvSpPr>
            <p:spPr>
              <a:xfrm>
                <a:off x="11731752" y="1572768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E00"/>
              </a:solidFill>
              <a:ln w="2286">
                <a:solidFill>
                  <a:srgbClr val="FFB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1" name="polygon-1347"/>
              <p:cNvSpPr/>
              <p:nvPr/>
            </p:nvSpPr>
            <p:spPr>
              <a:xfrm>
                <a:off x="11713464" y="1581912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7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600"/>
              </a:solidFill>
              <a:ln w="2286">
                <a:solidFill>
                  <a:srgbClr val="FFB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2" name="polygon-1348"/>
              <p:cNvSpPr/>
              <p:nvPr/>
            </p:nvSpPr>
            <p:spPr>
              <a:xfrm>
                <a:off x="11695176" y="1591056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6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400"/>
              </a:solidFill>
              <a:ln w="2286">
                <a:solidFill>
                  <a:srgbClr val="FFB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3" name="polygon-1349"/>
              <p:cNvSpPr/>
              <p:nvPr/>
            </p:nvSpPr>
            <p:spPr>
              <a:xfrm>
                <a:off x="11676888" y="1600200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900"/>
              </a:solidFill>
              <a:ln w="2286">
                <a:solidFill>
                  <a:srgbClr val="FFB9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4" name="polygon-1350"/>
              <p:cNvSpPr/>
              <p:nvPr/>
            </p:nvSpPr>
            <p:spPr>
              <a:xfrm>
                <a:off x="11658600" y="1609344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C100"/>
              </a:solidFill>
              <a:ln w="2286">
                <a:solidFill>
                  <a:srgbClr val="FFC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5" name="polygon-1351"/>
              <p:cNvSpPr/>
              <p:nvPr/>
            </p:nvSpPr>
            <p:spPr>
              <a:xfrm>
                <a:off x="11640312" y="1627632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600"/>
              </a:solidFill>
              <a:ln w="2286">
                <a:solidFill>
                  <a:srgbClr val="FFC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6" name="polygon-1352"/>
              <p:cNvSpPr/>
              <p:nvPr/>
            </p:nvSpPr>
            <p:spPr>
              <a:xfrm>
                <a:off x="11622024" y="1636776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300"/>
              </a:solidFill>
              <a:ln w="2286">
                <a:solidFill>
                  <a:srgbClr val="FFC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7" name="polygon-1353"/>
              <p:cNvSpPr/>
              <p:nvPr/>
            </p:nvSpPr>
            <p:spPr>
              <a:xfrm>
                <a:off x="11960352" y="1490472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500"/>
              </a:solidFill>
              <a:ln w="2286">
                <a:solidFill>
                  <a:srgbClr val="FFB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8" name="polygon-1354"/>
              <p:cNvSpPr/>
              <p:nvPr/>
            </p:nvSpPr>
            <p:spPr>
              <a:xfrm>
                <a:off x="11942064" y="1499616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B00"/>
              </a:solidFill>
              <a:ln w="2286">
                <a:solidFill>
                  <a:srgbClr val="FFBB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9" name="polygon-1355"/>
              <p:cNvSpPr/>
              <p:nvPr/>
            </p:nvSpPr>
            <p:spPr>
              <a:xfrm>
                <a:off x="11923776" y="1508760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C300"/>
              </a:solidFill>
              <a:ln w="2286">
                <a:solidFill>
                  <a:srgbClr val="FFC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0" name="polygon-1356"/>
              <p:cNvSpPr/>
              <p:nvPr/>
            </p:nvSpPr>
            <p:spPr>
              <a:xfrm>
                <a:off x="11905488" y="1527048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600"/>
              </a:solidFill>
              <a:ln w="2286">
                <a:solidFill>
                  <a:srgbClr val="FFC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1" name="polygon-1357"/>
              <p:cNvSpPr/>
              <p:nvPr/>
            </p:nvSpPr>
            <p:spPr>
              <a:xfrm>
                <a:off x="11887200" y="1536192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100"/>
              </a:solidFill>
              <a:ln w="2286">
                <a:solidFill>
                  <a:srgbClr val="FFC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2" name="polygon-1358"/>
              <p:cNvSpPr/>
              <p:nvPr/>
            </p:nvSpPr>
            <p:spPr>
              <a:xfrm>
                <a:off x="11868912" y="1536192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800"/>
              </a:solidFill>
              <a:ln w="2286">
                <a:solidFill>
                  <a:srgbClr val="FFB8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3" name="polygon-1359"/>
              <p:cNvSpPr/>
              <p:nvPr/>
            </p:nvSpPr>
            <p:spPr>
              <a:xfrm>
                <a:off x="11841480" y="1545336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3" y="5"/>
                    </a:moveTo>
                    <a:lnTo>
                      <a:pt x="5" y="0"/>
                    </a:lnTo>
                    <a:lnTo>
                      <a:pt x="3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400"/>
              </a:solidFill>
              <a:ln w="2286">
                <a:solidFill>
                  <a:srgbClr val="FFB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4" name="polygon-1360"/>
              <p:cNvSpPr/>
              <p:nvPr/>
            </p:nvSpPr>
            <p:spPr>
              <a:xfrm>
                <a:off x="11823192" y="1554480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2" y="5"/>
                    </a:moveTo>
                    <a:lnTo>
                      <a:pt x="5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600"/>
              </a:solidFill>
              <a:ln w="2286">
                <a:solidFill>
                  <a:srgbClr val="FFB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5" name="polygon-1361"/>
              <p:cNvSpPr/>
              <p:nvPr/>
            </p:nvSpPr>
            <p:spPr>
              <a:xfrm>
                <a:off x="11804904" y="1563624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E00"/>
              </a:solidFill>
              <a:ln w="2286">
                <a:solidFill>
                  <a:srgbClr val="FFB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6" name="polygon-1362"/>
              <p:cNvSpPr/>
              <p:nvPr/>
            </p:nvSpPr>
            <p:spPr>
              <a:xfrm>
                <a:off x="11786616" y="1572768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C500"/>
              </a:solidFill>
              <a:ln w="2286">
                <a:solidFill>
                  <a:srgbClr val="FFC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7" name="polygon-1363"/>
              <p:cNvSpPr/>
              <p:nvPr/>
            </p:nvSpPr>
            <p:spPr>
              <a:xfrm>
                <a:off x="11768328" y="1591056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500"/>
              </a:solidFill>
              <a:ln w="2286">
                <a:solidFill>
                  <a:srgbClr val="FFC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8" name="polygon-1364"/>
              <p:cNvSpPr/>
              <p:nvPr/>
            </p:nvSpPr>
            <p:spPr>
              <a:xfrm>
                <a:off x="11750040" y="1591056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E00"/>
              </a:solidFill>
              <a:ln w="2286">
                <a:solidFill>
                  <a:srgbClr val="FFB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9" name="polygon-1365"/>
              <p:cNvSpPr/>
              <p:nvPr/>
            </p:nvSpPr>
            <p:spPr>
              <a:xfrm>
                <a:off x="11731752" y="1600200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600"/>
              </a:solidFill>
              <a:ln w="2286">
                <a:solidFill>
                  <a:srgbClr val="FFB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0" name="polygon-1366"/>
              <p:cNvSpPr/>
              <p:nvPr/>
            </p:nvSpPr>
            <p:spPr>
              <a:xfrm>
                <a:off x="11713464" y="1609344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400"/>
              </a:solidFill>
              <a:ln w="2286">
                <a:solidFill>
                  <a:srgbClr val="FFB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1" name="polygon-1367"/>
              <p:cNvSpPr/>
              <p:nvPr/>
            </p:nvSpPr>
            <p:spPr>
              <a:xfrm>
                <a:off x="11695176" y="1618488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900"/>
              </a:solidFill>
              <a:ln w="2286">
                <a:solidFill>
                  <a:srgbClr val="FFB9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2" name="polygon-1368"/>
              <p:cNvSpPr/>
              <p:nvPr/>
            </p:nvSpPr>
            <p:spPr>
              <a:xfrm>
                <a:off x="11676888" y="1627632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C100"/>
              </a:solidFill>
              <a:ln w="2286">
                <a:solidFill>
                  <a:srgbClr val="FFC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3" name="polygon-1369"/>
              <p:cNvSpPr/>
              <p:nvPr/>
            </p:nvSpPr>
            <p:spPr>
              <a:xfrm>
                <a:off x="11658600" y="1636776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C600"/>
              </a:solidFill>
              <a:ln w="2286">
                <a:solidFill>
                  <a:srgbClr val="FFC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4" name="polygon-1370"/>
              <p:cNvSpPr/>
              <p:nvPr/>
            </p:nvSpPr>
            <p:spPr>
              <a:xfrm>
                <a:off x="11640312" y="1655064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300"/>
              </a:solidFill>
              <a:ln w="2286">
                <a:solidFill>
                  <a:srgbClr val="FFC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5" name="polygon-1371"/>
              <p:cNvSpPr/>
              <p:nvPr/>
            </p:nvSpPr>
            <p:spPr>
              <a:xfrm>
                <a:off x="11978640" y="1490472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500"/>
              </a:solidFill>
              <a:ln w="2286">
                <a:solidFill>
                  <a:srgbClr val="FFB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6" name="polygon-1372"/>
              <p:cNvSpPr/>
              <p:nvPr/>
            </p:nvSpPr>
            <p:spPr>
              <a:xfrm>
                <a:off x="11960352" y="1499616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B00"/>
              </a:solidFill>
              <a:ln w="2286">
                <a:solidFill>
                  <a:srgbClr val="FFBB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7" name="polygon-1373"/>
              <p:cNvSpPr/>
              <p:nvPr/>
            </p:nvSpPr>
            <p:spPr>
              <a:xfrm>
                <a:off x="11942064" y="1508760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C300"/>
              </a:solidFill>
              <a:ln w="2286">
                <a:solidFill>
                  <a:srgbClr val="FFC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8" name="polygon-1374"/>
              <p:cNvSpPr/>
              <p:nvPr/>
            </p:nvSpPr>
            <p:spPr>
              <a:xfrm>
                <a:off x="11923776" y="1527048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600"/>
              </a:solidFill>
              <a:ln w="2286">
                <a:solidFill>
                  <a:srgbClr val="FFC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9" name="polygon-1375"/>
              <p:cNvSpPr/>
              <p:nvPr/>
            </p:nvSpPr>
            <p:spPr>
              <a:xfrm>
                <a:off x="11905488" y="1536192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100"/>
              </a:solidFill>
              <a:ln w="2286">
                <a:solidFill>
                  <a:srgbClr val="FFC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0" name="polygon-1376"/>
              <p:cNvSpPr/>
              <p:nvPr/>
            </p:nvSpPr>
            <p:spPr>
              <a:xfrm>
                <a:off x="11887200" y="1536192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800"/>
              </a:solidFill>
              <a:ln w="2286">
                <a:solidFill>
                  <a:srgbClr val="FFB8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1" name="polygon-1377"/>
              <p:cNvSpPr/>
              <p:nvPr/>
            </p:nvSpPr>
            <p:spPr>
              <a:xfrm>
                <a:off x="11868912" y="1545336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400"/>
              </a:solidFill>
              <a:ln w="2286">
                <a:solidFill>
                  <a:srgbClr val="FFB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2" name="polygon-1378"/>
              <p:cNvSpPr/>
              <p:nvPr/>
            </p:nvSpPr>
            <p:spPr>
              <a:xfrm>
                <a:off x="11841480" y="1554480"/>
                <a:ext cx="45720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5" h="8">
                    <a:moveTo>
                      <a:pt x="3" y="0"/>
                    </a:moveTo>
                    <a:lnTo>
                      <a:pt x="5" y="7"/>
                    </a:lnTo>
                    <a:lnTo>
                      <a:pt x="3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600"/>
              </a:solidFill>
              <a:ln w="2286">
                <a:solidFill>
                  <a:srgbClr val="FFB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3" name="polygon-1379"/>
              <p:cNvSpPr/>
              <p:nvPr/>
            </p:nvSpPr>
            <p:spPr>
              <a:xfrm>
                <a:off x="11823192" y="1563624"/>
                <a:ext cx="45720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5" h="8">
                    <a:moveTo>
                      <a:pt x="2" y="0"/>
                    </a:moveTo>
                    <a:lnTo>
                      <a:pt x="5" y="7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E00"/>
              </a:solidFill>
              <a:ln w="2286">
                <a:solidFill>
                  <a:srgbClr val="FFB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4" name="polygon-1380"/>
              <p:cNvSpPr/>
              <p:nvPr/>
            </p:nvSpPr>
            <p:spPr>
              <a:xfrm>
                <a:off x="11804904" y="1572768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C500"/>
              </a:solidFill>
              <a:ln w="2286">
                <a:solidFill>
                  <a:srgbClr val="FFC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5" name="polygon-1381"/>
              <p:cNvSpPr/>
              <p:nvPr/>
            </p:nvSpPr>
            <p:spPr>
              <a:xfrm>
                <a:off x="11786616" y="1591056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500"/>
              </a:solidFill>
              <a:ln w="2286">
                <a:solidFill>
                  <a:srgbClr val="FFC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6" name="polygon-1382"/>
              <p:cNvSpPr/>
              <p:nvPr/>
            </p:nvSpPr>
            <p:spPr>
              <a:xfrm>
                <a:off x="11768328" y="1591056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E00"/>
              </a:solidFill>
              <a:ln w="2286">
                <a:solidFill>
                  <a:srgbClr val="FFB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7" name="polygon-1383"/>
              <p:cNvSpPr/>
              <p:nvPr/>
            </p:nvSpPr>
            <p:spPr>
              <a:xfrm>
                <a:off x="11750040" y="1600200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7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600"/>
              </a:solidFill>
              <a:ln w="2286">
                <a:solidFill>
                  <a:srgbClr val="FFB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8" name="polygon-1384"/>
              <p:cNvSpPr/>
              <p:nvPr/>
            </p:nvSpPr>
            <p:spPr>
              <a:xfrm>
                <a:off x="11731752" y="1609344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6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400"/>
              </a:solidFill>
              <a:ln w="2286">
                <a:solidFill>
                  <a:srgbClr val="FFB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9" name="polygon-1385"/>
              <p:cNvSpPr/>
              <p:nvPr/>
            </p:nvSpPr>
            <p:spPr>
              <a:xfrm>
                <a:off x="11713464" y="1618488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900"/>
              </a:solidFill>
              <a:ln w="2286">
                <a:solidFill>
                  <a:srgbClr val="FFB9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0" name="polygon-1386"/>
              <p:cNvSpPr/>
              <p:nvPr/>
            </p:nvSpPr>
            <p:spPr>
              <a:xfrm>
                <a:off x="11695176" y="1627632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100"/>
              </a:solidFill>
              <a:ln w="2286">
                <a:solidFill>
                  <a:srgbClr val="FFC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1" name="polygon-1387"/>
              <p:cNvSpPr/>
              <p:nvPr/>
            </p:nvSpPr>
            <p:spPr>
              <a:xfrm>
                <a:off x="11676888" y="1636776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C600"/>
              </a:solidFill>
              <a:ln w="2286">
                <a:solidFill>
                  <a:srgbClr val="FFC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2" name="polygon-1388"/>
              <p:cNvSpPr/>
              <p:nvPr/>
            </p:nvSpPr>
            <p:spPr>
              <a:xfrm>
                <a:off x="11658600" y="1655064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300"/>
              </a:solidFill>
              <a:ln w="2286">
                <a:solidFill>
                  <a:srgbClr val="FFC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3" name="polygon-1389"/>
              <p:cNvSpPr/>
              <p:nvPr/>
            </p:nvSpPr>
            <p:spPr>
              <a:xfrm>
                <a:off x="11996928" y="1508760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500"/>
              </a:solidFill>
              <a:ln w="2286">
                <a:solidFill>
                  <a:srgbClr val="FFB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4" name="polygon-1390"/>
              <p:cNvSpPr/>
              <p:nvPr/>
            </p:nvSpPr>
            <p:spPr>
              <a:xfrm>
                <a:off x="11978640" y="1517904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B00"/>
              </a:solidFill>
              <a:ln w="2286">
                <a:solidFill>
                  <a:srgbClr val="FFBB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5" name="polygon-1391"/>
              <p:cNvSpPr/>
              <p:nvPr/>
            </p:nvSpPr>
            <p:spPr>
              <a:xfrm>
                <a:off x="11960352" y="1527048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C300"/>
              </a:solidFill>
              <a:ln w="2286">
                <a:solidFill>
                  <a:srgbClr val="FFC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6" name="polygon-1392"/>
              <p:cNvSpPr/>
              <p:nvPr/>
            </p:nvSpPr>
            <p:spPr>
              <a:xfrm>
                <a:off x="11942064" y="1545336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600"/>
              </a:solidFill>
              <a:ln w="2286">
                <a:solidFill>
                  <a:srgbClr val="FFC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7" name="polygon-1393"/>
              <p:cNvSpPr/>
              <p:nvPr/>
            </p:nvSpPr>
            <p:spPr>
              <a:xfrm>
                <a:off x="11923776" y="1554480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100"/>
              </a:solidFill>
              <a:ln w="2286">
                <a:solidFill>
                  <a:srgbClr val="FFC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8" name="polygon-1394"/>
              <p:cNvSpPr/>
              <p:nvPr/>
            </p:nvSpPr>
            <p:spPr>
              <a:xfrm>
                <a:off x="11905488" y="1554480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800"/>
              </a:solidFill>
              <a:ln w="2286">
                <a:solidFill>
                  <a:srgbClr val="FFB8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9" name="polygon-1395"/>
              <p:cNvSpPr/>
              <p:nvPr/>
            </p:nvSpPr>
            <p:spPr>
              <a:xfrm>
                <a:off x="11887200" y="1563624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400"/>
              </a:solidFill>
              <a:ln w="2286">
                <a:solidFill>
                  <a:srgbClr val="FFB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0" name="polygon-1396"/>
              <p:cNvSpPr/>
              <p:nvPr/>
            </p:nvSpPr>
            <p:spPr>
              <a:xfrm>
                <a:off x="11868912" y="1572768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600"/>
              </a:solidFill>
              <a:ln w="2286">
                <a:solidFill>
                  <a:srgbClr val="FFB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1" name="polygon-1397"/>
              <p:cNvSpPr/>
              <p:nvPr/>
            </p:nvSpPr>
            <p:spPr>
              <a:xfrm>
                <a:off x="11841480" y="1581912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3" y="5"/>
                    </a:moveTo>
                    <a:lnTo>
                      <a:pt x="5" y="0"/>
                    </a:lnTo>
                    <a:lnTo>
                      <a:pt x="3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E00"/>
              </a:solidFill>
              <a:ln w="2286">
                <a:solidFill>
                  <a:srgbClr val="FFB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2" name="polygon-1398"/>
              <p:cNvSpPr/>
              <p:nvPr/>
            </p:nvSpPr>
            <p:spPr>
              <a:xfrm>
                <a:off x="11823192" y="1591056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2" y="5"/>
                    </a:moveTo>
                    <a:lnTo>
                      <a:pt x="5" y="0"/>
                    </a:lnTo>
                    <a:lnTo>
                      <a:pt x="2" y="2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C500"/>
              </a:solidFill>
              <a:ln w="2286">
                <a:solidFill>
                  <a:srgbClr val="FFC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3" name="polygon-1399"/>
              <p:cNvSpPr/>
              <p:nvPr/>
            </p:nvSpPr>
            <p:spPr>
              <a:xfrm>
                <a:off x="11804904" y="1609344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500"/>
              </a:solidFill>
              <a:ln w="2286">
                <a:solidFill>
                  <a:srgbClr val="FFC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4" name="polygon-1400"/>
              <p:cNvSpPr/>
              <p:nvPr/>
            </p:nvSpPr>
            <p:spPr>
              <a:xfrm>
                <a:off x="11786616" y="1609344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E00"/>
              </a:solidFill>
              <a:ln w="2286">
                <a:solidFill>
                  <a:srgbClr val="FFB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5" name="polygon-1401"/>
              <p:cNvSpPr/>
              <p:nvPr/>
            </p:nvSpPr>
            <p:spPr>
              <a:xfrm>
                <a:off x="11768328" y="1618488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600"/>
              </a:solidFill>
              <a:ln w="2286">
                <a:solidFill>
                  <a:srgbClr val="FFB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6" name="polygon-1402"/>
              <p:cNvSpPr/>
              <p:nvPr/>
            </p:nvSpPr>
            <p:spPr>
              <a:xfrm>
                <a:off x="11750040" y="1627632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400"/>
              </a:solidFill>
              <a:ln w="2286">
                <a:solidFill>
                  <a:srgbClr val="FFB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7" name="polygon-1403"/>
              <p:cNvSpPr/>
              <p:nvPr/>
            </p:nvSpPr>
            <p:spPr>
              <a:xfrm>
                <a:off x="11731752" y="1636776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900"/>
              </a:solidFill>
              <a:ln w="2286">
                <a:solidFill>
                  <a:srgbClr val="FFB9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8" name="polygon-1404"/>
              <p:cNvSpPr/>
              <p:nvPr/>
            </p:nvSpPr>
            <p:spPr>
              <a:xfrm>
                <a:off x="11713464" y="1645920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C100"/>
              </a:solidFill>
              <a:ln w="2286">
                <a:solidFill>
                  <a:srgbClr val="FFC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9" name="polygon-1405"/>
              <p:cNvSpPr/>
              <p:nvPr/>
            </p:nvSpPr>
            <p:spPr>
              <a:xfrm>
                <a:off x="11695176" y="1655064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C600"/>
              </a:solidFill>
              <a:ln w="2286">
                <a:solidFill>
                  <a:srgbClr val="FFC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0" name="polygon-1406"/>
              <p:cNvSpPr/>
              <p:nvPr/>
            </p:nvSpPr>
            <p:spPr>
              <a:xfrm>
                <a:off x="11676888" y="1664208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C300"/>
              </a:solidFill>
              <a:ln w="2286">
                <a:solidFill>
                  <a:srgbClr val="FFC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1" name="polygon-1407"/>
              <p:cNvSpPr/>
              <p:nvPr/>
            </p:nvSpPr>
            <p:spPr>
              <a:xfrm>
                <a:off x="12015216" y="150876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6300"/>
              </a:solidFill>
              <a:ln w="2286">
                <a:solidFill>
                  <a:srgbClr val="FF6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2" name="polygon-1408"/>
              <p:cNvSpPr/>
              <p:nvPr/>
            </p:nvSpPr>
            <p:spPr>
              <a:xfrm>
                <a:off x="11996928" y="151790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6A00"/>
              </a:solidFill>
              <a:ln w="2286">
                <a:solidFill>
                  <a:srgbClr val="FF6A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3" name="polygon-1409"/>
              <p:cNvSpPr/>
              <p:nvPr/>
            </p:nvSpPr>
            <p:spPr>
              <a:xfrm>
                <a:off x="11978640" y="1527048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1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7200"/>
              </a:solidFill>
              <a:ln w="2286">
                <a:solidFill>
                  <a:srgbClr val="FF72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4" name="polygon-1410"/>
              <p:cNvSpPr/>
              <p:nvPr/>
            </p:nvSpPr>
            <p:spPr>
              <a:xfrm>
                <a:off x="11960352" y="154533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7400"/>
              </a:solidFill>
              <a:ln w="2286">
                <a:solidFill>
                  <a:srgbClr val="FF7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5" name="polygon-1411"/>
              <p:cNvSpPr/>
              <p:nvPr/>
            </p:nvSpPr>
            <p:spPr>
              <a:xfrm>
                <a:off x="11942064" y="1554480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6F00"/>
              </a:solidFill>
              <a:ln w="2286">
                <a:solidFill>
                  <a:srgbClr val="FF6F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6" name="polygon-1412"/>
              <p:cNvSpPr/>
              <p:nvPr/>
            </p:nvSpPr>
            <p:spPr>
              <a:xfrm>
                <a:off x="11923776" y="155448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6700"/>
              </a:solidFill>
              <a:ln w="2286">
                <a:solidFill>
                  <a:srgbClr val="FF67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7" name="polygon-1413"/>
              <p:cNvSpPr/>
              <p:nvPr/>
            </p:nvSpPr>
            <p:spPr>
              <a:xfrm>
                <a:off x="11905488" y="156362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6200"/>
              </a:solidFill>
              <a:ln w="2286">
                <a:solidFill>
                  <a:srgbClr val="FF62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8" name="polygon-1414"/>
              <p:cNvSpPr/>
              <p:nvPr/>
            </p:nvSpPr>
            <p:spPr>
              <a:xfrm>
                <a:off x="11887200" y="1572768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6500"/>
              </a:solidFill>
              <a:ln w="2286">
                <a:solidFill>
                  <a:srgbClr val="FF6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9" name="polygon-1415"/>
              <p:cNvSpPr/>
              <p:nvPr/>
            </p:nvSpPr>
            <p:spPr>
              <a:xfrm>
                <a:off x="11868912" y="1581912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6D00"/>
              </a:solidFill>
              <a:ln w="2286">
                <a:solidFill>
                  <a:srgbClr val="FF6D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0" name="polygon-1416"/>
              <p:cNvSpPr/>
              <p:nvPr/>
            </p:nvSpPr>
            <p:spPr>
              <a:xfrm>
                <a:off x="11841480" y="1591056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3" y="0"/>
                    </a:moveTo>
                    <a:lnTo>
                      <a:pt x="5" y="1"/>
                    </a:lnTo>
                    <a:lnTo>
                      <a:pt x="3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7300"/>
              </a:solidFill>
              <a:ln w="2286">
                <a:solidFill>
                  <a:srgbClr val="FF7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1" name="polygon-1417"/>
              <p:cNvSpPr/>
              <p:nvPr/>
            </p:nvSpPr>
            <p:spPr>
              <a:xfrm>
                <a:off x="11823192" y="1609344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2" y="0"/>
                    </a:moveTo>
                    <a:lnTo>
                      <a:pt x="5" y="1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7300"/>
              </a:solidFill>
              <a:ln w="2286">
                <a:solidFill>
                  <a:srgbClr val="FF7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2" name="polygon-1418"/>
              <p:cNvSpPr/>
              <p:nvPr/>
            </p:nvSpPr>
            <p:spPr>
              <a:xfrm>
                <a:off x="11804904" y="160934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6C00"/>
              </a:solidFill>
              <a:ln w="2286">
                <a:solidFill>
                  <a:srgbClr val="FF6C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3" name="polygon-1419"/>
              <p:cNvSpPr/>
              <p:nvPr/>
            </p:nvSpPr>
            <p:spPr>
              <a:xfrm>
                <a:off x="11786616" y="1618488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6500"/>
              </a:solidFill>
              <a:ln w="2286">
                <a:solidFill>
                  <a:srgbClr val="FF6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4" name="polygon-1420"/>
              <p:cNvSpPr/>
              <p:nvPr/>
            </p:nvSpPr>
            <p:spPr>
              <a:xfrm>
                <a:off x="11768328" y="1627632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6200"/>
              </a:solidFill>
              <a:ln w="2286">
                <a:solidFill>
                  <a:srgbClr val="FF62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5" name="polygon-1421"/>
              <p:cNvSpPr/>
              <p:nvPr/>
            </p:nvSpPr>
            <p:spPr>
              <a:xfrm>
                <a:off x="11750040" y="163677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6700"/>
              </a:solidFill>
              <a:ln w="2286">
                <a:solidFill>
                  <a:srgbClr val="FF67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6" name="polygon-1422"/>
              <p:cNvSpPr/>
              <p:nvPr/>
            </p:nvSpPr>
            <p:spPr>
              <a:xfrm>
                <a:off x="11731752" y="164592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6F00"/>
              </a:solidFill>
              <a:ln w="2286">
                <a:solidFill>
                  <a:srgbClr val="FF6F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7" name="polygon-1423"/>
              <p:cNvSpPr/>
              <p:nvPr/>
            </p:nvSpPr>
            <p:spPr>
              <a:xfrm>
                <a:off x="11713464" y="165506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7400"/>
              </a:solidFill>
              <a:ln w="2286">
                <a:solidFill>
                  <a:srgbClr val="FF7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8" name="polygon-1424"/>
              <p:cNvSpPr/>
              <p:nvPr/>
            </p:nvSpPr>
            <p:spPr>
              <a:xfrm>
                <a:off x="11695176" y="1664208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7100"/>
              </a:solidFill>
              <a:ln w="2286">
                <a:solidFill>
                  <a:srgbClr val="FF7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9" name="polygon-1425"/>
              <p:cNvSpPr/>
              <p:nvPr/>
            </p:nvSpPr>
            <p:spPr>
              <a:xfrm>
                <a:off x="12033504" y="1517904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500"/>
              </a:solidFill>
              <a:ln w="2286">
                <a:solidFill>
                  <a:srgbClr val="FFB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0" name="polygon-1426"/>
              <p:cNvSpPr/>
              <p:nvPr/>
            </p:nvSpPr>
            <p:spPr>
              <a:xfrm>
                <a:off x="12015216" y="1527048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B00"/>
              </a:solidFill>
              <a:ln w="2286">
                <a:solidFill>
                  <a:srgbClr val="FFBB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1" name="polygon-1427"/>
              <p:cNvSpPr/>
              <p:nvPr/>
            </p:nvSpPr>
            <p:spPr>
              <a:xfrm>
                <a:off x="11996928" y="1536192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C300"/>
              </a:solidFill>
              <a:ln w="2286">
                <a:solidFill>
                  <a:srgbClr val="FFC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2" name="polygon-1428"/>
              <p:cNvSpPr/>
              <p:nvPr/>
            </p:nvSpPr>
            <p:spPr>
              <a:xfrm>
                <a:off x="11978640" y="1554480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600"/>
              </a:solidFill>
              <a:ln w="2286">
                <a:solidFill>
                  <a:srgbClr val="FFC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3" name="polygon-1429"/>
              <p:cNvSpPr/>
              <p:nvPr/>
            </p:nvSpPr>
            <p:spPr>
              <a:xfrm>
                <a:off x="11960352" y="1563624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100"/>
              </a:solidFill>
              <a:ln w="2286">
                <a:solidFill>
                  <a:srgbClr val="FFC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4" name="polygon-1430"/>
              <p:cNvSpPr/>
              <p:nvPr/>
            </p:nvSpPr>
            <p:spPr>
              <a:xfrm>
                <a:off x="11942064" y="1563624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800"/>
              </a:solidFill>
              <a:ln w="2286">
                <a:solidFill>
                  <a:srgbClr val="FFB8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5" name="polygon-1431"/>
              <p:cNvSpPr/>
              <p:nvPr/>
            </p:nvSpPr>
            <p:spPr>
              <a:xfrm>
                <a:off x="11923776" y="1572768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400"/>
              </a:solidFill>
              <a:ln w="2286">
                <a:solidFill>
                  <a:srgbClr val="FFB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6" name="polygon-1432"/>
              <p:cNvSpPr/>
              <p:nvPr/>
            </p:nvSpPr>
            <p:spPr>
              <a:xfrm>
                <a:off x="11905488" y="1581912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600"/>
              </a:solidFill>
              <a:ln w="2286">
                <a:solidFill>
                  <a:srgbClr val="FFB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7" name="polygon-1433"/>
              <p:cNvSpPr/>
              <p:nvPr/>
            </p:nvSpPr>
            <p:spPr>
              <a:xfrm>
                <a:off x="11887200" y="1591056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E00"/>
              </a:solidFill>
              <a:ln w="2286">
                <a:solidFill>
                  <a:srgbClr val="FFB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8" name="polygon-1434"/>
              <p:cNvSpPr/>
              <p:nvPr/>
            </p:nvSpPr>
            <p:spPr>
              <a:xfrm>
                <a:off x="11868912" y="1600200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C500"/>
              </a:solidFill>
              <a:ln w="2286">
                <a:solidFill>
                  <a:srgbClr val="FFC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9" name="polygon-1435"/>
              <p:cNvSpPr/>
              <p:nvPr/>
            </p:nvSpPr>
            <p:spPr>
              <a:xfrm>
                <a:off x="11841480" y="1618488"/>
                <a:ext cx="45720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5" h="7">
                    <a:moveTo>
                      <a:pt x="3" y="0"/>
                    </a:moveTo>
                    <a:lnTo>
                      <a:pt x="5" y="6"/>
                    </a:lnTo>
                    <a:lnTo>
                      <a:pt x="3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500"/>
              </a:solidFill>
              <a:ln w="2286">
                <a:solidFill>
                  <a:srgbClr val="FFC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0" name="polygon-1436"/>
              <p:cNvSpPr/>
              <p:nvPr/>
            </p:nvSpPr>
            <p:spPr>
              <a:xfrm>
                <a:off x="11823192" y="1618488"/>
                <a:ext cx="45720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5" h="8">
                    <a:moveTo>
                      <a:pt x="2" y="0"/>
                    </a:moveTo>
                    <a:lnTo>
                      <a:pt x="5" y="7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E00"/>
              </a:solidFill>
              <a:ln w="2286">
                <a:solidFill>
                  <a:srgbClr val="FFB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1" name="polygon-1437"/>
              <p:cNvSpPr/>
              <p:nvPr/>
            </p:nvSpPr>
            <p:spPr>
              <a:xfrm>
                <a:off x="11804904" y="1627632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7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600"/>
              </a:solidFill>
              <a:ln w="2286">
                <a:solidFill>
                  <a:srgbClr val="FFB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2" name="polygon-1438"/>
              <p:cNvSpPr/>
              <p:nvPr/>
            </p:nvSpPr>
            <p:spPr>
              <a:xfrm>
                <a:off x="11786616" y="1636776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400"/>
              </a:solidFill>
              <a:ln w="2286">
                <a:solidFill>
                  <a:srgbClr val="FFB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3" name="polygon-1439"/>
              <p:cNvSpPr/>
              <p:nvPr/>
            </p:nvSpPr>
            <p:spPr>
              <a:xfrm>
                <a:off x="11768328" y="1645920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6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900"/>
              </a:solidFill>
              <a:ln w="2286">
                <a:solidFill>
                  <a:srgbClr val="FFB9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4" name="polygon-1440"/>
              <p:cNvSpPr/>
              <p:nvPr/>
            </p:nvSpPr>
            <p:spPr>
              <a:xfrm>
                <a:off x="11750040" y="1655064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100"/>
              </a:solidFill>
              <a:ln w="2286">
                <a:solidFill>
                  <a:srgbClr val="FFC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5" name="polygon-1441"/>
              <p:cNvSpPr/>
              <p:nvPr/>
            </p:nvSpPr>
            <p:spPr>
              <a:xfrm>
                <a:off x="11731752" y="1664208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600"/>
              </a:solidFill>
              <a:ln w="2286">
                <a:solidFill>
                  <a:srgbClr val="FFC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6" name="polygon-1442"/>
              <p:cNvSpPr/>
              <p:nvPr/>
            </p:nvSpPr>
            <p:spPr>
              <a:xfrm>
                <a:off x="11713464" y="1673352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00"/>
              </a:solidFill>
              <a:ln w="2286">
                <a:solidFill>
                  <a:srgbClr val="FFC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7" name="polygon-1443"/>
              <p:cNvSpPr/>
              <p:nvPr/>
            </p:nvSpPr>
            <p:spPr>
              <a:xfrm>
                <a:off x="12051792" y="1536192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500"/>
              </a:solidFill>
              <a:ln w="2286">
                <a:solidFill>
                  <a:srgbClr val="FFB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8" name="polygon-1444"/>
              <p:cNvSpPr/>
              <p:nvPr/>
            </p:nvSpPr>
            <p:spPr>
              <a:xfrm>
                <a:off x="12033504" y="1545336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B00"/>
              </a:solidFill>
              <a:ln w="2286">
                <a:solidFill>
                  <a:srgbClr val="FFBB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9" name="polygon-1445"/>
              <p:cNvSpPr/>
              <p:nvPr/>
            </p:nvSpPr>
            <p:spPr>
              <a:xfrm>
                <a:off x="12015216" y="1554480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C300"/>
              </a:solidFill>
              <a:ln w="2286">
                <a:solidFill>
                  <a:srgbClr val="FFC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0" name="polygon-1446"/>
              <p:cNvSpPr/>
              <p:nvPr/>
            </p:nvSpPr>
            <p:spPr>
              <a:xfrm>
                <a:off x="11996928" y="1572768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600"/>
              </a:solidFill>
              <a:ln w="2286">
                <a:solidFill>
                  <a:srgbClr val="FFC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1" name="polygon-1447"/>
              <p:cNvSpPr/>
              <p:nvPr/>
            </p:nvSpPr>
            <p:spPr>
              <a:xfrm>
                <a:off x="11978640" y="1581912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100"/>
              </a:solidFill>
              <a:ln w="2286">
                <a:solidFill>
                  <a:srgbClr val="FFC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2" name="polygon-1448"/>
              <p:cNvSpPr/>
              <p:nvPr/>
            </p:nvSpPr>
            <p:spPr>
              <a:xfrm>
                <a:off x="11960352" y="1581912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800"/>
              </a:solidFill>
              <a:ln w="2286">
                <a:solidFill>
                  <a:srgbClr val="FFB8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3" name="polygon-1449"/>
              <p:cNvSpPr/>
              <p:nvPr/>
            </p:nvSpPr>
            <p:spPr>
              <a:xfrm>
                <a:off x="11942064" y="1591056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400"/>
              </a:solidFill>
              <a:ln w="2286">
                <a:solidFill>
                  <a:srgbClr val="FFB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4" name="polygon-1450"/>
              <p:cNvSpPr/>
              <p:nvPr/>
            </p:nvSpPr>
            <p:spPr>
              <a:xfrm>
                <a:off x="11923776" y="1600200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600"/>
              </a:solidFill>
              <a:ln w="2286">
                <a:solidFill>
                  <a:srgbClr val="FFB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5" name="polygon-1451"/>
              <p:cNvSpPr/>
              <p:nvPr/>
            </p:nvSpPr>
            <p:spPr>
              <a:xfrm>
                <a:off x="11905488" y="1609344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E00"/>
              </a:solidFill>
              <a:ln w="2286">
                <a:solidFill>
                  <a:srgbClr val="FFB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6" name="polygon-1452"/>
              <p:cNvSpPr/>
              <p:nvPr/>
            </p:nvSpPr>
            <p:spPr>
              <a:xfrm>
                <a:off x="11887200" y="1618488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C500"/>
              </a:solidFill>
              <a:ln w="2286">
                <a:solidFill>
                  <a:srgbClr val="FFC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7" name="polygon-1453"/>
              <p:cNvSpPr/>
              <p:nvPr/>
            </p:nvSpPr>
            <p:spPr>
              <a:xfrm>
                <a:off x="11868912" y="1636776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500"/>
              </a:solidFill>
              <a:ln w="2286">
                <a:solidFill>
                  <a:srgbClr val="FFC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8" name="polygon-1454"/>
              <p:cNvSpPr/>
              <p:nvPr/>
            </p:nvSpPr>
            <p:spPr>
              <a:xfrm>
                <a:off x="11841480" y="1636776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3" y="5"/>
                    </a:moveTo>
                    <a:lnTo>
                      <a:pt x="5" y="0"/>
                    </a:lnTo>
                    <a:lnTo>
                      <a:pt x="3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E00"/>
              </a:solidFill>
              <a:ln w="2286">
                <a:solidFill>
                  <a:srgbClr val="FFB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9" name="polygon-1455"/>
              <p:cNvSpPr/>
              <p:nvPr/>
            </p:nvSpPr>
            <p:spPr>
              <a:xfrm>
                <a:off x="11823192" y="1645920"/>
                <a:ext cx="4572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5" h="5">
                    <a:moveTo>
                      <a:pt x="2" y="5"/>
                    </a:moveTo>
                    <a:lnTo>
                      <a:pt x="5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600"/>
              </a:solidFill>
              <a:ln w="2286">
                <a:solidFill>
                  <a:srgbClr val="FFB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0" name="polygon-1456"/>
              <p:cNvSpPr/>
              <p:nvPr/>
            </p:nvSpPr>
            <p:spPr>
              <a:xfrm>
                <a:off x="11804904" y="1655064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400"/>
              </a:solidFill>
              <a:ln w="2286">
                <a:solidFill>
                  <a:srgbClr val="FFB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1" name="polygon-1457"/>
              <p:cNvSpPr/>
              <p:nvPr/>
            </p:nvSpPr>
            <p:spPr>
              <a:xfrm>
                <a:off x="11786616" y="1664208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900"/>
              </a:solidFill>
              <a:ln w="2286">
                <a:solidFill>
                  <a:srgbClr val="FFB9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2" name="polygon-1458"/>
              <p:cNvSpPr/>
              <p:nvPr/>
            </p:nvSpPr>
            <p:spPr>
              <a:xfrm>
                <a:off x="11768328" y="1673352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C100"/>
              </a:solidFill>
              <a:ln w="2286">
                <a:solidFill>
                  <a:srgbClr val="FFC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3" name="polygon-1459"/>
              <p:cNvSpPr/>
              <p:nvPr/>
            </p:nvSpPr>
            <p:spPr>
              <a:xfrm>
                <a:off x="11750040" y="1682496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C600"/>
              </a:solidFill>
              <a:ln w="2286">
                <a:solidFill>
                  <a:srgbClr val="FFC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4" name="polygon-1460"/>
              <p:cNvSpPr/>
              <p:nvPr/>
            </p:nvSpPr>
            <p:spPr>
              <a:xfrm>
                <a:off x="11731752" y="1691640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C300"/>
              </a:solidFill>
              <a:ln w="2286">
                <a:solidFill>
                  <a:srgbClr val="FFC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5" name="polygon-1461"/>
              <p:cNvSpPr/>
              <p:nvPr/>
            </p:nvSpPr>
            <p:spPr>
              <a:xfrm>
                <a:off x="12070080" y="1536192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500"/>
              </a:solidFill>
              <a:ln w="2286">
                <a:solidFill>
                  <a:srgbClr val="FFB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6" name="polygon-1462"/>
              <p:cNvSpPr/>
              <p:nvPr/>
            </p:nvSpPr>
            <p:spPr>
              <a:xfrm>
                <a:off x="12051792" y="1545336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B00"/>
              </a:solidFill>
              <a:ln w="2286">
                <a:solidFill>
                  <a:srgbClr val="FFBB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7" name="polygon-1463"/>
              <p:cNvSpPr/>
              <p:nvPr/>
            </p:nvSpPr>
            <p:spPr>
              <a:xfrm>
                <a:off x="12033504" y="1554480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C300"/>
              </a:solidFill>
              <a:ln w="2286">
                <a:solidFill>
                  <a:srgbClr val="FFC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8" name="polygon-1464"/>
              <p:cNvSpPr/>
              <p:nvPr/>
            </p:nvSpPr>
            <p:spPr>
              <a:xfrm>
                <a:off x="12015216" y="1572768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600"/>
              </a:solidFill>
              <a:ln w="2286">
                <a:solidFill>
                  <a:srgbClr val="FFC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9" name="polygon-1465"/>
              <p:cNvSpPr/>
              <p:nvPr/>
            </p:nvSpPr>
            <p:spPr>
              <a:xfrm>
                <a:off x="11996928" y="1581912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100"/>
              </a:solidFill>
              <a:ln w="2286">
                <a:solidFill>
                  <a:srgbClr val="FFC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0" name="polygon-1466"/>
              <p:cNvSpPr/>
              <p:nvPr/>
            </p:nvSpPr>
            <p:spPr>
              <a:xfrm>
                <a:off x="11978640" y="1581912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800"/>
              </a:solidFill>
              <a:ln w="2286">
                <a:solidFill>
                  <a:srgbClr val="FFB8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1" name="polygon-1467"/>
              <p:cNvSpPr/>
              <p:nvPr/>
            </p:nvSpPr>
            <p:spPr>
              <a:xfrm>
                <a:off x="11960352" y="1591056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7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400"/>
              </a:solidFill>
              <a:ln w="2286">
                <a:solidFill>
                  <a:srgbClr val="FFB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2" name="polygon-1468"/>
              <p:cNvSpPr/>
              <p:nvPr/>
            </p:nvSpPr>
            <p:spPr>
              <a:xfrm>
                <a:off x="11942064" y="1600200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6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600"/>
              </a:solidFill>
              <a:ln w="2286">
                <a:solidFill>
                  <a:srgbClr val="FFB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3" name="polygon-1469"/>
              <p:cNvSpPr/>
              <p:nvPr/>
            </p:nvSpPr>
            <p:spPr>
              <a:xfrm>
                <a:off x="11923776" y="1609344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E00"/>
              </a:solidFill>
              <a:ln w="2286">
                <a:solidFill>
                  <a:srgbClr val="FFB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4" name="polygon-1470"/>
              <p:cNvSpPr/>
              <p:nvPr/>
            </p:nvSpPr>
            <p:spPr>
              <a:xfrm>
                <a:off x="11905488" y="1618488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C500"/>
              </a:solidFill>
              <a:ln w="2286">
                <a:solidFill>
                  <a:srgbClr val="FFC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5" name="polygon-1471"/>
              <p:cNvSpPr/>
              <p:nvPr/>
            </p:nvSpPr>
            <p:spPr>
              <a:xfrm>
                <a:off x="11887200" y="1636776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500"/>
              </a:solidFill>
              <a:ln w="2286">
                <a:solidFill>
                  <a:srgbClr val="FFC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6" name="polygon-1472"/>
              <p:cNvSpPr/>
              <p:nvPr/>
            </p:nvSpPr>
            <p:spPr>
              <a:xfrm>
                <a:off x="11868912" y="1636776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E00"/>
              </a:solidFill>
              <a:ln w="2286">
                <a:solidFill>
                  <a:srgbClr val="FFB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7" name="polygon-1473"/>
              <p:cNvSpPr/>
              <p:nvPr/>
            </p:nvSpPr>
            <p:spPr>
              <a:xfrm>
                <a:off x="11841480" y="1645920"/>
                <a:ext cx="45720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5" h="7">
                    <a:moveTo>
                      <a:pt x="3" y="0"/>
                    </a:moveTo>
                    <a:lnTo>
                      <a:pt x="5" y="7"/>
                    </a:lnTo>
                    <a:lnTo>
                      <a:pt x="3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600"/>
              </a:solidFill>
              <a:ln w="2286">
                <a:solidFill>
                  <a:srgbClr val="FFB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8" name="polygon-1474"/>
              <p:cNvSpPr/>
              <p:nvPr/>
            </p:nvSpPr>
            <p:spPr>
              <a:xfrm>
                <a:off x="11823192" y="1655064"/>
                <a:ext cx="45720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5" h="7">
                    <a:moveTo>
                      <a:pt x="2" y="0"/>
                    </a:moveTo>
                    <a:lnTo>
                      <a:pt x="5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400"/>
              </a:solidFill>
              <a:ln w="2286">
                <a:solidFill>
                  <a:srgbClr val="FFB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9" name="polygon-1475"/>
              <p:cNvSpPr/>
              <p:nvPr/>
            </p:nvSpPr>
            <p:spPr>
              <a:xfrm>
                <a:off x="11804904" y="1664208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6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900"/>
              </a:solidFill>
              <a:ln w="2286">
                <a:solidFill>
                  <a:srgbClr val="FFB9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0" name="polygon-1476"/>
              <p:cNvSpPr/>
              <p:nvPr/>
            </p:nvSpPr>
            <p:spPr>
              <a:xfrm>
                <a:off x="11786616" y="1673352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100"/>
              </a:solidFill>
              <a:ln w="2286">
                <a:solidFill>
                  <a:srgbClr val="FFC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1" name="polygon-1477"/>
              <p:cNvSpPr/>
              <p:nvPr/>
            </p:nvSpPr>
            <p:spPr>
              <a:xfrm>
                <a:off x="11768328" y="1682496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600"/>
              </a:solidFill>
              <a:ln w="2286">
                <a:solidFill>
                  <a:srgbClr val="FFC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2" name="polygon-1478"/>
              <p:cNvSpPr/>
              <p:nvPr/>
            </p:nvSpPr>
            <p:spPr>
              <a:xfrm>
                <a:off x="11750040" y="1691640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00"/>
              </a:solidFill>
              <a:ln w="2286">
                <a:solidFill>
                  <a:srgbClr val="FFC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3" name="polygon-1479"/>
              <p:cNvSpPr/>
              <p:nvPr/>
            </p:nvSpPr>
            <p:spPr>
              <a:xfrm>
                <a:off x="12088368" y="160020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8FF07"/>
              </a:solidFill>
              <a:ln w="2286">
                <a:solidFill>
                  <a:srgbClr val="F8FF0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4" name="polygon-1480"/>
              <p:cNvSpPr/>
              <p:nvPr/>
            </p:nvSpPr>
            <p:spPr>
              <a:xfrm>
                <a:off x="12070080" y="160934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1FF0E"/>
              </a:solidFill>
              <a:ln w="2286">
                <a:solidFill>
                  <a:srgbClr val="F1FF0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5" name="polygon-1481"/>
              <p:cNvSpPr/>
              <p:nvPr/>
            </p:nvSpPr>
            <p:spPr>
              <a:xfrm>
                <a:off x="12051792" y="1618488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9FF16"/>
              </a:solidFill>
              <a:ln w="2286">
                <a:solidFill>
                  <a:srgbClr val="E9FF1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6" name="polygon-1482"/>
              <p:cNvSpPr/>
              <p:nvPr/>
            </p:nvSpPr>
            <p:spPr>
              <a:xfrm>
                <a:off x="12033504" y="1627632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7FF18"/>
              </a:solidFill>
              <a:ln w="2286">
                <a:solidFill>
                  <a:srgbClr val="E7FF1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7" name="polygon-1483"/>
              <p:cNvSpPr/>
              <p:nvPr/>
            </p:nvSpPr>
            <p:spPr>
              <a:xfrm>
                <a:off x="12015216" y="163677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CFF13"/>
              </a:solidFill>
              <a:ln w="2286">
                <a:solidFill>
                  <a:srgbClr val="ECFF1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8" name="polygon-1484"/>
              <p:cNvSpPr/>
              <p:nvPr/>
            </p:nvSpPr>
            <p:spPr>
              <a:xfrm>
                <a:off x="11996928" y="164592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4FF0B"/>
              </a:solidFill>
              <a:ln w="2286">
                <a:solidFill>
                  <a:srgbClr val="F4FF0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9" name="polygon-1485"/>
              <p:cNvSpPr/>
              <p:nvPr/>
            </p:nvSpPr>
            <p:spPr>
              <a:xfrm>
                <a:off x="11978640" y="1655064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9FF06"/>
              </a:solidFill>
              <a:ln w="2286">
                <a:solidFill>
                  <a:srgbClr val="F9FF0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0" name="polygon-1486"/>
              <p:cNvSpPr/>
              <p:nvPr/>
            </p:nvSpPr>
            <p:spPr>
              <a:xfrm>
                <a:off x="11960352" y="1655064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1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6FF09"/>
              </a:solidFill>
              <a:ln w="2286">
                <a:solidFill>
                  <a:srgbClr val="F6FF0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1" name="polygon-1487"/>
              <p:cNvSpPr/>
              <p:nvPr/>
            </p:nvSpPr>
            <p:spPr>
              <a:xfrm>
                <a:off x="11942064" y="1673352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EFF11"/>
              </a:solidFill>
              <a:ln w="2286">
                <a:solidFill>
                  <a:srgbClr val="EEFF1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2" name="polygon-1488"/>
              <p:cNvSpPr/>
              <p:nvPr/>
            </p:nvSpPr>
            <p:spPr>
              <a:xfrm>
                <a:off x="11923776" y="168249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8FF17"/>
              </a:solidFill>
              <a:ln w="2286">
                <a:solidFill>
                  <a:srgbClr val="E8FF1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3" name="polygon-1489"/>
              <p:cNvSpPr/>
              <p:nvPr/>
            </p:nvSpPr>
            <p:spPr>
              <a:xfrm>
                <a:off x="11905488" y="169164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8FF17"/>
              </a:solidFill>
              <a:ln w="2286">
                <a:solidFill>
                  <a:srgbClr val="E8FF1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4" name="polygon-1490"/>
              <p:cNvSpPr/>
              <p:nvPr/>
            </p:nvSpPr>
            <p:spPr>
              <a:xfrm>
                <a:off x="11887200" y="170078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EFF11"/>
              </a:solidFill>
              <a:ln w="2286">
                <a:solidFill>
                  <a:srgbClr val="EEFF1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5" name="polygon-1491"/>
              <p:cNvSpPr/>
              <p:nvPr/>
            </p:nvSpPr>
            <p:spPr>
              <a:xfrm>
                <a:off x="11868912" y="1709928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6FF09"/>
              </a:solidFill>
              <a:ln w="2286">
                <a:solidFill>
                  <a:srgbClr val="F6FF0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6" name="polygon-1492"/>
              <p:cNvSpPr/>
              <p:nvPr/>
            </p:nvSpPr>
            <p:spPr>
              <a:xfrm>
                <a:off x="11841480" y="1709928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3" y="0"/>
                    </a:moveTo>
                    <a:lnTo>
                      <a:pt x="5" y="1"/>
                    </a:lnTo>
                    <a:lnTo>
                      <a:pt x="3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9FF06"/>
              </a:solidFill>
              <a:ln w="2286">
                <a:solidFill>
                  <a:srgbClr val="F9FF0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7" name="polygon-1493"/>
              <p:cNvSpPr/>
              <p:nvPr/>
            </p:nvSpPr>
            <p:spPr>
              <a:xfrm>
                <a:off x="11823192" y="1719072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2" y="0"/>
                    </a:moveTo>
                    <a:lnTo>
                      <a:pt x="5" y="1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4FF0B"/>
              </a:solidFill>
              <a:ln w="2286">
                <a:solidFill>
                  <a:srgbClr val="F4FF0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8" name="polygon-1494"/>
              <p:cNvSpPr/>
              <p:nvPr/>
            </p:nvSpPr>
            <p:spPr>
              <a:xfrm>
                <a:off x="11804904" y="173736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BFF14"/>
              </a:solidFill>
              <a:ln w="2286">
                <a:solidFill>
                  <a:srgbClr val="EBFF1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9" name="polygon-1495"/>
              <p:cNvSpPr/>
              <p:nvPr/>
            </p:nvSpPr>
            <p:spPr>
              <a:xfrm>
                <a:off x="11786616" y="174650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7FF18"/>
              </a:solidFill>
              <a:ln w="2286">
                <a:solidFill>
                  <a:srgbClr val="E7FF1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0" name="polygon-1496"/>
              <p:cNvSpPr/>
              <p:nvPr/>
            </p:nvSpPr>
            <p:spPr>
              <a:xfrm>
                <a:off x="11768328" y="1755648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AFF15"/>
              </a:solidFill>
              <a:ln w="2286">
                <a:solidFill>
                  <a:srgbClr val="EAFF1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1" name="polygon-1497"/>
              <p:cNvSpPr/>
              <p:nvPr/>
            </p:nvSpPr>
            <p:spPr>
              <a:xfrm>
                <a:off x="12106656" y="1563624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500"/>
              </a:solidFill>
              <a:ln w="2286">
                <a:solidFill>
                  <a:srgbClr val="FFB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2" name="polygon-1498"/>
              <p:cNvSpPr/>
              <p:nvPr/>
            </p:nvSpPr>
            <p:spPr>
              <a:xfrm>
                <a:off x="12088368" y="1572768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B00"/>
              </a:solidFill>
              <a:ln w="2286">
                <a:solidFill>
                  <a:srgbClr val="FFBB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3" name="polygon-1499"/>
              <p:cNvSpPr/>
              <p:nvPr/>
            </p:nvSpPr>
            <p:spPr>
              <a:xfrm>
                <a:off x="12070080" y="1581912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C300"/>
              </a:solidFill>
              <a:ln w="2286">
                <a:solidFill>
                  <a:srgbClr val="FFC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4" name="polygon-1500"/>
              <p:cNvSpPr/>
              <p:nvPr/>
            </p:nvSpPr>
            <p:spPr>
              <a:xfrm>
                <a:off x="12051792" y="1600200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600"/>
              </a:solidFill>
              <a:ln w="2286">
                <a:solidFill>
                  <a:srgbClr val="FFC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5" name="polygon-1501"/>
              <p:cNvSpPr/>
              <p:nvPr/>
            </p:nvSpPr>
            <p:spPr>
              <a:xfrm>
                <a:off x="12033504" y="1609344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100"/>
              </a:solidFill>
              <a:ln w="2286">
                <a:solidFill>
                  <a:srgbClr val="FFC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6" name="polygon-1502"/>
              <p:cNvSpPr/>
              <p:nvPr/>
            </p:nvSpPr>
            <p:spPr>
              <a:xfrm>
                <a:off x="12015216" y="1609344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800"/>
              </a:solidFill>
              <a:ln w="2286">
                <a:solidFill>
                  <a:srgbClr val="FFB8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7" name="polygon-1503"/>
              <p:cNvSpPr/>
              <p:nvPr/>
            </p:nvSpPr>
            <p:spPr>
              <a:xfrm>
                <a:off x="11996928" y="1618488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400"/>
              </a:solidFill>
              <a:ln w="2286">
                <a:solidFill>
                  <a:srgbClr val="FFB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8" name="polygon-1504"/>
              <p:cNvSpPr/>
              <p:nvPr/>
            </p:nvSpPr>
            <p:spPr>
              <a:xfrm>
                <a:off x="11978640" y="1627632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600"/>
              </a:solidFill>
              <a:ln w="2286">
                <a:solidFill>
                  <a:srgbClr val="FFB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9" name="polygon-1505"/>
              <p:cNvSpPr/>
              <p:nvPr/>
            </p:nvSpPr>
            <p:spPr>
              <a:xfrm>
                <a:off x="11960352" y="1636776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E00"/>
              </a:solidFill>
              <a:ln w="2286">
                <a:solidFill>
                  <a:srgbClr val="FFB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0" name="polygon-1506"/>
              <p:cNvSpPr/>
              <p:nvPr/>
            </p:nvSpPr>
            <p:spPr>
              <a:xfrm>
                <a:off x="11942064" y="1645920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C500"/>
              </a:solidFill>
              <a:ln w="2286">
                <a:solidFill>
                  <a:srgbClr val="FFC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1" name="polygon-1507"/>
              <p:cNvSpPr/>
              <p:nvPr/>
            </p:nvSpPr>
            <p:spPr>
              <a:xfrm>
                <a:off x="11923776" y="1664208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500"/>
              </a:solidFill>
              <a:ln w="2286">
                <a:solidFill>
                  <a:srgbClr val="FFC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2" name="polygon-1508"/>
              <p:cNvSpPr/>
              <p:nvPr/>
            </p:nvSpPr>
            <p:spPr>
              <a:xfrm>
                <a:off x="11905488" y="1664208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E00"/>
              </a:solidFill>
              <a:ln w="2286">
                <a:solidFill>
                  <a:srgbClr val="FFB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3" name="polygon-1509"/>
              <p:cNvSpPr/>
              <p:nvPr/>
            </p:nvSpPr>
            <p:spPr>
              <a:xfrm>
                <a:off x="11887200" y="1673352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600"/>
              </a:solidFill>
              <a:ln w="2286">
                <a:solidFill>
                  <a:srgbClr val="FFB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4" name="polygon-1510"/>
              <p:cNvSpPr/>
              <p:nvPr/>
            </p:nvSpPr>
            <p:spPr>
              <a:xfrm>
                <a:off x="11868912" y="1682496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400"/>
              </a:solidFill>
              <a:ln w="2286">
                <a:solidFill>
                  <a:srgbClr val="FFB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5" name="polygon-1511"/>
              <p:cNvSpPr/>
              <p:nvPr/>
            </p:nvSpPr>
            <p:spPr>
              <a:xfrm>
                <a:off x="11841480" y="1691640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3" y="4"/>
                    </a:moveTo>
                    <a:lnTo>
                      <a:pt x="5" y="0"/>
                    </a:lnTo>
                    <a:lnTo>
                      <a:pt x="3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900"/>
              </a:solidFill>
              <a:ln w="2286">
                <a:solidFill>
                  <a:srgbClr val="FFB9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6" name="polygon-1512"/>
              <p:cNvSpPr/>
              <p:nvPr/>
            </p:nvSpPr>
            <p:spPr>
              <a:xfrm>
                <a:off x="11823192" y="1700784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2" y="5"/>
                    </a:moveTo>
                    <a:lnTo>
                      <a:pt x="5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C100"/>
              </a:solidFill>
              <a:ln w="2286">
                <a:solidFill>
                  <a:srgbClr val="FFC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7" name="polygon-1513"/>
              <p:cNvSpPr/>
              <p:nvPr/>
            </p:nvSpPr>
            <p:spPr>
              <a:xfrm>
                <a:off x="11804904" y="1709928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C600"/>
              </a:solidFill>
              <a:ln w="2286">
                <a:solidFill>
                  <a:srgbClr val="FFC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8" name="polygon-1514"/>
              <p:cNvSpPr/>
              <p:nvPr/>
            </p:nvSpPr>
            <p:spPr>
              <a:xfrm>
                <a:off x="11786616" y="1719072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C300"/>
              </a:solidFill>
              <a:ln w="2286">
                <a:solidFill>
                  <a:srgbClr val="FFC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9" name="polygon-1515"/>
              <p:cNvSpPr/>
              <p:nvPr/>
            </p:nvSpPr>
            <p:spPr>
              <a:xfrm>
                <a:off x="12124944" y="1563624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500"/>
              </a:solidFill>
              <a:ln w="2286">
                <a:solidFill>
                  <a:srgbClr val="FFB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0" name="polygon-1516"/>
              <p:cNvSpPr/>
              <p:nvPr/>
            </p:nvSpPr>
            <p:spPr>
              <a:xfrm>
                <a:off x="12106656" y="1572768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B00"/>
              </a:solidFill>
              <a:ln w="2286">
                <a:solidFill>
                  <a:srgbClr val="FFBB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1" name="polygon-1517"/>
              <p:cNvSpPr/>
              <p:nvPr/>
            </p:nvSpPr>
            <p:spPr>
              <a:xfrm>
                <a:off x="12088368" y="1581912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C300"/>
              </a:solidFill>
              <a:ln w="2286">
                <a:solidFill>
                  <a:srgbClr val="FFC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2" name="polygon-1518"/>
              <p:cNvSpPr/>
              <p:nvPr/>
            </p:nvSpPr>
            <p:spPr>
              <a:xfrm>
                <a:off x="12070080" y="1600200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600"/>
              </a:solidFill>
              <a:ln w="2286">
                <a:solidFill>
                  <a:srgbClr val="FFC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3" name="polygon-1519"/>
              <p:cNvSpPr/>
              <p:nvPr/>
            </p:nvSpPr>
            <p:spPr>
              <a:xfrm>
                <a:off x="12051792" y="1609344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100"/>
              </a:solidFill>
              <a:ln w="2286">
                <a:solidFill>
                  <a:srgbClr val="FFC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4" name="polygon-1520"/>
              <p:cNvSpPr/>
              <p:nvPr/>
            </p:nvSpPr>
            <p:spPr>
              <a:xfrm>
                <a:off x="12033504" y="1609344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800"/>
              </a:solidFill>
              <a:ln w="2286">
                <a:solidFill>
                  <a:srgbClr val="FFB8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5" name="polygon-1521"/>
              <p:cNvSpPr/>
              <p:nvPr/>
            </p:nvSpPr>
            <p:spPr>
              <a:xfrm>
                <a:off x="12015216" y="1618488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7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400"/>
              </a:solidFill>
              <a:ln w="2286">
                <a:solidFill>
                  <a:srgbClr val="FFB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6" name="polygon-1522"/>
              <p:cNvSpPr/>
              <p:nvPr/>
            </p:nvSpPr>
            <p:spPr>
              <a:xfrm>
                <a:off x="11996928" y="1627632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6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600"/>
              </a:solidFill>
              <a:ln w="2286">
                <a:solidFill>
                  <a:srgbClr val="FFB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7" name="polygon-1523"/>
              <p:cNvSpPr/>
              <p:nvPr/>
            </p:nvSpPr>
            <p:spPr>
              <a:xfrm>
                <a:off x="11978640" y="1636776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E00"/>
              </a:solidFill>
              <a:ln w="2286">
                <a:solidFill>
                  <a:srgbClr val="FFB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8" name="polygon-1524"/>
              <p:cNvSpPr/>
              <p:nvPr/>
            </p:nvSpPr>
            <p:spPr>
              <a:xfrm>
                <a:off x="11960352" y="1645920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C500"/>
              </a:solidFill>
              <a:ln w="2286">
                <a:solidFill>
                  <a:srgbClr val="FFC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9" name="polygon-1525"/>
              <p:cNvSpPr/>
              <p:nvPr/>
            </p:nvSpPr>
            <p:spPr>
              <a:xfrm>
                <a:off x="11942064" y="1664208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500"/>
              </a:solidFill>
              <a:ln w="2286">
                <a:solidFill>
                  <a:srgbClr val="FFC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0" name="polygon-1526"/>
              <p:cNvSpPr/>
              <p:nvPr/>
            </p:nvSpPr>
            <p:spPr>
              <a:xfrm>
                <a:off x="11923776" y="1664208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E00"/>
              </a:solidFill>
              <a:ln w="2286">
                <a:solidFill>
                  <a:srgbClr val="FFB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1" name="polygon-1527"/>
              <p:cNvSpPr/>
              <p:nvPr/>
            </p:nvSpPr>
            <p:spPr>
              <a:xfrm>
                <a:off x="11905488" y="1673352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7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600"/>
              </a:solidFill>
              <a:ln w="2286">
                <a:solidFill>
                  <a:srgbClr val="FFB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2" name="polygon-1528"/>
              <p:cNvSpPr/>
              <p:nvPr/>
            </p:nvSpPr>
            <p:spPr>
              <a:xfrm>
                <a:off x="11887200" y="1682496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400"/>
              </a:solidFill>
              <a:ln w="2286">
                <a:solidFill>
                  <a:srgbClr val="FFB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3" name="polygon-1529"/>
              <p:cNvSpPr/>
              <p:nvPr/>
            </p:nvSpPr>
            <p:spPr>
              <a:xfrm>
                <a:off x="11868912" y="1691640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6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900"/>
              </a:solidFill>
              <a:ln w="2286">
                <a:solidFill>
                  <a:srgbClr val="FFB9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4" name="polygon-1530"/>
              <p:cNvSpPr/>
              <p:nvPr/>
            </p:nvSpPr>
            <p:spPr>
              <a:xfrm>
                <a:off x="11841480" y="1700784"/>
                <a:ext cx="45720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5" h="8">
                    <a:moveTo>
                      <a:pt x="3" y="0"/>
                    </a:moveTo>
                    <a:lnTo>
                      <a:pt x="5" y="7"/>
                    </a:lnTo>
                    <a:lnTo>
                      <a:pt x="3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100"/>
              </a:solidFill>
              <a:ln w="2286">
                <a:solidFill>
                  <a:srgbClr val="FFC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5" name="polygon-1531"/>
              <p:cNvSpPr/>
              <p:nvPr/>
            </p:nvSpPr>
            <p:spPr>
              <a:xfrm>
                <a:off x="11823192" y="1709928"/>
                <a:ext cx="45720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5" h="8">
                    <a:moveTo>
                      <a:pt x="2" y="0"/>
                    </a:moveTo>
                    <a:lnTo>
                      <a:pt x="5" y="7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600"/>
              </a:solidFill>
              <a:ln w="2286">
                <a:solidFill>
                  <a:srgbClr val="FFC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6" name="polygon-1532"/>
              <p:cNvSpPr/>
              <p:nvPr/>
            </p:nvSpPr>
            <p:spPr>
              <a:xfrm>
                <a:off x="11804904" y="1719072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00"/>
              </a:solidFill>
              <a:ln w="2286">
                <a:solidFill>
                  <a:srgbClr val="FFC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7" name="polygon-1533"/>
              <p:cNvSpPr/>
              <p:nvPr/>
            </p:nvSpPr>
            <p:spPr>
              <a:xfrm>
                <a:off x="12143232" y="1581912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500"/>
              </a:solidFill>
              <a:ln w="2286">
                <a:solidFill>
                  <a:srgbClr val="FFB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8" name="polygon-1534"/>
              <p:cNvSpPr/>
              <p:nvPr/>
            </p:nvSpPr>
            <p:spPr>
              <a:xfrm>
                <a:off x="12124944" y="1591056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B00"/>
              </a:solidFill>
              <a:ln w="2286">
                <a:solidFill>
                  <a:srgbClr val="FFBB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9" name="polygon-1535"/>
              <p:cNvSpPr/>
              <p:nvPr/>
            </p:nvSpPr>
            <p:spPr>
              <a:xfrm>
                <a:off x="12106656" y="1600200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C300"/>
              </a:solidFill>
              <a:ln w="2286">
                <a:solidFill>
                  <a:srgbClr val="FFC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0" name="polygon-1536"/>
              <p:cNvSpPr/>
              <p:nvPr/>
            </p:nvSpPr>
            <p:spPr>
              <a:xfrm>
                <a:off x="12088368" y="1618488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600"/>
              </a:solidFill>
              <a:ln w="2286">
                <a:solidFill>
                  <a:srgbClr val="FFC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1" name="polygon-1537"/>
              <p:cNvSpPr/>
              <p:nvPr/>
            </p:nvSpPr>
            <p:spPr>
              <a:xfrm>
                <a:off x="12070080" y="1618488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C100"/>
              </a:solidFill>
              <a:ln w="2286">
                <a:solidFill>
                  <a:srgbClr val="FFC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2" name="polygon-1538"/>
              <p:cNvSpPr/>
              <p:nvPr/>
            </p:nvSpPr>
            <p:spPr>
              <a:xfrm>
                <a:off x="12051792" y="1627632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800"/>
              </a:solidFill>
              <a:ln w="2286">
                <a:solidFill>
                  <a:srgbClr val="FFB8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3" name="polygon-1539"/>
              <p:cNvSpPr/>
              <p:nvPr/>
            </p:nvSpPr>
            <p:spPr>
              <a:xfrm>
                <a:off x="12033504" y="1636776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400"/>
              </a:solidFill>
              <a:ln w="2286">
                <a:solidFill>
                  <a:srgbClr val="FFB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4" name="polygon-1540"/>
              <p:cNvSpPr/>
              <p:nvPr/>
            </p:nvSpPr>
            <p:spPr>
              <a:xfrm>
                <a:off x="12015216" y="1645920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600"/>
              </a:solidFill>
              <a:ln w="2286">
                <a:solidFill>
                  <a:srgbClr val="FFB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5" name="polygon-1541"/>
              <p:cNvSpPr/>
              <p:nvPr/>
            </p:nvSpPr>
            <p:spPr>
              <a:xfrm>
                <a:off x="11996928" y="1655064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E00"/>
              </a:solidFill>
              <a:ln w="2286">
                <a:solidFill>
                  <a:srgbClr val="FFB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6" name="polygon-1542"/>
              <p:cNvSpPr/>
              <p:nvPr/>
            </p:nvSpPr>
            <p:spPr>
              <a:xfrm>
                <a:off x="11978640" y="1664208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C500"/>
              </a:solidFill>
              <a:ln w="2286">
                <a:solidFill>
                  <a:srgbClr val="FFC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7" name="polygon-1543"/>
              <p:cNvSpPr/>
              <p:nvPr/>
            </p:nvSpPr>
            <p:spPr>
              <a:xfrm>
                <a:off x="11960352" y="1682496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500"/>
              </a:solidFill>
              <a:ln w="2286">
                <a:solidFill>
                  <a:srgbClr val="FFC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8" name="polygon-1544"/>
              <p:cNvSpPr/>
              <p:nvPr/>
            </p:nvSpPr>
            <p:spPr>
              <a:xfrm>
                <a:off x="11942064" y="1682496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E00"/>
              </a:solidFill>
              <a:ln w="2286">
                <a:solidFill>
                  <a:srgbClr val="FFB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9" name="polygon-1545"/>
              <p:cNvSpPr/>
              <p:nvPr/>
            </p:nvSpPr>
            <p:spPr>
              <a:xfrm>
                <a:off x="11923776" y="1691640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600"/>
              </a:solidFill>
              <a:ln w="2286">
                <a:solidFill>
                  <a:srgbClr val="FFB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0" name="polygon-1546"/>
              <p:cNvSpPr/>
              <p:nvPr/>
            </p:nvSpPr>
            <p:spPr>
              <a:xfrm>
                <a:off x="11905488" y="1700784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400"/>
              </a:solidFill>
              <a:ln w="2286">
                <a:solidFill>
                  <a:srgbClr val="FFB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1" name="polygon-1547"/>
              <p:cNvSpPr/>
              <p:nvPr/>
            </p:nvSpPr>
            <p:spPr>
              <a:xfrm>
                <a:off x="11887200" y="1709928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900"/>
              </a:solidFill>
              <a:ln w="2286">
                <a:solidFill>
                  <a:srgbClr val="FFB9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2" name="polygon-1548"/>
              <p:cNvSpPr/>
              <p:nvPr/>
            </p:nvSpPr>
            <p:spPr>
              <a:xfrm>
                <a:off x="11868912" y="1719072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C100"/>
              </a:solidFill>
              <a:ln w="2286">
                <a:solidFill>
                  <a:srgbClr val="FFC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3" name="polygon-1549"/>
              <p:cNvSpPr/>
              <p:nvPr/>
            </p:nvSpPr>
            <p:spPr>
              <a:xfrm>
                <a:off x="11841480" y="1728216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3" y="5"/>
                    </a:moveTo>
                    <a:lnTo>
                      <a:pt x="5" y="0"/>
                    </a:lnTo>
                    <a:lnTo>
                      <a:pt x="3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C600"/>
              </a:solidFill>
              <a:ln w="2286">
                <a:solidFill>
                  <a:srgbClr val="FFC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4" name="polygon-1550"/>
              <p:cNvSpPr/>
              <p:nvPr/>
            </p:nvSpPr>
            <p:spPr>
              <a:xfrm>
                <a:off x="11823192" y="1737360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2" y="5"/>
                    </a:moveTo>
                    <a:lnTo>
                      <a:pt x="5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C300"/>
              </a:solidFill>
              <a:ln w="2286">
                <a:solidFill>
                  <a:srgbClr val="FFC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5" name="polygon-1551"/>
              <p:cNvSpPr/>
              <p:nvPr/>
            </p:nvSpPr>
            <p:spPr>
              <a:xfrm>
                <a:off x="12161520" y="1581912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6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500"/>
              </a:solidFill>
              <a:ln w="2286">
                <a:solidFill>
                  <a:srgbClr val="FFB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6" name="polygon-1552"/>
              <p:cNvSpPr/>
              <p:nvPr/>
            </p:nvSpPr>
            <p:spPr>
              <a:xfrm>
                <a:off x="12143232" y="1591056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B00"/>
              </a:solidFill>
              <a:ln w="2286">
                <a:solidFill>
                  <a:srgbClr val="FFBB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7" name="polygon-1553"/>
              <p:cNvSpPr/>
              <p:nvPr/>
            </p:nvSpPr>
            <p:spPr>
              <a:xfrm>
                <a:off x="12124944" y="1600200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C300"/>
              </a:solidFill>
              <a:ln w="2286">
                <a:solidFill>
                  <a:srgbClr val="FFC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8" name="polygon-1554"/>
              <p:cNvSpPr/>
              <p:nvPr/>
            </p:nvSpPr>
            <p:spPr>
              <a:xfrm>
                <a:off x="12106656" y="1618488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600"/>
              </a:solidFill>
              <a:ln w="2286">
                <a:solidFill>
                  <a:srgbClr val="FFC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9" name="polygon-1555"/>
              <p:cNvSpPr/>
              <p:nvPr/>
            </p:nvSpPr>
            <p:spPr>
              <a:xfrm>
                <a:off x="12088368" y="1618488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100"/>
              </a:solidFill>
              <a:ln w="2286">
                <a:solidFill>
                  <a:srgbClr val="FFC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0" name="polygon-1556"/>
              <p:cNvSpPr/>
              <p:nvPr/>
            </p:nvSpPr>
            <p:spPr>
              <a:xfrm>
                <a:off x="12070080" y="1627632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7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800"/>
              </a:solidFill>
              <a:ln w="2286">
                <a:solidFill>
                  <a:srgbClr val="FFB8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1" name="polygon-1557"/>
              <p:cNvSpPr/>
              <p:nvPr/>
            </p:nvSpPr>
            <p:spPr>
              <a:xfrm>
                <a:off x="12051792" y="1636776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400"/>
              </a:solidFill>
              <a:ln w="2286">
                <a:solidFill>
                  <a:srgbClr val="FFB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2" name="polygon-1558"/>
              <p:cNvSpPr/>
              <p:nvPr/>
            </p:nvSpPr>
            <p:spPr>
              <a:xfrm>
                <a:off x="12033504" y="1645920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6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600"/>
              </a:solidFill>
              <a:ln w="2286">
                <a:solidFill>
                  <a:srgbClr val="FFB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3" name="polygon-1559"/>
              <p:cNvSpPr/>
              <p:nvPr/>
            </p:nvSpPr>
            <p:spPr>
              <a:xfrm>
                <a:off x="12015216" y="1655064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E00"/>
              </a:solidFill>
              <a:ln w="2286">
                <a:solidFill>
                  <a:srgbClr val="FFB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4" name="polygon-1560"/>
              <p:cNvSpPr/>
              <p:nvPr/>
            </p:nvSpPr>
            <p:spPr>
              <a:xfrm>
                <a:off x="11996928" y="1664208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C500"/>
              </a:solidFill>
              <a:ln w="2286">
                <a:solidFill>
                  <a:srgbClr val="FFC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5" name="polygon-1561"/>
              <p:cNvSpPr/>
              <p:nvPr/>
            </p:nvSpPr>
            <p:spPr>
              <a:xfrm>
                <a:off x="11978640" y="1682496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500"/>
              </a:solidFill>
              <a:ln w="2286">
                <a:solidFill>
                  <a:srgbClr val="FFC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6" name="polygon-1562"/>
              <p:cNvSpPr/>
              <p:nvPr/>
            </p:nvSpPr>
            <p:spPr>
              <a:xfrm>
                <a:off x="11960352" y="1682496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E00"/>
              </a:solidFill>
              <a:ln w="2286">
                <a:solidFill>
                  <a:srgbClr val="FFB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7" name="polygon-1563"/>
              <p:cNvSpPr/>
              <p:nvPr/>
            </p:nvSpPr>
            <p:spPr>
              <a:xfrm>
                <a:off x="11942064" y="1691640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7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600"/>
              </a:solidFill>
              <a:ln w="2286">
                <a:solidFill>
                  <a:srgbClr val="FFB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8" name="polygon-1564"/>
              <p:cNvSpPr/>
              <p:nvPr/>
            </p:nvSpPr>
            <p:spPr>
              <a:xfrm>
                <a:off x="11923776" y="1700784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400"/>
              </a:solidFill>
              <a:ln w="2286">
                <a:solidFill>
                  <a:srgbClr val="FFB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9" name="polygon-1565"/>
              <p:cNvSpPr/>
              <p:nvPr/>
            </p:nvSpPr>
            <p:spPr>
              <a:xfrm>
                <a:off x="11905488" y="1709928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6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900"/>
              </a:solidFill>
              <a:ln w="2286">
                <a:solidFill>
                  <a:srgbClr val="FFB9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0" name="polygon-1566"/>
              <p:cNvSpPr/>
              <p:nvPr/>
            </p:nvSpPr>
            <p:spPr>
              <a:xfrm>
                <a:off x="11887200" y="1719072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100"/>
              </a:solidFill>
              <a:ln w="2286">
                <a:solidFill>
                  <a:srgbClr val="FFC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1" name="polygon-1567"/>
              <p:cNvSpPr/>
              <p:nvPr/>
            </p:nvSpPr>
            <p:spPr>
              <a:xfrm>
                <a:off x="11868912" y="1728216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7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600"/>
              </a:solidFill>
              <a:ln w="2286">
                <a:solidFill>
                  <a:srgbClr val="FFC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2" name="polygon-1568"/>
              <p:cNvSpPr/>
              <p:nvPr/>
            </p:nvSpPr>
            <p:spPr>
              <a:xfrm>
                <a:off x="11841480" y="1737360"/>
                <a:ext cx="45720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5" h="8">
                    <a:moveTo>
                      <a:pt x="3" y="0"/>
                    </a:moveTo>
                    <a:lnTo>
                      <a:pt x="5" y="7"/>
                    </a:lnTo>
                    <a:lnTo>
                      <a:pt x="3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00"/>
              </a:solidFill>
              <a:ln w="2286">
                <a:solidFill>
                  <a:srgbClr val="FFC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3" name="polygon-1569"/>
              <p:cNvSpPr/>
              <p:nvPr/>
            </p:nvSpPr>
            <p:spPr>
              <a:xfrm>
                <a:off x="12179808" y="181965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9F"/>
              </a:solidFill>
              <a:ln w="2286">
                <a:solidFill>
                  <a:srgbClr val="00009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4" name="polygon-1570"/>
              <p:cNvSpPr/>
              <p:nvPr/>
            </p:nvSpPr>
            <p:spPr>
              <a:xfrm>
                <a:off x="12179808" y="180136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DE"/>
              </a:solidFill>
              <a:ln w="2286">
                <a:solidFill>
                  <a:srgbClr val="0000D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5" name="polygon-1571"/>
              <p:cNvSpPr/>
              <p:nvPr/>
            </p:nvSpPr>
            <p:spPr>
              <a:xfrm>
                <a:off x="12179808" y="178308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1EFF"/>
              </a:solidFill>
              <a:ln w="2286">
                <a:solidFill>
                  <a:srgbClr val="001E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6" name="polygon-1572"/>
              <p:cNvSpPr/>
              <p:nvPr/>
            </p:nvSpPr>
            <p:spPr>
              <a:xfrm>
                <a:off x="12179808" y="176479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5DFF"/>
              </a:solidFill>
              <a:ln w="2286">
                <a:solidFill>
                  <a:srgbClr val="005D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7" name="polygon-1573"/>
              <p:cNvSpPr/>
              <p:nvPr/>
            </p:nvSpPr>
            <p:spPr>
              <a:xfrm>
                <a:off x="12179808" y="1737360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2" y="3"/>
                    </a:moveTo>
                    <a:lnTo>
                      <a:pt x="0" y="4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9CFF"/>
              </a:solidFill>
              <a:ln w="2286">
                <a:solidFill>
                  <a:srgbClr val="009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8" name="polygon-1574"/>
              <p:cNvSpPr/>
              <p:nvPr/>
            </p:nvSpPr>
            <p:spPr>
              <a:xfrm>
                <a:off x="12179808" y="171907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DBFF"/>
              </a:solidFill>
              <a:ln w="2286">
                <a:solidFill>
                  <a:srgbClr val="00DB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9" name="polygon-1575"/>
              <p:cNvSpPr/>
              <p:nvPr/>
            </p:nvSpPr>
            <p:spPr>
              <a:xfrm>
                <a:off x="12179808" y="170078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1BFFE4"/>
              </a:solidFill>
              <a:ln w="2286">
                <a:solidFill>
                  <a:srgbClr val="1BFFE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90" name="polygon-1576"/>
              <p:cNvSpPr/>
              <p:nvPr/>
            </p:nvSpPr>
            <p:spPr>
              <a:xfrm>
                <a:off x="12179808" y="168249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5AFFA5"/>
              </a:solidFill>
              <a:ln w="2286">
                <a:solidFill>
                  <a:srgbClr val="5AFFA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91" name="polygon-1577"/>
              <p:cNvSpPr/>
              <p:nvPr/>
            </p:nvSpPr>
            <p:spPr>
              <a:xfrm>
                <a:off x="12179808" y="166420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99FF66"/>
              </a:solidFill>
              <a:ln w="2286">
                <a:solidFill>
                  <a:srgbClr val="99FF6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92" name="polygon-1578"/>
              <p:cNvSpPr/>
              <p:nvPr/>
            </p:nvSpPr>
            <p:spPr>
              <a:xfrm>
                <a:off x="12179808" y="1636776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2" y="3"/>
                    </a:move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D8FF27"/>
              </a:solidFill>
              <a:ln w="2286">
                <a:solidFill>
                  <a:srgbClr val="D8FF2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93" name="polygon-1579"/>
              <p:cNvSpPr/>
              <p:nvPr/>
            </p:nvSpPr>
            <p:spPr>
              <a:xfrm>
                <a:off x="12161520" y="182880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9F"/>
              </a:solidFill>
              <a:ln w="2286">
                <a:solidFill>
                  <a:srgbClr val="00009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94" name="polygon-1580"/>
              <p:cNvSpPr/>
              <p:nvPr/>
            </p:nvSpPr>
            <p:spPr>
              <a:xfrm>
                <a:off x="12161520" y="181051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DD"/>
              </a:solidFill>
              <a:ln w="2286">
                <a:solidFill>
                  <a:srgbClr val="0000D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95" name="polygon-1581"/>
              <p:cNvSpPr/>
              <p:nvPr/>
            </p:nvSpPr>
            <p:spPr>
              <a:xfrm>
                <a:off x="12161520" y="179222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1CFF"/>
              </a:solidFill>
              <a:ln w="2286">
                <a:solidFill>
                  <a:srgbClr val="001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96" name="polygon-1582"/>
              <p:cNvSpPr/>
              <p:nvPr/>
            </p:nvSpPr>
            <p:spPr>
              <a:xfrm>
                <a:off x="12161520" y="177393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5BFF"/>
              </a:solidFill>
              <a:ln w="2286">
                <a:solidFill>
                  <a:srgbClr val="005B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97" name="polygon-1583"/>
              <p:cNvSpPr/>
              <p:nvPr/>
            </p:nvSpPr>
            <p:spPr>
              <a:xfrm>
                <a:off x="12161520" y="1746504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2" y="3"/>
                    </a:move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99FF"/>
              </a:solidFill>
              <a:ln w="2286">
                <a:solidFill>
                  <a:srgbClr val="0099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98" name="polygon-1584"/>
              <p:cNvSpPr/>
              <p:nvPr/>
            </p:nvSpPr>
            <p:spPr>
              <a:xfrm>
                <a:off x="12161520" y="1728216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2" y="2"/>
                    </a:moveTo>
                    <a:lnTo>
                      <a:pt x="0" y="4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D7FF"/>
              </a:solidFill>
              <a:ln w="2286">
                <a:solidFill>
                  <a:srgbClr val="00D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99" name="polygon-1585"/>
              <p:cNvSpPr/>
              <p:nvPr/>
            </p:nvSpPr>
            <p:spPr>
              <a:xfrm>
                <a:off x="12161520" y="170992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17FFE8"/>
              </a:solidFill>
              <a:ln w="2286">
                <a:solidFill>
                  <a:srgbClr val="17FFE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00" name="polygon-1586"/>
              <p:cNvSpPr/>
              <p:nvPr/>
            </p:nvSpPr>
            <p:spPr>
              <a:xfrm>
                <a:off x="12161520" y="169164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55FFAA"/>
              </a:solidFill>
              <a:ln w="2286">
                <a:solidFill>
                  <a:srgbClr val="55FFA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01" name="polygon-1587"/>
              <p:cNvSpPr/>
              <p:nvPr/>
            </p:nvSpPr>
            <p:spPr>
              <a:xfrm>
                <a:off x="12161520" y="167335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94FF6B"/>
              </a:solidFill>
              <a:ln w="2286">
                <a:solidFill>
                  <a:srgbClr val="94FF6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02" name="polygon-1588"/>
              <p:cNvSpPr/>
              <p:nvPr/>
            </p:nvSpPr>
            <p:spPr>
              <a:xfrm>
                <a:off x="12161520" y="165506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D2FF2D"/>
              </a:solidFill>
              <a:ln w="2286">
                <a:solidFill>
                  <a:srgbClr val="D2FF2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03" name="polygon-1589"/>
              <p:cNvSpPr/>
              <p:nvPr/>
            </p:nvSpPr>
            <p:spPr>
              <a:xfrm>
                <a:off x="12143232" y="183794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9E"/>
              </a:solidFill>
              <a:ln w="2286">
                <a:solidFill>
                  <a:srgbClr val="00009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04" name="polygon-1590"/>
              <p:cNvSpPr/>
              <p:nvPr/>
            </p:nvSpPr>
            <p:spPr>
              <a:xfrm>
                <a:off x="12143232" y="181965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DC"/>
              </a:solidFill>
              <a:ln w="2286">
                <a:solidFill>
                  <a:srgbClr val="0000D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05" name="polygon-1591"/>
              <p:cNvSpPr/>
              <p:nvPr/>
            </p:nvSpPr>
            <p:spPr>
              <a:xfrm>
                <a:off x="12143232" y="180136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1AFF"/>
              </a:solidFill>
              <a:ln w="2286">
                <a:solidFill>
                  <a:srgbClr val="001A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06" name="polygon-1592"/>
              <p:cNvSpPr/>
              <p:nvPr/>
            </p:nvSpPr>
            <p:spPr>
              <a:xfrm>
                <a:off x="12143232" y="178308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58FF"/>
              </a:solidFill>
              <a:ln w="2286">
                <a:solidFill>
                  <a:srgbClr val="0058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07" name="polygon-1593"/>
              <p:cNvSpPr/>
              <p:nvPr/>
            </p:nvSpPr>
            <p:spPr>
              <a:xfrm>
                <a:off x="12143232" y="176479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96FF"/>
              </a:solidFill>
              <a:ln w="2286">
                <a:solidFill>
                  <a:srgbClr val="0096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08" name="polygon-1594"/>
              <p:cNvSpPr/>
              <p:nvPr/>
            </p:nvSpPr>
            <p:spPr>
              <a:xfrm>
                <a:off x="12143232" y="1737360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2" y="3"/>
                    </a:move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D3FF"/>
              </a:solidFill>
              <a:ln w="2286">
                <a:solidFill>
                  <a:srgbClr val="00D3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09" name="polygon-1595"/>
              <p:cNvSpPr/>
              <p:nvPr/>
            </p:nvSpPr>
            <p:spPr>
              <a:xfrm>
                <a:off x="12143232" y="1719072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2" y="2"/>
                    </a:moveTo>
                    <a:lnTo>
                      <a:pt x="0" y="4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12FFED"/>
              </a:solidFill>
              <a:ln w="2286">
                <a:solidFill>
                  <a:srgbClr val="12FFE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10" name="polygon-1596"/>
              <p:cNvSpPr/>
              <p:nvPr/>
            </p:nvSpPr>
            <p:spPr>
              <a:xfrm>
                <a:off x="12143232" y="170078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4FFFB0"/>
              </a:solidFill>
              <a:ln w="2286">
                <a:solidFill>
                  <a:srgbClr val="4FFFB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11" name="polygon-1597"/>
              <p:cNvSpPr/>
              <p:nvPr/>
            </p:nvSpPr>
            <p:spPr>
              <a:xfrm>
                <a:off x="12143232" y="168249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8DFF72"/>
              </a:solidFill>
              <a:ln w="2286">
                <a:solidFill>
                  <a:srgbClr val="8DFF7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12" name="polygon-1598"/>
              <p:cNvSpPr/>
              <p:nvPr/>
            </p:nvSpPr>
            <p:spPr>
              <a:xfrm>
                <a:off x="12143232" y="166420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CAFF35"/>
              </a:solidFill>
              <a:ln w="2286">
                <a:solidFill>
                  <a:srgbClr val="CAFF3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13" name="polygon-1599"/>
              <p:cNvSpPr/>
              <p:nvPr/>
            </p:nvSpPr>
            <p:spPr>
              <a:xfrm>
                <a:off x="12124944" y="184708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9E"/>
              </a:solidFill>
              <a:ln w="2286">
                <a:solidFill>
                  <a:srgbClr val="00009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14" name="polygon-1600"/>
              <p:cNvSpPr/>
              <p:nvPr/>
            </p:nvSpPr>
            <p:spPr>
              <a:xfrm>
                <a:off x="12124944" y="182880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DB"/>
              </a:solidFill>
              <a:ln w="2286">
                <a:solidFill>
                  <a:srgbClr val="0000D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15" name="polygon-1601"/>
              <p:cNvSpPr/>
              <p:nvPr/>
            </p:nvSpPr>
            <p:spPr>
              <a:xfrm>
                <a:off x="12124944" y="181051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1AFF"/>
              </a:solidFill>
              <a:ln w="2286">
                <a:solidFill>
                  <a:srgbClr val="001A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16" name="polygon-1602"/>
              <p:cNvSpPr/>
              <p:nvPr/>
            </p:nvSpPr>
            <p:spPr>
              <a:xfrm>
                <a:off x="12124944" y="179222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57FF"/>
              </a:solidFill>
              <a:ln w="2286">
                <a:solidFill>
                  <a:srgbClr val="005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17" name="polygon-1603"/>
              <p:cNvSpPr/>
              <p:nvPr/>
            </p:nvSpPr>
            <p:spPr>
              <a:xfrm>
                <a:off x="12124944" y="177393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94FF"/>
              </a:solidFill>
              <a:ln w="2286">
                <a:solidFill>
                  <a:srgbClr val="0094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18" name="polygon-1604"/>
              <p:cNvSpPr/>
              <p:nvPr/>
            </p:nvSpPr>
            <p:spPr>
              <a:xfrm>
                <a:off x="12124944" y="175564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D2FF"/>
              </a:solidFill>
              <a:ln w="2286">
                <a:solidFill>
                  <a:srgbClr val="00D2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19" name="polygon-1605"/>
              <p:cNvSpPr/>
              <p:nvPr/>
            </p:nvSpPr>
            <p:spPr>
              <a:xfrm>
                <a:off x="12124944" y="1728216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2" y="3"/>
                    </a:moveTo>
                    <a:lnTo>
                      <a:pt x="0" y="4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10FFEF"/>
              </a:solidFill>
              <a:ln w="2286">
                <a:solidFill>
                  <a:srgbClr val="10FFE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20" name="polygon-1606"/>
              <p:cNvSpPr/>
              <p:nvPr/>
            </p:nvSpPr>
            <p:spPr>
              <a:xfrm>
                <a:off x="12124944" y="170992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4DFFB2"/>
              </a:solidFill>
              <a:ln w="2286">
                <a:solidFill>
                  <a:srgbClr val="4DFFB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21" name="polygon-1607"/>
              <p:cNvSpPr/>
              <p:nvPr/>
            </p:nvSpPr>
            <p:spPr>
              <a:xfrm>
                <a:off x="12124944" y="169164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8BFF74"/>
              </a:solidFill>
              <a:ln w="2286">
                <a:solidFill>
                  <a:srgbClr val="8BFF7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22" name="polygon-1608"/>
              <p:cNvSpPr/>
              <p:nvPr/>
            </p:nvSpPr>
            <p:spPr>
              <a:xfrm>
                <a:off x="12124944" y="167335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C8FF37"/>
              </a:solidFill>
              <a:ln w="2286">
                <a:solidFill>
                  <a:srgbClr val="C8FF3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23" name="polygon-1609"/>
              <p:cNvSpPr/>
              <p:nvPr/>
            </p:nvSpPr>
            <p:spPr>
              <a:xfrm>
                <a:off x="12106656" y="185623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9E"/>
              </a:solidFill>
              <a:ln w="2286">
                <a:solidFill>
                  <a:srgbClr val="00009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24" name="polygon-1610"/>
              <p:cNvSpPr/>
              <p:nvPr/>
            </p:nvSpPr>
            <p:spPr>
              <a:xfrm>
                <a:off x="12106656" y="183794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DC"/>
              </a:solidFill>
              <a:ln w="2286">
                <a:solidFill>
                  <a:srgbClr val="0000D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25" name="polygon-1611"/>
              <p:cNvSpPr/>
              <p:nvPr/>
            </p:nvSpPr>
            <p:spPr>
              <a:xfrm>
                <a:off x="12106656" y="181965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1BFF"/>
              </a:solidFill>
              <a:ln w="2286">
                <a:solidFill>
                  <a:srgbClr val="001B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26" name="polygon-1612"/>
              <p:cNvSpPr/>
              <p:nvPr/>
            </p:nvSpPr>
            <p:spPr>
              <a:xfrm>
                <a:off x="12106656" y="180136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59FF"/>
              </a:solidFill>
              <a:ln w="2286">
                <a:solidFill>
                  <a:srgbClr val="0059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27" name="polygon-1613"/>
              <p:cNvSpPr/>
              <p:nvPr/>
            </p:nvSpPr>
            <p:spPr>
              <a:xfrm>
                <a:off x="12106656" y="178308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97FF"/>
              </a:solidFill>
              <a:ln w="2286">
                <a:solidFill>
                  <a:srgbClr val="009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28" name="polygon-1614"/>
              <p:cNvSpPr/>
              <p:nvPr/>
            </p:nvSpPr>
            <p:spPr>
              <a:xfrm>
                <a:off x="12106656" y="1764792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D4FF"/>
              </a:solidFill>
              <a:ln w="2286">
                <a:solidFill>
                  <a:srgbClr val="00D4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29" name="polygon-1615"/>
              <p:cNvSpPr/>
              <p:nvPr/>
            </p:nvSpPr>
            <p:spPr>
              <a:xfrm>
                <a:off x="12106656" y="173736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3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13FFEC"/>
              </a:solidFill>
              <a:ln w="2286">
                <a:solidFill>
                  <a:srgbClr val="13FFE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30" name="polygon-1616"/>
              <p:cNvSpPr/>
              <p:nvPr/>
            </p:nvSpPr>
            <p:spPr>
              <a:xfrm>
                <a:off x="12106656" y="171907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51FFAE"/>
              </a:solidFill>
              <a:ln w="2286">
                <a:solidFill>
                  <a:srgbClr val="51FFA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31" name="polygon-1617"/>
              <p:cNvSpPr/>
              <p:nvPr/>
            </p:nvSpPr>
            <p:spPr>
              <a:xfrm>
                <a:off x="12106656" y="170078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8FFF70"/>
              </a:solidFill>
              <a:ln w="2286">
                <a:solidFill>
                  <a:srgbClr val="8FFF7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32" name="polygon-1618"/>
              <p:cNvSpPr/>
              <p:nvPr/>
            </p:nvSpPr>
            <p:spPr>
              <a:xfrm>
                <a:off x="12106656" y="168249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CDFF32"/>
              </a:solidFill>
              <a:ln w="2286">
                <a:solidFill>
                  <a:srgbClr val="CDFF3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33" name="polygon-1619"/>
              <p:cNvSpPr/>
              <p:nvPr/>
            </p:nvSpPr>
            <p:spPr>
              <a:xfrm>
                <a:off x="12088368" y="186537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9F"/>
              </a:solidFill>
              <a:ln w="2286">
                <a:solidFill>
                  <a:srgbClr val="00009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34" name="polygon-1620"/>
              <p:cNvSpPr/>
              <p:nvPr/>
            </p:nvSpPr>
            <p:spPr>
              <a:xfrm>
                <a:off x="12088368" y="184708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DD"/>
              </a:solidFill>
              <a:ln w="2286">
                <a:solidFill>
                  <a:srgbClr val="0000D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35" name="polygon-1621"/>
              <p:cNvSpPr/>
              <p:nvPr/>
            </p:nvSpPr>
            <p:spPr>
              <a:xfrm>
                <a:off x="12088368" y="182880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1DFF"/>
              </a:solidFill>
              <a:ln w="2286">
                <a:solidFill>
                  <a:srgbClr val="001D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36" name="polygon-1622"/>
              <p:cNvSpPr/>
              <p:nvPr/>
            </p:nvSpPr>
            <p:spPr>
              <a:xfrm>
                <a:off x="12088368" y="181051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5CFF"/>
              </a:solidFill>
              <a:ln w="2286">
                <a:solidFill>
                  <a:srgbClr val="005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37" name="polygon-1623"/>
              <p:cNvSpPr/>
              <p:nvPr/>
            </p:nvSpPr>
            <p:spPr>
              <a:xfrm>
                <a:off x="12088368" y="178308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3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9AFF"/>
              </a:solidFill>
              <a:ln w="2286">
                <a:solidFill>
                  <a:srgbClr val="009A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38" name="polygon-1624"/>
              <p:cNvSpPr/>
              <p:nvPr/>
            </p:nvSpPr>
            <p:spPr>
              <a:xfrm>
                <a:off x="12088368" y="176479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D9FF"/>
              </a:solidFill>
              <a:ln w="2286">
                <a:solidFill>
                  <a:srgbClr val="00D9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39" name="polygon-1625"/>
              <p:cNvSpPr/>
              <p:nvPr/>
            </p:nvSpPr>
            <p:spPr>
              <a:xfrm>
                <a:off x="12088368" y="174650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19FFE6"/>
              </a:solidFill>
              <a:ln w="2286">
                <a:solidFill>
                  <a:srgbClr val="19FFE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40" name="polygon-1626"/>
              <p:cNvSpPr/>
              <p:nvPr/>
            </p:nvSpPr>
            <p:spPr>
              <a:xfrm>
                <a:off x="12088368" y="172821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57FFA8"/>
              </a:solidFill>
              <a:ln w="2286">
                <a:solidFill>
                  <a:srgbClr val="57FFA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41" name="polygon-1627"/>
              <p:cNvSpPr/>
              <p:nvPr/>
            </p:nvSpPr>
            <p:spPr>
              <a:xfrm>
                <a:off x="12088368" y="170992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96FF69"/>
              </a:solidFill>
              <a:ln w="2286">
                <a:solidFill>
                  <a:srgbClr val="96FF6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42" name="polygon-1628"/>
              <p:cNvSpPr/>
              <p:nvPr/>
            </p:nvSpPr>
            <p:spPr>
              <a:xfrm>
                <a:off x="12088368" y="169164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D5FF2A"/>
              </a:solidFill>
              <a:ln w="2286">
                <a:solidFill>
                  <a:srgbClr val="D5FF2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43" name="polygon-1629"/>
              <p:cNvSpPr/>
              <p:nvPr/>
            </p:nvSpPr>
            <p:spPr>
              <a:xfrm>
                <a:off x="12070080" y="187452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9F"/>
              </a:solidFill>
              <a:ln w="2286">
                <a:solidFill>
                  <a:srgbClr val="00009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44" name="polygon-1630"/>
              <p:cNvSpPr/>
              <p:nvPr/>
            </p:nvSpPr>
            <p:spPr>
              <a:xfrm>
                <a:off x="12070080" y="185623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DE"/>
              </a:solidFill>
              <a:ln w="2286">
                <a:solidFill>
                  <a:srgbClr val="0000D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45" name="polygon-1631"/>
              <p:cNvSpPr/>
              <p:nvPr/>
            </p:nvSpPr>
            <p:spPr>
              <a:xfrm>
                <a:off x="12070080" y="183794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1EFF"/>
              </a:solidFill>
              <a:ln w="2286">
                <a:solidFill>
                  <a:srgbClr val="001E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46" name="polygon-1632"/>
              <p:cNvSpPr/>
              <p:nvPr/>
            </p:nvSpPr>
            <p:spPr>
              <a:xfrm>
                <a:off x="12070080" y="1810512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2" y="3"/>
                    </a:moveTo>
                    <a:lnTo>
                      <a:pt x="0" y="4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5DFF"/>
              </a:solidFill>
              <a:ln w="2286">
                <a:solidFill>
                  <a:srgbClr val="005D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47" name="polygon-1633"/>
              <p:cNvSpPr/>
              <p:nvPr/>
            </p:nvSpPr>
            <p:spPr>
              <a:xfrm>
                <a:off x="12070080" y="179222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9DFF"/>
              </a:solidFill>
              <a:ln w="2286">
                <a:solidFill>
                  <a:srgbClr val="009D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48" name="polygon-1634"/>
              <p:cNvSpPr/>
              <p:nvPr/>
            </p:nvSpPr>
            <p:spPr>
              <a:xfrm>
                <a:off x="12070080" y="177393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DCFF"/>
              </a:solidFill>
              <a:ln w="2286">
                <a:solidFill>
                  <a:srgbClr val="00D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49" name="polygon-1635"/>
              <p:cNvSpPr/>
              <p:nvPr/>
            </p:nvSpPr>
            <p:spPr>
              <a:xfrm>
                <a:off x="12070080" y="175564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1CFFE3"/>
              </a:solidFill>
              <a:ln w="2286">
                <a:solidFill>
                  <a:srgbClr val="1CFFE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50" name="polygon-1636"/>
              <p:cNvSpPr/>
              <p:nvPr/>
            </p:nvSpPr>
            <p:spPr>
              <a:xfrm>
                <a:off x="12070080" y="173736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5BFFA4"/>
              </a:solidFill>
              <a:ln w="2286">
                <a:solidFill>
                  <a:srgbClr val="5BFFA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51" name="polygon-1637"/>
              <p:cNvSpPr/>
              <p:nvPr/>
            </p:nvSpPr>
            <p:spPr>
              <a:xfrm>
                <a:off x="12070080" y="171907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9AFF65"/>
              </a:solidFill>
              <a:ln w="2286">
                <a:solidFill>
                  <a:srgbClr val="9AFF6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52" name="polygon-1638"/>
              <p:cNvSpPr/>
              <p:nvPr/>
            </p:nvSpPr>
            <p:spPr>
              <a:xfrm>
                <a:off x="12070080" y="1691640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2" y="3"/>
                    </a:moveTo>
                    <a:lnTo>
                      <a:pt x="0" y="4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D9FF26"/>
              </a:solidFill>
              <a:ln w="2286">
                <a:solidFill>
                  <a:srgbClr val="D9FF2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53" name="polygon-1639"/>
              <p:cNvSpPr/>
              <p:nvPr/>
            </p:nvSpPr>
            <p:spPr>
              <a:xfrm>
                <a:off x="12051792" y="188366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9F"/>
              </a:solidFill>
              <a:ln w="2286">
                <a:solidFill>
                  <a:srgbClr val="00009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54" name="polygon-1640"/>
              <p:cNvSpPr/>
              <p:nvPr/>
            </p:nvSpPr>
            <p:spPr>
              <a:xfrm>
                <a:off x="12051792" y="186537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DE"/>
              </a:solidFill>
              <a:ln w="2286">
                <a:solidFill>
                  <a:srgbClr val="0000D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55" name="polygon-1641"/>
              <p:cNvSpPr/>
              <p:nvPr/>
            </p:nvSpPr>
            <p:spPr>
              <a:xfrm>
                <a:off x="12051792" y="184708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1EFF"/>
              </a:solidFill>
              <a:ln w="2286">
                <a:solidFill>
                  <a:srgbClr val="001E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56" name="polygon-1642"/>
              <p:cNvSpPr/>
              <p:nvPr/>
            </p:nvSpPr>
            <p:spPr>
              <a:xfrm>
                <a:off x="12051792" y="1819656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2" y="3"/>
                    </a:move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5CFF"/>
              </a:solidFill>
              <a:ln w="2286">
                <a:solidFill>
                  <a:srgbClr val="005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57" name="polygon-1643"/>
              <p:cNvSpPr/>
              <p:nvPr/>
            </p:nvSpPr>
            <p:spPr>
              <a:xfrm>
                <a:off x="12051792" y="1801368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2" y="2"/>
                    </a:moveTo>
                    <a:lnTo>
                      <a:pt x="0" y="4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9BFF"/>
              </a:solidFill>
              <a:ln w="2286">
                <a:solidFill>
                  <a:srgbClr val="009B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58" name="polygon-1644"/>
              <p:cNvSpPr/>
              <p:nvPr/>
            </p:nvSpPr>
            <p:spPr>
              <a:xfrm>
                <a:off x="12051792" y="178308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DAFF"/>
              </a:solidFill>
              <a:ln w="2286">
                <a:solidFill>
                  <a:srgbClr val="00DA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59" name="polygon-1645"/>
              <p:cNvSpPr/>
              <p:nvPr/>
            </p:nvSpPr>
            <p:spPr>
              <a:xfrm>
                <a:off x="12051792" y="176479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1AFFE5"/>
              </a:solidFill>
              <a:ln w="2286">
                <a:solidFill>
                  <a:srgbClr val="1AFFE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60" name="polygon-1646"/>
              <p:cNvSpPr/>
              <p:nvPr/>
            </p:nvSpPr>
            <p:spPr>
              <a:xfrm>
                <a:off x="12051792" y="174650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59FFA6"/>
              </a:solidFill>
              <a:ln w="2286">
                <a:solidFill>
                  <a:srgbClr val="59FF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61" name="polygon-1647"/>
              <p:cNvSpPr/>
              <p:nvPr/>
            </p:nvSpPr>
            <p:spPr>
              <a:xfrm>
                <a:off x="12051792" y="172821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98FF67"/>
              </a:solidFill>
              <a:ln w="2286">
                <a:solidFill>
                  <a:srgbClr val="98FF6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62" name="polygon-1648"/>
              <p:cNvSpPr/>
              <p:nvPr/>
            </p:nvSpPr>
            <p:spPr>
              <a:xfrm>
                <a:off x="12051792" y="1700784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2" y="3"/>
                    </a:move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D7FF28"/>
              </a:solidFill>
              <a:ln w="2286">
                <a:solidFill>
                  <a:srgbClr val="D7FF2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63" name="polygon-1649"/>
              <p:cNvSpPr/>
              <p:nvPr/>
            </p:nvSpPr>
            <p:spPr>
              <a:xfrm>
                <a:off x="12033504" y="189280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9F"/>
              </a:solidFill>
              <a:ln w="2286">
                <a:solidFill>
                  <a:srgbClr val="00009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64" name="polygon-1650"/>
              <p:cNvSpPr/>
              <p:nvPr/>
            </p:nvSpPr>
            <p:spPr>
              <a:xfrm>
                <a:off x="12033504" y="187452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DD"/>
              </a:solidFill>
              <a:ln w="2286">
                <a:solidFill>
                  <a:srgbClr val="0000D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65" name="polygon-1651"/>
              <p:cNvSpPr/>
              <p:nvPr/>
            </p:nvSpPr>
            <p:spPr>
              <a:xfrm>
                <a:off x="12033504" y="185623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1CFF"/>
              </a:solidFill>
              <a:ln w="2286">
                <a:solidFill>
                  <a:srgbClr val="001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66" name="polygon-1652"/>
              <p:cNvSpPr/>
              <p:nvPr/>
            </p:nvSpPr>
            <p:spPr>
              <a:xfrm>
                <a:off x="12033504" y="183794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5AFF"/>
              </a:solidFill>
              <a:ln w="2286">
                <a:solidFill>
                  <a:srgbClr val="005A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67" name="polygon-1653"/>
              <p:cNvSpPr/>
              <p:nvPr/>
            </p:nvSpPr>
            <p:spPr>
              <a:xfrm>
                <a:off x="12033504" y="1810512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2" y="3"/>
                    </a:move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98FF"/>
              </a:solidFill>
              <a:ln w="2286">
                <a:solidFill>
                  <a:srgbClr val="0098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68" name="polygon-1654"/>
              <p:cNvSpPr/>
              <p:nvPr/>
            </p:nvSpPr>
            <p:spPr>
              <a:xfrm>
                <a:off x="12033504" y="1792224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2" y="2"/>
                    </a:moveTo>
                    <a:lnTo>
                      <a:pt x="0" y="4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D6FF"/>
              </a:solidFill>
              <a:ln w="2286">
                <a:solidFill>
                  <a:srgbClr val="00D6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69" name="polygon-1655"/>
              <p:cNvSpPr/>
              <p:nvPr/>
            </p:nvSpPr>
            <p:spPr>
              <a:xfrm>
                <a:off x="12033504" y="177393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15FFEA"/>
              </a:solidFill>
              <a:ln w="2286">
                <a:solidFill>
                  <a:srgbClr val="15FFE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70" name="polygon-1656"/>
              <p:cNvSpPr/>
              <p:nvPr/>
            </p:nvSpPr>
            <p:spPr>
              <a:xfrm>
                <a:off x="12033504" y="175564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53FFAC"/>
              </a:solidFill>
              <a:ln w="2286">
                <a:solidFill>
                  <a:srgbClr val="53FFA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71" name="polygon-1657"/>
              <p:cNvSpPr/>
              <p:nvPr/>
            </p:nvSpPr>
            <p:spPr>
              <a:xfrm>
                <a:off x="12033504" y="173736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91FF6E"/>
              </a:solidFill>
              <a:ln w="2286">
                <a:solidFill>
                  <a:srgbClr val="91FF6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72" name="polygon-1658"/>
              <p:cNvSpPr/>
              <p:nvPr/>
            </p:nvSpPr>
            <p:spPr>
              <a:xfrm>
                <a:off x="12033504" y="171907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CFFF30"/>
              </a:solidFill>
              <a:ln w="2286">
                <a:solidFill>
                  <a:srgbClr val="CFFF3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73" name="polygon-1659"/>
              <p:cNvSpPr/>
              <p:nvPr/>
            </p:nvSpPr>
            <p:spPr>
              <a:xfrm>
                <a:off x="12015216" y="190195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9E"/>
              </a:solidFill>
              <a:ln w="2286">
                <a:solidFill>
                  <a:srgbClr val="00009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74" name="polygon-1660"/>
              <p:cNvSpPr/>
              <p:nvPr/>
            </p:nvSpPr>
            <p:spPr>
              <a:xfrm>
                <a:off x="12015216" y="188366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DC"/>
              </a:solidFill>
              <a:ln w="2286">
                <a:solidFill>
                  <a:srgbClr val="0000D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75" name="polygon-1661"/>
              <p:cNvSpPr/>
              <p:nvPr/>
            </p:nvSpPr>
            <p:spPr>
              <a:xfrm>
                <a:off x="12015216" y="186537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1AFF"/>
              </a:solidFill>
              <a:ln w="2286">
                <a:solidFill>
                  <a:srgbClr val="001A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76" name="polygon-1662"/>
              <p:cNvSpPr/>
              <p:nvPr/>
            </p:nvSpPr>
            <p:spPr>
              <a:xfrm>
                <a:off x="12015216" y="184708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57FF"/>
              </a:solidFill>
              <a:ln w="2286">
                <a:solidFill>
                  <a:srgbClr val="005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77" name="polygon-1663"/>
              <p:cNvSpPr/>
              <p:nvPr/>
            </p:nvSpPr>
            <p:spPr>
              <a:xfrm>
                <a:off x="12015216" y="182880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95FF"/>
              </a:solidFill>
              <a:ln w="2286">
                <a:solidFill>
                  <a:srgbClr val="0095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78" name="polygon-1664"/>
              <p:cNvSpPr/>
              <p:nvPr/>
            </p:nvSpPr>
            <p:spPr>
              <a:xfrm>
                <a:off x="12015216" y="1801368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2" y="3"/>
                    </a:moveTo>
                    <a:lnTo>
                      <a:pt x="0" y="4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D2FF"/>
              </a:solidFill>
              <a:ln w="2286">
                <a:solidFill>
                  <a:srgbClr val="00D2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79" name="polygon-1665"/>
              <p:cNvSpPr/>
              <p:nvPr/>
            </p:nvSpPr>
            <p:spPr>
              <a:xfrm>
                <a:off x="12015216" y="178308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11FFEE"/>
              </a:solidFill>
              <a:ln w="2286">
                <a:solidFill>
                  <a:srgbClr val="11FFE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80" name="polygon-1666"/>
              <p:cNvSpPr/>
              <p:nvPr/>
            </p:nvSpPr>
            <p:spPr>
              <a:xfrm>
                <a:off x="12015216" y="176479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4EFFB1"/>
              </a:solidFill>
              <a:ln w="2286">
                <a:solidFill>
                  <a:srgbClr val="4EFFB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81" name="polygon-1667"/>
              <p:cNvSpPr/>
              <p:nvPr/>
            </p:nvSpPr>
            <p:spPr>
              <a:xfrm>
                <a:off x="12015216" y="174650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8BFF74"/>
              </a:solidFill>
              <a:ln w="2286">
                <a:solidFill>
                  <a:srgbClr val="8BFF7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82" name="polygon-1668"/>
              <p:cNvSpPr/>
              <p:nvPr/>
            </p:nvSpPr>
            <p:spPr>
              <a:xfrm>
                <a:off x="12015216" y="172821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C9FF36"/>
              </a:solidFill>
              <a:ln w="2286">
                <a:solidFill>
                  <a:srgbClr val="C9FF3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83" name="polygon-1669"/>
              <p:cNvSpPr/>
              <p:nvPr/>
            </p:nvSpPr>
            <p:spPr>
              <a:xfrm>
                <a:off x="11996928" y="191109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9E"/>
              </a:solidFill>
              <a:ln w="2286">
                <a:solidFill>
                  <a:srgbClr val="00009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84" name="polygon-1670"/>
              <p:cNvSpPr/>
              <p:nvPr/>
            </p:nvSpPr>
            <p:spPr>
              <a:xfrm>
                <a:off x="11996928" y="189280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DC"/>
              </a:solidFill>
              <a:ln w="2286">
                <a:solidFill>
                  <a:srgbClr val="0000D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85" name="polygon-1671"/>
              <p:cNvSpPr/>
              <p:nvPr/>
            </p:nvSpPr>
            <p:spPr>
              <a:xfrm>
                <a:off x="11996928" y="187452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1AFF"/>
              </a:solidFill>
              <a:ln w="2286">
                <a:solidFill>
                  <a:srgbClr val="001A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86" name="polygon-1672"/>
              <p:cNvSpPr/>
              <p:nvPr/>
            </p:nvSpPr>
            <p:spPr>
              <a:xfrm>
                <a:off x="11996928" y="185623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57FF"/>
              </a:solidFill>
              <a:ln w="2286">
                <a:solidFill>
                  <a:srgbClr val="005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87" name="polygon-1673"/>
              <p:cNvSpPr/>
              <p:nvPr/>
            </p:nvSpPr>
            <p:spPr>
              <a:xfrm>
                <a:off x="11996928" y="183794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95FF"/>
              </a:solidFill>
              <a:ln w="2286">
                <a:solidFill>
                  <a:srgbClr val="0095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88" name="polygon-1674"/>
              <p:cNvSpPr/>
              <p:nvPr/>
            </p:nvSpPr>
            <p:spPr>
              <a:xfrm>
                <a:off x="11996928" y="1810512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2" y="3"/>
                    </a:moveTo>
                    <a:lnTo>
                      <a:pt x="0" y="4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D2FF"/>
              </a:solidFill>
              <a:ln w="2286">
                <a:solidFill>
                  <a:srgbClr val="00D2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89" name="polygon-1675"/>
              <p:cNvSpPr/>
              <p:nvPr/>
            </p:nvSpPr>
            <p:spPr>
              <a:xfrm>
                <a:off x="11996928" y="179222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11FFEE"/>
              </a:solidFill>
              <a:ln w="2286">
                <a:solidFill>
                  <a:srgbClr val="11FFE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90" name="polygon-1676"/>
              <p:cNvSpPr/>
              <p:nvPr/>
            </p:nvSpPr>
            <p:spPr>
              <a:xfrm>
                <a:off x="11996928" y="177393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4EFFB1"/>
              </a:solidFill>
              <a:ln w="2286">
                <a:solidFill>
                  <a:srgbClr val="4EFFB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91" name="polygon-1677"/>
              <p:cNvSpPr/>
              <p:nvPr/>
            </p:nvSpPr>
            <p:spPr>
              <a:xfrm>
                <a:off x="11996928" y="175564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8CFF73"/>
              </a:solidFill>
              <a:ln w="2286">
                <a:solidFill>
                  <a:srgbClr val="8CFF7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92" name="polygon-1678"/>
              <p:cNvSpPr/>
              <p:nvPr/>
            </p:nvSpPr>
            <p:spPr>
              <a:xfrm>
                <a:off x="11996928" y="173736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C9FF36"/>
              </a:solidFill>
              <a:ln w="2286">
                <a:solidFill>
                  <a:srgbClr val="C9FF3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93" name="polygon-1679"/>
              <p:cNvSpPr/>
              <p:nvPr/>
            </p:nvSpPr>
            <p:spPr>
              <a:xfrm>
                <a:off x="11978640" y="192024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9F"/>
              </a:solidFill>
              <a:ln w="2286">
                <a:solidFill>
                  <a:srgbClr val="00009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94" name="polygon-1680"/>
              <p:cNvSpPr/>
              <p:nvPr/>
            </p:nvSpPr>
            <p:spPr>
              <a:xfrm>
                <a:off x="11978640" y="190195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DD"/>
              </a:solidFill>
              <a:ln w="2286">
                <a:solidFill>
                  <a:srgbClr val="0000D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95" name="polygon-1681"/>
              <p:cNvSpPr/>
              <p:nvPr/>
            </p:nvSpPr>
            <p:spPr>
              <a:xfrm>
                <a:off x="11978640" y="188366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1CFF"/>
              </a:solidFill>
              <a:ln w="2286">
                <a:solidFill>
                  <a:srgbClr val="001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96" name="polygon-1682"/>
              <p:cNvSpPr/>
              <p:nvPr/>
            </p:nvSpPr>
            <p:spPr>
              <a:xfrm>
                <a:off x="11978640" y="186537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5AFF"/>
              </a:solidFill>
              <a:ln w="2286">
                <a:solidFill>
                  <a:srgbClr val="005A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97" name="polygon-1683"/>
              <p:cNvSpPr/>
              <p:nvPr/>
            </p:nvSpPr>
            <p:spPr>
              <a:xfrm>
                <a:off x="11978640" y="1847088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98FF"/>
              </a:solidFill>
              <a:ln w="2286">
                <a:solidFill>
                  <a:srgbClr val="0098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98" name="polygon-1684"/>
              <p:cNvSpPr/>
              <p:nvPr/>
            </p:nvSpPr>
            <p:spPr>
              <a:xfrm>
                <a:off x="11978640" y="181965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3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D6FF"/>
              </a:solidFill>
              <a:ln w="2286">
                <a:solidFill>
                  <a:srgbClr val="00D6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99" name="polygon-1685"/>
              <p:cNvSpPr/>
              <p:nvPr/>
            </p:nvSpPr>
            <p:spPr>
              <a:xfrm>
                <a:off x="11978640" y="180136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15FFEA"/>
              </a:solidFill>
              <a:ln w="2286">
                <a:solidFill>
                  <a:srgbClr val="15FFE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00" name="polygon-1686"/>
              <p:cNvSpPr/>
              <p:nvPr/>
            </p:nvSpPr>
            <p:spPr>
              <a:xfrm>
                <a:off x="11978640" y="178308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53FFAC"/>
              </a:solidFill>
              <a:ln w="2286">
                <a:solidFill>
                  <a:srgbClr val="53FFA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01" name="polygon-1687"/>
              <p:cNvSpPr/>
              <p:nvPr/>
            </p:nvSpPr>
            <p:spPr>
              <a:xfrm>
                <a:off x="11978640" y="176479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91FF6E"/>
              </a:solidFill>
              <a:ln w="2286">
                <a:solidFill>
                  <a:srgbClr val="91FF6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02" name="polygon-1688"/>
              <p:cNvSpPr/>
              <p:nvPr/>
            </p:nvSpPr>
            <p:spPr>
              <a:xfrm>
                <a:off x="11978640" y="174650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CFFF30"/>
              </a:solidFill>
              <a:ln w="2286">
                <a:solidFill>
                  <a:srgbClr val="CFFF3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03" name="polygon-1689"/>
              <p:cNvSpPr/>
              <p:nvPr/>
            </p:nvSpPr>
            <p:spPr>
              <a:xfrm>
                <a:off x="11960352" y="192938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9F"/>
              </a:solidFill>
              <a:ln w="2286">
                <a:solidFill>
                  <a:srgbClr val="00009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04" name="polygon-1690"/>
              <p:cNvSpPr/>
              <p:nvPr/>
            </p:nvSpPr>
            <p:spPr>
              <a:xfrm>
                <a:off x="11960352" y="191109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DE"/>
              </a:solidFill>
              <a:ln w="2286">
                <a:solidFill>
                  <a:srgbClr val="0000D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05" name="polygon-1691"/>
              <p:cNvSpPr/>
              <p:nvPr/>
            </p:nvSpPr>
            <p:spPr>
              <a:xfrm>
                <a:off x="11960352" y="189280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1EFF"/>
              </a:solidFill>
              <a:ln w="2286">
                <a:solidFill>
                  <a:srgbClr val="001E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06" name="polygon-1692"/>
              <p:cNvSpPr/>
              <p:nvPr/>
            </p:nvSpPr>
            <p:spPr>
              <a:xfrm>
                <a:off x="11960352" y="1865376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2" y="3"/>
                    </a:moveTo>
                    <a:lnTo>
                      <a:pt x="0" y="4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5DFF"/>
              </a:solidFill>
              <a:ln w="2286">
                <a:solidFill>
                  <a:srgbClr val="005D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07" name="polygon-1693"/>
              <p:cNvSpPr/>
              <p:nvPr/>
            </p:nvSpPr>
            <p:spPr>
              <a:xfrm>
                <a:off x="11960352" y="184708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9BFF"/>
              </a:solidFill>
              <a:ln w="2286">
                <a:solidFill>
                  <a:srgbClr val="009B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08" name="polygon-1694"/>
              <p:cNvSpPr/>
              <p:nvPr/>
            </p:nvSpPr>
            <p:spPr>
              <a:xfrm>
                <a:off x="11960352" y="182880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DAFF"/>
              </a:solidFill>
              <a:ln w="2286">
                <a:solidFill>
                  <a:srgbClr val="00DA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09" name="polygon-1695"/>
              <p:cNvSpPr/>
              <p:nvPr/>
            </p:nvSpPr>
            <p:spPr>
              <a:xfrm>
                <a:off x="11960352" y="181051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1AFFE5"/>
              </a:solidFill>
              <a:ln w="2286">
                <a:solidFill>
                  <a:srgbClr val="1AFFE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10" name="polygon-1696"/>
              <p:cNvSpPr/>
              <p:nvPr/>
            </p:nvSpPr>
            <p:spPr>
              <a:xfrm>
                <a:off x="11960352" y="179222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59FFA6"/>
              </a:solidFill>
              <a:ln w="2286">
                <a:solidFill>
                  <a:srgbClr val="59FF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11" name="polygon-1697"/>
              <p:cNvSpPr/>
              <p:nvPr/>
            </p:nvSpPr>
            <p:spPr>
              <a:xfrm>
                <a:off x="11960352" y="177393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98FF67"/>
              </a:solidFill>
              <a:ln w="2286">
                <a:solidFill>
                  <a:srgbClr val="98FF6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12" name="polygon-1698"/>
              <p:cNvSpPr/>
              <p:nvPr/>
            </p:nvSpPr>
            <p:spPr>
              <a:xfrm>
                <a:off x="11960352" y="175564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D7FF28"/>
              </a:solidFill>
              <a:ln w="2286">
                <a:solidFill>
                  <a:srgbClr val="D7FF2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13" name="polygon-1699"/>
              <p:cNvSpPr/>
              <p:nvPr/>
            </p:nvSpPr>
            <p:spPr>
              <a:xfrm>
                <a:off x="11942064" y="193852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9F"/>
              </a:solidFill>
              <a:ln w="2286">
                <a:solidFill>
                  <a:srgbClr val="00009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14" name="polygon-1700"/>
              <p:cNvSpPr/>
              <p:nvPr/>
            </p:nvSpPr>
            <p:spPr>
              <a:xfrm>
                <a:off x="11942064" y="192024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DE"/>
              </a:solidFill>
              <a:ln w="2286">
                <a:solidFill>
                  <a:srgbClr val="0000D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15" name="polygon-1701"/>
              <p:cNvSpPr/>
              <p:nvPr/>
            </p:nvSpPr>
            <p:spPr>
              <a:xfrm>
                <a:off x="11942064" y="190195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1EFF"/>
              </a:solidFill>
              <a:ln w="2286">
                <a:solidFill>
                  <a:srgbClr val="001E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16" name="polygon-1702"/>
              <p:cNvSpPr/>
              <p:nvPr/>
            </p:nvSpPr>
            <p:spPr>
              <a:xfrm>
                <a:off x="11942064" y="1874520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2" y="3"/>
                    </a:moveTo>
                    <a:lnTo>
                      <a:pt x="0" y="4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5DFF"/>
              </a:solidFill>
              <a:ln w="2286">
                <a:solidFill>
                  <a:srgbClr val="005D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17" name="polygon-1703"/>
              <p:cNvSpPr/>
              <p:nvPr/>
            </p:nvSpPr>
            <p:spPr>
              <a:xfrm>
                <a:off x="11942064" y="185623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9DFF"/>
              </a:solidFill>
              <a:ln w="2286">
                <a:solidFill>
                  <a:srgbClr val="009D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18" name="polygon-1704"/>
              <p:cNvSpPr/>
              <p:nvPr/>
            </p:nvSpPr>
            <p:spPr>
              <a:xfrm>
                <a:off x="11942064" y="183794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DCFF"/>
              </a:solidFill>
              <a:ln w="2286">
                <a:solidFill>
                  <a:srgbClr val="00D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19" name="polygon-1705"/>
              <p:cNvSpPr/>
              <p:nvPr/>
            </p:nvSpPr>
            <p:spPr>
              <a:xfrm>
                <a:off x="11942064" y="181965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1CFFE3"/>
              </a:solidFill>
              <a:ln w="2286">
                <a:solidFill>
                  <a:srgbClr val="1CFFE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0" name="polygon-1706"/>
              <p:cNvSpPr/>
              <p:nvPr/>
            </p:nvSpPr>
            <p:spPr>
              <a:xfrm>
                <a:off x="11942064" y="180136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5BFFA4"/>
              </a:solidFill>
              <a:ln w="2286">
                <a:solidFill>
                  <a:srgbClr val="5BFFA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1" name="polygon-1707"/>
              <p:cNvSpPr/>
              <p:nvPr/>
            </p:nvSpPr>
            <p:spPr>
              <a:xfrm>
                <a:off x="11942064" y="178308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9AFF65"/>
              </a:solidFill>
              <a:ln w="2286">
                <a:solidFill>
                  <a:srgbClr val="9AFF6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2" name="polygon-1708"/>
              <p:cNvSpPr/>
              <p:nvPr/>
            </p:nvSpPr>
            <p:spPr>
              <a:xfrm>
                <a:off x="11942064" y="1755648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2" y="3"/>
                    </a:moveTo>
                    <a:lnTo>
                      <a:pt x="0" y="4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D9FF26"/>
              </a:solidFill>
              <a:ln w="2286">
                <a:solidFill>
                  <a:srgbClr val="D9FF2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3" name="polygon-1709"/>
              <p:cNvSpPr/>
              <p:nvPr/>
            </p:nvSpPr>
            <p:spPr>
              <a:xfrm>
                <a:off x="11923776" y="194767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9F"/>
              </a:solidFill>
              <a:ln w="2286">
                <a:solidFill>
                  <a:srgbClr val="00009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4" name="polygon-1710"/>
              <p:cNvSpPr/>
              <p:nvPr/>
            </p:nvSpPr>
            <p:spPr>
              <a:xfrm>
                <a:off x="11923776" y="192938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DD"/>
              </a:solidFill>
              <a:ln w="2286">
                <a:solidFill>
                  <a:srgbClr val="0000D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5" name="polygon-1711"/>
              <p:cNvSpPr/>
              <p:nvPr/>
            </p:nvSpPr>
            <p:spPr>
              <a:xfrm>
                <a:off x="11923776" y="191109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1DFF"/>
              </a:solidFill>
              <a:ln w="2286">
                <a:solidFill>
                  <a:srgbClr val="001D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6" name="polygon-1712"/>
              <p:cNvSpPr/>
              <p:nvPr/>
            </p:nvSpPr>
            <p:spPr>
              <a:xfrm>
                <a:off x="11923776" y="1883664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2" y="3"/>
                    </a:moveTo>
                    <a:lnTo>
                      <a:pt x="0" y="4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5CFF"/>
              </a:solidFill>
              <a:ln w="2286">
                <a:solidFill>
                  <a:srgbClr val="005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7" name="polygon-1713"/>
              <p:cNvSpPr/>
              <p:nvPr/>
            </p:nvSpPr>
            <p:spPr>
              <a:xfrm>
                <a:off x="11923776" y="186537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9AFF"/>
              </a:solidFill>
              <a:ln w="2286">
                <a:solidFill>
                  <a:srgbClr val="009A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8" name="polygon-1714"/>
              <p:cNvSpPr/>
              <p:nvPr/>
            </p:nvSpPr>
            <p:spPr>
              <a:xfrm>
                <a:off x="11923776" y="184708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D9FF"/>
              </a:solidFill>
              <a:ln w="2286">
                <a:solidFill>
                  <a:srgbClr val="00D9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9" name="polygon-1715"/>
              <p:cNvSpPr/>
              <p:nvPr/>
            </p:nvSpPr>
            <p:spPr>
              <a:xfrm>
                <a:off x="11923776" y="182880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18FFE7"/>
              </a:solidFill>
              <a:ln w="2286">
                <a:solidFill>
                  <a:srgbClr val="18FFE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0" name="polygon-1716"/>
              <p:cNvSpPr/>
              <p:nvPr/>
            </p:nvSpPr>
            <p:spPr>
              <a:xfrm>
                <a:off x="11923776" y="181051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57FFA8"/>
              </a:solidFill>
              <a:ln w="2286">
                <a:solidFill>
                  <a:srgbClr val="57FFA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1" name="polygon-1717"/>
              <p:cNvSpPr/>
              <p:nvPr/>
            </p:nvSpPr>
            <p:spPr>
              <a:xfrm>
                <a:off x="11923776" y="179222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96FF69"/>
              </a:solidFill>
              <a:ln w="2286">
                <a:solidFill>
                  <a:srgbClr val="96FF6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2" name="polygon-1718"/>
              <p:cNvSpPr/>
              <p:nvPr/>
            </p:nvSpPr>
            <p:spPr>
              <a:xfrm>
                <a:off x="11923776" y="1764792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2" y="3"/>
                    </a:move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D4FF2B"/>
              </a:solidFill>
              <a:ln w="2286">
                <a:solidFill>
                  <a:srgbClr val="D4FF2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3" name="polygon-1719"/>
              <p:cNvSpPr/>
              <p:nvPr/>
            </p:nvSpPr>
            <p:spPr>
              <a:xfrm>
                <a:off x="11905488" y="195681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9E"/>
              </a:solidFill>
              <a:ln w="2286">
                <a:solidFill>
                  <a:srgbClr val="00009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4" name="polygon-1720"/>
              <p:cNvSpPr/>
              <p:nvPr/>
            </p:nvSpPr>
            <p:spPr>
              <a:xfrm>
                <a:off x="11905488" y="193852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DC"/>
              </a:solidFill>
              <a:ln w="2286">
                <a:solidFill>
                  <a:srgbClr val="0000D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5" name="polygon-1721"/>
              <p:cNvSpPr/>
              <p:nvPr/>
            </p:nvSpPr>
            <p:spPr>
              <a:xfrm>
                <a:off x="11905488" y="192024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1BFF"/>
              </a:solidFill>
              <a:ln w="2286">
                <a:solidFill>
                  <a:srgbClr val="001B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6" name="polygon-1722"/>
              <p:cNvSpPr/>
              <p:nvPr/>
            </p:nvSpPr>
            <p:spPr>
              <a:xfrm>
                <a:off x="11905488" y="1892808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2" y="3"/>
                    </a:move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59FF"/>
              </a:solidFill>
              <a:ln w="2286">
                <a:solidFill>
                  <a:srgbClr val="0059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7" name="polygon-1723"/>
              <p:cNvSpPr/>
              <p:nvPr/>
            </p:nvSpPr>
            <p:spPr>
              <a:xfrm>
                <a:off x="11905488" y="1874520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2" y="2"/>
                    </a:moveTo>
                    <a:lnTo>
                      <a:pt x="0" y="4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97FF"/>
              </a:solidFill>
              <a:ln w="2286">
                <a:solidFill>
                  <a:srgbClr val="009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8" name="polygon-1724"/>
              <p:cNvSpPr/>
              <p:nvPr/>
            </p:nvSpPr>
            <p:spPr>
              <a:xfrm>
                <a:off x="11905488" y="185623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D4FF"/>
              </a:solidFill>
              <a:ln w="2286">
                <a:solidFill>
                  <a:srgbClr val="00D4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9" name="polygon-1725"/>
              <p:cNvSpPr/>
              <p:nvPr/>
            </p:nvSpPr>
            <p:spPr>
              <a:xfrm>
                <a:off x="11905488" y="183794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13FFEC"/>
              </a:solidFill>
              <a:ln w="2286">
                <a:solidFill>
                  <a:srgbClr val="13FFE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0" name="polygon-1726"/>
              <p:cNvSpPr/>
              <p:nvPr/>
            </p:nvSpPr>
            <p:spPr>
              <a:xfrm>
                <a:off x="11905488" y="181965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51FFAE"/>
              </a:solidFill>
              <a:ln w="2286">
                <a:solidFill>
                  <a:srgbClr val="51FFA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1" name="polygon-1727"/>
              <p:cNvSpPr/>
              <p:nvPr/>
            </p:nvSpPr>
            <p:spPr>
              <a:xfrm>
                <a:off x="11905488" y="180136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8FFF70"/>
              </a:solidFill>
              <a:ln w="2286">
                <a:solidFill>
                  <a:srgbClr val="8FFF7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2" name="polygon-1728"/>
              <p:cNvSpPr/>
              <p:nvPr/>
            </p:nvSpPr>
            <p:spPr>
              <a:xfrm>
                <a:off x="11905488" y="178308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CCFF33"/>
              </a:solidFill>
              <a:ln w="2286">
                <a:solidFill>
                  <a:srgbClr val="CCFF3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3" name="polygon-1729"/>
              <p:cNvSpPr/>
              <p:nvPr/>
            </p:nvSpPr>
            <p:spPr>
              <a:xfrm>
                <a:off x="11887200" y="196596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9E"/>
              </a:solidFill>
              <a:ln w="2286">
                <a:solidFill>
                  <a:srgbClr val="00009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4" name="polygon-1730"/>
              <p:cNvSpPr/>
              <p:nvPr/>
            </p:nvSpPr>
            <p:spPr>
              <a:xfrm>
                <a:off x="11887200" y="194767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DB"/>
              </a:solidFill>
              <a:ln w="2286">
                <a:solidFill>
                  <a:srgbClr val="0000D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5" name="polygon-1731"/>
              <p:cNvSpPr/>
              <p:nvPr/>
            </p:nvSpPr>
            <p:spPr>
              <a:xfrm>
                <a:off x="11887200" y="192938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1AFF"/>
              </a:solidFill>
              <a:ln w="2286">
                <a:solidFill>
                  <a:srgbClr val="001A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6" name="polygon-1732"/>
              <p:cNvSpPr/>
              <p:nvPr/>
            </p:nvSpPr>
            <p:spPr>
              <a:xfrm>
                <a:off x="11887200" y="191109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57FF"/>
              </a:solidFill>
              <a:ln w="2286">
                <a:solidFill>
                  <a:srgbClr val="005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7" name="polygon-1733"/>
              <p:cNvSpPr/>
              <p:nvPr/>
            </p:nvSpPr>
            <p:spPr>
              <a:xfrm>
                <a:off x="11887200" y="1883664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2" y="3"/>
                    </a:move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94FF"/>
              </a:solidFill>
              <a:ln w="2286">
                <a:solidFill>
                  <a:srgbClr val="0094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8" name="polygon-1734"/>
              <p:cNvSpPr/>
              <p:nvPr/>
            </p:nvSpPr>
            <p:spPr>
              <a:xfrm>
                <a:off x="11887200" y="1865376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2" y="2"/>
                    </a:moveTo>
                    <a:lnTo>
                      <a:pt x="0" y="4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D2FF"/>
              </a:solidFill>
              <a:ln w="2286">
                <a:solidFill>
                  <a:srgbClr val="00D2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9" name="polygon-1735"/>
              <p:cNvSpPr/>
              <p:nvPr/>
            </p:nvSpPr>
            <p:spPr>
              <a:xfrm>
                <a:off x="11887200" y="184708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10FFEF"/>
              </a:solidFill>
              <a:ln w="2286">
                <a:solidFill>
                  <a:srgbClr val="10FFE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0" name="polygon-1736"/>
              <p:cNvSpPr/>
              <p:nvPr/>
            </p:nvSpPr>
            <p:spPr>
              <a:xfrm>
                <a:off x="11887200" y="182880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4DFFB2"/>
              </a:solidFill>
              <a:ln w="2286">
                <a:solidFill>
                  <a:srgbClr val="4DFFB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1" name="polygon-1737"/>
              <p:cNvSpPr/>
              <p:nvPr/>
            </p:nvSpPr>
            <p:spPr>
              <a:xfrm>
                <a:off x="11887200" y="181051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8BFF74"/>
              </a:solidFill>
              <a:ln w="2286">
                <a:solidFill>
                  <a:srgbClr val="8BFF7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2" name="polygon-1738"/>
              <p:cNvSpPr/>
              <p:nvPr/>
            </p:nvSpPr>
            <p:spPr>
              <a:xfrm>
                <a:off x="11887200" y="179222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C8FF37"/>
              </a:solidFill>
              <a:ln w="2286">
                <a:solidFill>
                  <a:srgbClr val="C8FF3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3" name="polygon-1739"/>
              <p:cNvSpPr/>
              <p:nvPr/>
            </p:nvSpPr>
            <p:spPr>
              <a:xfrm>
                <a:off x="11868912" y="197510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9E"/>
              </a:solidFill>
              <a:ln w="2286">
                <a:solidFill>
                  <a:srgbClr val="00009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4" name="polygon-1740"/>
              <p:cNvSpPr/>
              <p:nvPr/>
            </p:nvSpPr>
            <p:spPr>
              <a:xfrm>
                <a:off x="11868912" y="195681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DC"/>
              </a:solidFill>
              <a:ln w="2286">
                <a:solidFill>
                  <a:srgbClr val="0000D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5" name="polygon-1741"/>
              <p:cNvSpPr/>
              <p:nvPr/>
            </p:nvSpPr>
            <p:spPr>
              <a:xfrm>
                <a:off x="11868912" y="193852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1BFF"/>
              </a:solidFill>
              <a:ln w="2286">
                <a:solidFill>
                  <a:srgbClr val="001B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6" name="polygon-1742"/>
              <p:cNvSpPr/>
              <p:nvPr/>
            </p:nvSpPr>
            <p:spPr>
              <a:xfrm>
                <a:off x="11868912" y="192024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58FF"/>
              </a:solidFill>
              <a:ln w="2286">
                <a:solidFill>
                  <a:srgbClr val="0058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7" name="polygon-1743"/>
              <p:cNvSpPr/>
              <p:nvPr/>
            </p:nvSpPr>
            <p:spPr>
              <a:xfrm>
                <a:off x="11868912" y="190195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96FF"/>
              </a:solidFill>
              <a:ln w="2286">
                <a:solidFill>
                  <a:srgbClr val="0096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8" name="polygon-1744"/>
              <p:cNvSpPr/>
              <p:nvPr/>
            </p:nvSpPr>
            <p:spPr>
              <a:xfrm>
                <a:off x="11868912" y="187452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3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D3FF"/>
              </a:solidFill>
              <a:ln w="2286">
                <a:solidFill>
                  <a:srgbClr val="00D3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9" name="polygon-1745"/>
              <p:cNvSpPr/>
              <p:nvPr/>
            </p:nvSpPr>
            <p:spPr>
              <a:xfrm>
                <a:off x="11868912" y="185623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12FFED"/>
              </a:solidFill>
              <a:ln w="2286">
                <a:solidFill>
                  <a:srgbClr val="12FFE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0" name="polygon-1746"/>
              <p:cNvSpPr/>
              <p:nvPr/>
            </p:nvSpPr>
            <p:spPr>
              <a:xfrm>
                <a:off x="11868912" y="183794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50FFAF"/>
              </a:solidFill>
              <a:ln w="2286">
                <a:solidFill>
                  <a:srgbClr val="50FFA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1" name="polygon-1747"/>
              <p:cNvSpPr/>
              <p:nvPr/>
            </p:nvSpPr>
            <p:spPr>
              <a:xfrm>
                <a:off x="11868912" y="181965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8DFF72"/>
              </a:solidFill>
              <a:ln w="2286">
                <a:solidFill>
                  <a:srgbClr val="8DFF7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2" name="polygon-1748"/>
              <p:cNvSpPr/>
              <p:nvPr/>
            </p:nvSpPr>
            <p:spPr>
              <a:xfrm>
                <a:off x="11868912" y="180136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CBFF34"/>
              </a:solidFill>
              <a:ln w="2286">
                <a:solidFill>
                  <a:srgbClr val="CBFF3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3" name="polygon-1749"/>
              <p:cNvSpPr/>
              <p:nvPr/>
            </p:nvSpPr>
            <p:spPr>
              <a:xfrm>
                <a:off x="11530584" y="181965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9E"/>
              </a:solidFill>
              <a:ln w="2286">
                <a:solidFill>
                  <a:srgbClr val="00009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4" name="polygon-1750"/>
              <p:cNvSpPr/>
              <p:nvPr/>
            </p:nvSpPr>
            <p:spPr>
              <a:xfrm>
                <a:off x="11530584" y="180136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DC"/>
              </a:solidFill>
              <a:ln w="2286">
                <a:solidFill>
                  <a:srgbClr val="0000D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5" name="polygon-1751"/>
              <p:cNvSpPr/>
              <p:nvPr/>
            </p:nvSpPr>
            <p:spPr>
              <a:xfrm>
                <a:off x="11530584" y="178308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1BFF"/>
              </a:solidFill>
              <a:ln w="2286">
                <a:solidFill>
                  <a:srgbClr val="001B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6" name="polygon-1752"/>
              <p:cNvSpPr/>
              <p:nvPr/>
            </p:nvSpPr>
            <p:spPr>
              <a:xfrm>
                <a:off x="11530584" y="176479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59FF"/>
              </a:solidFill>
              <a:ln w="2286">
                <a:solidFill>
                  <a:srgbClr val="0059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7" name="polygon-1753"/>
              <p:cNvSpPr/>
              <p:nvPr/>
            </p:nvSpPr>
            <p:spPr>
              <a:xfrm>
                <a:off x="11530584" y="174650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97FF"/>
              </a:solidFill>
              <a:ln w="2286">
                <a:solidFill>
                  <a:srgbClr val="009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8" name="polygon-1754"/>
              <p:cNvSpPr/>
              <p:nvPr/>
            </p:nvSpPr>
            <p:spPr>
              <a:xfrm>
                <a:off x="11530584" y="1719072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3"/>
                    </a:moveTo>
                    <a:lnTo>
                      <a:pt x="2" y="4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D5FF"/>
              </a:solidFill>
              <a:ln w="2286">
                <a:solidFill>
                  <a:srgbClr val="00D5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9" name="polygon-1755"/>
              <p:cNvSpPr/>
              <p:nvPr/>
            </p:nvSpPr>
            <p:spPr>
              <a:xfrm>
                <a:off x="11530584" y="170078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4FFEB"/>
              </a:solidFill>
              <a:ln w="2286">
                <a:solidFill>
                  <a:srgbClr val="14FFE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0" name="polygon-1756"/>
              <p:cNvSpPr/>
              <p:nvPr/>
            </p:nvSpPr>
            <p:spPr>
              <a:xfrm>
                <a:off x="11530584" y="168249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2FFAD"/>
              </a:solidFill>
              <a:ln w="2286">
                <a:solidFill>
                  <a:srgbClr val="52FFA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1" name="polygon-1757"/>
              <p:cNvSpPr/>
              <p:nvPr/>
            </p:nvSpPr>
            <p:spPr>
              <a:xfrm>
                <a:off x="11530584" y="166420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FF6F"/>
              </a:solidFill>
              <a:ln w="2286">
                <a:solidFill>
                  <a:srgbClr val="90FF6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2" name="polygon-1758"/>
              <p:cNvSpPr/>
              <p:nvPr/>
            </p:nvSpPr>
            <p:spPr>
              <a:xfrm>
                <a:off x="11530584" y="164592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EFF31"/>
              </a:solidFill>
              <a:ln w="2286">
                <a:solidFill>
                  <a:srgbClr val="CEFF3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3" name="polygon-1759"/>
              <p:cNvSpPr/>
              <p:nvPr/>
            </p:nvSpPr>
            <p:spPr>
              <a:xfrm>
                <a:off x="11548872" y="182880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3"/>
              </a:solidFill>
              <a:ln w="2286">
                <a:solidFill>
                  <a:srgbClr val="0000A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4" name="polygon-1760"/>
              <p:cNvSpPr/>
              <p:nvPr/>
            </p:nvSpPr>
            <p:spPr>
              <a:xfrm>
                <a:off x="11548872" y="1810512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0" y="2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E9"/>
              </a:solidFill>
              <a:ln w="2286">
                <a:solidFill>
                  <a:srgbClr val="0000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5" name="polygon-1761"/>
              <p:cNvSpPr/>
              <p:nvPr/>
            </p:nvSpPr>
            <p:spPr>
              <a:xfrm>
                <a:off x="11548872" y="178308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3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0FF"/>
              </a:solidFill>
              <a:ln w="2286">
                <a:solidFill>
                  <a:srgbClr val="0030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6" name="polygon-1762"/>
              <p:cNvSpPr/>
              <p:nvPr/>
            </p:nvSpPr>
            <p:spPr>
              <a:xfrm>
                <a:off x="11548872" y="1755648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4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76FF"/>
              </a:solidFill>
              <a:ln w="2286">
                <a:solidFill>
                  <a:srgbClr val="0076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7" name="polygon-1763"/>
              <p:cNvSpPr/>
              <p:nvPr/>
            </p:nvSpPr>
            <p:spPr>
              <a:xfrm>
                <a:off x="11548872" y="1737360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4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BCFF"/>
              </a:solidFill>
              <a:ln w="2286">
                <a:solidFill>
                  <a:srgbClr val="00B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8" name="polygon-1764"/>
              <p:cNvSpPr/>
              <p:nvPr/>
            </p:nvSpPr>
            <p:spPr>
              <a:xfrm>
                <a:off x="11548872" y="1709928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5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3FFFC"/>
              </a:solidFill>
              <a:ln w="2286">
                <a:solidFill>
                  <a:srgbClr val="03FFF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9" name="polygon-1765"/>
              <p:cNvSpPr/>
              <p:nvPr/>
            </p:nvSpPr>
            <p:spPr>
              <a:xfrm>
                <a:off x="11548872" y="1682496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5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49FFB6"/>
              </a:solidFill>
              <a:ln w="2286">
                <a:solidFill>
                  <a:srgbClr val="49FFB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0" name="polygon-1766"/>
              <p:cNvSpPr/>
              <p:nvPr/>
            </p:nvSpPr>
            <p:spPr>
              <a:xfrm>
                <a:off x="11548872" y="1664208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5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8FFF70"/>
              </a:solidFill>
              <a:ln w="2286">
                <a:solidFill>
                  <a:srgbClr val="8FFF7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1" name="polygon-1767"/>
              <p:cNvSpPr/>
              <p:nvPr/>
            </p:nvSpPr>
            <p:spPr>
              <a:xfrm>
                <a:off x="11548872" y="1636776"/>
                <a:ext cx="1828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2" h="6">
                    <a:moveTo>
                      <a:pt x="0" y="6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D5FF2A"/>
              </a:solidFill>
              <a:ln w="2286">
                <a:solidFill>
                  <a:srgbClr val="D5FF2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2" name="polygon-1768"/>
              <p:cNvSpPr/>
              <p:nvPr/>
            </p:nvSpPr>
            <p:spPr>
              <a:xfrm>
                <a:off x="11548872" y="1609344"/>
                <a:ext cx="18288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2" h="7">
                    <a:moveTo>
                      <a:pt x="0" y="7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E300"/>
              </a:solidFill>
              <a:ln w="2286">
                <a:solidFill>
                  <a:srgbClr val="FFE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3" name="polygon-1769"/>
              <p:cNvSpPr/>
              <p:nvPr/>
            </p:nvSpPr>
            <p:spPr>
              <a:xfrm>
                <a:off x="11567160" y="1828800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3"/>
                    </a:moveTo>
                    <a:lnTo>
                      <a:pt x="2" y="4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3"/>
              </a:solidFill>
              <a:ln w="2286">
                <a:solidFill>
                  <a:srgbClr val="0000A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4" name="polygon-1770"/>
              <p:cNvSpPr/>
              <p:nvPr/>
            </p:nvSpPr>
            <p:spPr>
              <a:xfrm>
                <a:off x="11567160" y="1810512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2"/>
                    </a:moveTo>
                    <a:lnTo>
                      <a:pt x="2" y="4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E9"/>
              </a:solidFill>
              <a:ln w="2286">
                <a:solidFill>
                  <a:srgbClr val="0000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5" name="polygon-1771"/>
              <p:cNvSpPr/>
              <p:nvPr/>
            </p:nvSpPr>
            <p:spPr>
              <a:xfrm>
                <a:off x="11567160" y="1783080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3"/>
                    </a:moveTo>
                    <a:lnTo>
                      <a:pt x="2" y="5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0FF"/>
              </a:solidFill>
              <a:ln w="2286">
                <a:solidFill>
                  <a:srgbClr val="0030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6" name="polygon-1772"/>
              <p:cNvSpPr/>
              <p:nvPr/>
            </p:nvSpPr>
            <p:spPr>
              <a:xfrm>
                <a:off x="11567160" y="1755648"/>
                <a:ext cx="1828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2" h="6">
                    <a:moveTo>
                      <a:pt x="0" y="3"/>
                    </a:moveTo>
                    <a:lnTo>
                      <a:pt x="2" y="6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6FF"/>
              </a:solidFill>
              <a:ln w="2286">
                <a:solidFill>
                  <a:srgbClr val="0076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7" name="polygon-1773"/>
              <p:cNvSpPr/>
              <p:nvPr/>
            </p:nvSpPr>
            <p:spPr>
              <a:xfrm>
                <a:off x="11567160" y="1737360"/>
                <a:ext cx="1828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2" h="6">
                    <a:moveTo>
                      <a:pt x="0" y="2"/>
                    </a:moveTo>
                    <a:lnTo>
                      <a:pt x="2" y="6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BCFF"/>
              </a:solidFill>
              <a:ln w="2286">
                <a:solidFill>
                  <a:srgbClr val="00B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8" name="polygon-1774"/>
              <p:cNvSpPr/>
              <p:nvPr/>
            </p:nvSpPr>
            <p:spPr>
              <a:xfrm>
                <a:off x="11567160" y="1709928"/>
                <a:ext cx="18288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2" h="7">
                    <a:moveTo>
                      <a:pt x="0" y="3"/>
                    </a:moveTo>
                    <a:lnTo>
                      <a:pt x="2" y="7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3FFFC"/>
              </a:solidFill>
              <a:ln w="2286">
                <a:solidFill>
                  <a:srgbClr val="03FFF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9" name="polygon-1775"/>
              <p:cNvSpPr/>
              <p:nvPr/>
            </p:nvSpPr>
            <p:spPr>
              <a:xfrm>
                <a:off x="11567160" y="1682496"/>
                <a:ext cx="18288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2" h="7">
                    <a:moveTo>
                      <a:pt x="0" y="3"/>
                    </a:moveTo>
                    <a:lnTo>
                      <a:pt x="2" y="7"/>
                    </a:lnTo>
                    <a:lnTo>
                      <a:pt x="2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9FFB6"/>
              </a:solidFill>
              <a:ln w="2286">
                <a:solidFill>
                  <a:srgbClr val="49FFB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0" name="polygon-1776"/>
              <p:cNvSpPr/>
              <p:nvPr/>
            </p:nvSpPr>
            <p:spPr>
              <a:xfrm>
                <a:off x="11567160" y="1664208"/>
                <a:ext cx="18288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2" h="7">
                    <a:moveTo>
                      <a:pt x="0" y="2"/>
                    </a:moveTo>
                    <a:lnTo>
                      <a:pt x="2" y="7"/>
                    </a:lnTo>
                    <a:lnTo>
                      <a:pt x="2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FFF70"/>
              </a:solidFill>
              <a:ln w="2286">
                <a:solidFill>
                  <a:srgbClr val="8FFF7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1" name="polygon-1777"/>
              <p:cNvSpPr/>
              <p:nvPr/>
            </p:nvSpPr>
            <p:spPr>
              <a:xfrm>
                <a:off x="11567160" y="1636776"/>
                <a:ext cx="18288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2" h="8">
                    <a:moveTo>
                      <a:pt x="0" y="3"/>
                    </a:moveTo>
                    <a:lnTo>
                      <a:pt x="2" y="8"/>
                    </a:lnTo>
                    <a:lnTo>
                      <a:pt x="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5FF2A"/>
              </a:solidFill>
              <a:ln w="2286">
                <a:solidFill>
                  <a:srgbClr val="D5FF2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2" name="polygon-1778"/>
              <p:cNvSpPr/>
              <p:nvPr/>
            </p:nvSpPr>
            <p:spPr>
              <a:xfrm>
                <a:off x="11567160" y="1609344"/>
                <a:ext cx="18288" cy="82296"/>
              </a:xfrm>
              <a:custGeom>
                <a:avLst/>
                <a:gdLst/>
                <a:ahLst/>
                <a:cxnLst/>
                <a:rect l="l" t="t" r="r" b="b"/>
                <a:pathLst>
                  <a:path w="2" h="9">
                    <a:moveTo>
                      <a:pt x="0" y="3"/>
                    </a:moveTo>
                    <a:lnTo>
                      <a:pt x="2" y="9"/>
                    </a:lnTo>
                    <a:lnTo>
                      <a:pt x="2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300"/>
              </a:solidFill>
              <a:ln w="2286">
                <a:solidFill>
                  <a:srgbClr val="FFE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3" name="polygon-1779"/>
              <p:cNvSpPr/>
              <p:nvPr/>
            </p:nvSpPr>
            <p:spPr>
              <a:xfrm>
                <a:off x="11585448" y="184708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3"/>
              </a:solidFill>
              <a:ln w="2286">
                <a:solidFill>
                  <a:srgbClr val="0000A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4" name="polygon-1780"/>
              <p:cNvSpPr/>
              <p:nvPr/>
            </p:nvSpPr>
            <p:spPr>
              <a:xfrm>
                <a:off x="11585448" y="1828800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0" y="2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E9"/>
              </a:solidFill>
              <a:ln w="2286">
                <a:solidFill>
                  <a:srgbClr val="0000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5" name="polygon-1781"/>
              <p:cNvSpPr/>
              <p:nvPr/>
            </p:nvSpPr>
            <p:spPr>
              <a:xfrm>
                <a:off x="11585448" y="180136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3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0FF"/>
              </a:solidFill>
              <a:ln w="2286">
                <a:solidFill>
                  <a:srgbClr val="0030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6" name="polygon-1782"/>
              <p:cNvSpPr/>
              <p:nvPr/>
            </p:nvSpPr>
            <p:spPr>
              <a:xfrm>
                <a:off x="11585448" y="1773936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4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76FF"/>
              </a:solidFill>
              <a:ln w="2286">
                <a:solidFill>
                  <a:srgbClr val="0076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7" name="polygon-1783"/>
              <p:cNvSpPr/>
              <p:nvPr/>
            </p:nvSpPr>
            <p:spPr>
              <a:xfrm>
                <a:off x="11585448" y="1755648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4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BCFF"/>
              </a:solidFill>
              <a:ln w="2286">
                <a:solidFill>
                  <a:srgbClr val="00B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8" name="polygon-1784"/>
              <p:cNvSpPr/>
              <p:nvPr/>
            </p:nvSpPr>
            <p:spPr>
              <a:xfrm>
                <a:off x="11585448" y="1728216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5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3FFFC"/>
              </a:solidFill>
              <a:ln w="2286">
                <a:solidFill>
                  <a:srgbClr val="03FFF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9" name="polygon-1785"/>
              <p:cNvSpPr/>
              <p:nvPr/>
            </p:nvSpPr>
            <p:spPr>
              <a:xfrm>
                <a:off x="11585448" y="1700784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5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49FFB6"/>
              </a:solidFill>
              <a:ln w="2286">
                <a:solidFill>
                  <a:srgbClr val="49FFB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0" name="polygon-1786"/>
              <p:cNvSpPr/>
              <p:nvPr/>
            </p:nvSpPr>
            <p:spPr>
              <a:xfrm>
                <a:off x="11585448" y="1682496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5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8FFF70"/>
              </a:solidFill>
              <a:ln w="2286">
                <a:solidFill>
                  <a:srgbClr val="8FFF7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1" name="polygon-1787"/>
              <p:cNvSpPr/>
              <p:nvPr/>
            </p:nvSpPr>
            <p:spPr>
              <a:xfrm>
                <a:off x="11585448" y="1655064"/>
                <a:ext cx="1828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2" h="6">
                    <a:moveTo>
                      <a:pt x="0" y="6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D5FF2A"/>
              </a:solidFill>
              <a:ln w="2286">
                <a:solidFill>
                  <a:srgbClr val="D5FF2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2" name="polygon-1788"/>
              <p:cNvSpPr/>
              <p:nvPr/>
            </p:nvSpPr>
            <p:spPr>
              <a:xfrm>
                <a:off x="11585448" y="1627632"/>
                <a:ext cx="18288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2" h="7">
                    <a:moveTo>
                      <a:pt x="0" y="7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E300"/>
              </a:solidFill>
              <a:ln w="2286">
                <a:solidFill>
                  <a:srgbClr val="FFE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3" name="polygon-1789"/>
              <p:cNvSpPr/>
              <p:nvPr/>
            </p:nvSpPr>
            <p:spPr>
              <a:xfrm>
                <a:off x="11603736" y="1847088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3"/>
                    </a:moveTo>
                    <a:lnTo>
                      <a:pt x="2" y="4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7"/>
              </a:solidFill>
              <a:ln w="2286">
                <a:solidFill>
                  <a:srgbClr val="0000A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4" name="polygon-1790"/>
              <p:cNvSpPr/>
              <p:nvPr/>
            </p:nvSpPr>
            <p:spPr>
              <a:xfrm>
                <a:off x="11603736" y="182880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F5"/>
              </a:solidFill>
              <a:ln w="2286">
                <a:solidFill>
                  <a:srgbClr val="0000F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5" name="polygon-1791"/>
              <p:cNvSpPr/>
              <p:nvPr/>
            </p:nvSpPr>
            <p:spPr>
              <a:xfrm>
                <a:off x="11603736" y="1801368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3"/>
                    </a:moveTo>
                    <a:lnTo>
                      <a:pt x="2" y="4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44FF"/>
              </a:solidFill>
              <a:ln w="2286">
                <a:solidFill>
                  <a:srgbClr val="0044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6" name="polygon-1792"/>
              <p:cNvSpPr/>
              <p:nvPr/>
            </p:nvSpPr>
            <p:spPr>
              <a:xfrm>
                <a:off x="11603736" y="1773936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3"/>
                    </a:moveTo>
                    <a:lnTo>
                      <a:pt x="2" y="4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92FF"/>
              </a:solidFill>
              <a:ln w="2286">
                <a:solidFill>
                  <a:srgbClr val="0092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7" name="polygon-1793"/>
              <p:cNvSpPr/>
              <p:nvPr/>
            </p:nvSpPr>
            <p:spPr>
              <a:xfrm>
                <a:off x="11603736" y="175564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1FF"/>
              </a:solidFill>
              <a:ln w="2286">
                <a:solidFill>
                  <a:srgbClr val="00E1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8" name="polygon-1794"/>
              <p:cNvSpPr/>
              <p:nvPr/>
            </p:nvSpPr>
            <p:spPr>
              <a:xfrm>
                <a:off x="11603736" y="1728216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3"/>
                    </a:moveTo>
                    <a:lnTo>
                      <a:pt x="2" y="4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0FFCF"/>
              </a:solidFill>
              <a:ln w="2286">
                <a:solidFill>
                  <a:srgbClr val="30FFC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9" name="polygon-1795"/>
              <p:cNvSpPr/>
              <p:nvPr/>
            </p:nvSpPr>
            <p:spPr>
              <a:xfrm>
                <a:off x="11603736" y="1700784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3"/>
                    </a:moveTo>
                    <a:lnTo>
                      <a:pt x="2" y="4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EFF81"/>
              </a:solidFill>
              <a:ln w="2286">
                <a:solidFill>
                  <a:srgbClr val="7EFF8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0" name="polygon-1796"/>
              <p:cNvSpPr/>
              <p:nvPr/>
            </p:nvSpPr>
            <p:spPr>
              <a:xfrm>
                <a:off x="11603736" y="168249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FF33"/>
              </a:solidFill>
              <a:ln w="2286">
                <a:solidFill>
                  <a:srgbClr val="CCFF3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1" name="polygon-1797"/>
              <p:cNvSpPr/>
              <p:nvPr/>
            </p:nvSpPr>
            <p:spPr>
              <a:xfrm>
                <a:off x="11603736" y="1655064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3"/>
                    </a:moveTo>
                    <a:lnTo>
                      <a:pt x="2" y="4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300"/>
              </a:solidFill>
              <a:ln w="2286">
                <a:solidFill>
                  <a:srgbClr val="FFE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2" name="polygon-1798"/>
              <p:cNvSpPr/>
              <p:nvPr/>
            </p:nvSpPr>
            <p:spPr>
              <a:xfrm>
                <a:off x="11603736" y="1627632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3"/>
                    </a:moveTo>
                    <a:lnTo>
                      <a:pt x="2" y="4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500"/>
              </a:solidFill>
              <a:ln w="2286">
                <a:solidFill>
                  <a:srgbClr val="FF9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3" name="polygon-1799"/>
              <p:cNvSpPr/>
              <p:nvPr/>
            </p:nvSpPr>
            <p:spPr>
              <a:xfrm>
                <a:off x="11622024" y="1856232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3"/>
                    </a:moveTo>
                    <a:lnTo>
                      <a:pt x="2" y="4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3"/>
              </a:solidFill>
              <a:ln w="2286">
                <a:solidFill>
                  <a:srgbClr val="0000A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4" name="polygon-1800"/>
              <p:cNvSpPr/>
              <p:nvPr/>
            </p:nvSpPr>
            <p:spPr>
              <a:xfrm>
                <a:off x="11622024" y="1837944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2"/>
                    </a:moveTo>
                    <a:lnTo>
                      <a:pt x="2" y="4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E9"/>
              </a:solidFill>
              <a:ln w="2286">
                <a:solidFill>
                  <a:srgbClr val="0000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5" name="polygon-1801"/>
              <p:cNvSpPr/>
              <p:nvPr/>
            </p:nvSpPr>
            <p:spPr>
              <a:xfrm>
                <a:off x="11622024" y="1810512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3"/>
                    </a:moveTo>
                    <a:lnTo>
                      <a:pt x="2" y="5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0FF"/>
              </a:solidFill>
              <a:ln w="2286">
                <a:solidFill>
                  <a:srgbClr val="0030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6" name="polygon-1802"/>
              <p:cNvSpPr/>
              <p:nvPr/>
            </p:nvSpPr>
            <p:spPr>
              <a:xfrm>
                <a:off x="11622024" y="1783080"/>
                <a:ext cx="1828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2" h="6">
                    <a:moveTo>
                      <a:pt x="0" y="3"/>
                    </a:moveTo>
                    <a:lnTo>
                      <a:pt x="2" y="6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6FF"/>
              </a:solidFill>
              <a:ln w="2286">
                <a:solidFill>
                  <a:srgbClr val="0076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7" name="polygon-1803"/>
              <p:cNvSpPr/>
              <p:nvPr/>
            </p:nvSpPr>
            <p:spPr>
              <a:xfrm>
                <a:off x="11622024" y="1764792"/>
                <a:ext cx="1828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2" h="6">
                    <a:moveTo>
                      <a:pt x="0" y="2"/>
                    </a:moveTo>
                    <a:lnTo>
                      <a:pt x="2" y="6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BCFF"/>
              </a:solidFill>
              <a:ln w="2286">
                <a:solidFill>
                  <a:srgbClr val="00B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8" name="polygon-1804"/>
              <p:cNvSpPr/>
              <p:nvPr/>
            </p:nvSpPr>
            <p:spPr>
              <a:xfrm>
                <a:off x="11622024" y="1737360"/>
                <a:ext cx="1828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2" h="6">
                    <a:moveTo>
                      <a:pt x="0" y="3"/>
                    </a:moveTo>
                    <a:lnTo>
                      <a:pt x="2" y="6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3FFFC"/>
              </a:solidFill>
              <a:ln w="2286">
                <a:solidFill>
                  <a:srgbClr val="03FFF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9" name="polygon-1805"/>
              <p:cNvSpPr/>
              <p:nvPr/>
            </p:nvSpPr>
            <p:spPr>
              <a:xfrm>
                <a:off x="11622024" y="1709928"/>
                <a:ext cx="18288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2" h="7">
                    <a:moveTo>
                      <a:pt x="0" y="3"/>
                    </a:moveTo>
                    <a:lnTo>
                      <a:pt x="2" y="7"/>
                    </a:lnTo>
                    <a:lnTo>
                      <a:pt x="2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9FFB6"/>
              </a:solidFill>
              <a:ln w="2286">
                <a:solidFill>
                  <a:srgbClr val="49FFB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0" name="polygon-1806"/>
              <p:cNvSpPr/>
              <p:nvPr/>
            </p:nvSpPr>
            <p:spPr>
              <a:xfrm>
                <a:off x="11622024" y="1691640"/>
                <a:ext cx="18288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2" h="7">
                    <a:moveTo>
                      <a:pt x="0" y="2"/>
                    </a:moveTo>
                    <a:lnTo>
                      <a:pt x="2" y="7"/>
                    </a:lnTo>
                    <a:lnTo>
                      <a:pt x="2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FFF70"/>
              </a:solidFill>
              <a:ln w="2286">
                <a:solidFill>
                  <a:srgbClr val="8FFF7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1" name="polygon-1807"/>
              <p:cNvSpPr/>
              <p:nvPr/>
            </p:nvSpPr>
            <p:spPr>
              <a:xfrm>
                <a:off x="11622024" y="1664208"/>
                <a:ext cx="18288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2" h="8">
                    <a:moveTo>
                      <a:pt x="0" y="3"/>
                    </a:moveTo>
                    <a:lnTo>
                      <a:pt x="2" y="8"/>
                    </a:lnTo>
                    <a:lnTo>
                      <a:pt x="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5FF2A"/>
              </a:solidFill>
              <a:ln w="2286">
                <a:solidFill>
                  <a:srgbClr val="D5FF2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2" name="polygon-1808"/>
              <p:cNvSpPr/>
              <p:nvPr/>
            </p:nvSpPr>
            <p:spPr>
              <a:xfrm>
                <a:off x="11622024" y="1636776"/>
                <a:ext cx="18288" cy="82296"/>
              </a:xfrm>
              <a:custGeom>
                <a:avLst/>
                <a:gdLst/>
                <a:ahLst/>
                <a:cxnLst/>
                <a:rect l="l" t="t" r="r" b="b"/>
                <a:pathLst>
                  <a:path w="2" h="9">
                    <a:moveTo>
                      <a:pt x="0" y="3"/>
                    </a:moveTo>
                    <a:lnTo>
                      <a:pt x="2" y="9"/>
                    </a:lnTo>
                    <a:lnTo>
                      <a:pt x="2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300"/>
              </a:solidFill>
              <a:ln w="2286">
                <a:solidFill>
                  <a:srgbClr val="FFE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3" name="polygon-1809"/>
              <p:cNvSpPr/>
              <p:nvPr/>
            </p:nvSpPr>
            <p:spPr>
              <a:xfrm>
                <a:off x="11640312" y="187452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3"/>
              </a:solidFill>
              <a:ln w="2286">
                <a:solidFill>
                  <a:srgbClr val="0000A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4" name="polygon-1810"/>
              <p:cNvSpPr/>
              <p:nvPr/>
            </p:nvSpPr>
            <p:spPr>
              <a:xfrm>
                <a:off x="11640312" y="1856232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0" y="2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E9"/>
              </a:solidFill>
              <a:ln w="2286">
                <a:solidFill>
                  <a:srgbClr val="0000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5" name="polygon-1811"/>
              <p:cNvSpPr/>
              <p:nvPr/>
            </p:nvSpPr>
            <p:spPr>
              <a:xfrm>
                <a:off x="11640312" y="182880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3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0FF"/>
              </a:solidFill>
              <a:ln w="2286">
                <a:solidFill>
                  <a:srgbClr val="0030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6" name="polygon-1812"/>
              <p:cNvSpPr/>
              <p:nvPr/>
            </p:nvSpPr>
            <p:spPr>
              <a:xfrm>
                <a:off x="11640312" y="1801368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4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76FF"/>
              </a:solidFill>
              <a:ln w="2286">
                <a:solidFill>
                  <a:srgbClr val="0076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7" name="polygon-1813"/>
              <p:cNvSpPr/>
              <p:nvPr/>
            </p:nvSpPr>
            <p:spPr>
              <a:xfrm>
                <a:off x="11640312" y="1783080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4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BCFF"/>
              </a:solidFill>
              <a:ln w="2286">
                <a:solidFill>
                  <a:srgbClr val="00B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8" name="polygon-1814"/>
              <p:cNvSpPr/>
              <p:nvPr/>
            </p:nvSpPr>
            <p:spPr>
              <a:xfrm>
                <a:off x="11640312" y="1755648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4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3FFFC"/>
              </a:solidFill>
              <a:ln w="2286">
                <a:solidFill>
                  <a:srgbClr val="03FFF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9" name="polygon-1815"/>
              <p:cNvSpPr/>
              <p:nvPr/>
            </p:nvSpPr>
            <p:spPr>
              <a:xfrm>
                <a:off x="11640312" y="1728216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5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49FFB6"/>
              </a:solidFill>
              <a:ln w="2286">
                <a:solidFill>
                  <a:srgbClr val="49FFB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0" name="polygon-1816"/>
              <p:cNvSpPr/>
              <p:nvPr/>
            </p:nvSpPr>
            <p:spPr>
              <a:xfrm>
                <a:off x="11640312" y="1709928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5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8FFF70"/>
              </a:solidFill>
              <a:ln w="2286">
                <a:solidFill>
                  <a:srgbClr val="8FFF7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1" name="polygon-1817"/>
              <p:cNvSpPr/>
              <p:nvPr/>
            </p:nvSpPr>
            <p:spPr>
              <a:xfrm>
                <a:off x="11640312" y="1682496"/>
                <a:ext cx="1828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2" h="6">
                    <a:moveTo>
                      <a:pt x="0" y="6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D5FF2A"/>
              </a:solidFill>
              <a:ln w="2286">
                <a:solidFill>
                  <a:srgbClr val="D5FF2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2" name="polygon-1818"/>
              <p:cNvSpPr/>
              <p:nvPr/>
            </p:nvSpPr>
            <p:spPr>
              <a:xfrm>
                <a:off x="11640312" y="1655064"/>
                <a:ext cx="18288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2" h="7">
                    <a:moveTo>
                      <a:pt x="0" y="7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E300"/>
              </a:solidFill>
              <a:ln w="2286">
                <a:solidFill>
                  <a:srgbClr val="FFE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3" name="polygon-1819"/>
              <p:cNvSpPr/>
              <p:nvPr/>
            </p:nvSpPr>
            <p:spPr>
              <a:xfrm>
                <a:off x="11658600" y="1874520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3"/>
                    </a:moveTo>
                    <a:lnTo>
                      <a:pt x="2" y="4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3"/>
              </a:solidFill>
              <a:ln w="2286">
                <a:solidFill>
                  <a:srgbClr val="0000A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4" name="polygon-1820"/>
              <p:cNvSpPr/>
              <p:nvPr/>
            </p:nvSpPr>
            <p:spPr>
              <a:xfrm>
                <a:off x="11658600" y="1856232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2"/>
                    </a:moveTo>
                    <a:lnTo>
                      <a:pt x="2" y="4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E9"/>
              </a:solidFill>
              <a:ln w="2286">
                <a:solidFill>
                  <a:srgbClr val="0000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5" name="polygon-1821"/>
              <p:cNvSpPr/>
              <p:nvPr/>
            </p:nvSpPr>
            <p:spPr>
              <a:xfrm>
                <a:off x="11658600" y="1828800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3"/>
                    </a:moveTo>
                    <a:lnTo>
                      <a:pt x="2" y="5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0FF"/>
              </a:solidFill>
              <a:ln w="2286">
                <a:solidFill>
                  <a:srgbClr val="0030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6" name="polygon-1822"/>
              <p:cNvSpPr/>
              <p:nvPr/>
            </p:nvSpPr>
            <p:spPr>
              <a:xfrm>
                <a:off x="11658600" y="1801368"/>
                <a:ext cx="1828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2" h="6">
                    <a:moveTo>
                      <a:pt x="0" y="3"/>
                    </a:moveTo>
                    <a:lnTo>
                      <a:pt x="2" y="6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6FF"/>
              </a:solidFill>
              <a:ln w="2286">
                <a:solidFill>
                  <a:srgbClr val="0076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7" name="polygon-1823"/>
              <p:cNvSpPr/>
              <p:nvPr/>
            </p:nvSpPr>
            <p:spPr>
              <a:xfrm>
                <a:off x="11658600" y="1783080"/>
                <a:ext cx="1828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2" h="6">
                    <a:moveTo>
                      <a:pt x="0" y="2"/>
                    </a:moveTo>
                    <a:lnTo>
                      <a:pt x="2" y="6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BCFF"/>
              </a:solidFill>
              <a:ln w="2286">
                <a:solidFill>
                  <a:srgbClr val="00B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8" name="polygon-1824"/>
              <p:cNvSpPr/>
              <p:nvPr/>
            </p:nvSpPr>
            <p:spPr>
              <a:xfrm>
                <a:off x="11658600" y="1755648"/>
                <a:ext cx="1828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2" h="6">
                    <a:moveTo>
                      <a:pt x="0" y="3"/>
                    </a:moveTo>
                    <a:lnTo>
                      <a:pt x="2" y="6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3FFFC"/>
              </a:solidFill>
              <a:ln w="2286">
                <a:solidFill>
                  <a:srgbClr val="03FFF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9" name="polygon-1825"/>
              <p:cNvSpPr/>
              <p:nvPr/>
            </p:nvSpPr>
            <p:spPr>
              <a:xfrm>
                <a:off x="11658600" y="1728216"/>
                <a:ext cx="18288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2" h="7">
                    <a:moveTo>
                      <a:pt x="0" y="3"/>
                    </a:moveTo>
                    <a:lnTo>
                      <a:pt x="2" y="7"/>
                    </a:lnTo>
                    <a:lnTo>
                      <a:pt x="2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9FFB6"/>
              </a:solidFill>
              <a:ln w="2286">
                <a:solidFill>
                  <a:srgbClr val="49FFB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0" name="polygon-1826"/>
              <p:cNvSpPr/>
              <p:nvPr/>
            </p:nvSpPr>
            <p:spPr>
              <a:xfrm>
                <a:off x="11658600" y="1709928"/>
                <a:ext cx="18288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2" h="7">
                    <a:moveTo>
                      <a:pt x="0" y="2"/>
                    </a:moveTo>
                    <a:lnTo>
                      <a:pt x="2" y="7"/>
                    </a:lnTo>
                    <a:lnTo>
                      <a:pt x="2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FFF70"/>
              </a:solidFill>
              <a:ln w="2286">
                <a:solidFill>
                  <a:srgbClr val="8FFF7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1" name="polygon-1827"/>
              <p:cNvSpPr/>
              <p:nvPr/>
            </p:nvSpPr>
            <p:spPr>
              <a:xfrm>
                <a:off x="11658600" y="1682496"/>
                <a:ext cx="18288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2" h="8">
                    <a:moveTo>
                      <a:pt x="0" y="3"/>
                    </a:moveTo>
                    <a:lnTo>
                      <a:pt x="2" y="8"/>
                    </a:lnTo>
                    <a:lnTo>
                      <a:pt x="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5FF2A"/>
              </a:solidFill>
              <a:ln w="2286">
                <a:solidFill>
                  <a:srgbClr val="D5FF2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2" name="polygon-1828"/>
              <p:cNvSpPr/>
              <p:nvPr/>
            </p:nvSpPr>
            <p:spPr>
              <a:xfrm>
                <a:off x="11658600" y="1655064"/>
                <a:ext cx="18288" cy="82296"/>
              </a:xfrm>
              <a:custGeom>
                <a:avLst/>
                <a:gdLst/>
                <a:ahLst/>
                <a:cxnLst/>
                <a:rect l="l" t="t" r="r" b="b"/>
                <a:pathLst>
                  <a:path w="2" h="9">
                    <a:moveTo>
                      <a:pt x="0" y="3"/>
                    </a:moveTo>
                    <a:lnTo>
                      <a:pt x="2" y="9"/>
                    </a:lnTo>
                    <a:lnTo>
                      <a:pt x="2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300"/>
              </a:solidFill>
              <a:ln w="2286">
                <a:solidFill>
                  <a:srgbClr val="FFE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3" name="polygon-1829"/>
              <p:cNvSpPr/>
              <p:nvPr/>
            </p:nvSpPr>
            <p:spPr>
              <a:xfrm>
                <a:off x="11676888" y="189280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3"/>
              </a:solidFill>
              <a:ln w="2286">
                <a:solidFill>
                  <a:srgbClr val="0000A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4" name="polygon-1830"/>
              <p:cNvSpPr/>
              <p:nvPr/>
            </p:nvSpPr>
            <p:spPr>
              <a:xfrm>
                <a:off x="11676888" y="1874520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0" y="2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E9"/>
              </a:solidFill>
              <a:ln w="2286">
                <a:solidFill>
                  <a:srgbClr val="0000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5" name="polygon-1831"/>
              <p:cNvSpPr/>
              <p:nvPr/>
            </p:nvSpPr>
            <p:spPr>
              <a:xfrm>
                <a:off x="11676888" y="184708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3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0FF"/>
              </a:solidFill>
              <a:ln w="2286">
                <a:solidFill>
                  <a:srgbClr val="0030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6" name="polygon-1832"/>
              <p:cNvSpPr/>
              <p:nvPr/>
            </p:nvSpPr>
            <p:spPr>
              <a:xfrm>
                <a:off x="11676888" y="1819656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4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76FF"/>
              </a:solidFill>
              <a:ln w="2286">
                <a:solidFill>
                  <a:srgbClr val="0076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7" name="polygon-1833"/>
              <p:cNvSpPr/>
              <p:nvPr/>
            </p:nvSpPr>
            <p:spPr>
              <a:xfrm>
                <a:off x="11676888" y="1801368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4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BCFF"/>
              </a:solidFill>
              <a:ln w="2286">
                <a:solidFill>
                  <a:srgbClr val="00B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8" name="polygon-1834"/>
              <p:cNvSpPr/>
              <p:nvPr/>
            </p:nvSpPr>
            <p:spPr>
              <a:xfrm>
                <a:off x="11676888" y="1773936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4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3FFFC"/>
              </a:solidFill>
              <a:ln w="2286">
                <a:solidFill>
                  <a:srgbClr val="03FFF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9" name="polygon-1835"/>
              <p:cNvSpPr/>
              <p:nvPr/>
            </p:nvSpPr>
            <p:spPr>
              <a:xfrm>
                <a:off x="11676888" y="1746504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5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49FFB6"/>
              </a:solidFill>
              <a:ln w="2286">
                <a:solidFill>
                  <a:srgbClr val="49FFB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0" name="polygon-1836"/>
              <p:cNvSpPr/>
              <p:nvPr/>
            </p:nvSpPr>
            <p:spPr>
              <a:xfrm>
                <a:off x="11676888" y="1728216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5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8FFF70"/>
              </a:solidFill>
              <a:ln w="2286">
                <a:solidFill>
                  <a:srgbClr val="8FFF7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1" name="polygon-1837"/>
              <p:cNvSpPr/>
              <p:nvPr/>
            </p:nvSpPr>
            <p:spPr>
              <a:xfrm>
                <a:off x="11676888" y="1700784"/>
                <a:ext cx="1828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2" h="6">
                    <a:moveTo>
                      <a:pt x="0" y="6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D5FF2A"/>
              </a:solidFill>
              <a:ln w="2286">
                <a:solidFill>
                  <a:srgbClr val="D5FF2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2" name="polygon-1838"/>
              <p:cNvSpPr/>
              <p:nvPr/>
            </p:nvSpPr>
            <p:spPr>
              <a:xfrm>
                <a:off x="11676888" y="1673352"/>
                <a:ext cx="18288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2" h="7">
                    <a:moveTo>
                      <a:pt x="0" y="7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E300"/>
              </a:solidFill>
              <a:ln w="2286">
                <a:solidFill>
                  <a:srgbClr val="FFE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3" name="polygon-1839"/>
              <p:cNvSpPr/>
              <p:nvPr/>
            </p:nvSpPr>
            <p:spPr>
              <a:xfrm>
                <a:off x="11695176" y="1892808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3"/>
                    </a:moveTo>
                    <a:lnTo>
                      <a:pt x="2" y="4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7"/>
              </a:solidFill>
              <a:ln w="2286">
                <a:solidFill>
                  <a:srgbClr val="0000A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4" name="polygon-1840"/>
              <p:cNvSpPr/>
              <p:nvPr/>
            </p:nvSpPr>
            <p:spPr>
              <a:xfrm>
                <a:off x="11695176" y="187452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F5"/>
              </a:solidFill>
              <a:ln w="2286">
                <a:solidFill>
                  <a:srgbClr val="0000F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5" name="polygon-1841"/>
              <p:cNvSpPr/>
              <p:nvPr/>
            </p:nvSpPr>
            <p:spPr>
              <a:xfrm>
                <a:off x="11695176" y="1847088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3"/>
                    </a:moveTo>
                    <a:lnTo>
                      <a:pt x="2" y="4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44FF"/>
              </a:solidFill>
              <a:ln w="2286">
                <a:solidFill>
                  <a:srgbClr val="0044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6" name="polygon-1842"/>
              <p:cNvSpPr/>
              <p:nvPr/>
            </p:nvSpPr>
            <p:spPr>
              <a:xfrm>
                <a:off x="11695176" y="1819656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3"/>
                    </a:moveTo>
                    <a:lnTo>
                      <a:pt x="2" y="4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92FF"/>
              </a:solidFill>
              <a:ln w="2286">
                <a:solidFill>
                  <a:srgbClr val="0092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7" name="polygon-1843"/>
              <p:cNvSpPr/>
              <p:nvPr/>
            </p:nvSpPr>
            <p:spPr>
              <a:xfrm>
                <a:off x="11695176" y="180136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1FF"/>
              </a:solidFill>
              <a:ln w="2286">
                <a:solidFill>
                  <a:srgbClr val="00E1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8" name="polygon-1844"/>
              <p:cNvSpPr/>
              <p:nvPr/>
            </p:nvSpPr>
            <p:spPr>
              <a:xfrm>
                <a:off x="11695176" y="1773936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3"/>
                    </a:moveTo>
                    <a:lnTo>
                      <a:pt x="2" y="4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0FFCF"/>
              </a:solidFill>
              <a:ln w="2286">
                <a:solidFill>
                  <a:srgbClr val="30FFC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9" name="polygon-1845"/>
              <p:cNvSpPr/>
              <p:nvPr/>
            </p:nvSpPr>
            <p:spPr>
              <a:xfrm>
                <a:off x="11695176" y="1746504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3"/>
                    </a:moveTo>
                    <a:lnTo>
                      <a:pt x="2" y="4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EFF81"/>
              </a:solidFill>
              <a:ln w="2286">
                <a:solidFill>
                  <a:srgbClr val="7EFF8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0" name="polygon-1846"/>
              <p:cNvSpPr/>
              <p:nvPr/>
            </p:nvSpPr>
            <p:spPr>
              <a:xfrm>
                <a:off x="11695176" y="172821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FF33"/>
              </a:solidFill>
              <a:ln w="2286">
                <a:solidFill>
                  <a:srgbClr val="CCFF3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1" name="polygon-1847"/>
              <p:cNvSpPr/>
              <p:nvPr/>
            </p:nvSpPr>
            <p:spPr>
              <a:xfrm>
                <a:off x="11695176" y="1700784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3"/>
                    </a:moveTo>
                    <a:lnTo>
                      <a:pt x="2" y="4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300"/>
              </a:solidFill>
              <a:ln w="2286">
                <a:solidFill>
                  <a:srgbClr val="FFE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2" name="polygon-1848"/>
              <p:cNvSpPr/>
              <p:nvPr/>
            </p:nvSpPr>
            <p:spPr>
              <a:xfrm>
                <a:off x="11695176" y="1673352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3"/>
                    </a:moveTo>
                    <a:lnTo>
                      <a:pt x="2" y="4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500"/>
              </a:solidFill>
              <a:ln w="2286">
                <a:solidFill>
                  <a:srgbClr val="FF9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3" name="polygon-1849"/>
              <p:cNvSpPr/>
              <p:nvPr/>
            </p:nvSpPr>
            <p:spPr>
              <a:xfrm>
                <a:off x="11713464" y="1901952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3"/>
                    </a:moveTo>
                    <a:lnTo>
                      <a:pt x="2" y="4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3"/>
              </a:solidFill>
              <a:ln w="2286">
                <a:solidFill>
                  <a:srgbClr val="0000A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4" name="polygon-1850"/>
              <p:cNvSpPr/>
              <p:nvPr/>
            </p:nvSpPr>
            <p:spPr>
              <a:xfrm>
                <a:off x="11713464" y="1883664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2"/>
                    </a:moveTo>
                    <a:lnTo>
                      <a:pt x="2" y="4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E9"/>
              </a:solidFill>
              <a:ln w="2286">
                <a:solidFill>
                  <a:srgbClr val="0000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5" name="polygon-1851"/>
              <p:cNvSpPr/>
              <p:nvPr/>
            </p:nvSpPr>
            <p:spPr>
              <a:xfrm>
                <a:off x="11713464" y="1856232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3"/>
                    </a:moveTo>
                    <a:lnTo>
                      <a:pt x="2" y="5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0FF"/>
              </a:solidFill>
              <a:ln w="2286">
                <a:solidFill>
                  <a:srgbClr val="0030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6" name="polygon-1852"/>
              <p:cNvSpPr/>
              <p:nvPr/>
            </p:nvSpPr>
            <p:spPr>
              <a:xfrm>
                <a:off x="11713464" y="1828800"/>
                <a:ext cx="1828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2" h="6">
                    <a:moveTo>
                      <a:pt x="0" y="3"/>
                    </a:moveTo>
                    <a:lnTo>
                      <a:pt x="2" y="6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6FF"/>
              </a:solidFill>
              <a:ln w="2286">
                <a:solidFill>
                  <a:srgbClr val="0076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7" name="polygon-1853"/>
              <p:cNvSpPr/>
              <p:nvPr/>
            </p:nvSpPr>
            <p:spPr>
              <a:xfrm>
                <a:off x="11713464" y="1810512"/>
                <a:ext cx="1828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2" h="6">
                    <a:moveTo>
                      <a:pt x="0" y="2"/>
                    </a:moveTo>
                    <a:lnTo>
                      <a:pt x="2" y="6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BCFF"/>
              </a:solidFill>
              <a:ln w="2286">
                <a:solidFill>
                  <a:srgbClr val="00B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8" name="polygon-1854"/>
              <p:cNvSpPr/>
              <p:nvPr/>
            </p:nvSpPr>
            <p:spPr>
              <a:xfrm>
                <a:off x="11713464" y="1783080"/>
                <a:ext cx="1828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2" h="6">
                    <a:moveTo>
                      <a:pt x="0" y="3"/>
                    </a:moveTo>
                    <a:lnTo>
                      <a:pt x="2" y="6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3FFFC"/>
              </a:solidFill>
              <a:ln w="2286">
                <a:solidFill>
                  <a:srgbClr val="03FFF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9" name="polygon-1855"/>
              <p:cNvSpPr/>
              <p:nvPr/>
            </p:nvSpPr>
            <p:spPr>
              <a:xfrm>
                <a:off x="11713464" y="1755648"/>
                <a:ext cx="18288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2" h="7">
                    <a:moveTo>
                      <a:pt x="0" y="3"/>
                    </a:moveTo>
                    <a:lnTo>
                      <a:pt x="2" y="7"/>
                    </a:lnTo>
                    <a:lnTo>
                      <a:pt x="2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9FFB6"/>
              </a:solidFill>
              <a:ln w="2286">
                <a:solidFill>
                  <a:srgbClr val="49FFB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0" name="polygon-1856"/>
              <p:cNvSpPr/>
              <p:nvPr/>
            </p:nvSpPr>
            <p:spPr>
              <a:xfrm>
                <a:off x="11713464" y="1737360"/>
                <a:ext cx="18288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2" h="7">
                    <a:moveTo>
                      <a:pt x="0" y="2"/>
                    </a:moveTo>
                    <a:lnTo>
                      <a:pt x="2" y="7"/>
                    </a:lnTo>
                    <a:lnTo>
                      <a:pt x="2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FFF70"/>
              </a:solidFill>
              <a:ln w="2286">
                <a:solidFill>
                  <a:srgbClr val="8FFF7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1" name="polygon-1857"/>
              <p:cNvSpPr/>
              <p:nvPr/>
            </p:nvSpPr>
            <p:spPr>
              <a:xfrm>
                <a:off x="11713464" y="1709928"/>
                <a:ext cx="18288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2" h="8">
                    <a:moveTo>
                      <a:pt x="0" y="3"/>
                    </a:moveTo>
                    <a:lnTo>
                      <a:pt x="2" y="8"/>
                    </a:lnTo>
                    <a:lnTo>
                      <a:pt x="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5FF2A"/>
              </a:solidFill>
              <a:ln w="2286">
                <a:solidFill>
                  <a:srgbClr val="D5FF2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2" name="polygon-1858"/>
              <p:cNvSpPr/>
              <p:nvPr/>
            </p:nvSpPr>
            <p:spPr>
              <a:xfrm>
                <a:off x="11713464" y="1682496"/>
                <a:ext cx="18288" cy="82296"/>
              </a:xfrm>
              <a:custGeom>
                <a:avLst/>
                <a:gdLst/>
                <a:ahLst/>
                <a:cxnLst/>
                <a:rect l="l" t="t" r="r" b="b"/>
                <a:pathLst>
                  <a:path w="2" h="9">
                    <a:moveTo>
                      <a:pt x="0" y="3"/>
                    </a:moveTo>
                    <a:lnTo>
                      <a:pt x="2" y="9"/>
                    </a:lnTo>
                    <a:lnTo>
                      <a:pt x="2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300"/>
              </a:solidFill>
              <a:ln w="2286">
                <a:solidFill>
                  <a:srgbClr val="FFE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3" name="polygon-1859"/>
              <p:cNvSpPr/>
              <p:nvPr/>
            </p:nvSpPr>
            <p:spPr>
              <a:xfrm>
                <a:off x="11731752" y="192024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3"/>
              </a:solidFill>
              <a:ln w="2286">
                <a:solidFill>
                  <a:srgbClr val="0000A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4" name="polygon-1860"/>
              <p:cNvSpPr/>
              <p:nvPr/>
            </p:nvSpPr>
            <p:spPr>
              <a:xfrm>
                <a:off x="11731752" y="1901952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0" y="2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E9"/>
              </a:solidFill>
              <a:ln w="2286">
                <a:solidFill>
                  <a:srgbClr val="0000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5" name="polygon-1861"/>
              <p:cNvSpPr/>
              <p:nvPr/>
            </p:nvSpPr>
            <p:spPr>
              <a:xfrm>
                <a:off x="11731752" y="187452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3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0FF"/>
              </a:solidFill>
              <a:ln w="2286">
                <a:solidFill>
                  <a:srgbClr val="0030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6" name="polygon-1862"/>
              <p:cNvSpPr/>
              <p:nvPr/>
            </p:nvSpPr>
            <p:spPr>
              <a:xfrm>
                <a:off x="11731752" y="1847088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4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76FF"/>
              </a:solidFill>
              <a:ln w="2286">
                <a:solidFill>
                  <a:srgbClr val="0076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7" name="polygon-1863"/>
              <p:cNvSpPr/>
              <p:nvPr/>
            </p:nvSpPr>
            <p:spPr>
              <a:xfrm>
                <a:off x="11731752" y="1828800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4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BCFF"/>
              </a:solidFill>
              <a:ln w="2286">
                <a:solidFill>
                  <a:srgbClr val="00B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8" name="polygon-1864"/>
              <p:cNvSpPr/>
              <p:nvPr/>
            </p:nvSpPr>
            <p:spPr>
              <a:xfrm>
                <a:off x="11731752" y="1801368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4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3FFFC"/>
              </a:solidFill>
              <a:ln w="2286">
                <a:solidFill>
                  <a:srgbClr val="03FFF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9" name="polygon-1865"/>
              <p:cNvSpPr/>
              <p:nvPr/>
            </p:nvSpPr>
            <p:spPr>
              <a:xfrm>
                <a:off x="11731752" y="1773936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5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49FFB6"/>
              </a:solidFill>
              <a:ln w="2286">
                <a:solidFill>
                  <a:srgbClr val="49FFB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0" name="polygon-1866"/>
              <p:cNvSpPr/>
              <p:nvPr/>
            </p:nvSpPr>
            <p:spPr>
              <a:xfrm>
                <a:off x="11731752" y="1755648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5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8FFF70"/>
              </a:solidFill>
              <a:ln w="2286">
                <a:solidFill>
                  <a:srgbClr val="8FFF7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1" name="polygon-1867"/>
              <p:cNvSpPr/>
              <p:nvPr/>
            </p:nvSpPr>
            <p:spPr>
              <a:xfrm>
                <a:off x="11731752" y="1728216"/>
                <a:ext cx="1828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2" h="6">
                    <a:moveTo>
                      <a:pt x="0" y="6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D5FF2A"/>
              </a:solidFill>
              <a:ln w="2286">
                <a:solidFill>
                  <a:srgbClr val="D5FF2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2" name="polygon-1868"/>
              <p:cNvSpPr/>
              <p:nvPr/>
            </p:nvSpPr>
            <p:spPr>
              <a:xfrm>
                <a:off x="11731752" y="1700784"/>
                <a:ext cx="18288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2" h="7">
                    <a:moveTo>
                      <a:pt x="0" y="7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E300"/>
              </a:solidFill>
              <a:ln w="2286">
                <a:solidFill>
                  <a:srgbClr val="FFE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3" name="polygon-1869"/>
              <p:cNvSpPr/>
              <p:nvPr/>
            </p:nvSpPr>
            <p:spPr>
              <a:xfrm>
                <a:off x="11750040" y="1920240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3"/>
                    </a:moveTo>
                    <a:lnTo>
                      <a:pt x="2" y="4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3"/>
              </a:solidFill>
              <a:ln w="2286">
                <a:solidFill>
                  <a:srgbClr val="0000A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4" name="polygon-1870"/>
              <p:cNvSpPr/>
              <p:nvPr/>
            </p:nvSpPr>
            <p:spPr>
              <a:xfrm>
                <a:off x="11750040" y="1901952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2"/>
                    </a:moveTo>
                    <a:lnTo>
                      <a:pt x="2" y="4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E9"/>
              </a:solidFill>
              <a:ln w="2286">
                <a:solidFill>
                  <a:srgbClr val="0000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5" name="polygon-1871"/>
              <p:cNvSpPr/>
              <p:nvPr/>
            </p:nvSpPr>
            <p:spPr>
              <a:xfrm>
                <a:off x="11750040" y="1874520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3"/>
                    </a:moveTo>
                    <a:lnTo>
                      <a:pt x="2" y="5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0FF"/>
              </a:solidFill>
              <a:ln w="2286">
                <a:solidFill>
                  <a:srgbClr val="0030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6" name="polygon-1872"/>
              <p:cNvSpPr/>
              <p:nvPr/>
            </p:nvSpPr>
            <p:spPr>
              <a:xfrm>
                <a:off x="11750040" y="1847088"/>
                <a:ext cx="1828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2" h="6">
                    <a:moveTo>
                      <a:pt x="0" y="3"/>
                    </a:moveTo>
                    <a:lnTo>
                      <a:pt x="2" y="6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6FF"/>
              </a:solidFill>
              <a:ln w="2286">
                <a:solidFill>
                  <a:srgbClr val="0076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7" name="polygon-1873"/>
              <p:cNvSpPr/>
              <p:nvPr/>
            </p:nvSpPr>
            <p:spPr>
              <a:xfrm>
                <a:off x="11750040" y="1828800"/>
                <a:ext cx="1828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2" h="6">
                    <a:moveTo>
                      <a:pt x="0" y="2"/>
                    </a:moveTo>
                    <a:lnTo>
                      <a:pt x="2" y="6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BCFF"/>
              </a:solidFill>
              <a:ln w="2286">
                <a:solidFill>
                  <a:srgbClr val="00B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8" name="polygon-1874"/>
              <p:cNvSpPr/>
              <p:nvPr/>
            </p:nvSpPr>
            <p:spPr>
              <a:xfrm>
                <a:off x="11750040" y="1801368"/>
                <a:ext cx="1828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2" h="6">
                    <a:moveTo>
                      <a:pt x="0" y="3"/>
                    </a:moveTo>
                    <a:lnTo>
                      <a:pt x="2" y="6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3FFFC"/>
              </a:solidFill>
              <a:ln w="2286">
                <a:solidFill>
                  <a:srgbClr val="03FFF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9" name="polygon-1875"/>
              <p:cNvSpPr/>
              <p:nvPr/>
            </p:nvSpPr>
            <p:spPr>
              <a:xfrm>
                <a:off x="11750040" y="1773936"/>
                <a:ext cx="18288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2" h="7">
                    <a:moveTo>
                      <a:pt x="0" y="3"/>
                    </a:moveTo>
                    <a:lnTo>
                      <a:pt x="2" y="7"/>
                    </a:lnTo>
                    <a:lnTo>
                      <a:pt x="2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9FFB6"/>
              </a:solidFill>
              <a:ln w="2286">
                <a:solidFill>
                  <a:srgbClr val="49FFB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90" name="polygon-1876"/>
              <p:cNvSpPr/>
              <p:nvPr/>
            </p:nvSpPr>
            <p:spPr>
              <a:xfrm>
                <a:off x="11750040" y="1755648"/>
                <a:ext cx="18288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2" h="7">
                    <a:moveTo>
                      <a:pt x="0" y="2"/>
                    </a:moveTo>
                    <a:lnTo>
                      <a:pt x="2" y="7"/>
                    </a:lnTo>
                    <a:lnTo>
                      <a:pt x="2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FFF70"/>
              </a:solidFill>
              <a:ln w="2286">
                <a:solidFill>
                  <a:srgbClr val="8FFF7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91" name="polygon-1877"/>
              <p:cNvSpPr/>
              <p:nvPr/>
            </p:nvSpPr>
            <p:spPr>
              <a:xfrm>
                <a:off x="11750040" y="1728216"/>
                <a:ext cx="18288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2" h="8">
                    <a:moveTo>
                      <a:pt x="0" y="3"/>
                    </a:moveTo>
                    <a:lnTo>
                      <a:pt x="2" y="8"/>
                    </a:lnTo>
                    <a:lnTo>
                      <a:pt x="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5FF2A"/>
              </a:solidFill>
              <a:ln w="2286">
                <a:solidFill>
                  <a:srgbClr val="D5FF2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92" name="polygon-1878"/>
              <p:cNvSpPr/>
              <p:nvPr/>
            </p:nvSpPr>
            <p:spPr>
              <a:xfrm>
                <a:off x="11750040" y="1700784"/>
                <a:ext cx="18288" cy="82296"/>
              </a:xfrm>
              <a:custGeom>
                <a:avLst/>
                <a:gdLst/>
                <a:ahLst/>
                <a:cxnLst/>
                <a:rect l="l" t="t" r="r" b="b"/>
                <a:pathLst>
                  <a:path w="2" h="9">
                    <a:moveTo>
                      <a:pt x="0" y="3"/>
                    </a:moveTo>
                    <a:lnTo>
                      <a:pt x="2" y="9"/>
                    </a:lnTo>
                    <a:lnTo>
                      <a:pt x="2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300"/>
              </a:solidFill>
              <a:ln w="2286">
                <a:solidFill>
                  <a:srgbClr val="FFE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93" name="polygon-1879"/>
              <p:cNvSpPr/>
              <p:nvPr/>
            </p:nvSpPr>
            <p:spPr>
              <a:xfrm>
                <a:off x="11768328" y="193852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9E"/>
              </a:solidFill>
              <a:ln w="2286">
                <a:solidFill>
                  <a:srgbClr val="00009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94" name="polygon-1880"/>
              <p:cNvSpPr/>
              <p:nvPr/>
            </p:nvSpPr>
            <p:spPr>
              <a:xfrm>
                <a:off x="11768328" y="192024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DC"/>
              </a:solidFill>
              <a:ln w="2286">
                <a:solidFill>
                  <a:srgbClr val="0000D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95" name="polygon-1881"/>
              <p:cNvSpPr/>
              <p:nvPr/>
            </p:nvSpPr>
            <p:spPr>
              <a:xfrm>
                <a:off x="11768328" y="190195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1BFF"/>
              </a:solidFill>
              <a:ln w="2286">
                <a:solidFill>
                  <a:srgbClr val="001B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96" name="polygon-1882"/>
              <p:cNvSpPr/>
              <p:nvPr/>
            </p:nvSpPr>
            <p:spPr>
              <a:xfrm>
                <a:off x="11768328" y="188366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59FF"/>
              </a:solidFill>
              <a:ln w="2286">
                <a:solidFill>
                  <a:srgbClr val="0059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97" name="polygon-1883"/>
              <p:cNvSpPr/>
              <p:nvPr/>
            </p:nvSpPr>
            <p:spPr>
              <a:xfrm>
                <a:off x="11768328" y="1856232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3"/>
                    </a:moveTo>
                    <a:lnTo>
                      <a:pt x="2" y="4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97FF"/>
              </a:solidFill>
              <a:ln w="2286">
                <a:solidFill>
                  <a:srgbClr val="009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98" name="polygon-1884"/>
              <p:cNvSpPr/>
              <p:nvPr/>
            </p:nvSpPr>
            <p:spPr>
              <a:xfrm>
                <a:off x="11768328" y="183794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D5FF"/>
              </a:solidFill>
              <a:ln w="2286">
                <a:solidFill>
                  <a:srgbClr val="00D5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99" name="polygon-1885"/>
              <p:cNvSpPr/>
              <p:nvPr/>
            </p:nvSpPr>
            <p:spPr>
              <a:xfrm>
                <a:off x="11768328" y="181965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4FFEB"/>
              </a:solidFill>
              <a:ln w="2286">
                <a:solidFill>
                  <a:srgbClr val="14FFE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0" name="polygon-1886"/>
              <p:cNvSpPr/>
              <p:nvPr/>
            </p:nvSpPr>
            <p:spPr>
              <a:xfrm>
                <a:off x="11768328" y="180136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2FFAD"/>
              </a:solidFill>
              <a:ln w="2286">
                <a:solidFill>
                  <a:srgbClr val="52FFA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1" name="polygon-1887"/>
              <p:cNvSpPr/>
              <p:nvPr/>
            </p:nvSpPr>
            <p:spPr>
              <a:xfrm>
                <a:off x="11768328" y="178308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FF6F"/>
              </a:solidFill>
              <a:ln w="2286">
                <a:solidFill>
                  <a:srgbClr val="90FF6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2" name="polygon-1888"/>
              <p:cNvSpPr/>
              <p:nvPr/>
            </p:nvSpPr>
            <p:spPr>
              <a:xfrm>
                <a:off x="11768328" y="176479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EFF31"/>
              </a:solidFill>
              <a:ln w="2286">
                <a:solidFill>
                  <a:srgbClr val="CEFF3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3" name="polygon-1889"/>
              <p:cNvSpPr/>
              <p:nvPr/>
            </p:nvSpPr>
            <p:spPr>
              <a:xfrm>
                <a:off x="11786616" y="194767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3"/>
              </a:solidFill>
              <a:ln w="2286">
                <a:solidFill>
                  <a:srgbClr val="0000A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4" name="polygon-1890"/>
              <p:cNvSpPr/>
              <p:nvPr/>
            </p:nvSpPr>
            <p:spPr>
              <a:xfrm>
                <a:off x="11786616" y="1929384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0" y="2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E9"/>
              </a:solidFill>
              <a:ln w="2286">
                <a:solidFill>
                  <a:srgbClr val="0000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5" name="polygon-1891"/>
              <p:cNvSpPr/>
              <p:nvPr/>
            </p:nvSpPr>
            <p:spPr>
              <a:xfrm>
                <a:off x="11786616" y="190195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3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0FF"/>
              </a:solidFill>
              <a:ln w="2286">
                <a:solidFill>
                  <a:srgbClr val="0030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6" name="polygon-1892"/>
              <p:cNvSpPr/>
              <p:nvPr/>
            </p:nvSpPr>
            <p:spPr>
              <a:xfrm>
                <a:off x="11786616" y="1874520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4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76FF"/>
              </a:solidFill>
              <a:ln w="2286">
                <a:solidFill>
                  <a:srgbClr val="0076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7" name="polygon-1893"/>
              <p:cNvSpPr/>
              <p:nvPr/>
            </p:nvSpPr>
            <p:spPr>
              <a:xfrm>
                <a:off x="11786616" y="1856232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4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BCFF"/>
              </a:solidFill>
              <a:ln w="2286">
                <a:solidFill>
                  <a:srgbClr val="00B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8" name="polygon-1894"/>
              <p:cNvSpPr/>
              <p:nvPr/>
            </p:nvSpPr>
            <p:spPr>
              <a:xfrm>
                <a:off x="11786616" y="1828800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4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3FFFC"/>
              </a:solidFill>
              <a:ln w="2286">
                <a:solidFill>
                  <a:srgbClr val="03FFF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9" name="polygon-1895"/>
              <p:cNvSpPr/>
              <p:nvPr/>
            </p:nvSpPr>
            <p:spPr>
              <a:xfrm>
                <a:off x="11786616" y="1801368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5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49FFB6"/>
              </a:solidFill>
              <a:ln w="2286">
                <a:solidFill>
                  <a:srgbClr val="49FFB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0" name="polygon-1896"/>
              <p:cNvSpPr/>
              <p:nvPr/>
            </p:nvSpPr>
            <p:spPr>
              <a:xfrm>
                <a:off x="11786616" y="1783080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5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8FFF70"/>
              </a:solidFill>
              <a:ln w="2286">
                <a:solidFill>
                  <a:srgbClr val="8FFF7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1" name="polygon-1897"/>
              <p:cNvSpPr/>
              <p:nvPr/>
            </p:nvSpPr>
            <p:spPr>
              <a:xfrm>
                <a:off x="11786616" y="1755648"/>
                <a:ext cx="1828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2" h="6">
                    <a:moveTo>
                      <a:pt x="0" y="6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D5FF2A"/>
              </a:solidFill>
              <a:ln w="2286">
                <a:solidFill>
                  <a:srgbClr val="D5FF2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2" name="polygon-1898"/>
              <p:cNvSpPr/>
              <p:nvPr/>
            </p:nvSpPr>
            <p:spPr>
              <a:xfrm>
                <a:off x="11786616" y="1728216"/>
                <a:ext cx="18288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2" h="7">
                    <a:moveTo>
                      <a:pt x="0" y="7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E300"/>
              </a:solidFill>
              <a:ln w="2286">
                <a:solidFill>
                  <a:srgbClr val="FFE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3" name="polygon-1899"/>
              <p:cNvSpPr/>
              <p:nvPr/>
            </p:nvSpPr>
            <p:spPr>
              <a:xfrm>
                <a:off x="11804904" y="1947672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3"/>
                    </a:moveTo>
                    <a:lnTo>
                      <a:pt x="2" y="4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3"/>
              </a:solidFill>
              <a:ln w="2286">
                <a:solidFill>
                  <a:srgbClr val="0000A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4" name="polygon-1900"/>
              <p:cNvSpPr/>
              <p:nvPr/>
            </p:nvSpPr>
            <p:spPr>
              <a:xfrm>
                <a:off x="11804904" y="1929384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2"/>
                    </a:moveTo>
                    <a:lnTo>
                      <a:pt x="2" y="4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E9"/>
              </a:solidFill>
              <a:ln w="2286">
                <a:solidFill>
                  <a:srgbClr val="0000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5" name="polygon-1901"/>
              <p:cNvSpPr/>
              <p:nvPr/>
            </p:nvSpPr>
            <p:spPr>
              <a:xfrm>
                <a:off x="11804904" y="1901952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3"/>
                    </a:moveTo>
                    <a:lnTo>
                      <a:pt x="2" y="5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0FF"/>
              </a:solidFill>
              <a:ln w="2286">
                <a:solidFill>
                  <a:srgbClr val="0030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6" name="polygon-1902"/>
              <p:cNvSpPr/>
              <p:nvPr/>
            </p:nvSpPr>
            <p:spPr>
              <a:xfrm>
                <a:off x="11804904" y="1874520"/>
                <a:ext cx="1828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2" h="6">
                    <a:moveTo>
                      <a:pt x="0" y="3"/>
                    </a:moveTo>
                    <a:lnTo>
                      <a:pt x="2" y="6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6FF"/>
              </a:solidFill>
              <a:ln w="2286">
                <a:solidFill>
                  <a:srgbClr val="0076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7" name="polygon-1903"/>
              <p:cNvSpPr/>
              <p:nvPr/>
            </p:nvSpPr>
            <p:spPr>
              <a:xfrm>
                <a:off x="11804904" y="1856232"/>
                <a:ext cx="1828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2" h="6">
                    <a:moveTo>
                      <a:pt x="0" y="2"/>
                    </a:moveTo>
                    <a:lnTo>
                      <a:pt x="2" y="6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BCFF"/>
              </a:solidFill>
              <a:ln w="2286">
                <a:solidFill>
                  <a:srgbClr val="00B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8" name="polygon-1904"/>
              <p:cNvSpPr/>
              <p:nvPr/>
            </p:nvSpPr>
            <p:spPr>
              <a:xfrm>
                <a:off x="11804904" y="1828800"/>
                <a:ext cx="1828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2" h="6">
                    <a:moveTo>
                      <a:pt x="0" y="3"/>
                    </a:moveTo>
                    <a:lnTo>
                      <a:pt x="2" y="6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3FFFC"/>
              </a:solidFill>
              <a:ln w="2286">
                <a:solidFill>
                  <a:srgbClr val="03FFF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9" name="polygon-1905"/>
              <p:cNvSpPr/>
              <p:nvPr/>
            </p:nvSpPr>
            <p:spPr>
              <a:xfrm>
                <a:off x="11804904" y="1801368"/>
                <a:ext cx="18288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2" h="7">
                    <a:moveTo>
                      <a:pt x="0" y="3"/>
                    </a:moveTo>
                    <a:lnTo>
                      <a:pt x="2" y="7"/>
                    </a:lnTo>
                    <a:lnTo>
                      <a:pt x="2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9FFB6"/>
              </a:solidFill>
              <a:ln w="2286">
                <a:solidFill>
                  <a:srgbClr val="49FFB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0" name="polygon-1906"/>
              <p:cNvSpPr/>
              <p:nvPr/>
            </p:nvSpPr>
            <p:spPr>
              <a:xfrm>
                <a:off x="11804904" y="1783080"/>
                <a:ext cx="18288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2" h="7">
                    <a:moveTo>
                      <a:pt x="0" y="2"/>
                    </a:moveTo>
                    <a:lnTo>
                      <a:pt x="2" y="7"/>
                    </a:lnTo>
                    <a:lnTo>
                      <a:pt x="2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FFF70"/>
              </a:solidFill>
              <a:ln w="2286">
                <a:solidFill>
                  <a:srgbClr val="8FFF7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1" name="polygon-1907"/>
              <p:cNvSpPr/>
              <p:nvPr/>
            </p:nvSpPr>
            <p:spPr>
              <a:xfrm>
                <a:off x="11804904" y="1755648"/>
                <a:ext cx="18288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2" h="8">
                    <a:moveTo>
                      <a:pt x="0" y="3"/>
                    </a:moveTo>
                    <a:lnTo>
                      <a:pt x="2" y="8"/>
                    </a:lnTo>
                    <a:lnTo>
                      <a:pt x="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5FF2A"/>
              </a:solidFill>
              <a:ln w="2286">
                <a:solidFill>
                  <a:srgbClr val="D5FF2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2" name="polygon-1908"/>
              <p:cNvSpPr/>
              <p:nvPr/>
            </p:nvSpPr>
            <p:spPr>
              <a:xfrm>
                <a:off x="11804904" y="1728216"/>
                <a:ext cx="18288" cy="82296"/>
              </a:xfrm>
              <a:custGeom>
                <a:avLst/>
                <a:gdLst/>
                <a:ahLst/>
                <a:cxnLst/>
                <a:rect l="l" t="t" r="r" b="b"/>
                <a:pathLst>
                  <a:path w="2" h="9">
                    <a:moveTo>
                      <a:pt x="0" y="3"/>
                    </a:moveTo>
                    <a:lnTo>
                      <a:pt x="2" y="9"/>
                    </a:lnTo>
                    <a:lnTo>
                      <a:pt x="2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300"/>
              </a:solidFill>
              <a:ln w="2286">
                <a:solidFill>
                  <a:srgbClr val="FFE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3" name="polygon-1909"/>
              <p:cNvSpPr/>
              <p:nvPr/>
            </p:nvSpPr>
            <p:spPr>
              <a:xfrm>
                <a:off x="11823192" y="196596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3"/>
              </a:solidFill>
              <a:ln w="2286">
                <a:solidFill>
                  <a:srgbClr val="0000A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4" name="polygon-1910"/>
              <p:cNvSpPr/>
              <p:nvPr/>
            </p:nvSpPr>
            <p:spPr>
              <a:xfrm>
                <a:off x="11823192" y="1947672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0" y="2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E9"/>
              </a:solidFill>
              <a:ln w="2286">
                <a:solidFill>
                  <a:srgbClr val="0000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5" name="polygon-1911"/>
              <p:cNvSpPr/>
              <p:nvPr/>
            </p:nvSpPr>
            <p:spPr>
              <a:xfrm>
                <a:off x="11823192" y="192024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3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0FF"/>
              </a:solidFill>
              <a:ln w="2286">
                <a:solidFill>
                  <a:srgbClr val="0030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6" name="polygon-1912"/>
              <p:cNvSpPr/>
              <p:nvPr/>
            </p:nvSpPr>
            <p:spPr>
              <a:xfrm>
                <a:off x="11823192" y="1892808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4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76FF"/>
              </a:solidFill>
              <a:ln w="2286">
                <a:solidFill>
                  <a:srgbClr val="0076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7" name="polygon-1913"/>
              <p:cNvSpPr/>
              <p:nvPr/>
            </p:nvSpPr>
            <p:spPr>
              <a:xfrm>
                <a:off x="11823192" y="1874520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4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BCFF"/>
              </a:solidFill>
              <a:ln w="2286">
                <a:solidFill>
                  <a:srgbClr val="00B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8" name="polygon-1914"/>
              <p:cNvSpPr/>
              <p:nvPr/>
            </p:nvSpPr>
            <p:spPr>
              <a:xfrm>
                <a:off x="11823192" y="1847088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4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3FFFC"/>
              </a:solidFill>
              <a:ln w="2286">
                <a:solidFill>
                  <a:srgbClr val="03FFF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9" name="polygon-1915"/>
              <p:cNvSpPr/>
              <p:nvPr/>
            </p:nvSpPr>
            <p:spPr>
              <a:xfrm>
                <a:off x="11823192" y="1819656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5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49FFB6"/>
              </a:solidFill>
              <a:ln w="2286">
                <a:solidFill>
                  <a:srgbClr val="49FFB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0" name="polygon-1916"/>
              <p:cNvSpPr/>
              <p:nvPr/>
            </p:nvSpPr>
            <p:spPr>
              <a:xfrm>
                <a:off x="11823192" y="1801368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5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8FFF70"/>
              </a:solidFill>
              <a:ln w="2286">
                <a:solidFill>
                  <a:srgbClr val="8FFF7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1" name="polygon-1917"/>
              <p:cNvSpPr/>
              <p:nvPr/>
            </p:nvSpPr>
            <p:spPr>
              <a:xfrm>
                <a:off x="11823192" y="1773936"/>
                <a:ext cx="1828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2" h="6">
                    <a:moveTo>
                      <a:pt x="0" y="6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D5FF2A"/>
              </a:solidFill>
              <a:ln w="2286">
                <a:solidFill>
                  <a:srgbClr val="D5FF2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2" name="polygon-1918"/>
              <p:cNvSpPr/>
              <p:nvPr/>
            </p:nvSpPr>
            <p:spPr>
              <a:xfrm>
                <a:off x="11823192" y="1746504"/>
                <a:ext cx="18288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2" h="7">
                    <a:moveTo>
                      <a:pt x="0" y="7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E300"/>
              </a:solidFill>
              <a:ln w="2286">
                <a:solidFill>
                  <a:srgbClr val="FFE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3" name="polygon-1919"/>
              <p:cNvSpPr/>
              <p:nvPr/>
            </p:nvSpPr>
            <p:spPr>
              <a:xfrm>
                <a:off x="11841480" y="1965960"/>
                <a:ext cx="27432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3" h="4">
                    <a:moveTo>
                      <a:pt x="0" y="3"/>
                    </a:moveTo>
                    <a:lnTo>
                      <a:pt x="3" y="4"/>
                    </a:lnTo>
                    <a:lnTo>
                      <a:pt x="3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3"/>
              </a:solidFill>
              <a:ln w="2286">
                <a:solidFill>
                  <a:srgbClr val="0000A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4" name="polygon-1920"/>
              <p:cNvSpPr/>
              <p:nvPr/>
            </p:nvSpPr>
            <p:spPr>
              <a:xfrm>
                <a:off x="11841480" y="1947672"/>
                <a:ext cx="27432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3" h="4">
                    <a:moveTo>
                      <a:pt x="0" y="2"/>
                    </a:moveTo>
                    <a:lnTo>
                      <a:pt x="3" y="4"/>
                    </a:lnTo>
                    <a:lnTo>
                      <a:pt x="3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E9"/>
              </a:solidFill>
              <a:ln w="2286">
                <a:solidFill>
                  <a:srgbClr val="0000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5" name="polygon-1921"/>
              <p:cNvSpPr/>
              <p:nvPr/>
            </p:nvSpPr>
            <p:spPr>
              <a:xfrm>
                <a:off x="11841480" y="1920240"/>
                <a:ext cx="27432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3" h="5">
                    <a:moveTo>
                      <a:pt x="0" y="3"/>
                    </a:moveTo>
                    <a:lnTo>
                      <a:pt x="3" y="5"/>
                    </a:lnTo>
                    <a:lnTo>
                      <a:pt x="3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0FF"/>
              </a:solidFill>
              <a:ln w="2286">
                <a:solidFill>
                  <a:srgbClr val="0030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6" name="polygon-1922"/>
              <p:cNvSpPr/>
              <p:nvPr/>
            </p:nvSpPr>
            <p:spPr>
              <a:xfrm>
                <a:off x="11841480" y="1892808"/>
                <a:ext cx="27432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3" h="6">
                    <a:moveTo>
                      <a:pt x="0" y="3"/>
                    </a:moveTo>
                    <a:lnTo>
                      <a:pt x="3" y="6"/>
                    </a:lnTo>
                    <a:lnTo>
                      <a:pt x="3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6FF"/>
              </a:solidFill>
              <a:ln w="2286">
                <a:solidFill>
                  <a:srgbClr val="0076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7" name="polygon-1923"/>
              <p:cNvSpPr/>
              <p:nvPr/>
            </p:nvSpPr>
            <p:spPr>
              <a:xfrm>
                <a:off x="11841480" y="1874520"/>
                <a:ext cx="27432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3" h="6">
                    <a:moveTo>
                      <a:pt x="0" y="2"/>
                    </a:moveTo>
                    <a:lnTo>
                      <a:pt x="3" y="6"/>
                    </a:lnTo>
                    <a:lnTo>
                      <a:pt x="3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BCFF"/>
              </a:solidFill>
              <a:ln w="2286">
                <a:solidFill>
                  <a:srgbClr val="00B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8" name="polygon-1924"/>
              <p:cNvSpPr/>
              <p:nvPr/>
            </p:nvSpPr>
            <p:spPr>
              <a:xfrm>
                <a:off x="11841480" y="1847088"/>
                <a:ext cx="27432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3" h="6">
                    <a:moveTo>
                      <a:pt x="0" y="3"/>
                    </a:moveTo>
                    <a:lnTo>
                      <a:pt x="3" y="6"/>
                    </a:lnTo>
                    <a:lnTo>
                      <a:pt x="3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3FFFC"/>
              </a:solidFill>
              <a:ln w="2286">
                <a:solidFill>
                  <a:srgbClr val="03FFF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9" name="polygon-1925"/>
              <p:cNvSpPr/>
              <p:nvPr/>
            </p:nvSpPr>
            <p:spPr>
              <a:xfrm>
                <a:off x="11841480" y="1819656"/>
                <a:ext cx="27432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3" h="7">
                    <a:moveTo>
                      <a:pt x="0" y="3"/>
                    </a:moveTo>
                    <a:lnTo>
                      <a:pt x="3" y="7"/>
                    </a:lnTo>
                    <a:lnTo>
                      <a:pt x="3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9FFB6"/>
              </a:solidFill>
              <a:ln w="2286">
                <a:solidFill>
                  <a:srgbClr val="49FFB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40" name="polygon-1926"/>
              <p:cNvSpPr/>
              <p:nvPr/>
            </p:nvSpPr>
            <p:spPr>
              <a:xfrm>
                <a:off x="11841480" y="1801368"/>
                <a:ext cx="27432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3" h="7">
                    <a:moveTo>
                      <a:pt x="0" y="2"/>
                    </a:moveTo>
                    <a:lnTo>
                      <a:pt x="3" y="7"/>
                    </a:lnTo>
                    <a:lnTo>
                      <a:pt x="3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FFF70"/>
              </a:solidFill>
              <a:ln w="2286">
                <a:solidFill>
                  <a:srgbClr val="8FFF7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41" name="polygon-1927"/>
              <p:cNvSpPr/>
              <p:nvPr/>
            </p:nvSpPr>
            <p:spPr>
              <a:xfrm>
                <a:off x="11841480" y="1773936"/>
                <a:ext cx="27432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3" h="8">
                    <a:moveTo>
                      <a:pt x="0" y="3"/>
                    </a:moveTo>
                    <a:lnTo>
                      <a:pt x="3" y="8"/>
                    </a:lnTo>
                    <a:lnTo>
                      <a:pt x="3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5FF2A"/>
              </a:solidFill>
              <a:ln w="2286">
                <a:solidFill>
                  <a:srgbClr val="D5FF2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42" name="polygon-1928"/>
              <p:cNvSpPr/>
              <p:nvPr/>
            </p:nvSpPr>
            <p:spPr>
              <a:xfrm>
                <a:off x="11841480" y="1746504"/>
                <a:ext cx="27432" cy="82296"/>
              </a:xfrm>
              <a:custGeom>
                <a:avLst/>
                <a:gdLst/>
                <a:ahLst/>
                <a:cxnLst/>
                <a:rect l="l" t="t" r="r" b="b"/>
                <a:pathLst>
                  <a:path w="3" h="9">
                    <a:moveTo>
                      <a:pt x="0" y="3"/>
                    </a:moveTo>
                    <a:lnTo>
                      <a:pt x="3" y="9"/>
                    </a:lnTo>
                    <a:lnTo>
                      <a:pt x="3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300"/>
              </a:solidFill>
              <a:ln w="2286">
                <a:solidFill>
                  <a:srgbClr val="FFE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943" name="Editable 3D random plot"/>
            <p:cNvGrpSpPr/>
            <p:nvPr/>
          </p:nvGrpSpPr>
          <p:grpSpPr>
            <a:xfrm>
              <a:off x="12280392" y="1399032"/>
              <a:ext cx="722376" cy="603504"/>
              <a:chOff x="12280392" y="1399032"/>
              <a:chExt cx="722376" cy="603504"/>
            </a:xfrm>
          </p:grpSpPr>
          <p:sp>
            <p:nvSpPr>
              <p:cNvPr id="1944" name="rectangle-1930"/>
              <p:cNvSpPr/>
              <p:nvPr/>
            </p:nvSpPr>
            <p:spPr>
              <a:xfrm>
                <a:off x="12280392" y="1399032"/>
                <a:ext cx="722376" cy="60350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45" name="polygon-1931"/>
              <p:cNvSpPr/>
              <p:nvPr/>
            </p:nvSpPr>
            <p:spPr>
              <a:xfrm>
                <a:off x="12618720" y="1463040"/>
                <a:ext cx="45720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5" h="7">
                    <a:moveTo>
                      <a:pt x="2" y="0"/>
                    </a:moveTo>
                    <a:lnTo>
                      <a:pt x="5" y="3"/>
                    </a:lnTo>
                    <a:lnTo>
                      <a:pt x="2" y="7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CEFF31"/>
              </a:solidFill>
              <a:ln w="2286">
                <a:solidFill>
                  <a:srgbClr val="CEFF3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46" name="polygon-1932"/>
              <p:cNvSpPr/>
              <p:nvPr/>
            </p:nvSpPr>
            <p:spPr>
              <a:xfrm>
                <a:off x="12600432" y="1472184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6"/>
                    </a:lnTo>
                    <a:lnTo>
                      <a:pt x="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4FF3B"/>
              </a:solidFill>
              <a:ln w="2286">
                <a:solidFill>
                  <a:srgbClr val="C4FF3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47" name="polygon-1933"/>
              <p:cNvSpPr/>
              <p:nvPr/>
            </p:nvSpPr>
            <p:spPr>
              <a:xfrm>
                <a:off x="12582144" y="1472184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6"/>
                    </a:lnTo>
                    <a:lnTo>
                      <a:pt x="2" y="8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DBFF24"/>
              </a:solidFill>
              <a:ln w="2286">
                <a:solidFill>
                  <a:srgbClr val="DBFF2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48" name="polygon-1934"/>
              <p:cNvSpPr/>
              <p:nvPr/>
            </p:nvSpPr>
            <p:spPr>
              <a:xfrm>
                <a:off x="12563856" y="1508760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1FF2E"/>
              </a:solidFill>
              <a:ln w="2286">
                <a:solidFill>
                  <a:srgbClr val="D1FF2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49" name="polygon-1935"/>
              <p:cNvSpPr/>
              <p:nvPr/>
            </p:nvSpPr>
            <p:spPr>
              <a:xfrm>
                <a:off x="12545568" y="1508760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4"/>
                    </a:lnTo>
                    <a:lnTo>
                      <a:pt x="2" y="4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E0FF1F"/>
              </a:solidFill>
              <a:ln w="2286">
                <a:solidFill>
                  <a:srgbClr val="E0FF1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0" name="polygon-1936"/>
              <p:cNvSpPr/>
              <p:nvPr/>
            </p:nvSpPr>
            <p:spPr>
              <a:xfrm>
                <a:off x="12527280" y="1536192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1"/>
                    </a:lnTo>
                    <a:lnTo>
                      <a:pt x="2" y="1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CEFF31"/>
              </a:solidFill>
              <a:ln w="2286">
                <a:solidFill>
                  <a:srgbClr val="CEFF3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1" name="polygon-1937"/>
              <p:cNvSpPr/>
              <p:nvPr/>
            </p:nvSpPr>
            <p:spPr>
              <a:xfrm>
                <a:off x="12508992" y="1545336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2"/>
                    </a:moveTo>
                    <a:lnTo>
                      <a:pt x="4" y="0"/>
                    </a:lnTo>
                    <a:lnTo>
                      <a:pt x="2" y="3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AAFF55"/>
              </a:solidFill>
              <a:ln w="2286">
                <a:solidFill>
                  <a:srgbClr val="AAFF5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2" name="polygon-1938"/>
              <p:cNvSpPr/>
              <p:nvPr/>
            </p:nvSpPr>
            <p:spPr>
              <a:xfrm>
                <a:off x="12490704" y="1536192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5"/>
                    </a:moveTo>
                    <a:lnTo>
                      <a:pt x="4" y="4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5FF2A"/>
              </a:solidFill>
              <a:ln w="2286">
                <a:solidFill>
                  <a:srgbClr val="D5FF2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3" name="polygon-1939"/>
              <p:cNvSpPr/>
              <p:nvPr/>
            </p:nvSpPr>
            <p:spPr>
              <a:xfrm>
                <a:off x="12472416" y="1536192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2"/>
                    </a:lnTo>
                    <a:lnTo>
                      <a:pt x="2" y="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100"/>
              </a:solidFill>
              <a:ln w="2286">
                <a:solidFill>
                  <a:srgbClr val="FFF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4" name="polygon-1940"/>
              <p:cNvSpPr/>
              <p:nvPr/>
            </p:nvSpPr>
            <p:spPr>
              <a:xfrm>
                <a:off x="12454128" y="1545336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4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B00"/>
              </a:solidFill>
              <a:ln w="2286">
                <a:solidFill>
                  <a:srgbClr val="FFFB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5" name="polygon-1941"/>
              <p:cNvSpPr/>
              <p:nvPr/>
            </p:nvSpPr>
            <p:spPr>
              <a:xfrm>
                <a:off x="12435840" y="1563624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1"/>
                    </a:lnTo>
                    <a:lnTo>
                      <a:pt x="2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E3FF1C"/>
              </a:solidFill>
              <a:ln w="2286">
                <a:solidFill>
                  <a:srgbClr val="E3FF1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6" name="polygon-1942"/>
              <p:cNvSpPr/>
              <p:nvPr/>
            </p:nvSpPr>
            <p:spPr>
              <a:xfrm>
                <a:off x="12417552" y="160020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B2FF4D"/>
              </a:solidFill>
              <a:ln w="2286">
                <a:solidFill>
                  <a:srgbClr val="B2FF4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7" name="polygon-1943"/>
              <p:cNvSpPr/>
              <p:nvPr/>
            </p:nvSpPr>
            <p:spPr>
              <a:xfrm>
                <a:off x="12399264" y="1591056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3"/>
                    </a:moveTo>
                    <a:lnTo>
                      <a:pt x="4" y="3"/>
                    </a:lnTo>
                    <a:lnTo>
                      <a:pt x="2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C2FF3D"/>
              </a:solidFill>
              <a:ln w="2286">
                <a:solidFill>
                  <a:srgbClr val="C2FF3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8" name="polygon-1944"/>
              <p:cNvSpPr/>
              <p:nvPr/>
            </p:nvSpPr>
            <p:spPr>
              <a:xfrm>
                <a:off x="12380976" y="1591056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4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E0FF1F"/>
              </a:solidFill>
              <a:ln w="2286">
                <a:solidFill>
                  <a:srgbClr val="E0FF1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9" name="polygon-1945"/>
              <p:cNvSpPr/>
              <p:nvPr/>
            </p:nvSpPr>
            <p:spPr>
              <a:xfrm>
                <a:off x="12362688" y="1609344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2"/>
                    </a:moveTo>
                    <a:lnTo>
                      <a:pt x="4" y="0"/>
                    </a:lnTo>
                    <a:lnTo>
                      <a:pt x="2" y="4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CBFF34"/>
              </a:solidFill>
              <a:ln w="2286">
                <a:solidFill>
                  <a:srgbClr val="CBFF3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0" name="polygon-1946"/>
              <p:cNvSpPr/>
              <p:nvPr/>
            </p:nvSpPr>
            <p:spPr>
              <a:xfrm>
                <a:off x="12344400" y="1627632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1"/>
                    </a:moveTo>
                    <a:lnTo>
                      <a:pt x="4" y="2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9FF46"/>
              </a:solidFill>
              <a:ln w="2286">
                <a:solidFill>
                  <a:srgbClr val="B9FF4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1" name="polygon-1947"/>
              <p:cNvSpPr/>
              <p:nvPr/>
            </p:nvSpPr>
            <p:spPr>
              <a:xfrm>
                <a:off x="12326112" y="1627632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4"/>
                    </a:lnTo>
                    <a:lnTo>
                      <a:pt x="2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FFF40"/>
              </a:solidFill>
              <a:ln w="2286">
                <a:solidFill>
                  <a:srgbClr val="BFFF4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2" name="polygon-1948"/>
              <p:cNvSpPr/>
              <p:nvPr/>
            </p:nvSpPr>
            <p:spPr>
              <a:xfrm>
                <a:off x="12307824" y="1627632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0"/>
                    </a:moveTo>
                    <a:lnTo>
                      <a:pt x="4" y="5"/>
                    </a:lnTo>
                    <a:lnTo>
                      <a:pt x="2" y="4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B4FF4B"/>
              </a:solidFill>
              <a:ln w="2286">
                <a:solidFill>
                  <a:srgbClr val="B4FF4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3" name="polygon-1949"/>
              <p:cNvSpPr/>
              <p:nvPr/>
            </p:nvSpPr>
            <p:spPr>
              <a:xfrm>
                <a:off x="12637008" y="1472184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3" y="2"/>
                    </a:moveTo>
                    <a:lnTo>
                      <a:pt x="5" y="0"/>
                    </a:lnTo>
                    <a:lnTo>
                      <a:pt x="3" y="2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BFF04"/>
              </a:solidFill>
              <a:ln w="2286">
                <a:solidFill>
                  <a:srgbClr val="FBFF0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4" name="polygon-1950"/>
              <p:cNvSpPr/>
              <p:nvPr/>
            </p:nvSpPr>
            <p:spPr>
              <a:xfrm>
                <a:off x="12618720" y="1490472"/>
                <a:ext cx="45720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5" h="7">
                    <a:moveTo>
                      <a:pt x="2" y="4"/>
                    </a:moveTo>
                    <a:lnTo>
                      <a:pt x="5" y="0"/>
                    </a:lnTo>
                    <a:lnTo>
                      <a:pt x="2" y="7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BEFF41"/>
              </a:solidFill>
              <a:ln w="2286">
                <a:solidFill>
                  <a:srgbClr val="BEFF4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5" name="polygon-1951"/>
              <p:cNvSpPr/>
              <p:nvPr/>
            </p:nvSpPr>
            <p:spPr>
              <a:xfrm>
                <a:off x="12600432" y="1527048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3"/>
                    </a:lnTo>
                    <a:lnTo>
                      <a:pt x="2" y="4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90FF6F"/>
              </a:solidFill>
              <a:ln w="2286">
                <a:solidFill>
                  <a:srgbClr val="90FF6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6" name="polygon-1952"/>
              <p:cNvSpPr/>
              <p:nvPr/>
            </p:nvSpPr>
            <p:spPr>
              <a:xfrm>
                <a:off x="12582144" y="154533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7FF58"/>
              </a:solidFill>
              <a:ln w="2286">
                <a:solidFill>
                  <a:srgbClr val="A7FF5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7" name="polygon-1953"/>
              <p:cNvSpPr/>
              <p:nvPr/>
            </p:nvSpPr>
            <p:spPr>
              <a:xfrm>
                <a:off x="12563856" y="1545336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0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BFF44"/>
              </a:solidFill>
              <a:ln w="2286">
                <a:solidFill>
                  <a:srgbClr val="BBFF4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8" name="polygon-1954"/>
              <p:cNvSpPr/>
              <p:nvPr/>
            </p:nvSpPr>
            <p:spPr>
              <a:xfrm>
                <a:off x="12545568" y="1536192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1"/>
                    </a:moveTo>
                    <a:lnTo>
                      <a:pt x="4" y="5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D9FF26"/>
              </a:solidFill>
              <a:ln w="2286">
                <a:solidFill>
                  <a:srgbClr val="D9FF2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9" name="polygon-1955"/>
              <p:cNvSpPr/>
              <p:nvPr/>
            </p:nvSpPr>
            <p:spPr>
              <a:xfrm>
                <a:off x="12527280" y="1536192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1"/>
                    </a:moveTo>
                    <a:lnTo>
                      <a:pt x="4" y="0"/>
                    </a:lnTo>
                    <a:lnTo>
                      <a:pt x="2" y="6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D3FF2C"/>
              </a:solidFill>
              <a:ln w="2286">
                <a:solidFill>
                  <a:srgbClr val="D3FF2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70" name="polygon-1956"/>
              <p:cNvSpPr/>
              <p:nvPr/>
            </p:nvSpPr>
            <p:spPr>
              <a:xfrm>
                <a:off x="12508992" y="1554480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2"/>
                    </a:moveTo>
                    <a:lnTo>
                      <a:pt x="4" y="4"/>
                    </a:lnTo>
                    <a:lnTo>
                      <a:pt x="2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7FF48"/>
              </a:solidFill>
              <a:ln w="2286">
                <a:solidFill>
                  <a:srgbClr val="B7FF4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71" name="polygon-1957"/>
              <p:cNvSpPr/>
              <p:nvPr/>
            </p:nvSpPr>
            <p:spPr>
              <a:xfrm>
                <a:off x="12490704" y="1554480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5"/>
                    </a:lnTo>
                    <a:lnTo>
                      <a:pt x="2" y="7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BCFF43"/>
              </a:solidFill>
              <a:ln w="2286">
                <a:solidFill>
                  <a:srgbClr val="BCFF4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72" name="polygon-1958"/>
              <p:cNvSpPr/>
              <p:nvPr/>
            </p:nvSpPr>
            <p:spPr>
              <a:xfrm>
                <a:off x="12472416" y="1572768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1"/>
                    </a:moveTo>
                    <a:lnTo>
                      <a:pt x="4" y="5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FF33"/>
              </a:solidFill>
              <a:ln w="2286">
                <a:solidFill>
                  <a:srgbClr val="CCFF3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73" name="polygon-1959"/>
              <p:cNvSpPr/>
              <p:nvPr/>
            </p:nvSpPr>
            <p:spPr>
              <a:xfrm>
                <a:off x="12454128" y="1572768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3"/>
                    </a:lnTo>
                    <a:lnTo>
                      <a:pt x="2" y="7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CCFF33"/>
              </a:solidFill>
              <a:ln w="2286">
                <a:solidFill>
                  <a:srgbClr val="CCFF3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74" name="polygon-1960"/>
              <p:cNvSpPr/>
              <p:nvPr/>
            </p:nvSpPr>
            <p:spPr>
              <a:xfrm>
                <a:off x="12435840" y="1600200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4"/>
                    </a:lnTo>
                    <a:lnTo>
                      <a:pt x="2" y="1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BAFF45"/>
              </a:solidFill>
              <a:ln w="2286">
                <a:solidFill>
                  <a:srgbClr val="BAFF4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75" name="polygon-1961"/>
              <p:cNvSpPr/>
              <p:nvPr/>
            </p:nvSpPr>
            <p:spPr>
              <a:xfrm>
                <a:off x="12417552" y="1591056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3"/>
                    </a:moveTo>
                    <a:lnTo>
                      <a:pt x="4" y="2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6FF19"/>
              </a:solidFill>
              <a:ln w="2286">
                <a:solidFill>
                  <a:srgbClr val="E6FF1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76" name="polygon-1962"/>
              <p:cNvSpPr/>
              <p:nvPr/>
            </p:nvSpPr>
            <p:spPr>
              <a:xfrm>
                <a:off x="12399264" y="1591056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0"/>
                    </a:moveTo>
                    <a:lnTo>
                      <a:pt x="4" y="4"/>
                    </a:lnTo>
                    <a:lnTo>
                      <a:pt x="2" y="6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6FF09"/>
              </a:solidFill>
              <a:ln w="2286">
                <a:solidFill>
                  <a:srgbClr val="F6FF0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77" name="polygon-1963"/>
              <p:cNvSpPr/>
              <p:nvPr/>
            </p:nvSpPr>
            <p:spPr>
              <a:xfrm>
                <a:off x="12380976" y="1609344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4"/>
                    </a:lnTo>
                    <a:lnTo>
                      <a:pt x="2" y="2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E6FF19"/>
              </a:solidFill>
              <a:ln w="2286">
                <a:solidFill>
                  <a:srgbClr val="E6FF1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78" name="polygon-1964"/>
              <p:cNvSpPr/>
              <p:nvPr/>
            </p:nvSpPr>
            <p:spPr>
              <a:xfrm>
                <a:off x="12362688" y="1627632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2"/>
                    </a:moveTo>
                    <a:lnTo>
                      <a:pt x="4" y="0"/>
                    </a:lnTo>
                    <a:lnTo>
                      <a:pt x="2" y="3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CBFF34"/>
              </a:solidFill>
              <a:ln w="2286">
                <a:solidFill>
                  <a:srgbClr val="CBFF3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79" name="polygon-1965"/>
              <p:cNvSpPr/>
              <p:nvPr/>
            </p:nvSpPr>
            <p:spPr>
              <a:xfrm>
                <a:off x="12344400" y="1627632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3"/>
                    </a:lnTo>
                    <a:lnTo>
                      <a:pt x="2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C8FF37"/>
              </a:solidFill>
              <a:ln w="2286">
                <a:solidFill>
                  <a:srgbClr val="C8FF3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0" name="polygon-1966"/>
              <p:cNvSpPr/>
              <p:nvPr/>
            </p:nvSpPr>
            <p:spPr>
              <a:xfrm>
                <a:off x="12326112" y="1627632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6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CDFF32"/>
              </a:solidFill>
              <a:ln w="2286">
                <a:solidFill>
                  <a:srgbClr val="CDFF3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1" name="polygon-1967"/>
              <p:cNvSpPr/>
              <p:nvPr/>
            </p:nvSpPr>
            <p:spPr>
              <a:xfrm>
                <a:off x="12664440" y="1472184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0"/>
                    </a:moveTo>
                    <a:lnTo>
                      <a:pt x="4" y="6"/>
                    </a:lnTo>
                    <a:lnTo>
                      <a:pt x="2" y="5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600"/>
              </a:solidFill>
              <a:ln w="2286">
                <a:solidFill>
                  <a:srgbClr val="FFF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2" name="polygon-1968"/>
              <p:cNvSpPr/>
              <p:nvPr/>
            </p:nvSpPr>
            <p:spPr>
              <a:xfrm>
                <a:off x="12637008" y="1490472"/>
                <a:ext cx="45720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5" h="7">
                    <a:moveTo>
                      <a:pt x="3" y="0"/>
                    </a:moveTo>
                    <a:lnTo>
                      <a:pt x="5" y="3"/>
                    </a:lnTo>
                    <a:lnTo>
                      <a:pt x="3" y="4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EBFF14"/>
              </a:solidFill>
              <a:ln w="2286">
                <a:solidFill>
                  <a:srgbClr val="EBFF1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3" name="polygon-1969"/>
              <p:cNvSpPr/>
              <p:nvPr/>
            </p:nvSpPr>
            <p:spPr>
              <a:xfrm>
                <a:off x="12618720" y="1508760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2" y="5"/>
                    </a:moveTo>
                    <a:lnTo>
                      <a:pt x="5" y="2"/>
                    </a:lnTo>
                    <a:lnTo>
                      <a:pt x="2" y="0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CFFF30"/>
              </a:solidFill>
              <a:ln w="2286">
                <a:solidFill>
                  <a:srgbClr val="CFFF3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4" name="polygon-1970"/>
              <p:cNvSpPr/>
              <p:nvPr/>
            </p:nvSpPr>
            <p:spPr>
              <a:xfrm>
                <a:off x="12600432" y="1508760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6"/>
                    </a:moveTo>
                    <a:lnTo>
                      <a:pt x="4" y="0"/>
                    </a:lnTo>
                    <a:lnTo>
                      <a:pt x="2" y="8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C3FF3C"/>
              </a:solidFill>
              <a:ln w="2286">
                <a:solidFill>
                  <a:srgbClr val="C3FF3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5" name="polygon-1971"/>
              <p:cNvSpPr/>
              <p:nvPr/>
            </p:nvSpPr>
            <p:spPr>
              <a:xfrm>
                <a:off x="12582144" y="1545336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4"/>
                    </a:lnTo>
                    <a:lnTo>
                      <a:pt x="2" y="3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A0FF5F"/>
              </a:solidFill>
              <a:ln w="2286">
                <a:solidFill>
                  <a:srgbClr val="A0FF5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6" name="polygon-1972"/>
              <p:cNvSpPr/>
              <p:nvPr/>
            </p:nvSpPr>
            <p:spPr>
              <a:xfrm>
                <a:off x="12563856" y="1536192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5"/>
                    </a:moveTo>
                    <a:lnTo>
                      <a:pt x="4" y="4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1FF2E"/>
              </a:solidFill>
              <a:ln w="2286">
                <a:solidFill>
                  <a:srgbClr val="D1FF2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7" name="polygon-1973"/>
              <p:cNvSpPr/>
              <p:nvPr/>
            </p:nvSpPr>
            <p:spPr>
              <a:xfrm>
                <a:off x="12545568" y="1536192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0"/>
                    </a:moveTo>
                    <a:lnTo>
                      <a:pt x="4" y="3"/>
                    </a:lnTo>
                    <a:lnTo>
                      <a:pt x="2" y="6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D5FF2A"/>
              </a:solidFill>
              <a:ln w="2286">
                <a:solidFill>
                  <a:srgbClr val="D5FF2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8" name="polygon-1974"/>
              <p:cNvSpPr/>
              <p:nvPr/>
            </p:nvSpPr>
            <p:spPr>
              <a:xfrm>
                <a:off x="12527280" y="1563624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3"/>
                    </a:moveTo>
                    <a:lnTo>
                      <a:pt x="4" y="3"/>
                    </a:lnTo>
                    <a:lnTo>
                      <a:pt x="2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BFFF40"/>
              </a:solidFill>
              <a:ln w="2286">
                <a:solidFill>
                  <a:srgbClr val="BFFF4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9" name="polygon-1975"/>
              <p:cNvSpPr/>
              <p:nvPr/>
            </p:nvSpPr>
            <p:spPr>
              <a:xfrm>
                <a:off x="12508992" y="1563624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4"/>
                    </a:moveTo>
                    <a:lnTo>
                      <a:pt x="4" y="0"/>
                    </a:lnTo>
                    <a:lnTo>
                      <a:pt x="2" y="5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B9FF46"/>
              </a:solidFill>
              <a:ln w="2286">
                <a:solidFill>
                  <a:srgbClr val="B9FF4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90" name="polygon-1976"/>
              <p:cNvSpPr/>
              <p:nvPr/>
            </p:nvSpPr>
            <p:spPr>
              <a:xfrm>
                <a:off x="12490704" y="160020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2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BFF54"/>
              </a:solidFill>
              <a:ln w="2286">
                <a:solidFill>
                  <a:srgbClr val="ABFF5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91" name="polygon-1977"/>
              <p:cNvSpPr/>
              <p:nvPr/>
            </p:nvSpPr>
            <p:spPr>
              <a:xfrm>
                <a:off x="12472416" y="1600200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2"/>
                    </a:lnTo>
                    <a:lnTo>
                      <a:pt x="2" y="3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ACFF53"/>
              </a:solidFill>
              <a:ln w="2286">
                <a:solidFill>
                  <a:srgbClr val="ACFF5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92" name="polygon-1978"/>
              <p:cNvSpPr/>
              <p:nvPr/>
            </p:nvSpPr>
            <p:spPr>
              <a:xfrm>
                <a:off x="12454128" y="1591056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5"/>
                    </a:moveTo>
                    <a:lnTo>
                      <a:pt x="4" y="4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D3FF2C"/>
              </a:solidFill>
              <a:ln w="2286">
                <a:solidFill>
                  <a:srgbClr val="D3FF2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93" name="polygon-1979"/>
              <p:cNvSpPr/>
              <p:nvPr/>
            </p:nvSpPr>
            <p:spPr>
              <a:xfrm>
                <a:off x="12435840" y="1591056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2"/>
                    </a:moveTo>
                    <a:lnTo>
                      <a:pt x="4" y="0"/>
                    </a:lnTo>
                    <a:lnTo>
                      <a:pt x="2" y="3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FFFE00"/>
              </a:solidFill>
              <a:ln w="2286">
                <a:solidFill>
                  <a:srgbClr val="FFF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94" name="polygon-1980"/>
              <p:cNvSpPr/>
              <p:nvPr/>
            </p:nvSpPr>
            <p:spPr>
              <a:xfrm>
                <a:off x="12417552" y="1618488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1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E2FF1D"/>
              </a:solidFill>
              <a:ln w="2286">
                <a:solidFill>
                  <a:srgbClr val="E2FF1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95" name="polygon-1981"/>
              <p:cNvSpPr/>
              <p:nvPr/>
            </p:nvSpPr>
            <p:spPr>
              <a:xfrm>
                <a:off x="12399264" y="1627632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2"/>
                    </a:moveTo>
                    <a:lnTo>
                      <a:pt x="4" y="1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CFF23"/>
              </a:solidFill>
              <a:ln w="2286">
                <a:solidFill>
                  <a:srgbClr val="DCFF2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96" name="polygon-1982"/>
              <p:cNvSpPr/>
              <p:nvPr/>
            </p:nvSpPr>
            <p:spPr>
              <a:xfrm>
                <a:off x="12380976" y="1627632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4"/>
                    </a:lnTo>
                    <a:lnTo>
                      <a:pt x="2" y="2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EAFF15"/>
              </a:solidFill>
              <a:ln w="2286">
                <a:solidFill>
                  <a:srgbClr val="EAFF1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97" name="polygon-1983"/>
              <p:cNvSpPr/>
              <p:nvPr/>
            </p:nvSpPr>
            <p:spPr>
              <a:xfrm>
                <a:off x="12362688" y="1627632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3"/>
                    </a:moveTo>
                    <a:lnTo>
                      <a:pt x="4" y="2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A00"/>
              </a:solidFill>
              <a:ln w="2286">
                <a:solidFill>
                  <a:srgbClr val="FFFA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98" name="polygon-1984"/>
              <p:cNvSpPr/>
              <p:nvPr/>
            </p:nvSpPr>
            <p:spPr>
              <a:xfrm>
                <a:off x="12344400" y="1627632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3"/>
                    </a:lnTo>
                    <a:lnTo>
                      <a:pt x="2" y="8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DFFF20"/>
              </a:solidFill>
              <a:ln w="2286">
                <a:solidFill>
                  <a:srgbClr val="DFFF2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99" name="polygon-1985"/>
              <p:cNvSpPr/>
              <p:nvPr/>
            </p:nvSpPr>
            <p:spPr>
              <a:xfrm>
                <a:off x="12682728" y="1517904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1"/>
                    </a:moveTo>
                    <a:lnTo>
                      <a:pt x="4" y="1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FF37"/>
              </a:solidFill>
              <a:ln w="2286">
                <a:solidFill>
                  <a:srgbClr val="C8FF3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00" name="polygon-1986"/>
              <p:cNvSpPr/>
              <p:nvPr/>
            </p:nvSpPr>
            <p:spPr>
              <a:xfrm>
                <a:off x="12664440" y="1517904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0"/>
                    </a:moveTo>
                    <a:lnTo>
                      <a:pt x="4" y="4"/>
                    </a:lnTo>
                    <a:lnTo>
                      <a:pt x="2" y="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BFFF40"/>
              </a:solidFill>
              <a:ln w="2286">
                <a:solidFill>
                  <a:srgbClr val="BFFF4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01" name="polygon-1987"/>
              <p:cNvSpPr/>
              <p:nvPr/>
            </p:nvSpPr>
            <p:spPr>
              <a:xfrm>
                <a:off x="12637008" y="1508760"/>
                <a:ext cx="45720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5" h="7">
                    <a:moveTo>
                      <a:pt x="3" y="2"/>
                    </a:moveTo>
                    <a:lnTo>
                      <a:pt x="5" y="7"/>
                    </a:lnTo>
                    <a:lnTo>
                      <a:pt x="3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F0A"/>
              </a:solidFill>
              <a:ln w="2286">
                <a:solidFill>
                  <a:srgbClr val="F5FF0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02" name="polygon-1988"/>
              <p:cNvSpPr/>
              <p:nvPr/>
            </p:nvSpPr>
            <p:spPr>
              <a:xfrm>
                <a:off x="12618720" y="1508760"/>
                <a:ext cx="45720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5" h="8">
                    <a:moveTo>
                      <a:pt x="2" y="0"/>
                    </a:moveTo>
                    <a:lnTo>
                      <a:pt x="5" y="2"/>
                    </a:lnTo>
                    <a:lnTo>
                      <a:pt x="2" y="2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FFF800"/>
              </a:solidFill>
              <a:ln w="2286">
                <a:solidFill>
                  <a:srgbClr val="FFF8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03" name="polygon-1989"/>
              <p:cNvSpPr/>
              <p:nvPr/>
            </p:nvSpPr>
            <p:spPr>
              <a:xfrm>
                <a:off x="12600432" y="1527048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6"/>
                    </a:moveTo>
                    <a:lnTo>
                      <a:pt x="4" y="0"/>
                    </a:lnTo>
                    <a:lnTo>
                      <a:pt x="2" y="7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BDFF42"/>
              </a:solidFill>
              <a:ln w="2286">
                <a:solidFill>
                  <a:srgbClr val="BDFF4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04" name="polygon-1990"/>
              <p:cNvSpPr/>
              <p:nvPr/>
            </p:nvSpPr>
            <p:spPr>
              <a:xfrm>
                <a:off x="12582144" y="1563624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1"/>
                    </a:moveTo>
                    <a:lnTo>
                      <a:pt x="4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6FF39"/>
              </a:solidFill>
              <a:ln w="2286">
                <a:solidFill>
                  <a:srgbClr val="C6FF3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05" name="polygon-1991"/>
              <p:cNvSpPr/>
              <p:nvPr/>
            </p:nvSpPr>
            <p:spPr>
              <a:xfrm>
                <a:off x="12563856" y="1563624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1"/>
                    </a:lnTo>
                    <a:lnTo>
                      <a:pt x="2" y="4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CBFF34"/>
              </a:solidFill>
              <a:ln w="2286">
                <a:solidFill>
                  <a:srgbClr val="CBFF3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06" name="polygon-1992"/>
              <p:cNvSpPr/>
              <p:nvPr/>
            </p:nvSpPr>
            <p:spPr>
              <a:xfrm>
                <a:off x="12545568" y="1563624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3"/>
                    </a:moveTo>
                    <a:lnTo>
                      <a:pt x="4" y="4"/>
                    </a:lnTo>
                    <a:lnTo>
                      <a:pt x="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2FF3D"/>
              </a:solidFill>
              <a:ln w="2286">
                <a:solidFill>
                  <a:srgbClr val="C2FF3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07" name="polygon-1993"/>
              <p:cNvSpPr/>
              <p:nvPr/>
            </p:nvSpPr>
            <p:spPr>
              <a:xfrm>
                <a:off x="12527280" y="1563624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0"/>
                    </a:moveTo>
                    <a:lnTo>
                      <a:pt x="4" y="6"/>
                    </a:lnTo>
                    <a:lnTo>
                      <a:pt x="2" y="6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C3FF3C"/>
              </a:solidFill>
              <a:ln w="2286">
                <a:solidFill>
                  <a:srgbClr val="C3FF3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08" name="polygon-1994"/>
              <p:cNvSpPr/>
              <p:nvPr/>
            </p:nvSpPr>
            <p:spPr>
              <a:xfrm>
                <a:off x="12508992" y="160934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ACFF53"/>
              </a:solidFill>
              <a:ln w="2286">
                <a:solidFill>
                  <a:srgbClr val="ACFF5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09" name="polygon-1995"/>
              <p:cNvSpPr/>
              <p:nvPr/>
            </p:nvSpPr>
            <p:spPr>
              <a:xfrm>
                <a:off x="12490704" y="1618488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BDFF42"/>
              </a:solidFill>
              <a:ln w="2286">
                <a:solidFill>
                  <a:srgbClr val="BDFF4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10" name="polygon-1996"/>
              <p:cNvSpPr/>
              <p:nvPr/>
            </p:nvSpPr>
            <p:spPr>
              <a:xfrm>
                <a:off x="12472416" y="1591056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4"/>
                    </a:moveTo>
                    <a:lnTo>
                      <a:pt x="4" y="3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FF0B"/>
              </a:solidFill>
              <a:ln w="2286">
                <a:solidFill>
                  <a:srgbClr val="F4FF0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11" name="polygon-1997"/>
              <p:cNvSpPr/>
              <p:nvPr/>
            </p:nvSpPr>
            <p:spPr>
              <a:xfrm>
                <a:off x="12454128" y="1591056"/>
                <a:ext cx="36576" cy="82296"/>
              </a:xfrm>
              <a:custGeom>
                <a:avLst/>
                <a:gdLst/>
                <a:ahLst/>
                <a:cxnLst/>
                <a:rect l="l" t="t" r="r" b="b"/>
                <a:pathLst>
                  <a:path w="4" h="9">
                    <a:moveTo>
                      <a:pt x="2" y="0"/>
                    </a:moveTo>
                    <a:lnTo>
                      <a:pt x="4" y="3"/>
                    </a:lnTo>
                    <a:lnTo>
                      <a:pt x="2" y="9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F0FF0F"/>
              </a:solidFill>
              <a:ln w="2286">
                <a:solidFill>
                  <a:srgbClr val="F0FF0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12" name="polygon-1998"/>
              <p:cNvSpPr/>
              <p:nvPr/>
            </p:nvSpPr>
            <p:spPr>
              <a:xfrm>
                <a:off x="12435840" y="1618488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0"/>
                    </a:moveTo>
                    <a:lnTo>
                      <a:pt x="4" y="6"/>
                    </a:lnTo>
                    <a:lnTo>
                      <a:pt x="2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DEFF21"/>
              </a:solidFill>
              <a:ln w="2286">
                <a:solidFill>
                  <a:srgbClr val="DEFF2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13" name="polygon-1999"/>
              <p:cNvSpPr/>
              <p:nvPr/>
            </p:nvSpPr>
            <p:spPr>
              <a:xfrm>
                <a:off x="12417552" y="1636776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E4FF1B"/>
              </a:solidFill>
              <a:ln w="2286">
                <a:solidFill>
                  <a:srgbClr val="E4FF1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14" name="polygon-2000"/>
              <p:cNvSpPr/>
              <p:nvPr/>
            </p:nvSpPr>
            <p:spPr>
              <a:xfrm>
                <a:off x="12399264" y="1645920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2"/>
                    </a:moveTo>
                    <a:lnTo>
                      <a:pt x="4" y="1"/>
                    </a:lnTo>
                    <a:lnTo>
                      <a:pt x="2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2FF2D"/>
              </a:solidFill>
              <a:ln w="2286">
                <a:solidFill>
                  <a:srgbClr val="D2FF2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15" name="polygon-2001"/>
              <p:cNvSpPr/>
              <p:nvPr/>
            </p:nvSpPr>
            <p:spPr>
              <a:xfrm>
                <a:off x="12380976" y="1645920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5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CFF13"/>
              </a:solidFill>
              <a:ln w="2286">
                <a:solidFill>
                  <a:srgbClr val="ECFF1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16" name="polygon-2002"/>
              <p:cNvSpPr/>
              <p:nvPr/>
            </p:nvSpPr>
            <p:spPr>
              <a:xfrm>
                <a:off x="12362688" y="1655064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1"/>
                    </a:lnTo>
                    <a:lnTo>
                      <a:pt x="2" y="3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E2FF1D"/>
              </a:solidFill>
              <a:ln w="2286">
                <a:solidFill>
                  <a:srgbClr val="E2FF1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17" name="polygon-2003"/>
              <p:cNvSpPr/>
              <p:nvPr/>
            </p:nvSpPr>
            <p:spPr>
              <a:xfrm>
                <a:off x="12701016" y="1508760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2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5FF0A"/>
              </a:solidFill>
              <a:ln w="2286">
                <a:solidFill>
                  <a:srgbClr val="F5FF0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18" name="polygon-2004"/>
              <p:cNvSpPr/>
              <p:nvPr/>
            </p:nvSpPr>
            <p:spPr>
              <a:xfrm>
                <a:off x="12682728" y="1508760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5"/>
                    </a:moveTo>
                    <a:lnTo>
                      <a:pt x="4" y="0"/>
                    </a:lnTo>
                    <a:lnTo>
                      <a:pt x="2" y="4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D2FF2D"/>
              </a:solidFill>
              <a:ln w="2286">
                <a:solidFill>
                  <a:srgbClr val="D2FF2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19" name="polygon-2005"/>
              <p:cNvSpPr/>
              <p:nvPr/>
            </p:nvSpPr>
            <p:spPr>
              <a:xfrm>
                <a:off x="12664440" y="1527048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5"/>
                    </a:moveTo>
                    <a:lnTo>
                      <a:pt x="4" y="2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9FF16"/>
              </a:solidFill>
              <a:ln w="2286">
                <a:solidFill>
                  <a:srgbClr val="E9FF1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20" name="polygon-2006"/>
              <p:cNvSpPr/>
              <p:nvPr/>
            </p:nvSpPr>
            <p:spPr>
              <a:xfrm>
                <a:off x="12637008" y="1527048"/>
                <a:ext cx="4572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5" h="5">
                    <a:moveTo>
                      <a:pt x="3" y="0"/>
                    </a:moveTo>
                    <a:lnTo>
                      <a:pt x="5" y="2"/>
                    </a:lnTo>
                    <a:lnTo>
                      <a:pt x="3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E00"/>
              </a:solidFill>
              <a:ln w="2286">
                <a:solidFill>
                  <a:srgbClr val="FFE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21" name="polygon-2007"/>
              <p:cNvSpPr/>
              <p:nvPr/>
            </p:nvSpPr>
            <p:spPr>
              <a:xfrm>
                <a:off x="12618720" y="1527048"/>
                <a:ext cx="45720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5" h="7">
                    <a:moveTo>
                      <a:pt x="2" y="0"/>
                    </a:moveTo>
                    <a:lnTo>
                      <a:pt x="5" y="5"/>
                    </a:lnTo>
                    <a:lnTo>
                      <a:pt x="2" y="4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E8FF17"/>
              </a:solidFill>
              <a:ln w="2286">
                <a:solidFill>
                  <a:srgbClr val="E8FF1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22" name="polygon-2008"/>
              <p:cNvSpPr/>
              <p:nvPr/>
            </p:nvSpPr>
            <p:spPr>
              <a:xfrm>
                <a:off x="12600432" y="1563624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3"/>
                    </a:moveTo>
                    <a:lnTo>
                      <a:pt x="4" y="0"/>
                    </a:lnTo>
                    <a:lnTo>
                      <a:pt x="2" y="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D4FF2B"/>
              </a:solidFill>
              <a:ln w="2286">
                <a:solidFill>
                  <a:srgbClr val="D4FF2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23" name="polygon-2009"/>
              <p:cNvSpPr/>
              <p:nvPr/>
            </p:nvSpPr>
            <p:spPr>
              <a:xfrm>
                <a:off x="12582144" y="1572768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2"/>
                    </a:lnTo>
                    <a:lnTo>
                      <a:pt x="2" y="4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C5FF3A"/>
              </a:solidFill>
              <a:ln w="2286">
                <a:solidFill>
                  <a:srgbClr val="C5FF3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24" name="polygon-2010"/>
              <p:cNvSpPr/>
              <p:nvPr/>
            </p:nvSpPr>
            <p:spPr>
              <a:xfrm>
                <a:off x="12563856" y="1581912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2"/>
                    </a:moveTo>
                    <a:lnTo>
                      <a:pt x="4" y="3"/>
                    </a:lnTo>
                    <a:lnTo>
                      <a:pt x="2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C4FF3B"/>
              </a:solidFill>
              <a:ln w="2286">
                <a:solidFill>
                  <a:srgbClr val="C4FF3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25" name="polygon-2011"/>
              <p:cNvSpPr/>
              <p:nvPr/>
            </p:nvSpPr>
            <p:spPr>
              <a:xfrm>
                <a:off x="12545568" y="1581912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4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E0FF1F"/>
              </a:solidFill>
              <a:ln w="2286">
                <a:solidFill>
                  <a:srgbClr val="E0FF1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26" name="polygon-2012"/>
              <p:cNvSpPr/>
              <p:nvPr/>
            </p:nvSpPr>
            <p:spPr>
              <a:xfrm>
                <a:off x="12527280" y="1600200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2"/>
                    </a:moveTo>
                    <a:lnTo>
                      <a:pt x="4" y="0"/>
                    </a:lnTo>
                    <a:lnTo>
                      <a:pt x="2" y="4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CBFF34"/>
              </a:solidFill>
              <a:ln w="2286">
                <a:solidFill>
                  <a:srgbClr val="CBFF3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27" name="polygon-2013"/>
              <p:cNvSpPr/>
              <p:nvPr/>
            </p:nvSpPr>
            <p:spPr>
              <a:xfrm>
                <a:off x="12508992" y="1618488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1"/>
                    </a:moveTo>
                    <a:lnTo>
                      <a:pt x="4" y="2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9FF46"/>
              </a:solidFill>
              <a:ln w="2286">
                <a:solidFill>
                  <a:srgbClr val="B9FF4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28" name="polygon-2014"/>
              <p:cNvSpPr/>
              <p:nvPr/>
            </p:nvSpPr>
            <p:spPr>
              <a:xfrm>
                <a:off x="12490704" y="1618488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4"/>
                    </a:lnTo>
                    <a:lnTo>
                      <a:pt x="2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FFF40"/>
              </a:solidFill>
              <a:ln w="2286">
                <a:solidFill>
                  <a:srgbClr val="BFFF4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29" name="polygon-2015"/>
              <p:cNvSpPr/>
              <p:nvPr/>
            </p:nvSpPr>
            <p:spPr>
              <a:xfrm>
                <a:off x="12472416" y="1618488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0"/>
                    </a:moveTo>
                    <a:lnTo>
                      <a:pt x="4" y="5"/>
                    </a:lnTo>
                    <a:lnTo>
                      <a:pt x="2" y="4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B4FF4B"/>
              </a:solidFill>
              <a:ln w="2286">
                <a:solidFill>
                  <a:srgbClr val="B4FF4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30" name="polygon-2016"/>
              <p:cNvSpPr/>
              <p:nvPr/>
            </p:nvSpPr>
            <p:spPr>
              <a:xfrm>
                <a:off x="12454128" y="1636776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4"/>
                    </a:moveTo>
                    <a:lnTo>
                      <a:pt x="4" y="2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0FF3F"/>
              </a:solidFill>
              <a:ln w="2286">
                <a:solidFill>
                  <a:srgbClr val="C0FF3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31" name="polygon-2017"/>
              <p:cNvSpPr/>
              <p:nvPr/>
            </p:nvSpPr>
            <p:spPr>
              <a:xfrm>
                <a:off x="12435840" y="1636776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4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E0FF1F"/>
              </a:solidFill>
              <a:ln w="2286">
                <a:solidFill>
                  <a:srgbClr val="E0FF1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32" name="polygon-2018"/>
              <p:cNvSpPr/>
              <p:nvPr/>
            </p:nvSpPr>
            <p:spPr>
              <a:xfrm>
                <a:off x="12417552" y="1655064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1"/>
                    </a:lnTo>
                    <a:lnTo>
                      <a:pt x="2" y="1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D9FF26"/>
              </a:solidFill>
              <a:ln w="2286">
                <a:solidFill>
                  <a:srgbClr val="D9FF2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33" name="polygon-2019"/>
              <p:cNvSpPr/>
              <p:nvPr/>
            </p:nvSpPr>
            <p:spPr>
              <a:xfrm>
                <a:off x="12399264" y="1664208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3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F0A"/>
              </a:solidFill>
              <a:ln w="2286">
                <a:solidFill>
                  <a:srgbClr val="F5FF0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34" name="polygon-2020"/>
              <p:cNvSpPr/>
              <p:nvPr/>
            </p:nvSpPr>
            <p:spPr>
              <a:xfrm>
                <a:off x="12380976" y="1664208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0"/>
                    </a:lnTo>
                    <a:lnTo>
                      <a:pt x="2" y="5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6FF09"/>
              </a:solidFill>
              <a:ln w="2286">
                <a:solidFill>
                  <a:srgbClr val="F6FF0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35" name="polygon-2021"/>
              <p:cNvSpPr/>
              <p:nvPr/>
            </p:nvSpPr>
            <p:spPr>
              <a:xfrm>
                <a:off x="12719304" y="1508760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7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E00"/>
              </a:solidFill>
              <a:ln w="2286">
                <a:solidFill>
                  <a:srgbClr val="FFF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36" name="polygon-2022"/>
              <p:cNvSpPr/>
              <p:nvPr/>
            </p:nvSpPr>
            <p:spPr>
              <a:xfrm>
                <a:off x="12701016" y="1508760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2"/>
                    </a:lnTo>
                    <a:lnTo>
                      <a:pt x="2" y="8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FBFF04"/>
              </a:solidFill>
              <a:ln w="2286">
                <a:solidFill>
                  <a:srgbClr val="FBFF0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37" name="polygon-2023"/>
              <p:cNvSpPr/>
              <p:nvPr/>
            </p:nvSpPr>
            <p:spPr>
              <a:xfrm>
                <a:off x="12682728" y="1545336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4"/>
                    </a:lnTo>
                    <a:lnTo>
                      <a:pt x="2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AFF35"/>
              </a:solidFill>
              <a:ln w="2286">
                <a:solidFill>
                  <a:srgbClr val="CAFF3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38" name="polygon-2024"/>
              <p:cNvSpPr/>
              <p:nvPr/>
            </p:nvSpPr>
            <p:spPr>
              <a:xfrm>
                <a:off x="12664440" y="1545336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5"/>
                    </a:lnTo>
                    <a:lnTo>
                      <a:pt x="2" y="7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BCFF43"/>
              </a:solidFill>
              <a:ln w="2286">
                <a:solidFill>
                  <a:srgbClr val="BCFF4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39" name="polygon-2025"/>
              <p:cNvSpPr/>
              <p:nvPr/>
            </p:nvSpPr>
            <p:spPr>
              <a:xfrm>
                <a:off x="12637008" y="1563624"/>
                <a:ext cx="4572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5" h="5">
                    <a:moveTo>
                      <a:pt x="3" y="1"/>
                    </a:moveTo>
                    <a:lnTo>
                      <a:pt x="5" y="5"/>
                    </a:lnTo>
                    <a:lnTo>
                      <a:pt x="3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FF33"/>
              </a:solidFill>
              <a:ln w="2286">
                <a:solidFill>
                  <a:srgbClr val="CCFF3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40" name="polygon-2026"/>
              <p:cNvSpPr/>
              <p:nvPr/>
            </p:nvSpPr>
            <p:spPr>
              <a:xfrm>
                <a:off x="12618720" y="1563624"/>
                <a:ext cx="45720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5" h="7">
                    <a:moveTo>
                      <a:pt x="2" y="0"/>
                    </a:moveTo>
                    <a:lnTo>
                      <a:pt x="5" y="3"/>
                    </a:lnTo>
                    <a:lnTo>
                      <a:pt x="2" y="7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CCFF33"/>
              </a:solidFill>
              <a:ln w="2286">
                <a:solidFill>
                  <a:srgbClr val="CCFF3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41" name="polygon-2027"/>
              <p:cNvSpPr/>
              <p:nvPr/>
            </p:nvSpPr>
            <p:spPr>
              <a:xfrm>
                <a:off x="12600432" y="1591056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4"/>
                    </a:lnTo>
                    <a:lnTo>
                      <a:pt x="2" y="1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BAFF45"/>
              </a:solidFill>
              <a:ln w="2286">
                <a:solidFill>
                  <a:srgbClr val="BAFF4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42" name="polygon-2028"/>
              <p:cNvSpPr/>
              <p:nvPr/>
            </p:nvSpPr>
            <p:spPr>
              <a:xfrm>
                <a:off x="12582144" y="1581912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3"/>
                    </a:moveTo>
                    <a:lnTo>
                      <a:pt x="4" y="2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6FF19"/>
              </a:solidFill>
              <a:ln w="2286">
                <a:solidFill>
                  <a:srgbClr val="E6FF1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43" name="polygon-2029"/>
              <p:cNvSpPr/>
              <p:nvPr/>
            </p:nvSpPr>
            <p:spPr>
              <a:xfrm>
                <a:off x="12563856" y="1581912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0"/>
                    </a:moveTo>
                    <a:lnTo>
                      <a:pt x="4" y="4"/>
                    </a:lnTo>
                    <a:lnTo>
                      <a:pt x="2" y="6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6FF09"/>
              </a:solidFill>
              <a:ln w="2286">
                <a:solidFill>
                  <a:srgbClr val="F6FF0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44" name="polygon-2030"/>
              <p:cNvSpPr/>
              <p:nvPr/>
            </p:nvSpPr>
            <p:spPr>
              <a:xfrm>
                <a:off x="12545568" y="1600200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4"/>
                    </a:lnTo>
                    <a:lnTo>
                      <a:pt x="2" y="2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E6FF19"/>
              </a:solidFill>
              <a:ln w="2286">
                <a:solidFill>
                  <a:srgbClr val="E6FF1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45" name="polygon-2031"/>
              <p:cNvSpPr/>
              <p:nvPr/>
            </p:nvSpPr>
            <p:spPr>
              <a:xfrm>
                <a:off x="12527280" y="1618488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2"/>
                    </a:moveTo>
                    <a:lnTo>
                      <a:pt x="4" y="0"/>
                    </a:lnTo>
                    <a:lnTo>
                      <a:pt x="2" y="3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CBFF34"/>
              </a:solidFill>
              <a:ln w="2286">
                <a:solidFill>
                  <a:srgbClr val="CBFF3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46" name="polygon-2032"/>
              <p:cNvSpPr/>
              <p:nvPr/>
            </p:nvSpPr>
            <p:spPr>
              <a:xfrm>
                <a:off x="12508992" y="1618488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3"/>
                    </a:lnTo>
                    <a:lnTo>
                      <a:pt x="2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C8FF37"/>
              </a:solidFill>
              <a:ln w="2286">
                <a:solidFill>
                  <a:srgbClr val="C8FF3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47" name="polygon-2033"/>
              <p:cNvSpPr/>
              <p:nvPr/>
            </p:nvSpPr>
            <p:spPr>
              <a:xfrm>
                <a:off x="12490704" y="1618488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6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D1FF2E"/>
              </a:solidFill>
              <a:ln w="2286">
                <a:solidFill>
                  <a:srgbClr val="D1FF2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48" name="polygon-2034"/>
              <p:cNvSpPr/>
              <p:nvPr/>
            </p:nvSpPr>
            <p:spPr>
              <a:xfrm>
                <a:off x="12472416" y="1655064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2"/>
                    </a:lnTo>
                    <a:lnTo>
                      <a:pt x="2" y="4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B6FF49"/>
              </a:solidFill>
              <a:ln w="2286">
                <a:solidFill>
                  <a:srgbClr val="B6FF4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49" name="polygon-2035"/>
              <p:cNvSpPr/>
              <p:nvPr/>
            </p:nvSpPr>
            <p:spPr>
              <a:xfrm>
                <a:off x="12454128" y="1645920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3"/>
                    </a:moveTo>
                    <a:lnTo>
                      <a:pt x="4" y="5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DDFF22"/>
              </a:solidFill>
              <a:ln w="2286">
                <a:solidFill>
                  <a:srgbClr val="DDFF2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50" name="polygon-2036"/>
              <p:cNvSpPr/>
              <p:nvPr/>
            </p:nvSpPr>
            <p:spPr>
              <a:xfrm>
                <a:off x="12435840" y="164592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2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EE00"/>
              </a:solidFill>
              <a:ln w="2286">
                <a:solidFill>
                  <a:srgbClr val="FFE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51" name="polygon-2037"/>
              <p:cNvSpPr/>
              <p:nvPr/>
            </p:nvSpPr>
            <p:spPr>
              <a:xfrm>
                <a:off x="12417552" y="1664208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800"/>
              </a:solidFill>
              <a:ln w="2286">
                <a:solidFill>
                  <a:srgbClr val="FFE8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52" name="polygon-2038"/>
              <p:cNvSpPr/>
              <p:nvPr/>
            </p:nvSpPr>
            <p:spPr>
              <a:xfrm>
                <a:off x="12399264" y="1664208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2"/>
                    </a:lnTo>
                    <a:lnTo>
                      <a:pt x="2" y="4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3FF0C"/>
              </a:solidFill>
              <a:ln w="2286">
                <a:solidFill>
                  <a:srgbClr val="F3FF0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53" name="polygon-2039"/>
              <p:cNvSpPr/>
              <p:nvPr/>
            </p:nvSpPr>
            <p:spPr>
              <a:xfrm>
                <a:off x="12737592" y="1527048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5"/>
                    </a:moveTo>
                    <a:lnTo>
                      <a:pt x="4" y="4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1FF2E"/>
              </a:solidFill>
              <a:ln w="2286">
                <a:solidFill>
                  <a:srgbClr val="D1FF2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54" name="polygon-2040"/>
              <p:cNvSpPr/>
              <p:nvPr/>
            </p:nvSpPr>
            <p:spPr>
              <a:xfrm>
                <a:off x="12719304" y="1527048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0"/>
                    </a:moveTo>
                    <a:lnTo>
                      <a:pt x="4" y="3"/>
                    </a:lnTo>
                    <a:lnTo>
                      <a:pt x="2" y="6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D5FF2A"/>
              </a:solidFill>
              <a:ln w="2286">
                <a:solidFill>
                  <a:srgbClr val="D5FF2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55" name="polygon-2041"/>
              <p:cNvSpPr/>
              <p:nvPr/>
            </p:nvSpPr>
            <p:spPr>
              <a:xfrm>
                <a:off x="12701016" y="1554480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3"/>
                    </a:moveTo>
                    <a:lnTo>
                      <a:pt x="4" y="3"/>
                    </a:lnTo>
                    <a:lnTo>
                      <a:pt x="2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BFFF40"/>
              </a:solidFill>
              <a:ln w="2286">
                <a:solidFill>
                  <a:srgbClr val="BFFF4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56" name="polygon-2042"/>
              <p:cNvSpPr/>
              <p:nvPr/>
            </p:nvSpPr>
            <p:spPr>
              <a:xfrm>
                <a:off x="12682728" y="1554480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4"/>
                    </a:moveTo>
                    <a:lnTo>
                      <a:pt x="4" y="0"/>
                    </a:lnTo>
                    <a:lnTo>
                      <a:pt x="2" y="5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B9FF46"/>
              </a:solidFill>
              <a:ln w="2286">
                <a:solidFill>
                  <a:srgbClr val="B9FF4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57" name="polygon-2043"/>
              <p:cNvSpPr/>
              <p:nvPr/>
            </p:nvSpPr>
            <p:spPr>
              <a:xfrm>
                <a:off x="12664440" y="159105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2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BFF54"/>
              </a:solidFill>
              <a:ln w="2286">
                <a:solidFill>
                  <a:srgbClr val="ABFF5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58" name="polygon-2044"/>
              <p:cNvSpPr/>
              <p:nvPr/>
            </p:nvSpPr>
            <p:spPr>
              <a:xfrm>
                <a:off x="12637008" y="1591056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3" y="0"/>
                    </a:moveTo>
                    <a:lnTo>
                      <a:pt x="5" y="2"/>
                    </a:lnTo>
                    <a:lnTo>
                      <a:pt x="3" y="3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ACFF53"/>
              </a:solidFill>
              <a:ln w="2286">
                <a:solidFill>
                  <a:srgbClr val="ACFF5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59" name="polygon-2045"/>
              <p:cNvSpPr/>
              <p:nvPr/>
            </p:nvSpPr>
            <p:spPr>
              <a:xfrm>
                <a:off x="12618720" y="1581912"/>
                <a:ext cx="4572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5" h="5">
                    <a:moveTo>
                      <a:pt x="2" y="5"/>
                    </a:moveTo>
                    <a:lnTo>
                      <a:pt x="5" y="4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D3FF2C"/>
              </a:solidFill>
              <a:ln w="2286">
                <a:solidFill>
                  <a:srgbClr val="D3FF2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60" name="polygon-2046"/>
              <p:cNvSpPr/>
              <p:nvPr/>
            </p:nvSpPr>
            <p:spPr>
              <a:xfrm>
                <a:off x="12600432" y="1581912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2"/>
                    </a:moveTo>
                    <a:lnTo>
                      <a:pt x="4" y="0"/>
                    </a:lnTo>
                    <a:lnTo>
                      <a:pt x="2" y="7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E4FF1B"/>
              </a:solidFill>
              <a:ln w="2286">
                <a:solidFill>
                  <a:srgbClr val="E4FF1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61" name="polygon-2047"/>
              <p:cNvSpPr/>
              <p:nvPr/>
            </p:nvSpPr>
            <p:spPr>
              <a:xfrm>
                <a:off x="12582144" y="1618488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3"/>
                    </a:lnTo>
                    <a:lnTo>
                      <a:pt x="2" y="1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C1FF3E"/>
              </a:solidFill>
              <a:ln w="2286">
                <a:solidFill>
                  <a:srgbClr val="C1FF3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62" name="polygon-2048"/>
              <p:cNvSpPr/>
              <p:nvPr/>
            </p:nvSpPr>
            <p:spPr>
              <a:xfrm>
                <a:off x="12563856" y="1618488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2"/>
                    </a:moveTo>
                    <a:lnTo>
                      <a:pt x="4" y="1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7FF28"/>
              </a:solidFill>
              <a:ln w="2286">
                <a:solidFill>
                  <a:srgbClr val="D7FF2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63" name="polygon-2049"/>
              <p:cNvSpPr/>
              <p:nvPr/>
            </p:nvSpPr>
            <p:spPr>
              <a:xfrm>
                <a:off x="12545568" y="1618488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4"/>
                    </a:lnTo>
                    <a:lnTo>
                      <a:pt x="2" y="2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EAFF15"/>
              </a:solidFill>
              <a:ln w="2286">
                <a:solidFill>
                  <a:srgbClr val="EAFF1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64" name="polygon-2050"/>
              <p:cNvSpPr/>
              <p:nvPr/>
            </p:nvSpPr>
            <p:spPr>
              <a:xfrm>
                <a:off x="12527280" y="1618488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3"/>
                    </a:moveTo>
                    <a:lnTo>
                      <a:pt x="4" y="2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A00"/>
              </a:solidFill>
              <a:ln w="2286">
                <a:solidFill>
                  <a:srgbClr val="FFFA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65" name="polygon-2051"/>
              <p:cNvSpPr/>
              <p:nvPr/>
            </p:nvSpPr>
            <p:spPr>
              <a:xfrm>
                <a:off x="12508992" y="1618488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3"/>
                    </a:lnTo>
                    <a:lnTo>
                      <a:pt x="2" y="8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E2FF1D"/>
              </a:solidFill>
              <a:ln w="2286">
                <a:solidFill>
                  <a:srgbClr val="E2FF1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66" name="polygon-2052"/>
              <p:cNvSpPr/>
              <p:nvPr/>
            </p:nvSpPr>
            <p:spPr>
              <a:xfrm>
                <a:off x="12490704" y="1655064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2"/>
                    </a:moveTo>
                    <a:lnTo>
                      <a:pt x="4" y="4"/>
                    </a:lnTo>
                    <a:lnTo>
                      <a:pt x="2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C5FF3A"/>
              </a:solidFill>
              <a:ln w="2286">
                <a:solidFill>
                  <a:srgbClr val="C5FF3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67" name="polygon-2053"/>
              <p:cNvSpPr/>
              <p:nvPr/>
            </p:nvSpPr>
            <p:spPr>
              <a:xfrm>
                <a:off x="12472416" y="1645920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5"/>
                    </a:moveTo>
                    <a:lnTo>
                      <a:pt x="4" y="1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E00"/>
              </a:solidFill>
              <a:ln w="2286">
                <a:solidFill>
                  <a:srgbClr val="FFF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68" name="polygon-2054"/>
              <p:cNvSpPr/>
              <p:nvPr/>
            </p:nvSpPr>
            <p:spPr>
              <a:xfrm>
                <a:off x="12454128" y="1645920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3"/>
                    </a:lnTo>
                    <a:lnTo>
                      <a:pt x="2" y="7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A00"/>
              </a:solidFill>
              <a:ln w="2286">
                <a:solidFill>
                  <a:srgbClr val="FFFA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69" name="polygon-2055"/>
              <p:cNvSpPr/>
              <p:nvPr/>
            </p:nvSpPr>
            <p:spPr>
              <a:xfrm>
                <a:off x="12435840" y="1664208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5"/>
                    </a:lnTo>
                    <a:lnTo>
                      <a:pt x="2" y="7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D6FF29"/>
              </a:solidFill>
              <a:ln w="2286">
                <a:solidFill>
                  <a:srgbClr val="D6FF2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70" name="polygon-2056"/>
              <p:cNvSpPr/>
              <p:nvPr/>
            </p:nvSpPr>
            <p:spPr>
              <a:xfrm>
                <a:off x="12417552" y="1682496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5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D2FF2D"/>
              </a:solidFill>
              <a:ln w="2286">
                <a:solidFill>
                  <a:srgbClr val="D2FF2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71" name="polygon-2057"/>
              <p:cNvSpPr/>
              <p:nvPr/>
            </p:nvSpPr>
            <p:spPr>
              <a:xfrm>
                <a:off x="12755880" y="1554480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1"/>
                    </a:moveTo>
                    <a:lnTo>
                      <a:pt x="4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6FF39"/>
              </a:solidFill>
              <a:ln w="2286">
                <a:solidFill>
                  <a:srgbClr val="C6FF3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72" name="polygon-2058"/>
              <p:cNvSpPr/>
              <p:nvPr/>
            </p:nvSpPr>
            <p:spPr>
              <a:xfrm>
                <a:off x="12737592" y="1554480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1"/>
                    </a:lnTo>
                    <a:lnTo>
                      <a:pt x="2" y="5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CBFF34"/>
              </a:solidFill>
              <a:ln w="2286">
                <a:solidFill>
                  <a:srgbClr val="CBFF3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73" name="polygon-2059"/>
              <p:cNvSpPr/>
              <p:nvPr/>
            </p:nvSpPr>
            <p:spPr>
              <a:xfrm>
                <a:off x="12719304" y="1554480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3"/>
                    </a:moveTo>
                    <a:lnTo>
                      <a:pt x="4" y="5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6FF29"/>
              </a:solidFill>
              <a:ln w="2286">
                <a:solidFill>
                  <a:srgbClr val="D6FF2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74" name="polygon-2060"/>
              <p:cNvSpPr/>
              <p:nvPr/>
            </p:nvSpPr>
            <p:spPr>
              <a:xfrm>
                <a:off x="12701016" y="1554480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3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DFF02"/>
              </a:solidFill>
              <a:ln w="2286">
                <a:solidFill>
                  <a:srgbClr val="FDFF0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75" name="polygon-2061"/>
              <p:cNvSpPr/>
              <p:nvPr/>
            </p:nvSpPr>
            <p:spPr>
              <a:xfrm>
                <a:off x="12682728" y="1563624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4"/>
                    </a:moveTo>
                    <a:lnTo>
                      <a:pt x="4" y="0"/>
                    </a:lnTo>
                    <a:lnTo>
                      <a:pt x="2" y="6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D1FF2E"/>
              </a:solidFill>
              <a:ln w="2286">
                <a:solidFill>
                  <a:srgbClr val="D1FF2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76" name="polygon-2062"/>
              <p:cNvSpPr/>
              <p:nvPr/>
            </p:nvSpPr>
            <p:spPr>
              <a:xfrm>
                <a:off x="12664440" y="1609344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BDFF42"/>
              </a:solidFill>
              <a:ln w="2286">
                <a:solidFill>
                  <a:srgbClr val="BDFF4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77" name="polygon-2063"/>
              <p:cNvSpPr/>
              <p:nvPr/>
            </p:nvSpPr>
            <p:spPr>
              <a:xfrm>
                <a:off x="12637008" y="1581912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3" y="4"/>
                    </a:moveTo>
                    <a:lnTo>
                      <a:pt x="5" y="3"/>
                    </a:lnTo>
                    <a:lnTo>
                      <a:pt x="3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FF0B"/>
              </a:solidFill>
              <a:ln w="2286">
                <a:solidFill>
                  <a:srgbClr val="F4FF0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78" name="polygon-2064"/>
              <p:cNvSpPr/>
              <p:nvPr/>
            </p:nvSpPr>
            <p:spPr>
              <a:xfrm>
                <a:off x="12618720" y="1581912"/>
                <a:ext cx="45720" cy="82296"/>
              </a:xfrm>
              <a:custGeom>
                <a:avLst/>
                <a:gdLst/>
                <a:ahLst/>
                <a:cxnLst/>
                <a:rect l="l" t="t" r="r" b="b"/>
                <a:pathLst>
                  <a:path w="5" h="9">
                    <a:moveTo>
                      <a:pt x="2" y="0"/>
                    </a:moveTo>
                    <a:lnTo>
                      <a:pt x="5" y="3"/>
                    </a:lnTo>
                    <a:lnTo>
                      <a:pt x="2" y="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D5FF2A"/>
              </a:solidFill>
              <a:ln w="2286">
                <a:solidFill>
                  <a:srgbClr val="D5FF2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79" name="polygon-2065"/>
              <p:cNvSpPr/>
              <p:nvPr/>
            </p:nvSpPr>
            <p:spPr>
              <a:xfrm>
                <a:off x="12600432" y="1627632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2"/>
                    </a:moveTo>
                    <a:lnTo>
                      <a:pt x="4" y="4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DFF42"/>
              </a:solidFill>
              <a:ln w="2286">
                <a:solidFill>
                  <a:srgbClr val="BDFF4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80" name="polygon-2066"/>
              <p:cNvSpPr/>
              <p:nvPr/>
            </p:nvSpPr>
            <p:spPr>
              <a:xfrm>
                <a:off x="12582144" y="1627632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DFFF20"/>
              </a:solidFill>
              <a:ln w="2286">
                <a:solidFill>
                  <a:srgbClr val="DFFF2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81" name="polygon-2067"/>
              <p:cNvSpPr/>
              <p:nvPr/>
            </p:nvSpPr>
            <p:spPr>
              <a:xfrm>
                <a:off x="12563856" y="1636776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2"/>
                    </a:moveTo>
                    <a:lnTo>
                      <a:pt x="4" y="1"/>
                    </a:lnTo>
                    <a:lnTo>
                      <a:pt x="2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2FF2D"/>
              </a:solidFill>
              <a:ln w="2286">
                <a:solidFill>
                  <a:srgbClr val="D2FF2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82" name="polygon-2068"/>
              <p:cNvSpPr/>
              <p:nvPr/>
            </p:nvSpPr>
            <p:spPr>
              <a:xfrm>
                <a:off x="12545568" y="1636776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5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CFF13"/>
              </a:solidFill>
              <a:ln w="2286">
                <a:solidFill>
                  <a:srgbClr val="ECFF1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83" name="polygon-2069"/>
              <p:cNvSpPr/>
              <p:nvPr/>
            </p:nvSpPr>
            <p:spPr>
              <a:xfrm>
                <a:off x="12527280" y="1645920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1"/>
                    </a:lnTo>
                    <a:lnTo>
                      <a:pt x="2" y="3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E2FF1D"/>
              </a:solidFill>
              <a:ln w="2286">
                <a:solidFill>
                  <a:srgbClr val="E2FF1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84" name="polygon-2070"/>
              <p:cNvSpPr/>
              <p:nvPr/>
            </p:nvSpPr>
            <p:spPr>
              <a:xfrm>
                <a:off x="12508992" y="1655064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4"/>
                    </a:moveTo>
                    <a:lnTo>
                      <a:pt x="4" y="2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FF1F"/>
              </a:solidFill>
              <a:ln w="2286">
                <a:solidFill>
                  <a:srgbClr val="E0FF1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85" name="polygon-2071"/>
              <p:cNvSpPr/>
              <p:nvPr/>
            </p:nvSpPr>
            <p:spPr>
              <a:xfrm>
                <a:off x="12490704" y="1655064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0"/>
                    </a:moveTo>
                    <a:lnTo>
                      <a:pt x="4" y="3"/>
                    </a:lnTo>
                    <a:lnTo>
                      <a:pt x="2" y="6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1FF0E"/>
              </a:solidFill>
              <a:ln w="2286">
                <a:solidFill>
                  <a:srgbClr val="F1FF0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86" name="polygon-2072"/>
              <p:cNvSpPr/>
              <p:nvPr/>
            </p:nvSpPr>
            <p:spPr>
              <a:xfrm>
                <a:off x="12472416" y="1673352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4"/>
                    </a:lnTo>
                    <a:lnTo>
                      <a:pt x="2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CFFF30"/>
              </a:solidFill>
              <a:ln w="2286">
                <a:solidFill>
                  <a:srgbClr val="CFFF3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87" name="polygon-2073"/>
              <p:cNvSpPr/>
              <p:nvPr/>
            </p:nvSpPr>
            <p:spPr>
              <a:xfrm>
                <a:off x="12454128" y="1709928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0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A2FF5D"/>
              </a:solidFill>
              <a:ln w="2286">
                <a:solidFill>
                  <a:srgbClr val="A2FF5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88" name="polygon-2074"/>
              <p:cNvSpPr/>
              <p:nvPr/>
            </p:nvSpPr>
            <p:spPr>
              <a:xfrm>
                <a:off x="12435840" y="1709928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2"/>
                    </a:moveTo>
                    <a:lnTo>
                      <a:pt x="4" y="3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1FF3E"/>
              </a:solidFill>
              <a:ln w="2286">
                <a:solidFill>
                  <a:srgbClr val="C1FF3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89" name="polygon-2075"/>
              <p:cNvSpPr/>
              <p:nvPr/>
            </p:nvSpPr>
            <p:spPr>
              <a:xfrm>
                <a:off x="12774168" y="1554480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3"/>
                    </a:moveTo>
                    <a:lnTo>
                      <a:pt x="4" y="0"/>
                    </a:lnTo>
                    <a:lnTo>
                      <a:pt x="2" y="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D4FF2B"/>
              </a:solidFill>
              <a:ln w="2286">
                <a:solidFill>
                  <a:srgbClr val="D4FF2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90" name="polygon-2076"/>
              <p:cNvSpPr/>
              <p:nvPr/>
            </p:nvSpPr>
            <p:spPr>
              <a:xfrm>
                <a:off x="12755880" y="1563624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2"/>
                    </a:lnTo>
                    <a:lnTo>
                      <a:pt x="2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C5FF3A"/>
              </a:solidFill>
              <a:ln w="2286">
                <a:solidFill>
                  <a:srgbClr val="C5FF3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91" name="polygon-2077"/>
              <p:cNvSpPr/>
              <p:nvPr/>
            </p:nvSpPr>
            <p:spPr>
              <a:xfrm>
                <a:off x="12737592" y="1572768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3"/>
                    </a:moveTo>
                    <a:lnTo>
                      <a:pt x="4" y="3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D9FF26"/>
              </a:solidFill>
              <a:ln w="2286">
                <a:solidFill>
                  <a:srgbClr val="D9FF2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92" name="polygon-2078"/>
              <p:cNvSpPr/>
              <p:nvPr/>
            </p:nvSpPr>
            <p:spPr>
              <a:xfrm>
                <a:off x="12719304" y="1563624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2"/>
                    </a:moveTo>
                    <a:lnTo>
                      <a:pt x="4" y="1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400"/>
              </a:solidFill>
              <a:ln w="2286">
                <a:solidFill>
                  <a:srgbClr val="FFE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93" name="polygon-2079"/>
              <p:cNvSpPr/>
              <p:nvPr/>
            </p:nvSpPr>
            <p:spPr>
              <a:xfrm>
                <a:off x="12701016" y="1563624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3"/>
                    </a:lnTo>
                    <a:lnTo>
                      <a:pt x="2" y="7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0FF0F"/>
              </a:solidFill>
              <a:ln w="2286">
                <a:solidFill>
                  <a:srgbClr val="F0FF0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94" name="polygon-2080"/>
              <p:cNvSpPr/>
              <p:nvPr/>
            </p:nvSpPr>
            <p:spPr>
              <a:xfrm>
                <a:off x="12682728" y="1609344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1"/>
                    </a:moveTo>
                    <a:lnTo>
                      <a:pt x="4" y="2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9FF46"/>
              </a:solidFill>
              <a:ln w="2286">
                <a:solidFill>
                  <a:srgbClr val="B9FF4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95" name="polygon-2081"/>
              <p:cNvSpPr/>
              <p:nvPr/>
            </p:nvSpPr>
            <p:spPr>
              <a:xfrm>
                <a:off x="12664440" y="1609344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4"/>
                    </a:lnTo>
                    <a:lnTo>
                      <a:pt x="2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FFF40"/>
              </a:solidFill>
              <a:ln w="2286">
                <a:solidFill>
                  <a:srgbClr val="BFFF4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96" name="polygon-2082"/>
              <p:cNvSpPr/>
              <p:nvPr/>
            </p:nvSpPr>
            <p:spPr>
              <a:xfrm>
                <a:off x="12637008" y="1609344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3" y="0"/>
                    </a:moveTo>
                    <a:lnTo>
                      <a:pt x="5" y="5"/>
                    </a:lnTo>
                    <a:lnTo>
                      <a:pt x="3" y="4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B4FF4B"/>
              </a:solidFill>
              <a:ln w="2286">
                <a:solidFill>
                  <a:srgbClr val="B4FF4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97" name="polygon-2083"/>
              <p:cNvSpPr/>
              <p:nvPr/>
            </p:nvSpPr>
            <p:spPr>
              <a:xfrm>
                <a:off x="12618720" y="1627632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2" y="4"/>
                    </a:moveTo>
                    <a:lnTo>
                      <a:pt x="5" y="2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0FF3F"/>
              </a:solidFill>
              <a:ln w="2286">
                <a:solidFill>
                  <a:srgbClr val="C0FF3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98" name="polygon-2084"/>
              <p:cNvSpPr/>
              <p:nvPr/>
            </p:nvSpPr>
            <p:spPr>
              <a:xfrm>
                <a:off x="12600432" y="1627632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4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E0FF1F"/>
              </a:solidFill>
              <a:ln w="2286">
                <a:solidFill>
                  <a:srgbClr val="E0FF1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99" name="polygon-2085"/>
              <p:cNvSpPr/>
              <p:nvPr/>
            </p:nvSpPr>
            <p:spPr>
              <a:xfrm>
                <a:off x="12582144" y="1645920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1"/>
                    </a:lnTo>
                    <a:lnTo>
                      <a:pt x="2" y="1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D9FF26"/>
              </a:solidFill>
              <a:ln w="2286">
                <a:solidFill>
                  <a:srgbClr val="D9FF2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00" name="polygon-2086"/>
              <p:cNvSpPr/>
              <p:nvPr/>
            </p:nvSpPr>
            <p:spPr>
              <a:xfrm>
                <a:off x="12563856" y="1655064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3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F0A"/>
              </a:solidFill>
              <a:ln w="2286">
                <a:solidFill>
                  <a:srgbClr val="F5FF0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01" name="polygon-2087"/>
              <p:cNvSpPr/>
              <p:nvPr/>
            </p:nvSpPr>
            <p:spPr>
              <a:xfrm>
                <a:off x="12545568" y="1655064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0"/>
                    </a:lnTo>
                    <a:lnTo>
                      <a:pt x="2" y="5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6FF09"/>
              </a:solidFill>
              <a:ln w="2286">
                <a:solidFill>
                  <a:srgbClr val="F6FF0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02" name="polygon-2088"/>
              <p:cNvSpPr/>
              <p:nvPr/>
            </p:nvSpPr>
            <p:spPr>
              <a:xfrm>
                <a:off x="12527280" y="1673352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3"/>
                    </a:lnTo>
                    <a:lnTo>
                      <a:pt x="2" y="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C1FF3E"/>
              </a:solidFill>
              <a:ln w="2286">
                <a:solidFill>
                  <a:srgbClr val="C1FF3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03" name="polygon-2089"/>
              <p:cNvSpPr/>
              <p:nvPr/>
            </p:nvSpPr>
            <p:spPr>
              <a:xfrm>
                <a:off x="12508992" y="1682496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4"/>
                    </a:lnTo>
                    <a:lnTo>
                      <a:pt x="2" y="2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C3FF3C"/>
              </a:solidFill>
              <a:ln w="2286">
                <a:solidFill>
                  <a:srgbClr val="C3FF3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04" name="polygon-2090"/>
              <p:cNvSpPr/>
              <p:nvPr/>
            </p:nvSpPr>
            <p:spPr>
              <a:xfrm>
                <a:off x="12490704" y="1700784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1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D5FF2A"/>
              </a:solidFill>
              <a:ln w="2286">
                <a:solidFill>
                  <a:srgbClr val="D5FF2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05" name="polygon-2091"/>
              <p:cNvSpPr/>
              <p:nvPr/>
            </p:nvSpPr>
            <p:spPr>
              <a:xfrm>
                <a:off x="12472416" y="1709928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0"/>
                    </a:lnTo>
                    <a:lnTo>
                      <a:pt x="2" y="4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B7FF48"/>
              </a:solidFill>
              <a:ln w="2286">
                <a:solidFill>
                  <a:srgbClr val="B7FF4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06" name="polygon-2092"/>
              <p:cNvSpPr/>
              <p:nvPr/>
            </p:nvSpPr>
            <p:spPr>
              <a:xfrm>
                <a:off x="12454128" y="1709928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3"/>
                    </a:moveTo>
                    <a:lnTo>
                      <a:pt x="4" y="4"/>
                    </a:lnTo>
                    <a:lnTo>
                      <a:pt x="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DFF52"/>
              </a:solidFill>
              <a:ln w="2286">
                <a:solidFill>
                  <a:srgbClr val="ADFF5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07" name="polygon-2093"/>
              <p:cNvSpPr/>
              <p:nvPr/>
            </p:nvSpPr>
            <p:spPr>
              <a:xfrm>
                <a:off x="12792456" y="1554480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3"/>
                    </a:lnTo>
                    <a:lnTo>
                      <a:pt x="2" y="7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CCFF33"/>
              </a:solidFill>
              <a:ln w="2286">
                <a:solidFill>
                  <a:srgbClr val="CCFF3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08" name="polygon-2094"/>
              <p:cNvSpPr/>
              <p:nvPr/>
            </p:nvSpPr>
            <p:spPr>
              <a:xfrm>
                <a:off x="12774168" y="1581912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4"/>
                    </a:lnTo>
                    <a:lnTo>
                      <a:pt x="2" y="1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BAFF45"/>
              </a:solidFill>
              <a:ln w="2286">
                <a:solidFill>
                  <a:srgbClr val="BAFF4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09" name="polygon-2095"/>
              <p:cNvSpPr/>
              <p:nvPr/>
            </p:nvSpPr>
            <p:spPr>
              <a:xfrm>
                <a:off x="12755880" y="1572768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3"/>
                    </a:moveTo>
                    <a:lnTo>
                      <a:pt x="4" y="2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6FF19"/>
              </a:solidFill>
              <a:ln w="2286">
                <a:solidFill>
                  <a:srgbClr val="E6FF1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10" name="polygon-2096"/>
              <p:cNvSpPr/>
              <p:nvPr/>
            </p:nvSpPr>
            <p:spPr>
              <a:xfrm>
                <a:off x="12737592" y="1572768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0"/>
                    </a:moveTo>
                    <a:lnTo>
                      <a:pt x="4" y="4"/>
                    </a:lnTo>
                    <a:lnTo>
                      <a:pt x="2" y="6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6FF09"/>
              </a:solidFill>
              <a:ln w="2286">
                <a:solidFill>
                  <a:srgbClr val="F6FF0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11" name="polygon-2097"/>
              <p:cNvSpPr/>
              <p:nvPr/>
            </p:nvSpPr>
            <p:spPr>
              <a:xfrm>
                <a:off x="12719304" y="1591056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4"/>
                    </a:lnTo>
                    <a:lnTo>
                      <a:pt x="2" y="2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E6FF19"/>
              </a:solidFill>
              <a:ln w="2286">
                <a:solidFill>
                  <a:srgbClr val="E6FF1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12" name="polygon-2098"/>
              <p:cNvSpPr/>
              <p:nvPr/>
            </p:nvSpPr>
            <p:spPr>
              <a:xfrm>
                <a:off x="12701016" y="1609344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2"/>
                    </a:moveTo>
                    <a:lnTo>
                      <a:pt x="4" y="0"/>
                    </a:lnTo>
                    <a:lnTo>
                      <a:pt x="2" y="3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CBFF34"/>
              </a:solidFill>
              <a:ln w="2286">
                <a:solidFill>
                  <a:srgbClr val="CBFF3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13" name="polygon-2099"/>
              <p:cNvSpPr/>
              <p:nvPr/>
            </p:nvSpPr>
            <p:spPr>
              <a:xfrm>
                <a:off x="12682728" y="1609344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3"/>
                    </a:lnTo>
                    <a:lnTo>
                      <a:pt x="2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C8FF37"/>
              </a:solidFill>
              <a:ln w="2286">
                <a:solidFill>
                  <a:srgbClr val="C8FF3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14" name="polygon-2100"/>
              <p:cNvSpPr/>
              <p:nvPr/>
            </p:nvSpPr>
            <p:spPr>
              <a:xfrm>
                <a:off x="12664440" y="1609344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6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D1FF2E"/>
              </a:solidFill>
              <a:ln w="2286">
                <a:solidFill>
                  <a:srgbClr val="D1FF2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15" name="polygon-2101"/>
              <p:cNvSpPr/>
              <p:nvPr/>
            </p:nvSpPr>
            <p:spPr>
              <a:xfrm>
                <a:off x="12637008" y="1645920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3" y="0"/>
                    </a:moveTo>
                    <a:lnTo>
                      <a:pt x="5" y="2"/>
                    </a:lnTo>
                    <a:lnTo>
                      <a:pt x="3" y="4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B6FF49"/>
              </a:solidFill>
              <a:ln w="2286">
                <a:solidFill>
                  <a:srgbClr val="B6FF4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16" name="polygon-2102"/>
              <p:cNvSpPr/>
              <p:nvPr/>
            </p:nvSpPr>
            <p:spPr>
              <a:xfrm>
                <a:off x="12618720" y="1655064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2" y="1"/>
                    </a:moveTo>
                    <a:lnTo>
                      <a:pt x="5" y="3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3FF3C"/>
              </a:solidFill>
              <a:ln w="2286">
                <a:solidFill>
                  <a:srgbClr val="C3FF3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17" name="polygon-2103"/>
              <p:cNvSpPr/>
              <p:nvPr/>
            </p:nvSpPr>
            <p:spPr>
              <a:xfrm>
                <a:off x="12600432" y="1645920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1"/>
                    </a:moveTo>
                    <a:lnTo>
                      <a:pt x="4" y="3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AFF05"/>
              </a:solidFill>
              <a:ln w="2286">
                <a:solidFill>
                  <a:srgbClr val="FAFF0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18" name="polygon-2104"/>
              <p:cNvSpPr/>
              <p:nvPr/>
            </p:nvSpPr>
            <p:spPr>
              <a:xfrm>
                <a:off x="12582144" y="1645920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1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D500"/>
              </a:solidFill>
              <a:ln w="2286">
                <a:solidFill>
                  <a:srgbClr val="FFD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19" name="polygon-2105"/>
              <p:cNvSpPr/>
              <p:nvPr/>
            </p:nvSpPr>
            <p:spPr>
              <a:xfrm>
                <a:off x="12563856" y="1655064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0"/>
                    </a:lnTo>
                    <a:lnTo>
                      <a:pt x="2" y="5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BFF04"/>
              </a:solidFill>
              <a:ln w="2286">
                <a:solidFill>
                  <a:srgbClr val="FBFF0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20" name="polygon-2106"/>
              <p:cNvSpPr/>
              <p:nvPr/>
            </p:nvSpPr>
            <p:spPr>
              <a:xfrm>
                <a:off x="12545568" y="170078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BDFF42"/>
              </a:solidFill>
              <a:ln w="2286">
                <a:solidFill>
                  <a:srgbClr val="BDFF4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21" name="polygon-2107"/>
              <p:cNvSpPr/>
              <p:nvPr/>
            </p:nvSpPr>
            <p:spPr>
              <a:xfrm>
                <a:off x="12527280" y="1700784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2"/>
                    </a:moveTo>
                    <a:lnTo>
                      <a:pt x="4" y="0"/>
                    </a:lnTo>
                    <a:lnTo>
                      <a:pt x="2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9FF46"/>
              </a:solidFill>
              <a:ln w="2286">
                <a:solidFill>
                  <a:srgbClr val="B9FF4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22" name="polygon-2108"/>
              <p:cNvSpPr/>
              <p:nvPr/>
            </p:nvSpPr>
            <p:spPr>
              <a:xfrm>
                <a:off x="12508992" y="1700784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5"/>
                    </a:lnTo>
                    <a:lnTo>
                      <a:pt x="2" y="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B7FF48"/>
              </a:solidFill>
              <a:ln w="2286">
                <a:solidFill>
                  <a:srgbClr val="B7FF4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23" name="polygon-2109"/>
              <p:cNvSpPr/>
              <p:nvPr/>
            </p:nvSpPr>
            <p:spPr>
              <a:xfrm>
                <a:off x="12490704" y="1709928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4"/>
                    </a:lnTo>
                    <a:lnTo>
                      <a:pt x="2" y="3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B6FF49"/>
              </a:solidFill>
              <a:ln w="2286">
                <a:solidFill>
                  <a:srgbClr val="B6FF4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24" name="polygon-2110"/>
              <p:cNvSpPr/>
              <p:nvPr/>
            </p:nvSpPr>
            <p:spPr>
              <a:xfrm>
                <a:off x="12472416" y="1719072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3"/>
                    </a:moveTo>
                    <a:lnTo>
                      <a:pt x="4" y="2"/>
                    </a:lnTo>
                    <a:lnTo>
                      <a:pt x="2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C4FF3B"/>
              </a:solidFill>
              <a:ln w="2286">
                <a:solidFill>
                  <a:srgbClr val="C4FF3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25" name="polygon-2111"/>
              <p:cNvSpPr/>
              <p:nvPr/>
            </p:nvSpPr>
            <p:spPr>
              <a:xfrm>
                <a:off x="12810744" y="1581912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2"/>
                    </a:lnTo>
                    <a:lnTo>
                      <a:pt x="2" y="3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ACFF53"/>
              </a:solidFill>
              <a:ln w="2286">
                <a:solidFill>
                  <a:srgbClr val="ACFF5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26" name="polygon-2112"/>
              <p:cNvSpPr/>
              <p:nvPr/>
            </p:nvSpPr>
            <p:spPr>
              <a:xfrm>
                <a:off x="12792456" y="1572768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5"/>
                    </a:moveTo>
                    <a:lnTo>
                      <a:pt x="4" y="4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D3FF2C"/>
              </a:solidFill>
              <a:ln w="2286">
                <a:solidFill>
                  <a:srgbClr val="D3FF2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27" name="polygon-2113"/>
              <p:cNvSpPr/>
              <p:nvPr/>
            </p:nvSpPr>
            <p:spPr>
              <a:xfrm>
                <a:off x="12774168" y="1572768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2"/>
                    </a:moveTo>
                    <a:lnTo>
                      <a:pt x="4" y="0"/>
                    </a:lnTo>
                    <a:lnTo>
                      <a:pt x="2" y="7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E4FF1B"/>
              </a:solidFill>
              <a:ln w="2286">
                <a:solidFill>
                  <a:srgbClr val="E4FF1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28" name="polygon-2114"/>
              <p:cNvSpPr/>
              <p:nvPr/>
            </p:nvSpPr>
            <p:spPr>
              <a:xfrm>
                <a:off x="12755880" y="1609344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3"/>
                    </a:lnTo>
                    <a:lnTo>
                      <a:pt x="2" y="1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C1FF3E"/>
              </a:solidFill>
              <a:ln w="2286">
                <a:solidFill>
                  <a:srgbClr val="C1FF3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29" name="polygon-2115"/>
              <p:cNvSpPr/>
              <p:nvPr/>
            </p:nvSpPr>
            <p:spPr>
              <a:xfrm>
                <a:off x="12737592" y="160934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2"/>
                    </a:moveTo>
                    <a:lnTo>
                      <a:pt x="4" y="1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FF0F"/>
              </a:solidFill>
              <a:ln w="2286">
                <a:solidFill>
                  <a:srgbClr val="F0FF0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30" name="polygon-2116"/>
              <p:cNvSpPr/>
              <p:nvPr/>
            </p:nvSpPr>
            <p:spPr>
              <a:xfrm>
                <a:off x="12719304" y="1609344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0"/>
                    </a:lnTo>
                    <a:lnTo>
                      <a:pt x="2" y="4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F4FF0B"/>
              </a:solidFill>
              <a:ln w="2286">
                <a:solidFill>
                  <a:srgbClr val="F4FF0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31" name="polygon-2117"/>
              <p:cNvSpPr/>
              <p:nvPr/>
            </p:nvSpPr>
            <p:spPr>
              <a:xfrm>
                <a:off x="12701016" y="1609344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3"/>
                    </a:moveTo>
                    <a:lnTo>
                      <a:pt x="4" y="4"/>
                    </a:lnTo>
                    <a:lnTo>
                      <a:pt x="2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7FF28"/>
              </a:solidFill>
              <a:ln w="2286">
                <a:solidFill>
                  <a:srgbClr val="D7FF2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32" name="polygon-2118"/>
              <p:cNvSpPr/>
              <p:nvPr/>
            </p:nvSpPr>
            <p:spPr>
              <a:xfrm>
                <a:off x="12682728" y="1609344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7"/>
                    </a:lnTo>
                    <a:lnTo>
                      <a:pt x="2" y="3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E9FF16"/>
              </a:solidFill>
              <a:ln w="2286">
                <a:solidFill>
                  <a:srgbClr val="E9FF1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33" name="polygon-2119"/>
              <p:cNvSpPr/>
              <p:nvPr/>
            </p:nvSpPr>
            <p:spPr>
              <a:xfrm>
                <a:off x="12664440" y="1636776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3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E8FF17"/>
              </a:solidFill>
              <a:ln w="2286">
                <a:solidFill>
                  <a:srgbClr val="E8FF1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34" name="polygon-2120"/>
              <p:cNvSpPr/>
              <p:nvPr/>
            </p:nvSpPr>
            <p:spPr>
              <a:xfrm>
                <a:off x="12637008" y="1645920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3" y="4"/>
                    </a:moveTo>
                    <a:lnTo>
                      <a:pt x="5" y="0"/>
                    </a:lnTo>
                    <a:lnTo>
                      <a:pt x="3" y="2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E6FF19"/>
              </a:solidFill>
              <a:ln w="2286">
                <a:solidFill>
                  <a:srgbClr val="E6FF1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35" name="polygon-2121"/>
              <p:cNvSpPr/>
              <p:nvPr/>
            </p:nvSpPr>
            <p:spPr>
              <a:xfrm>
                <a:off x="12618720" y="1645920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2" y="3"/>
                    </a:moveTo>
                    <a:lnTo>
                      <a:pt x="5" y="2"/>
                    </a:lnTo>
                    <a:lnTo>
                      <a:pt x="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EFF11"/>
              </a:solidFill>
              <a:ln w="2286">
                <a:solidFill>
                  <a:srgbClr val="EEFF1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36" name="polygon-2122"/>
              <p:cNvSpPr/>
              <p:nvPr/>
            </p:nvSpPr>
            <p:spPr>
              <a:xfrm>
                <a:off x="12600432" y="1645920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6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8FF17"/>
              </a:solidFill>
              <a:ln w="2286">
                <a:solidFill>
                  <a:srgbClr val="E8FF1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37" name="polygon-2123"/>
              <p:cNvSpPr/>
              <p:nvPr/>
            </p:nvSpPr>
            <p:spPr>
              <a:xfrm>
                <a:off x="12582144" y="1655064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7"/>
                    </a:lnTo>
                    <a:lnTo>
                      <a:pt x="2" y="5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D9FF26"/>
              </a:solidFill>
              <a:ln w="2286">
                <a:solidFill>
                  <a:srgbClr val="D9FF2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38" name="polygon-2124"/>
              <p:cNvSpPr/>
              <p:nvPr/>
            </p:nvSpPr>
            <p:spPr>
              <a:xfrm>
                <a:off x="12563856" y="1700784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0"/>
                    </a:lnTo>
                    <a:lnTo>
                      <a:pt x="2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3FF3C"/>
              </a:solidFill>
              <a:ln w="2286">
                <a:solidFill>
                  <a:srgbClr val="C3FF3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39" name="polygon-2125"/>
              <p:cNvSpPr/>
              <p:nvPr/>
            </p:nvSpPr>
            <p:spPr>
              <a:xfrm>
                <a:off x="12545568" y="1700784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5"/>
                    </a:lnTo>
                    <a:lnTo>
                      <a:pt x="2" y="3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AEFF51"/>
              </a:solidFill>
              <a:ln w="2286">
                <a:solidFill>
                  <a:srgbClr val="AEFF5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40" name="polygon-2126"/>
              <p:cNvSpPr/>
              <p:nvPr/>
            </p:nvSpPr>
            <p:spPr>
              <a:xfrm>
                <a:off x="12527280" y="1728216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2"/>
                    </a:moveTo>
                    <a:lnTo>
                      <a:pt x="4" y="0"/>
                    </a:lnTo>
                    <a:lnTo>
                      <a:pt x="2" y="4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96FF69"/>
              </a:solidFill>
              <a:ln w="2286">
                <a:solidFill>
                  <a:srgbClr val="96FF6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41" name="polygon-2127"/>
              <p:cNvSpPr/>
              <p:nvPr/>
            </p:nvSpPr>
            <p:spPr>
              <a:xfrm>
                <a:off x="12508992" y="1737360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1"/>
                    </a:moveTo>
                    <a:lnTo>
                      <a:pt x="4" y="3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FF4C"/>
              </a:solidFill>
              <a:ln w="2286">
                <a:solidFill>
                  <a:srgbClr val="B3FF4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42" name="polygon-2128"/>
              <p:cNvSpPr/>
              <p:nvPr/>
            </p:nvSpPr>
            <p:spPr>
              <a:xfrm>
                <a:off x="12490704" y="1719072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2"/>
                    </a:moveTo>
                    <a:lnTo>
                      <a:pt x="4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600"/>
              </a:solidFill>
              <a:ln w="2286">
                <a:solidFill>
                  <a:srgbClr val="FFF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43" name="polygon-2129"/>
              <p:cNvSpPr/>
              <p:nvPr/>
            </p:nvSpPr>
            <p:spPr>
              <a:xfrm>
                <a:off x="12829032" y="159105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1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CAFF35"/>
              </a:solidFill>
              <a:ln w="2286">
                <a:solidFill>
                  <a:srgbClr val="CAFF3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44" name="polygon-2130"/>
              <p:cNvSpPr/>
              <p:nvPr/>
            </p:nvSpPr>
            <p:spPr>
              <a:xfrm>
                <a:off x="12810744" y="1572768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4"/>
                    </a:moveTo>
                    <a:lnTo>
                      <a:pt x="4" y="3"/>
                    </a:lnTo>
                    <a:lnTo>
                      <a:pt x="2" y="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1FF2E"/>
              </a:solidFill>
              <a:ln w="2286">
                <a:solidFill>
                  <a:srgbClr val="D1FF2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45" name="polygon-2131"/>
              <p:cNvSpPr/>
              <p:nvPr/>
            </p:nvSpPr>
            <p:spPr>
              <a:xfrm>
                <a:off x="12792456" y="1572768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8"/>
                    </a:lnTo>
                    <a:lnTo>
                      <a:pt x="2" y="4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D5FF2A"/>
              </a:solidFill>
              <a:ln w="2286">
                <a:solidFill>
                  <a:srgbClr val="D5FF2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46" name="polygon-2132"/>
              <p:cNvSpPr/>
              <p:nvPr/>
            </p:nvSpPr>
            <p:spPr>
              <a:xfrm>
                <a:off x="12774168" y="1609344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3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DFFF20"/>
              </a:solidFill>
              <a:ln w="2286">
                <a:solidFill>
                  <a:srgbClr val="DFFF2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47" name="polygon-2133"/>
              <p:cNvSpPr/>
              <p:nvPr/>
            </p:nvSpPr>
            <p:spPr>
              <a:xfrm>
                <a:off x="12755880" y="1609344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1"/>
                    </a:moveTo>
                    <a:lnTo>
                      <a:pt x="4" y="1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8FF07"/>
              </a:solidFill>
              <a:ln w="2286">
                <a:solidFill>
                  <a:srgbClr val="F8FF0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48" name="polygon-2134"/>
              <p:cNvSpPr/>
              <p:nvPr/>
            </p:nvSpPr>
            <p:spPr>
              <a:xfrm>
                <a:off x="12737592" y="1609344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3"/>
                    </a:lnTo>
                    <a:lnTo>
                      <a:pt x="2" y="7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DCFF23"/>
              </a:solidFill>
              <a:ln w="2286">
                <a:solidFill>
                  <a:srgbClr val="DCFF2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49" name="polygon-2135"/>
              <p:cNvSpPr/>
              <p:nvPr/>
            </p:nvSpPr>
            <p:spPr>
              <a:xfrm>
                <a:off x="12719304" y="1645920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3"/>
                    </a:lnTo>
                    <a:lnTo>
                      <a:pt x="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BFFF40"/>
              </a:solidFill>
              <a:ln w="2286">
                <a:solidFill>
                  <a:srgbClr val="BFFF4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50" name="polygon-2136"/>
              <p:cNvSpPr/>
              <p:nvPr/>
            </p:nvSpPr>
            <p:spPr>
              <a:xfrm>
                <a:off x="12701016" y="1636776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4"/>
                    </a:moveTo>
                    <a:lnTo>
                      <a:pt x="4" y="1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9FF16"/>
              </a:solidFill>
              <a:ln w="2286">
                <a:solidFill>
                  <a:srgbClr val="E9FF1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51" name="polygon-2137"/>
              <p:cNvSpPr/>
              <p:nvPr/>
            </p:nvSpPr>
            <p:spPr>
              <a:xfrm>
                <a:off x="12682728" y="1636776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3"/>
                    </a:lnTo>
                    <a:lnTo>
                      <a:pt x="2" y="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A00"/>
              </a:solidFill>
              <a:ln w="2286">
                <a:solidFill>
                  <a:srgbClr val="FFFA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52" name="polygon-2138"/>
              <p:cNvSpPr/>
              <p:nvPr/>
            </p:nvSpPr>
            <p:spPr>
              <a:xfrm>
                <a:off x="12664440" y="1645920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0"/>
                    </a:moveTo>
                    <a:lnTo>
                      <a:pt x="4" y="3"/>
                    </a:lnTo>
                    <a:lnTo>
                      <a:pt x="2" y="6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1FF0E"/>
              </a:solidFill>
              <a:ln w="2286">
                <a:solidFill>
                  <a:srgbClr val="F1FF0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53" name="polygon-2139"/>
              <p:cNvSpPr/>
              <p:nvPr/>
            </p:nvSpPr>
            <p:spPr>
              <a:xfrm>
                <a:off x="12637008" y="1664208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3" y="0"/>
                    </a:moveTo>
                    <a:lnTo>
                      <a:pt x="5" y="4"/>
                    </a:lnTo>
                    <a:lnTo>
                      <a:pt x="3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CFFF30"/>
              </a:solidFill>
              <a:ln w="2286">
                <a:solidFill>
                  <a:srgbClr val="CFFF3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54" name="polygon-2140"/>
              <p:cNvSpPr/>
              <p:nvPr/>
            </p:nvSpPr>
            <p:spPr>
              <a:xfrm>
                <a:off x="12618720" y="1700784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2" y="0"/>
                    </a:moveTo>
                    <a:lnTo>
                      <a:pt x="5" y="0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A2FF5D"/>
              </a:solidFill>
              <a:ln w="2286">
                <a:solidFill>
                  <a:srgbClr val="A2FF5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55" name="polygon-2141"/>
              <p:cNvSpPr/>
              <p:nvPr/>
            </p:nvSpPr>
            <p:spPr>
              <a:xfrm>
                <a:off x="12600432" y="1700784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2"/>
                    </a:moveTo>
                    <a:lnTo>
                      <a:pt x="4" y="3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1FF3E"/>
              </a:solidFill>
              <a:ln w="2286">
                <a:solidFill>
                  <a:srgbClr val="C1FF3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56" name="polygon-2142"/>
              <p:cNvSpPr/>
              <p:nvPr/>
            </p:nvSpPr>
            <p:spPr>
              <a:xfrm>
                <a:off x="12582144" y="1700784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0"/>
                    </a:lnTo>
                    <a:lnTo>
                      <a:pt x="2" y="3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D1FF2E"/>
              </a:solidFill>
              <a:ln w="2286">
                <a:solidFill>
                  <a:srgbClr val="D1FF2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57" name="polygon-2143"/>
              <p:cNvSpPr/>
              <p:nvPr/>
            </p:nvSpPr>
            <p:spPr>
              <a:xfrm>
                <a:off x="12563856" y="1728216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2"/>
                    </a:moveTo>
                    <a:lnTo>
                      <a:pt x="4" y="0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7FF58"/>
              </a:solidFill>
              <a:ln w="2286">
                <a:solidFill>
                  <a:srgbClr val="A7FF5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58" name="polygon-2144"/>
              <p:cNvSpPr/>
              <p:nvPr/>
            </p:nvSpPr>
            <p:spPr>
              <a:xfrm>
                <a:off x="12545568" y="1728216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4"/>
                    </a:lnTo>
                    <a:lnTo>
                      <a:pt x="2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B5FF4A"/>
              </a:solidFill>
              <a:ln w="2286">
                <a:solidFill>
                  <a:srgbClr val="B5FF4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59" name="polygon-2145"/>
              <p:cNvSpPr/>
              <p:nvPr/>
            </p:nvSpPr>
            <p:spPr>
              <a:xfrm>
                <a:off x="12527280" y="1719072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5"/>
                    </a:moveTo>
                    <a:lnTo>
                      <a:pt x="4" y="1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EFFF10"/>
              </a:solidFill>
              <a:ln w="2286">
                <a:solidFill>
                  <a:srgbClr val="EFFF1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60" name="polygon-2146"/>
              <p:cNvSpPr/>
              <p:nvPr/>
            </p:nvSpPr>
            <p:spPr>
              <a:xfrm>
                <a:off x="12508992" y="1719072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2"/>
                    </a:moveTo>
                    <a:lnTo>
                      <a:pt x="4" y="0"/>
                    </a:lnTo>
                    <a:lnTo>
                      <a:pt x="2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400"/>
              </a:solidFill>
              <a:ln w="2286">
                <a:solidFill>
                  <a:srgbClr val="FFF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61" name="polygon-2147"/>
              <p:cNvSpPr/>
              <p:nvPr/>
            </p:nvSpPr>
            <p:spPr>
              <a:xfrm>
                <a:off x="12847320" y="1591056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3"/>
                    </a:lnTo>
                    <a:lnTo>
                      <a:pt x="2" y="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C6FF39"/>
              </a:solidFill>
              <a:ln w="2286">
                <a:solidFill>
                  <a:srgbClr val="C6FF3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62" name="polygon-2148"/>
              <p:cNvSpPr/>
              <p:nvPr/>
            </p:nvSpPr>
            <p:spPr>
              <a:xfrm>
                <a:off x="12829032" y="1600200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4"/>
                    </a:lnTo>
                    <a:lnTo>
                      <a:pt x="2" y="5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9CFF63"/>
              </a:solidFill>
              <a:ln w="2286">
                <a:solidFill>
                  <a:srgbClr val="9CFF6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63" name="polygon-2149"/>
              <p:cNvSpPr/>
              <p:nvPr/>
            </p:nvSpPr>
            <p:spPr>
              <a:xfrm>
                <a:off x="12810744" y="163677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1"/>
                    </a:moveTo>
                    <a:lnTo>
                      <a:pt x="4" y="1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92FF6D"/>
              </a:solidFill>
              <a:ln w="2286">
                <a:solidFill>
                  <a:srgbClr val="92FF6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64" name="polygon-2150"/>
              <p:cNvSpPr/>
              <p:nvPr/>
            </p:nvSpPr>
            <p:spPr>
              <a:xfrm>
                <a:off x="12792456" y="1618488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4"/>
                    </a:moveTo>
                    <a:lnTo>
                      <a:pt x="4" y="2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0FF3F"/>
              </a:solidFill>
              <a:ln w="2286">
                <a:solidFill>
                  <a:srgbClr val="C0FF3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65" name="polygon-2151"/>
              <p:cNvSpPr/>
              <p:nvPr/>
            </p:nvSpPr>
            <p:spPr>
              <a:xfrm>
                <a:off x="12774168" y="1618488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4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E0FF1F"/>
              </a:solidFill>
              <a:ln w="2286">
                <a:solidFill>
                  <a:srgbClr val="E0FF1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66" name="polygon-2152"/>
              <p:cNvSpPr/>
              <p:nvPr/>
            </p:nvSpPr>
            <p:spPr>
              <a:xfrm>
                <a:off x="12755880" y="1636776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1"/>
                    </a:lnTo>
                    <a:lnTo>
                      <a:pt x="2" y="1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D9FF26"/>
              </a:solidFill>
              <a:ln w="2286">
                <a:solidFill>
                  <a:srgbClr val="D9FF2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67" name="polygon-2153"/>
              <p:cNvSpPr/>
              <p:nvPr/>
            </p:nvSpPr>
            <p:spPr>
              <a:xfrm>
                <a:off x="12737592" y="1645920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3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F0A"/>
              </a:solidFill>
              <a:ln w="2286">
                <a:solidFill>
                  <a:srgbClr val="F5FF0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68" name="polygon-2154"/>
              <p:cNvSpPr/>
              <p:nvPr/>
            </p:nvSpPr>
            <p:spPr>
              <a:xfrm>
                <a:off x="12719304" y="1645920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0"/>
                    </a:lnTo>
                    <a:lnTo>
                      <a:pt x="2" y="5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6FF09"/>
              </a:solidFill>
              <a:ln w="2286">
                <a:solidFill>
                  <a:srgbClr val="F6FF0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69" name="polygon-2155"/>
              <p:cNvSpPr/>
              <p:nvPr/>
            </p:nvSpPr>
            <p:spPr>
              <a:xfrm>
                <a:off x="12701016" y="1664208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3"/>
                    </a:lnTo>
                    <a:lnTo>
                      <a:pt x="2" y="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C1FF3E"/>
              </a:solidFill>
              <a:ln w="2286">
                <a:solidFill>
                  <a:srgbClr val="C1FF3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70" name="polygon-2156"/>
              <p:cNvSpPr/>
              <p:nvPr/>
            </p:nvSpPr>
            <p:spPr>
              <a:xfrm>
                <a:off x="12682728" y="1673352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4"/>
                    </a:lnTo>
                    <a:lnTo>
                      <a:pt x="2" y="2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C3FF3C"/>
              </a:solidFill>
              <a:ln w="2286">
                <a:solidFill>
                  <a:srgbClr val="C3FF3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71" name="polygon-2157"/>
              <p:cNvSpPr/>
              <p:nvPr/>
            </p:nvSpPr>
            <p:spPr>
              <a:xfrm>
                <a:off x="12664440" y="1691640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1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D5FF2A"/>
              </a:solidFill>
              <a:ln w="2286">
                <a:solidFill>
                  <a:srgbClr val="D5FF2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72" name="polygon-2158"/>
              <p:cNvSpPr/>
              <p:nvPr/>
            </p:nvSpPr>
            <p:spPr>
              <a:xfrm>
                <a:off x="12637008" y="1700784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3" y="0"/>
                    </a:moveTo>
                    <a:lnTo>
                      <a:pt x="5" y="0"/>
                    </a:lnTo>
                    <a:lnTo>
                      <a:pt x="3" y="4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B7FF48"/>
              </a:solidFill>
              <a:ln w="2286">
                <a:solidFill>
                  <a:srgbClr val="B7FF4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73" name="polygon-2159"/>
              <p:cNvSpPr/>
              <p:nvPr/>
            </p:nvSpPr>
            <p:spPr>
              <a:xfrm>
                <a:off x="12618720" y="1700784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2" y="3"/>
                    </a:moveTo>
                    <a:lnTo>
                      <a:pt x="5" y="4"/>
                    </a:lnTo>
                    <a:lnTo>
                      <a:pt x="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DFF52"/>
              </a:solidFill>
              <a:ln w="2286">
                <a:solidFill>
                  <a:srgbClr val="ADFF5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74" name="polygon-2160"/>
              <p:cNvSpPr/>
              <p:nvPr/>
            </p:nvSpPr>
            <p:spPr>
              <a:xfrm>
                <a:off x="12600432" y="1700784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0"/>
                    </a:moveTo>
                    <a:lnTo>
                      <a:pt x="4" y="6"/>
                    </a:lnTo>
                    <a:lnTo>
                      <a:pt x="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E4FF1B"/>
              </a:solidFill>
              <a:ln w="2286">
                <a:solidFill>
                  <a:srgbClr val="E4FF1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75" name="polygon-2161"/>
              <p:cNvSpPr/>
              <p:nvPr/>
            </p:nvSpPr>
            <p:spPr>
              <a:xfrm>
                <a:off x="12582144" y="1700784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3"/>
                    </a:moveTo>
                    <a:lnTo>
                      <a:pt x="4" y="0"/>
                    </a:lnTo>
                    <a:lnTo>
                      <a:pt x="2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D6FF29"/>
              </a:solidFill>
              <a:ln w="2286">
                <a:solidFill>
                  <a:srgbClr val="D6FF2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76" name="polygon-2162"/>
              <p:cNvSpPr/>
              <p:nvPr/>
            </p:nvSpPr>
            <p:spPr>
              <a:xfrm>
                <a:off x="12563856" y="1728216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2"/>
                    </a:lnTo>
                    <a:lnTo>
                      <a:pt x="2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BFF44"/>
              </a:solidFill>
              <a:ln w="2286">
                <a:solidFill>
                  <a:srgbClr val="BBFF4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77" name="polygon-2163"/>
              <p:cNvSpPr/>
              <p:nvPr/>
            </p:nvSpPr>
            <p:spPr>
              <a:xfrm>
                <a:off x="12545568" y="1719072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1"/>
                    </a:moveTo>
                    <a:lnTo>
                      <a:pt x="4" y="6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8FF07"/>
              </a:solidFill>
              <a:ln w="2286">
                <a:solidFill>
                  <a:srgbClr val="F8FF0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78" name="polygon-2164"/>
              <p:cNvSpPr/>
              <p:nvPr/>
            </p:nvSpPr>
            <p:spPr>
              <a:xfrm>
                <a:off x="12527280" y="1719072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3"/>
                    </a:lnTo>
                    <a:lnTo>
                      <a:pt x="2" y="8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E6FF19"/>
              </a:solidFill>
              <a:ln w="2286">
                <a:solidFill>
                  <a:srgbClr val="E6FF1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79" name="polygon-2165"/>
              <p:cNvSpPr/>
              <p:nvPr/>
            </p:nvSpPr>
            <p:spPr>
              <a:xfrm>
                <a:off x="12865608" y="1600200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2"/>
                    </a:moveTo>
                    <a:lnTo>
                      <a:pt x="4" y="0"/>
                    </a:lnTo>
                    <a:lnTo>
                      <a:pt x="2" y="3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CBFF34"/>
              </a:solidFill>
              <a:ln w="2286">
                <a:solidFill>
                  <a:srgbClr val="CBFF3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80" name="polygon-2166"/>
              <p:cNvSpPr/>
              <p:nvPr/>
            </p:nvSpPr>
            <p:spPr>
              <a:xfrm>
                <a:off x="12847320" y="1600200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3"/>
                    </a:lnTo>
                    <a:lnTo>
                      <a:pt x="2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C8FF37"/>
              </a:solidFill>
              <a:ln w="2286">
                <a:solidFill>
                  <a:srgbClr val="C8FF3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81" name="polygon-2167"/>
              <p:cNvSpPr/>
              <p:nvPr/>
            </p:nvSpPr>
            <p:spPr>
              <a:xfrm>
                <a:off x="12829032" y="1600200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6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D1FF2E"/>
              </a:solidFill>
              <a:ln w="2286">
                <a:solidFill>
                  <a:srgbClr val="D1FF2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82" name="polygon-2168"/>
              <p:cNvSpPr/>
              <p:nvPr/>
            </p:nvSpPr>
            <p:spPr>
              <a:xfrm>
                <a:off x="12810744" y="1636776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2"/>
                    </a:lnTo>
                    <a:lnTo>
                      <a:pt x="2" y="4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B6FF49"/>
              </a:solidFill>
              <a:ln w="2286">
                <a:solidFill>
                  <a:srgbClr val="B6FF4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83" name="polygon-2169"/>
              <p:cNvSpPr/>
              <p:nvPr/>
            </p:nvSpPr>
            <p:spPr>
              <a:xfrm>
                <a:off x="12792456" y="1645920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1"/>
                    </a:moveTo>
                    <a:lnTo>
                      <a:pt x="4" y="3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3FF3C"/>
              </a:solidFill>
              <a:ln w="2286">
                <a:solidFill>
                  <a:srgbClr val="C3FF3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84" name="polygon-2170"/>
              <p:cNvSpPr/>
              <p:nvPr/>
            </p:nvSpPr>
            <p:spPr>
              <a:xfrm>
                <a:off x="12774168" y="1636776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1"/>
                    </a:moveTo>
                    <a:lnTo>
                      <a:pt x="4" y="3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AFF05"/>
              </a:solidFill>
              <a:ln w="2286">
                <a:solidFill>
                  <a:srgbClr val="FAFF0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85" name="polygon-2171"/>
              <p:cNvSpPr/>
              <p:nvPr/>
            </p:nvSpPr>
            <p:spPr>
              <a:xfrm>
                <a:off x="12755880" y="1636776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1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D500"/>
              </a:solidFill>
              <a:ln w="2286">
                <a:solidFill>
                  <a:srgbClr val="FFD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86" name="polygon-2172"/>
              <p:cNvSpPr/>
              <p:nvPr/>
            </p:nvSpPr>
            <p:spPr>
              <a:xfrm>
                <a:off x="12737592" y="1645920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0"/>
                    </a:lnTo>
                    <a:lnTo>
                      <a:pt x="2" y="5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BFF04"/>
              </a:solidFill>
              <a:ln w="2286">
                <a:solidFill>
                  <a:srgbClr val="FBFF0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87" name="polygon-2173"/>
              <p:cNvSpPr/>
              <p:nvPr/>
            </p:nvSpPr>
            <p:spPr>
              <a:xfrm>
                <a:off x="12719304" y="1673352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2"/>
                    </a:moveTo>
                    <a:lnTo>
                      <a:pt x="4" y="2"/>
                    </a:lnTo>
                    <a:lnTo>
                      <a:pt x="2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C7FF38"/>
              </a:solidFill>
              <a:ln w="2286">
                <a:solidFill>
                  <a:srgbClr val="C7FF3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88" name="polygon-2174"/>
              <p:cNvSpPr/>
              <p:nvPr/>
            </p:nvSpPr>
            <p:spPr>
              <a:xfrm>
                <a:off x="12701016" y="1673352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4"/>
                    </a:moveTo>
                    <a:lnTo>
                      <a:pt x="4" y="0"/>
                    </a:lnTo>
                    <a:lnTo>
                      <a:pt x="2" y="6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C4FF3B"/>
              </a:solidFill>
              <a:ln w="2286">
                <a:solidFill>
                  <a:srgbClr val="C4FF3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89" name="polygon-2175"/>
              <p:cNvSpPr/>
              <p:nvPr/>
            </p:nvSpPr>
            <p:spPr>
              <a:xfrm>
                <a:off x="12682728" y="1691640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4"/>
                    </a:lnTo>
                    <a:lnTo>
                      <a:pt x="2" y="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B8FF47"/>
              </a:solidFill>
              <a:ln w="2286">
                <a:solidFill>
                  <a:srgbClr val="B8FF4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90" name="polygon-2176"/>
              <p:cNvSpPr/>
              <p:nvPr/>
            </p:nvSpPr>
            <p:spPr>
              <a:xfrm>
                <a:off x="12664440" y="1700784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4"/>
                    </a:lnTo>
                    <a:lnTo>
                      <a:pt x="2" y="3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B6FF49"/>
              </a:solidFill>
              <a:ln w="2286">
                <a:solidFill>
                  <a:srgbClr val="B6FF4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91" name="polygon-2177"/>
              <p:cNvSpPr/>
              <p:nvPr/>
            </p:nvSpPr>
            <p:spPr>
              <a:xfrm>
                <a:off x="12637008" y="1709928"/>
                <a:ext cx="4572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5" h="5">
                    <a:moveTo>
                      <a:pt x="3" y="3"/>
                    </a:moveTo>
                    <a:lnTo>
                      <a:pt x="5" y="2"/>
                    </a:lnTo>
                    <a:lnTo>
                      <a:pt x="3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C4FF3B"/>
              </a:solidFill>
              <a:ln w="2286">
                <a:solidFill>
                  <a:srgbClr val="C4FF3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92" name="polygon-2178"/>
              <p:cNvSpPr/>
              <p:nvPr/>
            </p:nvSpPr>
            <p:spPr>
              <a:xfrm>
                <a:off x="12618720" y="1700784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2" y="6"/>
                    </a:moveTo>
                    <a:lnTo>
                      <a:pt x="5" y="1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CFF03"/>
              </a:solidFill>
              <a:ln w="2286">
                <a:solidFill>
                  <a:srgbClr val="FCFF0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93" name="polygon-2179"/>
              <p:cNvSpPr/>
              <p:nvPr/>
            </p:nvSpPr>
            <p:spPr>
              <a:xfrm>
                <a:off x="12600432" y="1700784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2"/>
                    </a:lnTo>
                    <a:lnTo>
                      <a:pt x="2" y="8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E9FF16"/>
              </a:solidFill>
              <a:ln w="2286">
                <a:solidFill>
                  <a:srgbClr val="E9FF1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94" name="polygon-2180"/>
              <p:cNvSpPr/>
              <p:nvPr/>
            </p:nvSpPr>
            <p:spPr>
              <a:xfrm>
                <a:off x="12582144" y="1746504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3"/>
                    </a:lnTo>
                    <a:lnTo>
                      <a:pt x="2" y="2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ACFF53"/>
              </a:solidFill>
              <a:ln w="2286">
                <a:solidFill>
                  <a:srgbClr val="ACFF5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95" name="polygon-2181"/>
              <p:cNvSpPr/>
              <p:nvPr/>
            </p:nvSpPr>
            <p:spPr>
              <a:xfrm>
                <a:off x="12563856" y="1746504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3"/>
                    </a:moveTo>
                    <a:lnTo>
                      <a:pt x="4" y="2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0FF3F"/>
              </a:solidFill>
              <a:ln w="2286">
                <a:solidFill>
                  <a:srgbClr val="C0FF3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96" name="polygon-2182"/>
              <p:cNvSpPr/>
              <p:nvPr/>
            </p:nvSpPr>
            <p:spPr>
              <a:xfrm>
                <a:off x="12545568" y="1746504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4"/>
                    </a:lnTo>
                    <a:lnTo>
                      <a:pt x="2" y="3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C8FF37"/>
              </a:solidFill>
              <a:ln w="2286">
                <a:solidFill>
                  <a:srgbClr val="C8FF3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97" name="polygon-2183"/>
              <p:cNvSpPr/>
              <p:nvPr/>
            </p:nvSpPr>
            <p:spPr>
              <a:xfrm>
                <a:off x="12883896" y="1600200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0"/>
                    </a:lnTo>
                    <a:lnTo>
                      <a:pt x="2" y="4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F4FF0B"/>
              </a:solidFill>
              <a:ln w="2286">
                <a:solidFill>
                  <a:srgbClr val="F4FF0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98" name="polygon-2184"/>
              <p:cNvSpPr/>
              <p:nvPr/>
            </p:nvSpPr>
            <p:spPr>
              <a:xfrm>
                <a:off x="12865608" y="1600200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3"/>
                    </a:moveTo>
                    <a:lnTo>
                      <a:pt x="4" y="4"/>
                    </a:lnTo>
                    <a:lnTo>
                      <a:pt x="2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7FF28"/>
              </a:solidFill>
              <a:ln w="2286">
                <a:solidFill>
                  <a:srgbClr val="D7FF2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99" name="polygon-2185"/>
              <p:cNvSpPr/>
              <p:nvPr/>
            </p:nvSpPr>
            <p:spPr>
              <a:xfrm>
                <a:off x="12847320" y="1600200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7"/>
                    </a:lnTo>
                    <a:lnTo>
                      <a:pt x="2" y="3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E9FF16"/>
              </a:solidFill>
              <a:ln w="2286">
                <a:solidFill>
                  <a:srgbClr val="E9FF1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00" name="polygon-2186"/>
              <p:cNvSpPr/>
              <p:nvPr/>
            </p:nvSpPr>
            <p:spPr>
              <a:xfrm>
                <a:off x="12829032" y="1627632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3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EEFF11"/>
              </a:solidFill>
              <a:ln w="2286">
                <a:solidFill>
                  <a:srgbClr val="EEFF1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01" name="polygon-2187"/>
              <p:cNvSpPr/>
              <p:nvPr/>
            </p:nvSpPr>
            <p:spPr>
              <a:xfrm>
                <a:off x="12810744" y="1627632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6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D6FF29"/>
              </a:solidFill>
              <a:ln w="2286">
                <a:solidFill>
                  <a:srgbClr val="D6FF2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02" name="polygon-2188"/>
              <p:cNvSpPr/>
              <p:nvPr/>
            </p:nvSpPr>
            <p:spPr>
              <a:xfrm>
                <a:off x="12792456" y="1636776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3"/>
                    </a:moveTo>
                    <a:lnTo>
                      <a:pt x="4" y="5"/>
                    </a:lnTo>
                    <a:lnTo>
                      <a:pt x="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8FF27"/>
              </a:solidFill>
              <a:ln w="2286">
                <a:solidFill>
                  <a:srgbClr val="D8FF2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03" name="polygon-2189"/>
              <p:cNvSpPr/>
              <p:nvPr/>
            </p:nvSpPr>
            <p:spPr>
              <a:xfrm>
                <a:off x="12774168" y="1636776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6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8FF17"/>
              </a:solidFill>
              <a:ln w="2286">
                <a:solidFill>
                  <a:srgbClr val="E8FF1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04" name="polygon-2190"/>
              <p:cNvSpPr/>
              <p:nvPr/>
            </p:nvSpPr>
            <p:spPr>
              <a:xfrm>
                <a:off x="12755880" y="1645920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7"/>
                    </a:lnTo>
                    <a:lnTo>
                      <a:pt x="2" y="5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D9FF26"/>
              </a:solidFill>
              <a:ln w="2286">
                <a:solidFill>
                  <a:srgbClr val="D9FF2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05" name="polygon-2191"/>
              <p:cNvSpPr/>
              <p:nvPr/>
            </p:nvSpPr>
            <p:spPr>
              <a:xfrm>
                <a:off x="12737592" y="1673352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2"/>
                    </a:moveTo>
                    <a:lnTo>
                      <a:pt x="4" y="2"/>
                    </a:lnTo>
                    <a:lnTo>
                      <a:pt x="2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DFF32"/>
              </a:solidFill>
              <a:ln w="2286">
                <a:solidFill>
                  <a:srgbClr val="CDFF3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06" name="polygon-2192"/>
              <p:cNvSpPr/>
              <p:nvPr/>
            </p:nvSpPr>
            <p:spPr>
              <a:xfrm>
                <a:off x="12719304" y="1673352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7"/>
                    </a:lnTo>
                    <a:lnTo>
                      <a:pt x="2" y="5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B9FF46"/>
              </a:solidFill>
              <a:ln w="2286">
                <a:solidFill>
                  <a:srgbClr val="B9FF4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07" name="polygon-2193"/>
              <p:cNvSpPr/>
              <p:nvPr/>
            </p:nvSpPr>
            <p:spPr>
              <a:xfrm>
                <a:off x="12701016" y="1719072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1"/>
                    </a:moveTo>
                    <a:lnTo>
                      <a:pt x="4" y="0"/>
                    </a:lnTo>
                    <a:lnTo>
                      <a:pt x="2" y="4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97FF68"/>
              </a:solidFill>
              <a:ln w="2286">
                <a:solidFill>
                  <a:srgbClr val="97FF6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08" name="polygon-2194"/>
              <p:cNvSpPr/>
              <p:nvPr/>
            </p:nvSpPr>
            <p:spPr>
              <a:xfrm>
                <a:off x="12682728" y="1728216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1"/>
                    </a:moveTo>
                    <a:lnTo>
                      <a:pt x="4" y="3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FF4C"/>
              </a:solidFill>
              <a:ln w="2286">
                <a:solidFill>
                  <a:srgbClr val="B3FF4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09" name="polygon-2195"/>
              <p:cNvSpPr/>
              <p:nvPr/>
            </p:nvSpPr>
            <p:spPr>
              <a:xfrm>
                <a:off x="12664440" y="1709928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2"/>
                    </a:moveTo>
                    <a:lnTo>
                      <a:pt x="4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600"/>
              </a:solidFill>
              <a:ln w="2286">
                <a:solidFill>
                  <a:srgbClr val="FFF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10" name="polygon-2196"/>
              <p:cNvSpPr/>
              <p:nvPr/>
            </p:nvSpPr>
            <p:spPr>
              <a:xfrm>
                <a:off x="12637008" y="1709928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3" y="0"/>
                    </a:moveTo>
                    <a:lnTo>
                      <a:pt x="5" y="0"/>
                    </a:lnTo>
                    <a:lnTo>
                      <a:pt x="3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D000"/>
              </a:solidFill>
              <a:ln w="2286">
                <a:solidFill>
                  <a:srgbClr val="FFD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11" name="polygon-2197"/>
              <p:cNvSpPr/>
              <p:nvPr/>
            </p:nvSpPr>
            <p:spPr>
              <a:xfrm>
                <a:off x="12618720" y="1719072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2" y="0"/>
                    </a:moveTo>
                    <a:lnTo>
                      <a:pt x="5" y="0"/>
                    </a:lnTo>
                    <a:lnTo>
                      <a:pt x="2" y="4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1FF0E"/>
              </a:solidFill>
              <a:ln w="2286">
                <a:solidFill>
                  <a:srgbClr val="F1FF0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12" name="polygon-2198"/>
              <p:cNvSpPr/>
              <p:nvPr/>
            </p:nvSpPr>
            <p:spPr>
              <a:xfrm>
                <a:off x="12600432" y="1746504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3"/>
                    </a:moveTo>
                    <a:lnTo>
                      <a:pt x="4" y="1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DAFF25"/>
              </a:solidFill>
              <a:ln w="2286">
                <a:solidFill>
                  <a:srgbClr val="DAFF2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13" name="polygon-2199"/>
              <p:cNvSpPr/>
              <p:nvPr/>
            </p:nvSpPr>
            <p:spPr>
              <a:xfrm>
                <a:off x="12582144" y="1746504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2"/>
                    </a:moveTo>
                    <a:lnTo>
                      <a:pt x="4" y="0"/>
                    </a:lnTo>
                    <a:lnTo>
                      <a:pt x="2" y="3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DDFF22"/>
              </a:solidFill>
              <a:ln w="2286">
                <a:solidFill>
                  <a:srgbClr val="DDFF2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14" name="polygon-2200"/>
              <p:cNvSpPr/>
              <p:nvPr/>
            </p:nvSpPr>
            <p:spPr>
              <a:xfrm>
                <a:off x="12563856" y="1764792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2"/>
                    </a:moveTo>
                    <a:lnTo>
                      <a:pt x="4" y="1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0FF1F"/>
              </a:solidFill>
              <a:ln w="2286">
                <a:solidFill>
                  <a:srgbClr val="E0FF1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15" name="polygon-2201"/>
              <p:cNvSpPr/>
              <p:nvPr/>
            </p:nvSpPr>
            <p:spPr>
              <a:xfrm>
                <a:off x="12902184" y="1600200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C6FF39"/>
              </a:solidFill>
              <a:ln w="2286">
                <a:solidFill>
                  <a:srgbClr val="C6FF3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16" name="polygon-2202"/>
              <p:cNvSpPr/>
              <p:nvPr/>
            </p:nvSpPr>
            <p:spPr>
              <a:xfrm>
                <a:off x="12883896" y="1636776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3"/>
                    </a:lnTo>
                    <a:lnTo>
                      <a:pt x="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BFFF40"/>
              </a:solidFill>
              <a:ln w="2286">
                <a:solidFill>
                  <a:srgbClr val="BFFF4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17" name="polygon-2203"/>
              <p:cNvSpPr/>
              <p:nvPr/>
            </p:nvSpPr>
            <p:spPr>
              <a:xfrm>
                <a:off x="12865608" y="1627632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4"/>
                    </a:moveTo>
                    <a:lnTo>
                      <a:pt x="4" y="1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9FF16"/>
              </a:solidFill>
              <a:ln w="2286">
                <a:solidFill>
                  <a:srgbClr val="E9FF1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18" name="polygon-2204"/>
              <p:cNvSpPr/>
              <p:nvPr/>
            </p:nvSpPr>
            <p:spPr>
              <a:xfrm>
                <a:off x="12847320" y="1627632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3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400"/>
              </a:solidFill>
              <a:ln w="2286">
                <a:solidFill>
                  <a:srgbClr val="FFF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19" name="polygon-2205"/>
              <p:cNvSpPr/>
              <p:nvPr/>
            </p:nvSpPr>
            <p:spPr>
              <a:xfrm>
                <a:off x="12829032" y="1627632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4"/>
                    </a:lnTo>
                    <a:lnTo>
                      <a:pt x="2" y="7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E0FF1F"/>
              </a:solidFill>
              <a:ln w="2286">
                <a:solidFill>
                  <a:srgbClr val="E0FF1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20" name="polygon-2206"/>
              <p:cNvSpPr/>
              <p:nvPr/>
            </p:nvSpPr>
            <p:spPr>
              <a:xfrm>
                <a:off x="12810744" y="1682496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B9FF46"/>
              </a:solidFill>
              <a:ln w="2286">
                <a:solidFill>
                  <a:srgbClr val="B9FF4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21" name="polygon-2207"/>
              <p:cNvSpPr/>
              <p:nvPr/>
            </p:nvSpPr>
            <p:spPr>
              <a:xfrm>
                <a:off x="12792456" y="1691640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0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A2FF5D"/>
              </a:solidFill>
              <a:ln w="2286">
                <a:solidFill>
                  <a:srgbClr val="A2FF5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22" name="polygon-2208"/>
              <p:cNvSpPr/>
              <p:nvPr/>
            </p:nvSpPr>
            <p:spPr>
              <a:xfrm>
                <a:off x="12774168" y="1691640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2"/>
                    </a:moveTo>
                    <a:lnTo>
                      <a:pt x="4" y="3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1FF3E"/>
              </a:solidFill>
              <a:ln w="2286">
                <a:solidFill>
                  <a:srgbClr val="C1FF3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23" name="polygon-2209"/>
              <p:cNvSpPr/>
              <p:nvPr/>
            </p:nvSpPr>
            <p:spPr>
              <a:xfrm>
                <a:off x="12755880" y="1691640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0"/>
                    </a:lnTo>
                    <a:lnTo>
                      <a:pt x="2" y="3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D1FF2E"/>
              </a:solidFill>
              <a:ln w="2286">
                <a:solidFill>
                  <a:srgbClr val="D1FF2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24" name="polygon-2210"/>
              <p:cNvSpPr/>
              <p:nvPr/>
            </p:nvSpPr>
            <p:spPr>
              <a:xfrm>
                <a:off x="12737592" y="1719072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2"/>
                    </a:moveTo>
                    <a:lnTo>
                      <a:pt x="4" y="0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7FF58"/>
              </a:solidFill>
              <a:ln w="2286">
                <a:solidFill>
                  <a:srgbClr val="A7FF5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25" name="polygon-2211"/>
              <p:cNvSpPr/>
              <p:nvPr/>
            </p:nvSpPr>
            <p:spPr>
              <a:xfrm>
                <a:off x="12719304" y="1719072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4"/>
                    </a:lnTo>
                    <a:lnTo>
                      <a:pt x="2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B5FF4A"/>
              </a:solidFill>
              <a:ln w="2286">
                <a:solidFill>
                  <a:srgbClr val="B5FF4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26" name="polygon-2212"/>
              <p:cNvSpPr/>
              <p:nvPr/>
            </p:nvSpPr>
            <p:spPr>
              <a:xfrm>
                <a:off x="12701016" y="1709928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5"/>
                    </a:moveTo>
                    <a:lnTo>
                      <a:pt x="4" y="1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EFFF10"/>
              </a:solidFill>
              <a:ln w="2286">
                <a:solidFill>
                  <a:srgbClr val="EFFF1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27" name="polygon-2213"/>
              <p:cNvSpPr/>
              <p:nvPr/>
            </p:nvSpPr>
            <p:spPr>
              <a:xfrm>
                <a:off x="12682728" y="1709928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2"/>
                    </a:moveTo>
                    <a:lnTo>
                      <a:pt x="4" y="0"/>
                    </a:lnTo>
                    <a:lnTo>
                      <a:pt x="2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400"/>
              </a:solidFill>
              <a:ln w="2286">
                <a:solidFill>
                  <a:srgbClr val="FFF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28" name="polygon-2214"/>
              <p:cNvSpPr/>
              <p:nvPr/>
            </p:nvSpPr>
            <p:spPr>
              <a:xfrm>
                <a:off x="12664440" y="1709928"/>
                <a:ext cx="36576" cy="82296"/>
              </a:xfrm>
              <a:custGeom>
                <a:avLst/>
                <a:gdLst/>
                <a:ahLst/>
                <a:cxnLst/>
                <a:rect l="l" t="t" r="r" b="b"/>
                <a:pathLst>
                  <a:path w="4" h="9">
                    <a:moveTo>
                      <a:pt x="2" y="0"/>
                    </a:moveTo>
                    <a:lnTo>
                      <a:pt x="4" y="5"/>
                    </a:lnTo>
                    <a:lnTo>
                      <a:pt x="2" y="9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CFF13"/>
              </a:solidFill>
              <a:ln w="2286">
                <a:solidFill>
                  <a:srgbClr val="ECFF1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29" name="polygon-2215"/>
              <p:cNvSpPr/>
              <p:nvPr/>
            </p:nvSpPr>
            <p:spPr>
              <a:xfrm>
                <a:off x="12637008" y="1719072"/>
                <a:ext cx="45720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5" h="8">
                    <a:moveTo>
                      <a:pt x="3" y="0"/>
                    </a:moveTo>
                    <a:lnTo>
                      <a:pt x="5" y="8"/>
                    </a:lnTo>
                    <a:lnTo>
                      <a:pt x="3" y="6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D7FF28"/>
              </a:solidFill>
              <a:ln w="2286">
                <a:solidFill>
                  <a:srgbClr val="D7FF2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30" name="polygon-2216"/>
              <p:cNvSpPr/>
              <p:nvPr/>
            </p:nvSpPr>
            <p:spPr>
              <a:xfrm>
                <a:off x="12618720" y="1746504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2" y="1"/>
                    </a:moveTo>
                    <a:lnTo>
                      <a:pt x="5" y="3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4FF1B"/>
              </a:solidFill>
              <a:ln w="2286">
                <a:solidFill>
                  <a:srgbClr val="E4FF1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31" name="polygon-2217"/>
              <p:cNvSpPr/>
              <p:nvPr/>
            </p:nvSpPr>
            <p:spPr>
              <a:xfrm>
                <a:off x="12600432" y="1746504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4"/>
                    </a:lnTo>
                    <a:lnTo>
                      <a:pt x="2" y="5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E4FF1B"/>
              </a:solidFill>
              <a:ln w="2286">
                <a:solidFill>
                  <a:srgbClr val="E4FF1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32" name="polygon-2218"/>
              <p:cNvSpPr/>
              <p:nvPr/>
            </p:nvSpPr>
            <p:spPr>
              <a:xfrm>
                <a:off x="12582144" y="1764792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1"/>
                    </a:moveTo>
                    <a:lnTo>
                      <a:pt x="4" y="3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DFF02"/>
              </a:solidFill>
              <a:ln w="2286">
                <a:solidFill>
                  <a:srgbClr val="FDFF0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33" name="polygon-2219"/>
              <p:cNvSpPr/>
              <p:nvPr/>
            </p:nvSpPr>
            <p:spPr>
              <a:xfrm>
                <a:off x="12920472" y="1636776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2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C3FF3C"/>
              </a:solidFill>
              <a:ln w="2286">
                <a:solidFill>
                  <a:srgbClr val="C3FF3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34" name="polygon-2220"/>
              <p:cNvSpPr/>
              <p:nvPr/>
            </p:nvSpPr>
            <p:spPr>
              <a:xfrm>
                <a:off x="12902184" y="1636776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3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F0A"/>
              </a:solidFill>
              <a:ln w="2286">
                <a:solidFill>
                  <a:srgbClr val="F5FF0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35" name="polygon-2221"/>
              <p:cNvSpPr/>
              <p:nvPr/>
            </p:nvSpPr>
            <p:spPr>
              <a:xfrm>
                <a:off x="12883896" y="1636776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0"/>
                    </a:lnTo>
                    <a:lnTo>
                      <a:pt x="2" y="5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6FF09"/>
              </a:solidFill>
              <a:ln w="2286">
                <a:solidFill>
                  <a:srgbClr val="F6FF0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36" name="polygon-2222"/>
              <p:cNvSpPr/>
              <p:nvPr/>
            </p:nvSpPr>
            <p:spPr>
              <a:xfrm>
                <a:off x="12865608" y="1655064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3"/>
                    </a:lnTo>
                    <a:lnTo>
                      <a:pt x="2" y="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C1FF3E"/>
              </a:solidFill>
              <a:ln w="2286">
                <a:solidFill>
                  <a:srgbClr val="C1FF3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37" name="polygon-2223"/>
              <p:cNvSpPr/>
              <p:nvPr/>
            </p:nvSpPr>
            <p:spPr>
              <a:xfrm>
                <a:off x="12847320" y="1664208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4"/>
                    </a:lnTo>
                    <a:lnTo>
                      <a:pt x="2" y="2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C3FF3C"/>
              </a:solidFill>
              <a:ln w="2286">
                <a:solidFill>
                  <a:srgbClr val="C3FF3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38" name="polygon-2224"/>
              <p:cNvSpPr/>
              <p:nvPr/>
            </p:nvSpPr>
            <p:spPr>
              <a:xfrm>
                <a:off x="12829032" y="1682496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1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D5FF2A"/>
              </a:solidFill>
              <a:ln w="2286">
                <a:solidFill>
                  <a:srgbClr val="D5FF2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39" name="polygon-2225"/>
              <p:cNvSpPr/>
              <p:nvPr/>
            </p:nvSpPr>
            <p:spPr>
              <a:xfrm>
                <a:off x="12810744" y="1691640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0"/>
                    </a:lnTo>
                    <a:lnTo>
                      <a:pt x="2" y="4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B7FF48"/>
              </a:solidFill>
              <a:ln w="2286">
                <a:solidFill>
                  <a:srgbClr val="B7FF4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40" name="polygon-2226"/>
              <p:cNvSpPr/>
              <p:nvPr/>
            </p:nvSpPr>
            <p:spPr>
              <a:xfrm>
                <a:off x="12792456" y="1691640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3"/>
                    </a:moveTo>
                    <a:lnTo>
                      <a:pt x="4" y="4"/>
                    </a:lnTo>
                    <a:lnTo>
                      <a:pt x="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DFF52"/>
              </a:solidFill>
              <a:ln w="2286">
                <a:solidFill>
                  <a:srgbClr val="ADFF5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41" name="polygon-2227"/>
              <p:cNvSpPr/>
              <p:nvPr/>
            </p:nvSpPr>
            <p:spPr>
              <a:xfrm>
                <a:off x="12774168" y="1691640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0"/>
                    </a:moveTo>
                    <a:lnTo>
                      <a:pt x="4" y="6"/>
                    </a:lnTo>
                    <a:lnTo>
                      <a:pt x="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E4FF1B"/>
              </a:solidFill>
              <a:ln w="2286">
                <a:solidFill>
                  <a:srgbClr val="E4FF1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42" name="polygon-2228"/>
              <p:cNvSpPr/>
              <p:nvPr/>
            </p:nvSpPr>
            <p:spPr>
              <a:xfrm>
                <a:off x="12755880" y="1691640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3"/>
                    </a:moveTo>
                    <a:lnTo>
                      <a:pt x="4" y="0"/>
                    </a:lnTo>
                    <a:lnTo>
                      <a:pt x="2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D6FF29"/>
              </a:solidFill>
              <a:ln w="2286">
                <a:solidFill>
                  <a:srgbClr val="D6FF2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43" name="polygon-2229"/>
              <p:cNvSpPr/>
              <p:nvPr/>
            </p:nvSpPr>
            <p:spPr>
              <a:xfrm>
                <a:off x="12737592" y="1719072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4"/>
                    </a:moveTo>
                    <a:lnTo>
                      <a:pt x="4" y="2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3FF3C"/>
              </a:solidFill>
              <a:ln w="2286">
                <a:solidFill>
                  <a:srgbClr val="C3FF3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44" name="polygon-2230"/>
              <p:cNvSpPr/>
              <p:nvPr/>
            </p:nvSpPr>
            <p:spPr>
              <a:xfrm>
                <a:off x="12719304" y="1709928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1"/>
                    </a:moveTo>
                    <a:lnTo>
                      <a:pt x="4" y="5"/>
                    </a:lnTo>
                    <a:lnTo>
                      <a:pt x="2" y="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DFF22"/>
              </a:solidFill>
              <a:ln w="2286">
                <a:solidFill>
                  <a:srgbClr val="DDFF2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45" name="polygon-2231"/>
              <p:cNvSpPr/>
              <p:nvPr/>
            </p:nvSpPr>
            <p:spPr>
              <a:xfrm>
                <a:off x="12701016" y="1709928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8"/>
                    </a:lnTo>
                    <a:lnTo>
                      <a:pt x="2" y="6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D4FF2B"/>
              </a:solidFill>
              <a:ln w="2286">
                <a:solidFill>
                  <a:srgbClr val="D4FF2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46" name="polygon-2232"/>
              <p:cNvSpPr/>
              <p:nvPr/>
            </p:nvSpPr>
            <p:spPr>
              <a:xfrm>
                <a:off x="12682728" y="1755648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1"/>
                    </a:lnTo>
                    <a:lnTo>
                      <a:pt x="2" y="1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C0FF3F"/>
              </a:solidFill>
              <a:ln w="2286">
                <a:solidFill>
                  <a:srgbClr val="C0FF3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47" name="polygon-2233"/>
              <p:cNvSpPr/>
              <p:nvPr/>
            </p:nvSpPr>
            <p:spPr>
              <a:xfrm>
                <a:off x="12664440" y="1746504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5"/>
                    </a:moveTo>
                    <a:lnTo>
                      <a:pt x="4" y="2"/>
                    </a:lnTo>
                    <a:lnTo>
                      <a:pt x="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D7FF28"/>
              </a:solidFill>
              <a:ln w="2286">
                <a:solidFill>
                  <a:srgbClr val="D7FF2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48" name="polygon-2234"/>
              <p:cNvSpPr/>
              <p:nvPr/>
            </p:nvSpPr>
            <p:spPr>
              <a:xfrm>
                <a:off x="12637008" y="1746504"/>
                <a:ext cx="45720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5" h="7">
                    <a:moveTo>
                      <a:pt x="3" y="3"/>
                    </a:moveTo>
                    <a:lnTo>
                      <a:pt x="5" y="0"/>
                    </a:lnTo>
                    <a:lnTo>
                      <a:pt x="3" y="7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CEFF31"/>
              </a:solidFill>
              <a:ln w="2286">
                <a:solidFill>
                  <a:srgbClr val="CEFF3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49" name="polygon-2235"/>
              <p:cNvSpPr/>
              <p:nvPr/>
            </p:nvSpPr>
            <p:spPr>
              <a:xfrm>
                <a:off x="12618720" y="1783080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2" y="0"/>
                    </a:moveTo>
                    <a:lnTo>
                      <a:pt x="5" y="3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B4FF4B"/>
              </a:solidFill>
              <a:ln w="2286">
                <a:solidFill>
                  <a:srgbClr val="B4FF4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50" name="polygon-2236"/>
              <p:cNvSpPr/>
              <p:nvPr/>
            </p:nvSpPr>
            <p:spPr>
              <a:xfrm>
                <a:off x="12600432" y="1764792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3"/>
                    </a:moveTo>
                    <a:lnTo>
                      <a:pt x="4" y="4"/>
                    </a:lnTo>
                    <a:lnTo>
                      <a:pt x="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7FF28"/>
              </a:solidFill>
              <a:ln w="2286">
                <a:solidFill>
                  <a:srgbClr val="D7FF2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51" name="polygon-2237"/>
              <p:cNvSpPr/>
              <p:nvPr/>
            </p:nvSpPr>
            <p:spPr>
              <a:xfrm>
                <a:off x="12938760" y="1627632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1"/>
                    </a:moveTo>
                    <a:lnTo>
                      <a:pt x="4" y="3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AFF05"/>
              </a:solidFill>
              <a:ln w="2286">
                <a:solidFill>
                  <a:srgbClr val="FAFF0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52" name="polygon-2238"/>
              <p:cNvSpPr/>
              <p:nvPr/>
            </p:nvSpPr>
            <p:spPr>
              <a:xfrm>
                <a:off x="12920472" y="1627632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1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D500"/>
              </a:solidFill>
              <a:ln w="2286">
                <a:solidFill>
                  <a:srgbClr val="FFD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53" name="polygon-2239"/>
              <p:cNvSpPr/>
              <p:nvPr/>
            </p:nvSpPr>
            <p:spPr>
              <a:xfrm>
                <a:off x="12902184" y="1636776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0"/>
                    </a:moveTo>
                    <a:lnTo>
                      <a:pt x="4" y="0"/>
                    </a:lnTo>
                    <a:lnTo>
                      <a:pt x="2" y="5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BFF04"/>
              </a:solidFill>
              <a:ln w="2286">
                <a:solidFill>
                  <a:srgbClr val="FBFF0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54" name="polygon-2240"/>
              <p:cNvSpPr/>
              <p:nvPr/>
            </p:nvSpPr>
            <p:spPr>
              <a:xfrm>
                <a:off x="12883896" y="1664208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2"/>
                    </a:moveTo>
                    <a:lnTo>
                      <a:pt x="4" y="2"/>
                    </a:lnTo>
                    <a:lnTo>
                      <a:pt x="2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C7FF38"/>
              </a:solidFill>
              <a:ln w="2286">
                <a:solidFill>
                  <a:srgbClr val="C7FF3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55" name="polygon-2241"/>
              <p:cNvSpPr/>
              <p:nvPr/>
            </p:nvSpPr>
            <p:spPr>
              <a:xfrm>
                <a:off x="12865608" y="1664208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4"/>
                    </a:moveTo>
                    <a:lnTo>
                      <a:pt x="4" y="0"/>
                    </a:lnTo>
                    <a:lnTo>
                      <a:pt x="2" y="6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C4FF3B"/>
              </a:solidFill>
              <a:ln w="2286">
                <a:solidFill>
                  <a:srgbClr val="C4FF3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56" name="polygon-2242"/>
              <p:cNvSpPr/>
              <p:nvPr/>
            </p:nvSpPr>
            <p:spPr>
              <a:xfrm>
                <a:off x="12847320" y="1682496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4"/>
                    </a:lnTo>
                    <a:lnTo>
                      <a:pt x="2" y="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C6FF39"/>
              </a:solidFill>
              <a:ln w="2286">
                <a:solidFill>
                  <a:srgbClr val="C6FF3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57" name="polygon-2243"/>
              <p:cNvSpPr/>
              <p:nvPr/>
            </p:nvSpPr>
            <p:spPr>
              <a:xfrm>
                <a:off x="12829032" y="1691640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4" y="2"/>
                    </a:lnTo>
                    <a:lnTo>
                      <a:pt x="2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C1FF3E"/>
              </a:solidFill>
              <a:ln w="2286">
                <a:solidFill>
                  <a:srgbClr val="C1FF3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58" name="polygon-2244"/>
              <p:cNvSpPr/>
              <p:nvPr/>
            </p:nvSpPr>
            <p:spPr>
              <a:xfrm>
                <a:off x="12810744" y="1709928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2"/>
                    </a:moveTo>
                    <a:lnTo>
                      <a:pt x="4" y="2"/>
                    </a:lnTo>
                    <a:lnTo>
                      <a:pt x="2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B2FF4D"/>
              </a:solidFill>
              <a:ln w="2286">
                <a:solidFill>
                  <a:srgbClr val="B2FF4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59" name="polygon-2245"/>
              <p:cNvSpPr/>
              <p:nvPr/>
            </p:nvSpPr>
            <p:spPr>
              <a:xfrm>
                <a:off x="12792456" y="1691640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6"/>
                    </a:moveTo>
                    <a:lnTo>
                      <a:pt x="4" y="2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9FF16"/>
              </a:solidFill>
              <a:ln w="2286">
                <a:solidFill>
                  <a:srgbClr val="E9FF1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60" name="polygon-2246"/>
              <p:cNvSpPr/>
              <p:nvPr/>
            </p:nvSpPr>
            <p:spPr>
              <a:xfrm>
                <a:off x="12774168" y="1691640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3"/>
                    </a:lnTo>
                    <a:lnTo>
                      <a:pt x="2" y="8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E4FF1B"/>
              </a:solidFill>
              <a:ln w="2286">
                <a:solidFill>
                  <a:srgbClr val="E4FF1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61" name="polygon-2247"/>
              <p:cNvSpPr/>
              <p:nvPr/>
            </p:nvSpPr>
            <p:spPr>
              <a:xfrm>
                <a:off x="12755880" y="1737360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3"/>
                    </a:lnTo>
                    <a:lnTo>
                      <a:pt x="2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B4FF4B"/>
              </a:solidFill>
              <a:ln w="2286">
                <a:solidFill>
                  <a:srgbClr val="B4FF4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62" name="polygon-2248"/>
              <p:cNvSpPr/>
              <p:nvPr/>
            </p:nvSpPr>
            <p:spPr>
              <a:xfrm>
                <a:off x="12737592" y="1755648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A5FF5A"/>
              </a:solidFill>
              <a:ln w="2286">
                <a:solidFill>
                  <a:srgbClr val="A5FF5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63" name="polygon-2249"/>
              <p:cNvSpPr/>
              <p:nvPr/>
            </p:nvSpPr>
            <p:spPr>
              <a:xfrm>
                <a:off x="12719304" y="1764792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2"/>
                    </a:moveTo>
                    <a:lnTo>
                      <a:pt x="4" y="1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5FF4A"/>
              </a:solidFill>
              <a:ln w="2286">
                <a:solidFill>
                  <a:srgbClr val="B5FF4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64" name="polygon-2250"/>
              <p:cNvSpPr/>
              <p:nvPr/>
            </p:nvSpPr>
            <p:spPr>
              <a:xfrm>
                <a:off x="12701016" y="1755648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1"/>
                    </a:moveTo>
                    <a:lnTo>
                      <a:pt x="4" y="1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2FF0D"/>
              </a:solidFill>
              <a:ln w="2286">
                <a:solidFill>
                  <a:srgbClr val="F2FF0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65" name="polygon-2251"/>
              <p:cNvSpPr/>
              <p:nvPr/>
            </p:nvSpPr>
            <p:spPr>
              <a:xfrm>
                <a:off x="12682728" y="1746504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2"/>
                    </a:moveTo>
                    <a:lnTo>
                      <a:pt x="4" y="1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100"/>
              </a:solidFill>
              <a:ln w="2286">
                <a:solidFill>
                  <a:srgbClr val="FFF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66" name="polygon-2252"/>
              <p:cNvSpPr/>
              <p:nvPr/>
            </p:nvSpPr>
            <p:spPr>
              <a:xfrm>
                <a:off x="12664440" y="1746504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4"/>
                    </a:lnTo>
                    <a:lnTo>
                      <a:pt x="2" y="7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D9FF26"/>
              </a:solidFill>
              <a:ln w="2286">
                <a:solidFill>
                  <a:srgbClr val="D9FF2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67" name="polygon-2253"/>
              <p:cNvSpPr/>
              <p:nvPr/>
            </p:nvSpPr>
            <p:spPr>
              <a:xfrm>
                <a:off x="12637008" y="1792224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3" y="2"/>
                    </a:moveTo>
                    <a:lnTo>
                      <a:pt x="5" y="2"/>
                    </a:lnTo>
                    <a:lnTo>
                      <a:pt x="3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C2FF3D"/>
              </a:solidFill>
              <a:ln w="2286">
                <a:solidFill>
                  <a:srgbClr val="C2FF3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68" name="polygon-2254"/>
              <p:cNvSpPr/>
              <p:nvPr/>
            </p:nvSpPr>
            <p:spPr>
              <a:xfrm>
                <a:off x="12618720" y="1792224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2" y="1"/>
                    </a:moveTo>
                    <a:lnTo>
                      <a:pt x="5" y="0"/>
                    </a:lnTo>
                    <a:lnTo>
                      <a:pt x="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E4FF1B"/>
              </a:solidFill>
              <a:ln w="2286">
                <a:solidFill>
                  <a:srgbClr val="E4FF1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69" name="polygon-2255"/>
              <p:cNvSpPr/>
              <p:nvPr/>
            </p:nvSpPr>
            <p:spPr>
              <a:xfrm>
                <a:off x="12957048" y="181965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A0"/>
              </a:solidFill>
              <a:ln w="2286">
                <a:solidFill>
                  <a:srgbClr val="0000A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70" name="polygon-2256"/>
              <p:cNvSpPr/>
              <p:nvPr/>
            </p:nvSpPr>
            <p:spPr>
              <a:xfrm>
                <a:off x="12957048" y="180136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E0"/>
              </a:solidFill>
              <a:ln w="2286">
                <a:solidFill>
                  <a:srgbClr val="0000E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71" name="polygon-2257"/>
              <p:cNvSpPr/>
              <p:nvPr/>
            </p:nvSpPr>
            <p:spPr>
              <a:xfrm>
                <a:off x="12957048" y="1783080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21FF"/>
              </a:solidFill>
              <a:ln w="2286">
                <a:solidFill>
                  <a:srgbClr val="0021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72" name="polygon-2258"/>
              <p:cNvSpPr/>
              <p:nvPr/>
            </p:nvSpPr>
            <p:spPr>
              <a:xfrm>
                <a:off x="12957048" y="1764792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61FF"/>
              </a:solidFill>
              <a:ln w="2286">
                <a:solidFill>
                  <a:srgbClr val="0061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73" name="polygon-2259"/>
              <p:cNvSpPr/>
              <p:nvPr/>
            </p:nvSpPr>
            <p:spPr>
              <a:xfrm>
                <a:off x="12957048" y="173736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3"/>
                    </a:moveTo>
                    <a:lnTo>
                      <a:pt x="0" y="3"/>
                    </a:lnTo>
                    <a:lnTo>
                      <a:pt x="0" y="0"/>
                    </a:lnTo>
                    <a:lnTo>
                      <a:pt x="2" y="1"/>
                    </a:lnTo>
                    <a:close/>
                  </a:path>
                </a:pathLst>
              </a:custGeom>
              <a:solidFill>
                <a:srgbClr val="00A2FF"/>
              </a:solidFill>
              <a:ln w="2286">
                <a:solidFill>
                  <a:srgbClr val="00A2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74" name="polygon-2260"/>
              <p:cNvSpPr/>
              <p:nvPr/>
            </p:nvSpPr>
            <p:spPr>
              <a:xfrm>
                <a:off x="12957048" y="171907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3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1"/>
                    </a:lnTo>
                    <a:close/>
                  </a:path>
                </a:pathLst>
              </a:custGeom>
              <a:solidFill>
                <a:srgbClr val="00E2FF"/>
              </a:solidFill>
              <a:ln w="2286">
                <a:solidFill>
                  <a:srgbClr val="00E2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75" name="polygon-2261"/>
              <p:cNvSpPr/>
              <p:nvPr/>
            </p:nvSpPr>
            <p:spPr>
              <a:xfrm>
                <a:off x="12957048" y="170078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3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1"/>
                    </a:lnTo>
                    <a:close/>
                  </a:path>
                </a:pathLst>
              </a:custGeom>
              <a:solidFill>
                <a:srgbClr val="23FFDC"/>
              </a:solidFill>
              <a:ln w="2286">
                <a:solidFill>
                  <a:srgbClr val="23FFD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76" name="polygon-2262"/>
              <p:cNvSpPr/>
              <p:nvPr/>
            </p:nvSpPr>
            <p:spPr>
              <a:xfrm>
                <a:off x="12957048" y="1673352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2" y="4"/>
                    </a:moveTo>
                    <a:lnTo>
                      <a:pt x="0" y="3"/>
                    </a:lnTo>
                    <a:lnTo>
                      <a:pt x="0" y="0"/>
                    </a:lnTo>
                    <a:lnTo>
                      <a:pt x="2" y="2"/>
                    </a:lnTo>
                    <a:close/>
                  </a:path>
                </a:pathLst>
              </a:custGeom>
              <a:solidFill>
                <a:srgbClr val="64FF9B"/>
              </a:solidFill>
              <a:ln w="2286">
                <a:solidFill>
                  <a:srgbClr val="64FF9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77" name="polygon-2263"/>
              <p:cNvSpPr/>
              <p:nvPr/>
            </p:nvSpPr>
            <p:spPr>
              <a:xfrm>
                <a:off x="12957048" y="1655064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2" y="4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2"/>
                    </a:lnTo>
                    <a:close/>
                  </a:path>
                </a:pathLst>
              </a:custGeom>
              <a:solidFill>
                <a:srgbClr val="A4FF5B"/>
              </a:solidFill>
              <a:ln w="2286">
                <a:solidFill>
                  <a:srgbClr val="A4FF5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78" name="polygon-2264"/>
              <p:cNvSpPr/>
              <p:nvPr/>
            </p:nvSpPr>
            <p:spPr>
              <a:xfrm>
                <a:off x="12957048" y="1627632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2" y="5"/>
                    </a:moveTo>
                    <a:lnTo>
                      <a:pt x="0" y="3"/>
                    </a:lnTo>
                    <a:lnTo>
                      <a:pt x="0" y="0"/>
                    </a:lnTo>
                    <a:lnTo>
                      <a:pt x="2" y="3"/>
                    </a:lnTo>
                    <a:close/>
                  </a:path>
                </a:pathLst>
              </a:custGeom>
              <a:solidFill>
                <a:srgbClr val="E4FF1B"/>
              </a:solidFill>
              <a:ln w="2286">
                <a:solidFill>
                  <a:srgbClr val="E4FF1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79" name="polygon-2265"/>
              <p:cNvSpPr/>
              <p:nvPr/>
            </p:nvSpPr>
            <p:spPr>
              <a:xfrm>
                <a:off x="12938760" y="182880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A2"/>
              </a:solidFill>
              <a:ln w="2286">
                <a:solidFill>
                  <a:srgbClr val="0000A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80" name="polygon-2266"/>
              <p:cNvSpPr/>
              <p:nvPr/>
            </p:nvSpPr>
            <p:spPr>
              <a:xfrm>
                <a:off x="12938760" y="1801368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2" y="3"/>
                    </a:moveTo>
                    <a:lnTo>
                      <a:pt x="0" y="4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E8"/>
              </a:solidFill>
              <a:ln w="2286">
                <a:solidFill>
                  <a:srgbClr val="0000E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81" name="polygon-2267"/>
              <p:cNvSpPr/>
              <p:nvPr/>
            </p:nvSpPr>
            <p:spPr>
              <a:xfrm>
                <a:off x="12938760" y="178308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2FFF"/>
              </a:solidFill>
              <a:ln w="2286">
                <a:solidFill>
                  <a:srgbClr val="002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82" name="polygon-2268"/>
              <p:cNvSpPr/>
              <p:nvPr/>
            </p:nvSpPr>
            <p:spPr>
              <a:xfrm>
                <a:off x="12938760" y="176479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75FF"/>
              </a:solidFill>
              <a:ln w="2286">
                <a:solidFill>
                  <a:srgbClr val="0075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83" name="polygon-2269"/>
              <p:cNvSpPr/>
              <p:nvPr/>
            </p:nvSpPr>
            <p:spPr>
              <a:xfrm>
                <a:off x="12938760" y="1737360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2" y="3"/>
                    </a:moveTo>
                    <a:lnTo>
                      <a:pt x="0" y="4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BBFF"/>
              </a:solidFill>
              <a:ln w="2286">
                <a:solidFill>
                  <a:srgbClr val="00BB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84" name="polygon-2270"/>
              <p:cNvSpPr/>
              <p:nvPr/>
            </p:nvSpPr>
            <p:spPr>
              <a:xfrm>
                <a:off x="12938760" y="171907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2FFFD"/>
              </a:solidFill>
              <a:ln w="2286">
                <a:solidFill>
                  <a:srgbClr val="02FFF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85" name="polygon-2271"/>
              <p:cNvSpPr/>
              <p:nvPr/>
            </p:nvSpPr>
            <p:spPr>
              <a:xfrm>
                <a:off x="12938760" y="170078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48FFB7"/>
              </a:solidFill>
              <a:ln w="2286">
                <a:solidFill>
                  <a:srgbClr val="48FFB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86" name="polygon-2272"/>
              <p:cNvSpPr/>
              <p:nvPr/>
            </p:nvSpPr>
            <p:spPr>
              <a:xfrm>
                <a:off x="12938760" y="167335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3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8DFF72"/>
              </a:solidFill>
              <a:ln w="2286">
                <a:solidFill>
                  <a:srgbClr val="8DFF7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87" name="polygon-2273"/>
              <p:cNvSpPr/>
              <p:nvPr/>
            </p:nvSpPr>
            <p:spPr>
              <a:xfrm>
                <a:off x="12938760" y="165506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D3FF2C"/>
              </a:solidFill>
              <a:ln w="2286">
                <a:solidFill>
                  <a:srgbClr val="D3FF2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88" name="polygon-2274"/>
              <p:cNvSpPr/>
              <p:nvPr/>
            </p:nvSpPr>
            <p:spPr>
              <a:xfrm>
                <a:off x="12938760" y="162763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3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FFE500"/>
              </a:solidFill>
              <a:ln w="2286">
                <a:solidFill>
                  <a:srgbClr val="FFE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89" name="polygon-2275"/>
              <p:cNvSpPr/>
              <p:nvPr/>
            </p:nvSpPr>
            <p:spPr>
              <a:xfrm>
                <a:off x="12920472" y="183794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9F"/>
              </a:solidFill>
              <a:ln w="2286">
                <a:solidFill>
                  <a:srgbClr val="00009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90" name="polygon-2276"/>
              <p:cNvSpPr/>
              <p:nvPr/>
            </p:nvSpPr>
            <p:spPr>
              <a:xfrm>
                <a:off x="12920472" y="1810512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2" y="3"/>
                    </a:move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DF"/>
              </a:solidFill>
              <a:ln w="2286">
                <a:solidFill>
                  <a:srgbClr val="0000D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91" name="polygon-2277"/>
              <p:cNvSpPr/>
              <p:nvPr/>
            </p:nvSpPr>
            <p:spPr>
              <a:xfrm>
                <a:off x="12920472" y="1792224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2" y="2"/>
                    </a:move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20FF"/>
              </a:solidFill>
              <a:ln w="2286">
                <a:solidFill>
                  <a:srgbClr val="0020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92" name="polygon-2278"/>
              <p:cNvSpPr/>
              <p:nvPr/>
            </p:nvSpPr>
            <p:spPr>
              <a:xfrm>
                <a:off x="12920472" y="1773936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2" y="2"/>
                    </a:move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60FF"/>
              </a:solidFill>
              <a:ln w="2286">
                <a:solidFill>
                  <a:srgbClr val="0060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93" name="polygon-2279"/>
              <p:cNvSpPr/>
              <p:nvPr/>
            </p:nvSpPr>
            <p:spPr>
              <a:xfrm>
                <a:off x="12920472" y="1746504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2" y="3"/>
                    </a:moveTo>
                    <a:lnTo>
                      <a:pt x="0" y="5"/>
                    </a:lnTo>
                    <a:lnTo>
                      <a:pt x="0" y="3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A0FF"/>
              </a:solidFill>
              <a:ln w="2286">
                <a:solidFill>
                  <a:srgbClr val="00A0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94" name="polygon-2280"/>
              <p:cNvSpPr/>
              <p:nvPr/>
            </p:nvSpPr>
            <p:spPr>
              <a:xfrm>
                <a:off x="12920472" y="1728216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2" y="2"/>
                    </a:moveTo>
                    <a:lnTo>
                      <a:pt x="0" y="5"/>
                    </a:lnTo>
                    <a:lnTo>
                      <a:pt x="0" y="3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E0FF"/>
              </a:solidFill>
              <a:ln w="2286">
                <a:solidFill>
                  <a:srgbClr val="00E0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95" name="polygon-2281"/>
              <p:cNvSpPr/>
              <p:nvPr/>
            </p:nvSpPr>
            <p:spPr>
              <a:xfrm>
                <a:off x="12920472" y="1700784"/>
                <a:ext cx="1828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2" h="6">
                    <a:moveTo>
                      <a:pt x="2" y="3"/>
                    </a:moveTo>
                    <a:lnTo>
                      <a:pt x="0" y="6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1FFDE"/>
              </a:solidFill>
              <a:ln w="2286">
                <a:solidFill>
                  <a:srgbClr val="21FFD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96" name="polygon-2282"/>
              <p:cNvSpPr/>
              <p:nvPr/>
            </p:nvSpPr>
            <p:spPr>
              <a:xfrm>
                <a:off x="12920472" y="1682496"/>
                <a:ext cx="1828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2" h="6">
                    <a:moveTo>
                      <a:pt x="2" y="2"/>
                    </a:moveTo>
                    <a:lnTo>
                      <a:pt x="0" y="6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61FF9E"/>
              </a:solidFill>
              <a:ln w="2286">
                <a:solidFill>
                  <a:srgbClr val="61FF9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97" name="polygon-2283"/>
              <p:cNvSpPr/>
              <p:nvPr/>
            </p:nvSpPr>
            <p:spPr>
              <a:xfrm>
                <a:off x="12920472" y="1655064"/>
                <a:ext cx="18288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2" h="7">
                    <a:moveTo>
                      <a:pt x="2" y="3"/>
                    </a:moveTo>
                    <a:lnTo>
                      <a:pt x="0" y="7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A1FF5E"/>
              </a:solidFill>
              <a:ln w="2286">
                <a:solidFill>
                  <a:srgbClr val="A1FF5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98" name="polygon-2284"/>
              <p:cNvSpPr/>
              <p:nvPr/>
            </p:nvSpPr>
            <p:spPr>
              <a:xfrm>
                <a:off x="12920472" y="1636776"/>
                <a:ext cx="18288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2" h="7">
                    <a:moveTo>
                      <a:pt x="2" y="2"/>
                    </a:moveTo>
                    <a:lnTo>
                      <a:pt x="0" y="7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E1FF1E"/>
              </a:solidFill>
              <a:ln w="2286">
                <a:solidFill>
                  <a:srgbClr val="E1FF1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99" name="polygon-2285"/>
              <p:cNvSpPr/>
              <p:nvPr/>
            </p:nvSpPr>
            <p:spPr>
              <a:xfrm>
                <a:off x="12902184" y="184708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9E"/>
              </a:solidFill>
              <a:ln w="2286">
                <a:solidFill>
                  <a:srgbClr val="00009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00" name="polygon-2286"/>
              <p:cNvSpPr/>
              <p:nvPr/>
            </p:nvSpPr>
            <p:spPr>
              <a:xfrm>
                <a:off x="12902184" y="182880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DC"/>
              </a:solidFill>
              <a:ln w="2286">
                <a:solidFill>
                  <a:srgbClr val="0000D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01" name="polygon-2287"/>
              <p:cNvSpPr/>
              <p:nvPr/>
            </p:nvSpPr>
            <p:spPr>
              <a:xfrm>
                <a:off x="12902184" y="181051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1BFF"/>
              </a:solidFill>
              <a:ln w="2286">
                <a:solidFill>
                  <a:srgbClr val="001B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02" name="polygon-2288"/>
              <p:cNvSpPr/>
              <p:nvPr/>
            </p:nvSpPr>
            <p:spPr>
              <a:xfrm>
                <a:off x="12902184" y="1792224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59FF"/>
              </a:solidFill>
              <a:ln w="2286">
                <a:solidFill>
                  <a:srgbClr val="0059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03" name="polygon-2289"/>
              <p:cNvSpPr/>
              <p:nvPr/>
            </p:nvSpPr>
            <p:spPr>
              <a:xfrm>
                <a:off x="12902184" y="1773936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97FF"/>
              </a:solidFill>
              <a:ln w="2286">
                <a:solidFill>
                  <a:srgbClr val="009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04" name="polygon-2290"/>
              <p:cNvSpPr/>
              <p:nvPr/>
            </p:nvSpPr>
            <p:spPr>
              <a:xfrm>
                <a:off x="12902184" y="1755648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D5FF"/>
              </a:solidFill>
              <a:ln w="2286">
                <a:solidFill>
                  <a:srgbClr val="00D5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05" name="polygon-2291"/>
              <p:cNvSpPr/>
              <p:nvPr/>
            </p:nvSpPr>
            <p:spPr>
              <a:xfrm>
                <a:off x="12902184" y="172821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3"/>
                    </a:moveTo>
                    <a:lnTo>
                      <a:pt x="0" y="3"/>
                    </a:lnTo>
                    <a:lnTo>
                      <a:pt x="0" y="0"/>
                    </a:lnTo>
                    <a:lnTo>
                      <a:pt x="2" y="1"/>
                    </a:lnTo>
                    <a:close/>
                  </a:path>
                </a:pathLst>
              </a:custGeom>
              <a:solidFill>
                <a:srgbClr val="14FFEB"/>
              </a:solidFill>
              <a:ln w="2286">
                <a:solidFill>
                  <a:srgbClr val="14FFE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06" name="polygon-2292"/>
              <p:cNvSpPr/>
              <p:nvPr/>
            </p:nvSpPr>
            <p:spPr>
              <a:xfrm>
                <a:off x="12902184" y="170992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3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1"/>
                    </a:lnTo>
                    <a:close/>
                  </a:path>
                </a:pathLst>
              </a:custGeom>
              <a:solidFill>
                <a:srgbClr val="52FFAD"/>
              </a:solidFill>
              <a:ln w="2286">
                <a:solidFill>
                  <a:srgbClr val="52FFA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07" name="polygon-2293"/>
              <p:cNvSpPr/>
              <p:nvPr/>
            </p:nvSpPr>
            <p:spPr>
              <a:xfrm>
                <a:off x="12902184" y="169164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3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1"/>
                    </a:lnTo>
                    <a:close/>
                  </a:path>
                </a:pathLst>
              </a:custGeom>
              <a:solidFill>
                <a:srgbClr val="90FF6F"/>
              </a:solidFill>
              <a:ln w="2286">
                <a:solidFill>
                  <a:srgbClr val="90FF6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08" name="polygon-2294"/>
              <p:cNvSpPr/>
              <p:nvPr/>
            </p:nvSpPr>
            <p:spPr>
              <a:xfrm>
                <a:off x="12902184" y="1664208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2" y="4"/>
                    </a:moveTo>
                    <a:lnTo>
                      <a:pt x="0" y="3"/>
                    </a:lnTo>
                    <a:lnTo>
                      <a:pt x="0" y="0"/>
                    </a:lnTo>
                    <a:lnTo>
                      <a:pt x="2" y="2"/>
                    </a:lnTo>
                    <a:close/>
                  </a:path>
                </a:pathLst>
              </a:custGeom>
              <a:solidFill>
                <a:srgbClr val="CDFF32"/>
              </a:solidFill>
              <a:ln w="2286">
                <a:solidFill>
                  <a:srgbClr val="CDFF3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09" name="polygon-2295"/>
              <p:cNvSpPr/>
              <p:nvPr/>
            </p:nvSpPr>
            <p:spPr>
              <a:xfrm>
                <a:off x="12883896" y="185623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9D"/>
              </a:solidFill>
              <a:ln w="2286">
                <a:solidFill>
                  <a:srgbClr val="00009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10" name="polygon-2296"/>
              <p:cNvSpPr/>
              <p:nvPr/>
            </p:nvSpPr>
            <p:spPr>
              <a:xfrm>
                <a:off x="12883896" y="183794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D8"/>
              </a:solidFill>
              <a:ln w="2286">
                <a:solidFill>
                  <a:srgbClr val="0000D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11" name="polygon-2297"/>
              <p:cNvSpPr/>
              <p:nvPr/>
            </p:nvSpPr>
            <p:spPr>
              <a:xfrm>
                <a:off x="12883896" y="1810512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2" y="3"/>
                    </a:moveTo>
                    <a:lnTo>
                      <a:pt x="0" y="5"/>
                    </a:lnTo>
                    <a:lnTo>
                      <a:pt x="0" y="3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14FF"/>
              </a:solidFill>
              <a:ln w="2286">
                <a:solidFill>
                  <a:srgbClr val="0014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12" name="polygon-2298"/>
              <p:cNvSpPr/>
              <p:nvPr/>
            </p:nvSpPr>
            <p:spPr>
              <a:xfrm>
                <a:off x="12883896" y="1792224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2" y="2"/>
                    </a:moveTo>
                    <a:lnTo>
                      <a:pt x="0" y="5"/>
                    </a:lnTo>
                    <a:lnTo>
                      <a:pt x="0" y="3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4EFF"/>
              </a:solidFill>
              <a:ln w="2286">
                <a:solidFill>
                  <a:srgbClr val="004E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13" name="polygon-2299"/>
              <p:cNvSpPr/>
              <p:nvPr/>
            </p:nvSpPr>
            <p:spPr>
              <a:xfrm>
                <a:off x="12883896" y="1773936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2" y="2"/>
                    </a:moveTo>
                    <a:lnTo>
                      <a:pt x="0" y="5"/>
                    </a:lnTo>
                    <a:lnTo>
                      <a:pt x="0" y="3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89FF"/>
              </a:solidFill>
              <a:ln w="2286">
                <a:solidFill>
                  <a:srgbClr val="0089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14" name="polygon-2300"/>
              <p:cNvSpPr/>
              <p:nvPr/>
            </p:nvSpPr>
            <p:spPr>
              <a:xfrm>
                <a:off x="12883896" y="1755648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2" y="2"/>
                    </a:moveTo>
                    <a:lnTo>
                      <a:pt x="0" y="5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C4FF"/>
              </a:solidFill>
              <a:ln w="2286">
                <a:solidFill>
                  <a:srgbClr val="00C4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15" name="polygon-2301"/>
              <p:cNvSpPr/>
              <p:nvPr/>
            </p:nvSpPr>
            <p:spPr>
              <a:xfrm>
                <a:off x="12883896" y="1728216"/>
                <a:ext cx="18288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2" h="7">
                    <a:moveTo>
                      <a:pt x="2" y="3"/>
                    </a:moveTo>
                    <a:lnTo>
                      <a:pt x="0" y="7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FFFF"/>
              </a:solidFill>
              <a:ln w="2286">
                <a:solidFill>
                  <a:srgbClr val="00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16" name="polygon-2302"/>
              <p:cNvSpPr/>
              <p:nvPr/>
            </p:nvSpPr>
            <p:spPr>
              <a:xfrm>
                <a:off x="12883896" y="1709928"/>
                <a:ext cx="18288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2" h="7">
                    <a:moveTo>
                      <a:pt x="2" y="2"/>
                    </a:moveTo>
                    <a:lnTo>
                      <a:pt x="0" y="7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3BFFC4"/>
              </a:solidFill>
              <a:ln w="2286">
                <a:solidFill>
                  <a:srgbClr val="3BFFC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17" name="polygon-2303"/>
              <p:cNvSpPr/>
              <p:nvPr/>
            </p:nvSpPr>
            <p:spPr>
              <a:xfrm>
                <a:off x="12883896" y="1691640"/>
                <a:ext cx="18288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2" h="7">
                    <a:moveTo>
                      <a:pt x="2" y="2"/>
                    </a:moveTo>
                    <a:lnTo>
                      <a:pt x="0" y="7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76FF89"/>
              </a:solidFill>
              <a:ln w="2286">
                <a:solidFill>
                  <a:srgbClr val="76FF8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18" name="polygon-2304"/>
              <p:cNvSpPr/>
              <p:nvPr/>
            </p:nvSpPr>
            <p:spPr>
              <a:xfrm>
                <a:off x="12883896" y="1664208"/>
                <a:ext cx="18288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2" h="8">
                    <a:moveTo>
                      <a:pt x="2" y="3"/>
                    </a:moveTo>
                    <a:lnTo>
                      <a:pt x="0" y="8"/>
                    </a:lnTo>
                    <a:lnTo>
                      <a:pt x="0" y="6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B1FF4E"/>
              </a:solidFill>
              <a:ln w="2286">
                <a:solidFill>
                  <a:srgbClr val="B1FF4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19" name="polygon-2305"/>
              <p:cNvSpPr/>
              <p:nvPr/>
            </p:nvSpPr>
            <p:spPr>
              <a:xfrm>
                <a:off x="12865608" y="186537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9B"/>
              </a:solidFill>
              <a:ln w="2286">
                <a:solidFill>
                  <a:srgbClr val="00009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20" name="polygon-2306"/>
              <p:cNvSpPr/>
              <p:nvPr/>
            </p:nvSpPr>
            <p:spPr>
              <a:xfrm>
                <a:off x="12865608" y="1856232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1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D2"/>
              </a:solidFill>
              <a:ln w="2286">
                <a:solidFill>
                  <a:srgbClr val="0000D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21" name="polygon-2307"/>
              <p:cNvSpPr/>
              <p:nvPr/>
            </p:nvSpPr>
            <p:spPr>
              <a:xfrm>
                <a:off x="12865608" y="1837944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AFF"/>
              </a:solidFill>
              <a:ln w="2286">
                <a:solidFill>
                  <a:srgbClr val="000A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22" name="polygon-2308"/>
              <p:cNvSpPr/>
              <p:nvPr/>
            </p:nvSpPr>
            <p:spPr>
              <a:xfrm>
                <a:off x="12865608" y="1819656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41FF"/>
              </a:solidFill>
              <a:ln w="2286">
                <a:solidFill>
                  <a:srgbClr val="0041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23" name="polygon-2309"/>
              <p:cNvSpPr/>
              <p:nvPr/>
            </p:nvSpPr>
            <p:spPr>
              <a:xfrm>
                <a:off x="12865608" y="1801368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78FF"/>
              </a:solidFill>
              <a:ln w="2286">
                <a:solidFill>
                  <a:srgbClr val="0078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24" name="polygon-2310"/>
              <p:cNvSpPr/>
              <p:nvPr/>
            </p:nvSpPr>
            <p:spPr>
              <a:xfrm>
                <a:off x="12865608" y="1783080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1"/>
                    </a:lnTo>
                    <a:close/>
                  </a:path>
                </a:pathLst>
              </a:custGeom>
              <a:solidFill>
                <a:srgbClr val="00AFFF"/>
              </a:solidFill>
              <a:ln w="2286">
                <a:solidFill>
                  <a:srgbClr val="00A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25" name="polygon-2311"/>
              <p:cNvSpPr/>
              <p:nvPr/>
            </p:nvSpPr>
            <p:spPr>
              <a:xfrm>
                <a:off x="12865608" y="176479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3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1"/>
                    </a:lnTo>
                    <a:close/>
                  </a:path>
                </a:pathLst>
              </a:custGeom>
              <a:solidFill>
                <a:srgbClr val="00E7FF"/>
              </a:solidFill>
              <a:ln w="2286">
                <a:solidFill>
                  <a:srgbClr val="00E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26" name="polygon-2312"/>
              <p:cNvSpPr/>
              <p:nvPr/>
            </p:nvSpPr>
            <p:spPr>
              <a:xfrm>
                <a:off x="12865608" y="174650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3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1"/>
                    </a:lnTo>
                    <a:close/>
                  </a:path>
                </a:pathLst>
              </a:custGeom>
              <a:solidFill>
                <a:srgbClr val="1FFFE0"/>
              </a:solidFill>
              <a:ln w="2286">
                <a:solidFill>
                  <a:srgbClr val="1FFFE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27" name="polygon-2313"/>
              <p:cNvSpPr/>
              <p:nvPr/>
            </p:nvSpPr>
            <p:spPr>
              <a:xfrm>
                <a:off x="12865608" y="172821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3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1"/>
                    </a:lnTo>
                    <a:close/>
                  </a:path>
                </a:pathLst>
              </a:custGeom>
              <a:solidFill>
                <a:srgbClr val="56FFA9"/>
              </a:solidFill>
              <a:ln w="2286">
                <a:solidFill>
                  <a:srgbClr val="56FFA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28" name="polygon-2314"/>
              <p:cNvSpPr/>
              <p:nvPr/>
            </p:nvSpPr>
            <p:spPr>
              <a:xfrm>
                <a:off x="12865608" y="170992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3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1"/>
                    </a:lnTo>
                    <a:close/>
                  </a:path>
                </a:pathLst>
              </a:custGeom>
              <a:solidFill>
                <a:srgbClr val="8DFF72"/>
              </a:solidFill>
              <a:ln w="2286">
                <a:solidFill>
                  <a:srgbClr val="8DFF7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29" name="polygon-2315"/>
              <p:cNvSpPr/>
              <p:nvPr/>
            </p:nvSpPr>
            <p:spPr>
              <a:xfrm>
                <a:off x="12847320" y="187452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9C"/>
              </a:solidFill>
              <a:ln w="2286">
                <a:solidFill>
                  <a:srgbClr val="00009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30" name="polygon-2316"/>
              <p:cNvSpPr/>
              <p:nvPr/>
            </p:nvSpPr>
            <p:spPr>
              <a:xfrm>
                <a:off x="12847320" y="185623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D6"/>
              </a:solidFill>
              <a:ln w="2286">
                <a:solidFill>
                  <a:srgbClr val="0000D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31" name="polygon-2317"/>
              <p:cNvSpPr/>
              <p:nvPr/>
            </p:nvSpPr>
            <p:spPr>
              <a:xfrm>
                <a:off x="12847320" y="183794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11FF"/>
              </a:solidFill>
              <a:ln w="2286">
                <a:solidFill>
                  <a:srgbClr val="0011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32" name="polygon-2318"/>
              <p:cNvSpPr/>
              <p:nvPr/>
            </p:nvSpPr>
            <p:spPr>
              <a:xfrm>
                <a:off x="12847320" y="181965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4BFF"/>
              </a:solidFill>
              <a:ln w="2286">
                <a:solidFill>
                  <a:srgbClr val="004B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33" name="polygon-2319"/>
              <p:cNvSpPr/>
              <p:nvPr/>
            </p:nvSpPr>
            <p:spPr>
              <a:xfrm>
                <a:off x="12847320" y="180136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84FF"/>
              </a:solidFill>
              <a:ln w="2286">
                <a:solidFill>
                  <a:srgbClr val="0084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34" name="polygon-2320"/>
              <p:cNvSpPr/>
              <p:nvPr/>
            </p:nvSpPr>
            <p:spPr>
              <a:xfrm>
                <a:off x="12847320" y="178308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BEFF"/>
              </a:solidFill>
              <a:ln w="2286">
                <a:solidFill>
                  <a:srgbClr val="00BE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35" name="polygon-2321"/>
              <p:cNvSpPr/>
              <p:nvPr/>
            </p:nvSpPr>
            <p:spPr>
              <a:xfrm>
                <a:off x="12847320" y="176479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F8FF"/>
              </a:solidFill>
              <a:ln w="2286">
                <a:solidFill>
                  <a:srgbClr val="00F8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36" name="polygon-2322"/>
              <p:cNvSpPr/>
              <p:nvPr/>
            </p:nvSpPr>
            <p:spPr>
              <a:xfrm>
                <a:off x="12847320" y="174650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33FFCC"/>
              </a:solidFill>
              <a:ln w="2286">
                <a:solidFill>
                  <a:srgbClr val="33FF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37" name="polygon-2323"/>
              <p:cNvSpPr/>
              <p:nvPr/>
            </p:nvSpPr>
            <p:spPr>
              <a:xfrm>
                <a:off x="12847320" y="1728216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2" y="2"/>
                    </a:move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6CFF93"/>
              </a:solidFill>
              <a:ln w="2286">
                <a:solidFill>
                  <a:srgbClr val="6CFF9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38" name="polygon-2324"/>
              <p:cNvSpPr/>
              <p:nvPr/>
            </p:nvSpPr>
            <p:spPr>
              <a:xfrm>
                <a:off x="12847320" y="1709928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2" y="2"/>
                    </a:move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A6FF59"/>
              </a:solidFill>
              <a:ln w="2286">
                <a:solidFill>
                  <a:srgbClr val="A6FF5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39" name="polygon-2325"/>
              <p:cNvSpPr/>
              <p:nvPr/>
            </p:nvSpPr>
            <p:spPr>
              <a:xfrm>
                <a:off x="12829032" y="188366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9D"/>
              </a:solidFill>
              <a:ln w="2286">
                <a:solidFill>
                  <a:srgbClr val="00009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40" name="polygon-2326"/>
              <p:cNvSpPr/>
              <p:nvPr/>
            </p:nvSpPr>
            <p:spPr>
              <a:xfrm>
                <a:off x="12829032" y="186537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D9"/>
              </a:solidFill>
              <a:ln w="2286">
                <a:solidFill>
                  <a:srgbClr val="0000D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41" name="polygon-2327"/>
              <p:cNvSpPr/>
              <p:nvPr/>
            </p:nvSpPr>
            <p:spPr>
              <a:xfrm>
                <a:off x="12829032" y="184708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16FF"/>
              </a:solidFill>
              <a:ln w="2286">
                <a:solidFill>
                  <a:srgbClr val="0016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42" name="polygon-2328"/>
              <p:cNvSpPr/>
              <p:nvPr/>
            </p:nvSpPr>
            <p:spPr>
              <a:xfrm>
                <a:off x="12829032" y="182880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52FF"/>
              </a:solidFill>
              <a:ln w="2286">
                <a:solidFill>
                  <a:srgbClr val="0052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43" name="polygon-2329"/>
              <p:cNvSpPr/>
              <p:nvPr/>
            </p:nvSpPr>
            <p:spPr>
              <a:xfrm>
                <a:off x="12829032" y="1810512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8EFF"/>
              </a:solidFill>
              <a:ln w="2286">
                <a:solidFill>
                  <a:srgbClr val="008E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44" name="polygon-2330"/>
              <p:cNvSpPr/>
              <p:nvPr/>
            </p:nvSpPr>
            <p:spPr>
              <a:xfrm>
                <a:off x="12829032" y="1792224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CAFF"/>
              </a:solidFill>
              <a:ln w="2286">
                <a:solidFill>
                  <a:srgbClr val="00CA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45" name="polygon-2331"/>
              <p:cNvSpPr/>
              <p:nvPr/>
            </p:nvSpPr>
            <p:spPr>
              <a:xfrm>
                <a:off x="12829032" y="1773936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7FFF8"/>
              </a:solidFill>
              <a:ln w="2286">
                <a:solidFill>
                  <a:srgbClr val="07FFF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46" name="polygon-2332"/>
              <p:cNvSpPr/>
              <p:nvPr/>
            </p:nvSpPr>
            <p:spPr>
              <a:xfrm>
                <a:off x="12829032" y="1755648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1"/>
                    </a:lnTo>
                    <a:close/>
                  </a:path>
                </a:pathLst>
              </a:custGeom>
              <a:solidFill>
                <a:srgbClr val="43FFBC"/>
              </a:solidFill>
              <a:ln w="2286">
                <a:solidFill>
                  <a:srgbClr val="43FFB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47" name="polygon-2333"/>
              <p:cNvSpPr/>
              <p:nvPr/>
            </p:nvSpPr>
            <p:spPr>
              <a:xfrm>
                <a:off x="12829032" y="173736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3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1"/>
                    </a:lnTo>
                    <a:close/>
                  </a:path>
                </a:pathLst>
              </a:custGeom>
              <a:solidFill>
                <a:srgbClr val="7FFF80"/>
              </a:solidFill>
              <a:ln w="2286">
                <a:solidFill>
                  <a:srgbClr val="7FFF8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48" name="polygon-2334"/>
              <p:cNvSpPr/>
              <p:nvPr/>
            </p:nvSpPr>
            <p:spPr>
              <a:xfrm>
                <a:off x="12829032" y="1709928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2" y="4"/>
                    </a:moveTo>
                    <a:lnTo>
                      <a:pt x="0" y="3"/>
                    </a:lnTo>
                    <a:lnTo>
                      <a:pt x="0" y="0"/>
                    </a:lnTo>
                    <a:lnTo>
                      <a:pt x="2" y="2"/>
                    </a:lnTo>
                    <a:close/>
                  </a:path>
                </a:pathLst>
              </a:custGeom>
              <a:solidFill>
                <a:srgbClr val="BBFF44"/>
              </a:solidFill>
              <a:ln w="2286">
                <a:solidFill>
                  <a:srgbClr val="BBFF4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49" name="polygon-2335"/>
              <p:cNvSpPr/>
              <p:nvPr/>
            </p:nvSpPr>
            <p:spPr>
              <a:xfrm>
                <a:off x="12810744" y="189280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9F"/>
              </a:solidFill>
              <a:ln w="2286">
                <a:solidFill>
                  <a:srgbClr val="00009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50" name="polygon-2336"/>
              <p:cNvSpPr/>
              <p:nvPr/>
            </p:nvSpPr>
            <p:spPr>
              <a:xfrm>
                <a:off x="12810744" y="187452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DF"/>
              </a:solidFill>
              <a:ln w="2286">
                <a:solidFill>
                  <a:srgbClr val="0000D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51" name="polygon-2337"/>
              <p:cNvSpPr/>
              <p:nvPr/>
            </p:nvSpPr>
            <p:spPr>
              <a:xfrm>
                <a:off x="12810744" y="185623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20FF"/>
              </a:solidFill>
              <a:ln w="2286">
                <a:solidFill>
                  <a:srgbClr val="0020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52" name="polygon-2338"/>
              <p:cNvSpPr/>
              <p:nvPr/>
            </p:nvSpPr>
            <p:spPr>
              <a:xfrm>
                <a:off x="12810744" y="182880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3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5FFF"/>
              </a:solidFill>
              <a:ln w="2286">
                <a:solidFill>
                  <a:srgbClr val="005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53" name="polygon-2339"/>
              <p:cNvSpPr/>
              <p:nvPr/>
            </p:nvSpPr>
            <p:spPr>
              <a:xfrm>
                <a:off x="12810744" y="181051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9FFF"/>
              </a:solidFill>
              <a:ln w="2286">
                <a:solidFill>
                  <a:srgbClr val="009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54" name="polygon-2340"/>
              <p:cNvSpPr/>
              <p:nvPr/>
            </p:nvSpPr>
            <p:spPr>
              <a:xfrm>
                <a:off x="12810744" y="179222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DFFF"/>
              </a:solidFill>
              <a:ln w="2286">
                <a:solidFill>
                  <a:srgbClr val="00D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55" name="polygon-2341"/>
              <p:cNvSpPr/>
              <p:nvPr/>
            </p:nvSpPr>
            <p:spPr>
              <a:xfrm>
                <a:off x="12810744" y="177393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1FFFE0"/>
              </a:solidFill>
              <a:ln w="2286">
                <a:solidFill>
                  <a:srgbClr val="1FFFE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56" name="polygon-2342"/>
              <p:cNvSpPr/>
              <p:nvPr/>
            </p:nvSpPr>
            <p:spPr>
              <a:xfrm>
                <a:off x="12810744" y="175564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5FFFA0"/>
              </a:solidFill>
              <a:ln w="2286">
                <a:solidFill>
                  <a:srgbClr val="5FFFA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57" name="polygon-2343"/>
              <p:cNvSpPr/>
              <p:nvPr/>
            </p:nvSpPr>
            <p:spPr>
              <a:xfrm>
                <a:off x="12810744" y="1737360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9FFF60"/>
              </a:solidFill>
              <a:ln w="2286">
                <a:solidFill>
                  <a:srgbClr val="9FFF6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58" name="polygon-2344"/>
              <p:cNvSpPr/>
              <p:nvPr/>
            </p:nvSpPr>
            <p:spPr>
              <a:xfrm>
                <a:off x="12810744" y="170992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3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DFFF20"/>
              </a:solidFill>
              <a:ln w="2286">
                <a:solidFill>
                  <a:srgbClr val="DFFF2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59" name="polygon-2345"/>
              <p:cNvSpPr/>
              <p:nvPr/>
            </p:nvSpPr>
            <p:spPr>
              <a:xfrm>
                <a:off x="12792456" y="190195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9D"/>
              </a:solidFill>
              <a:ln w="2286">
                <a:solidFill>
                  <a:srgbClr val="00009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60" name="polygon-2346"/>
              <p:cNvSpPr/>
              <p:nvPr/>
            </p:nvSpPr>
            <p:spPr>
              <a:xfrm>
                <a:off x="12792456" y="188366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D7"/>
              </a:solidFill>
              <a:ln w="2286">
                <a:solidFill>
                  <a:srgbClr val="0000D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61" name="polygon-2347"/>
              <p:cNvSpPr/>
              <p:nvPr/>
            </p:nvSpPr>
            <p:spPr>
              <a:xfrm>
                <a:off x="12792456" y="1856232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2" y="3"/>
                    </a:moveTo>
                    <a:lnTo>
                      <a:pt x="0" y="5"/>
                    </a:lnTo>
                    <a:lnTo>
                      <a:pt x="0" y="3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12FF"/>
              </a:solidFill>
              <a:ln w="2286">
                <a:solidFill>
                  <a:srgbClr val="0012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62" name="polygon-2348"/>
              <p:cNvSpPr/>
              <p:nvPr/>
            </p:nvSpPr>
            <p:spPr>
              <a:xfrm>
                <a:off x="12792456" y="1837944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2" y="2"/>
                    </a:moveTo>
                    <a:lnTo>
                      <a:pt x="0" y="5"/>
                    </a:lnTo>
                    <a:lnTo>
                      <a:pt x="0" y="3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4CFF"/>
              </a:solidFill>
              <a:ln w="2286">
                <a:solidFill>
                  <a:srgbClr val="004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63" name="polygon-2349"/>
              <p:cNvSpPr/>
              <p:nvPr/>
            </p:nvSpPr>
            <p:spPr>
              <a:xfrm>
                <a:off x="12792456" y="1819656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2" y="2"/>
                    </a:moveTo>
                    <a:lnTo>
                      <a:pt x="0" y="5"/>
                    </a:lnTo>
                    <a:lnTo>
                      <a:pt x="0" y="3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86FF"/>
              </a:solidFill>
              <a:ln w="2286">
                <a:solidFill>
                  <a:srgbClr val="0086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64" name="polygon-2350"/>
              <p:cNvSpPr/>
              <p:nvPr/>
            </p:nvSpPr>
            <p:spPr>
              <a:xfrm>
                <a:off x="12792456" y="1801368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2" y="2"/>
                    </a:moveTo>
                    <a:lnTo>
                      <a:pt x="0" y="5"/>
                    </a:lnTo>
                    <a:lnTo>
                      <a:pt x="0" y="3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C0FF"/>
              </a:solidFill>
              <a:ln w="2286">
                <a:solidFill>
                  <a:srgbClr val="00C0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65" name="polygon-2351"/>
              <p:cNvSpPr/>
              <p:nvPr/>
            </p:nvSpPr>
            <p:spPr>
              <a:xfrm>
                <a:off x="12792456" y="1783080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2" y="2"/>
                    </a:moveTo>
                    <a:lnTo>
                      <a:pt x="0" y="5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FAFF"/>
              </a:solidFill>
              <a:ln w="2286">
                <a:solidFill>
                  <a:srgbClr val="00FA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66" name="polygon-2352"/>
              <p:cNvSpPr/>
              <p:nvPr/>
            </p:nvSpPr>
            <p:spPr>
              <a:xfrm>
                <a:off x="12792456" y="1755648"/>
                <a:ext cx="18288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2" h="7">
                    <a:moveTo>
                      <a:pt x="2" y="3"/>
                    </a:moveTo>
                    <a:lnTo>
                      <a:pt x="0" y="7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35FFCA"/>
              </a:solidFill>
              <a:ln w="2286">
                <a:solidFill>
                  <a:srgbClr val="35FFC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67" name="polygon-2353"/>
              <p:cNvSpPr/>
              <p:nvPr/>
            </p:nvSpPr>
            <p:spPr>
              <a:xfrm>
                <a:off x="12792456" y="1737360"/>
                <a:ext cx="18288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2" h="7">
                    <a:moveTo>
                      <a:pt x="2" y="2"/>
                    </a:moveTo>
                    <a:lnTo>
                      <a:pt x="0" y="7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6FFF90"/>
              </a:solidFill>
              <a:ln w="2286">
                <a:solidFill>
                  <a:srgbClr val="6FFF9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68" name="polygon-2354"/>
              <p:cNvSpPr/>
              <p:nvPr/>
            </p:nvSpPr>
            <p:spPr>
              <a:xfrm>
                <a:off x="12792456" y="1719072"/>
                <a:ext cx="18288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2" h="7">
                    <a:moveTo>
                      <a:pt x="2" y="2"/>
                    </a:moveTo>
                    <a:lnTo>
                      <a:pt x="0" y="7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AAFF55"/>
              </a:solidFill>
              <a:ln w="2286">
                <a:solidFill>
                  <a:srgbClr val="AAFF5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69" name="polygon-2355"/>
              <p:cNvSpPr/>
              <p:nvPr/>
            </p:nvSpPr>
            <p:spPr>
              <a:xfrm>
                <a:off x="12774168" y="191109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9B"/>
              </a:solidFill>
              <a:ln w="2286">
                <a:solidFill>
                  <a:srgbClr val="00009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70" name="polygon-2356"/>
              <p:cNvSpPr/>
              <p:nvPr/>
            </p:nvSpPr>
            <p:spPr>
              <a:xfrm>
                <a:off x="12774168" y="1901952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1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D2"/>
              </a:solidFill>
              <a:ln w="2286">
                <a:solidFill>
                  <a:srgbClr val="0000D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71" name="polygon-2357"/>
              <p:cNvSpPr/>
              <p:nvPr/>
            </p:nvSpPr>
            <p:spPr>
              <a:xfrm>
                <a:off x="12774168" y="1883664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BFF"/>
              </a:solidFill>
              <a:ln w="2286">
                <a:solidFill>
                  <a:srgbClr val="000B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72" name="polygon-2358"/>
              <p:cNvSpPr/>
              <p:nvPr/>
            </p:nvSpPr>
            <p:spPr>
              <a:xfrm>
                <a:off x="12774168" y="1865376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42FF"/>
              </a:solidFill>
              <a:ln w="2286">
                <a:solidFill>
                  <a:srgbClr val="0042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73" name="polygon-2359"/>
              <p:cNvSpPr/>
              <p:nvPr/>
            </p:nvSpPr>
            <p:spPr>
              <a:xfrm>
                <a:off x="12774168" y="1847088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79FF"/>
              </a:solidFill>
              <a:ln w="2286">
                <a:solidFill>
                  <a:srgbClr val="0079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74" name="polygon-2360"/>
              <p:cNvSpPr/>
              <p:nvPr/>
            </p:nvSpPr>
            <p:spPr>
              <a:xfrm>
                <a:off x="12774168" y="1828800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B1FF"/>
              </a:solidFill>
              <a:ln w="2286">
                <a:solidFill>
                  <a:srgbClr val="00B1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75" name="polygon-2361"/>
              <p:cNvSpPr/>
              <p:nvPr/>
            </p:nvSpPr>
            <p:spPr>
              <a:xfrm>
                <a:off x="12774168" y="1810512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1"/>
                    </a:lnTo>
                    <a:close/>
                  </a:path>
                </a:pathLst>
              </a:custGeom>
              <a:solidFill>
                <a:srgbClr val="00E8FF"/>
              </a:solidFill>
              <a:ln w="2286">
                <a:solidFill>
                  <a:srgbClr val="00E8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76" name="polygon-2362"/>
              <p:cNvSpPr/>
              <p:nvPr/>
            </p:nvSpPr>
            <p:spPr>
              <a:xfrm>
                <a:off x="12774168" y="179222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3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1"/>
                    </a:lnTo>
                    <a:close/>
                  </a:path>
                </a:pathLst>
              </a:custGeom>
              <a:solidFill>
                <a:srgbClr val="20FFDF"/>
              </a:solidFill>
              <a:ln w="2286">
                <a:solidFill>
                  <a:srgbClr val="20FFD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77" name="polygon-2363"/>
              <p:cNvSpPr/>
              <p:nvPr/>
            </p:nvSpPr>
            <p:spPr>
              <a:xfrm>
                <a:off x="12774168" y="177393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3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1"/>
                    </a:lnTo>
                    <a:close/>
                  </a:path>
                </a:pathLst>
              </a:custGeom>
              <a:solidFill>
                <a:srgbClr val="57FFA8"/>
              </a:solidFill>
              <a:ln w="2286">
                <a:solidFill>
                  <a:srgbClr val="57FFA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78" name="polygon-2364"/>
              <p:cNvSpPr/>
              <p:nvPr/>
            </p:nvSpPr>
            <p:spPr>
              <a:xfrm>
                <a:off x="12774168" y="175564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3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1"/>
                    </a:lnTo>
                    <a:close/>
                  </a:path>
                </a:pathLst>
              </a:custGeom>
              <a:solidFill>
                <a:srgbClr val="8FFF70"/>
              </a:solidFill>
              <a:ln w="2286">
                <a:solidFill>
                  <a:srgbClr val="8FFF7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79" name="polygon-2365"/>
              <p:cNvSpPr/>
              <p:nvPr/>
            </p:nvSpPr>
            <p:spPr>
              <a:xfrm>
                <a:off x="12755880" y="192024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9C"/>
              </a:solidFill>
              <a:ln w="2286">
                <a:solidFill>
                  <a:srgbClr val="00009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80" name="polygon-2366"/>
              <p:cNvSpPr/>
              <p:nvPr/>
            </p:nvSpPr>
            <p:spPr>
              <a:xfrm>
                <a:off x="12755880" y="190195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D4"/>
              </a:solidFill>
              <a:ln w="2286">
                <a:solidFill>
                  <a:srgbClr val="0000D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81" name="polygon-2367"/>
              <p:cNvSpPr/>
              <p:nvPr/>
            </p:nvSpPr>
            <p:spPr>
              <a:xfrm>
                <a:off x="12755880" y="188366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DFF"/>
              </a:solidFill>
              <a:ln w="2286">
                <a:solidFill>
                  <a:srgbClr val="000D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82" name="polygon-2368"/>
              <p:cNvSpPr/>
              <p:nvPr/>
            </p:nvSpPr>
            <p:spPr>
              <a:xfrm>
                <a:off x="12755880" y="186537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46FF"/>
              </a:solidFill>
              <a:ln w="2286">
                <a:solidFill>
                  <a:srgbClr val="0046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83" name="polygon-2369"/>
              <p:cNvSpPr/>
              <p:nvPr/>
            </p:nvSpPr>
            <p:spPr>
              <a:xfrm>
                <a:off x="12755880" y="1847088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2" y="2"/>
                    </a:move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7EFF"/>
              </a:solidFill>
              <a:ln w="2286">
                <a:solidFill>
                  <a:srgbClr val="007E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84" name="polygon-2370"/>
              <p:cNvSpPr/>
              <p:nvPr/>
            </p:nvSpPr>
            <p:spPr>
              <a:xfrm>
                <a:off x="12755880" y="1828800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2" y="2"/>
                    </a:move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B7FF"/>
              </a:solidFill>
              <a:ln w="2286">
                <a:solidFill>
                  <a:srgbClr val="00B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85" name="polygon-2371"/>
              <p:cNvSpPr/>
              <p:nvPr/>
            </p:nvSpPr>
            <p:spPr>
              <a:xfrm>
                <a:off x="12755880" y="1810512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2" y="2"/>
                    </a:move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EFFF"/>
              </a:solidFill>
              <a:ln w="2286">
                <a:solidFill>
                  <a:srgbClr val="00E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86" name="polygon-2372"/>
              <p:cNvSpPr/>
              <p:nvPr/>
            </p:nvSpPr>
            <p:spPr>
              <a:xfrm>
                <a:off x="12755880" y="1792224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2" y="2"/>
                    </a:move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8FFD7"/>
              </a:solidFill>
              <a:ln w="2286">
                <a:solidFill>
                  <a:srgbClr val="28FFD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87" name="polygon-2373"/>
              <p:cNvSpPr/>
              <p:nvPr/>
            </p:nvSpPr>
            <p:spPr>
              <a:xfrm>
                <a:off x="12755880" y="1773936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2" y="2"/>
                    </a:move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61FF9E"/>
              </a:solidFill>
              <a:ln w="2286">
                <a:solidFill>
                  <a:srgbClr val="61FF9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88" name="polygon-2374"/>
              <p:cNvSpPr/>
              <p:nvPr/>
            </p:nvSpPr>
            <p:spPr>
              <a:xfrm>
                <a:off x="12755880" y="1755648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2" y="2"/>
                    </a:move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99FF66"/>
              </a:solidFill>
              <a:ln w="2286">
                <a:solidFill>
                  <a:srgbClr val="99FF6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89" name="polygon-2375"/>
              <p:cNvSpPr/>
              <p:nvPr/>
            </p:nvSpPr>
            <p:spPr>
              <a:xfrm>
                <a:off x="12737592" y="192938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9C"/>
              </a:solidFill>
              <a:ln w="2286">
                <a:solidFill>
                  <a:srgbClr val="00009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90" name="polygon-2376"/>
              <p:cNvSpPr/>
              <p:nvPr/>
            </p:nvSpPr>
            <p:spPr>
              <a:xfrm>
                <a:off x="12737592" y="191109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D6"/>
              </a:solidFill>
              <a:ln w="2286">
                <a:solidFill>
                  <a:srgbClr val="0000D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91" name="polygon-2377"/>
              <p:cNvSpPr/>
              <p:nvPr/>
            </p:nvSpPr>
            <p:spPr>
              <a:xfrm>
                <a:off x="12737592" y="189280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11FF"/>
              </a:solidFill>
              <a:ln w="2286">
                <a:solidFill>
                  <a:srgbClr val="0011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92" name="polygon-2378"/>
              <p:cNvSpPr/>
              <p:nvPr/>
            </p:nvSpPr>
            <p:spPr>
              <a:xfrm>
                <a:off x="12737592" y="1883664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1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4BFF"/>
              </a:solidFill>
              <a:ln w="2286">
                <a:solidFill>
                  <a:srgbClr val="004B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93" name="polygon-2379"/>
              <p:cNvSpPr/>
              <p:nvPr/>
            </p:nvSpPr>
            <p:spPr>
              <a:xfrm>
                <a:off x="12737592" y="1865376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85FF"/>
              </a:solidFill>
              <a:ln w="2286">
                <a:solidFill>
                  <a:srgbClr val="0085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94" name="polygon-2380"/>
              <p:cNvSpPr/>
              <p:nvPr/>
            </p:nvSpPr>
            <p:spPr>
              <a:xfrm>
                <a:off x="12737592" y="183794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3"/>
                    </a:moveTo>
                    <a:lnTo>
                      <a:pt x="0" y="3"/>
                    </a:lnTo>
                    <a:lnTo>
                      <a:pt x="0" y="0"/>
                    </a:lnTo>
                    <a:lnTo>
                      <a:pt x="2" y="1"/>
                    </a:lnTo>
                    <a:close/>
                  </a:path>
                </a:pathLst>
              </a:custGeom>
              <a:solidFill>
                <a:srgbClr val="00BEFF"/>
              </a:solidFill>
              <a:ln w="2286">
                <a:solidFill>
                  <a:srgbClr val="00BE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95" name="polygon-2381"/>
              <p:cNvSpPr/>
              <p:nvPr/>
            </p:nvSpPr>
            <p:spPr>
              <a:xfrm>
                <a:off x="12737592" y="181965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3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1"/>
                    </a:lnTo>
                    <a:close/>
                  </a:path>
                </a:pathLst>
              </a:custGeom>
              <a:solidFill>
                <a:srgbClr val="00F8FF"/>
              </a:solidFill>
              <a:ln w="2286">
                <a:solidFill>
                  <a:srgbClr val="00F8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96" name="polygon-2382"/>
              <p:cNvSpPr/>
              <p:nvPr/>
            </p:nvSpPr>
            <p:spPr>
              <a:xfrm>
                <a:off x="12737592" y="180136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3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1"/>
                    </a:lnTo>
                    <a:close/>
                  </a:path>
                </a:pathLst>
              </a:custGeom>
              <a:solidFill>
                <a:srgbClr val="33FFCC"/>
              </a:solidFill>
              <a:ln w="2286">
                <a:solidFill>
                  <a:srgbClr val="33FF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97" name="polygon-2383"/>
              <p:cNvSpPr/>
              <p:nvPr/>
            </p:nvSpPr>
            <p:spPr>
              <a:xfrm>
                <a:off x="12737592" y="178308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3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1"/>
                    </a:lnTo>
                    <a:close/>
                  </a:path>
                </a:pathLst>
              </a:custGeom>
              <a:solidFill>
                <a:srgbClr val="6DFF92"/>
              </a:solidFill>
              <a:ln w="2286">
                <a:solidFill>
                  <a:srgbClr val="6DFF9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98" name="polygon-2384"/>
              <p:cNvSpPr/>
              <p:nvPr/>
            </p:nvSpPr>
            <p:spPr>
              <a:xfrm>
                <a:off x="12737592" y="176479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3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1"/>
                    </a:lnTo>
                    <a:close/>
                  </a:path>
                </a:pathLst>
              </a:custGeom>
              <a:solidFill>
                <a:srgbClr val="A6FF59"/>
              </a:solidFill>
              <a:ln w="2286">
                <a:solidFill>
                  <a:srgbClr val="A6FF5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99" name="polygon-2385"/>
              <p:cNvSpPr/>
              <p:nvPr/>
            </p:nvSpPr>
            <p:spPr>
              <a:xfrm>
                <a:off x="12719304" y="193852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A0"/>
              </a:solidFill>
              <a:ln w="2286">
                <a:solidFill>
                  <a:srgbClr val="0000A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00" name="polygon-2386"/>
              <p:cNvSpPr/>
              <p:nvPr/>
            </p:nvSpPr>
            <p:spPr>
              <a:xfrm>
                <a:off x="12719304" y="192024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E0"/>
              </a:solidFill>
              <a:ln w="2286">
                <a:solidFill>
                  <a:srgbClr val="0000E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01" name="polygon-2387"/>
              <p:cNvSpPr/>
              <p:nvPr/>
            </p:nvSpPr>
            <p:spPr>
              <a:xfrm>
                <a:off x="12719304" y="1901952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21FF"/>
              </a:solidFill>
              <a:ln w="2286">
                <a:solidFill>
                  <a:srgbClr val="0021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02" name="polygon-2388"/>
              <p:cNvSpPr/>
              <p:nvPr/>
            </p:nvSpPr>
            <p:spPr>
              <a:xfrm>
                <a:off x="12719304" y="1883664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61FF"/>
              </a:solidFill>
              <a:ln w="2286">
                <a:solidFill>
                  <a:srgbClr val="0061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03" name="polygon-2389"/>
              <p:cNvSpPr/>
              <p:nvPr/>
            </p:nvSpPr>
            <p:spPr>
              <a:xfrm>
                <a:off x="12719304" y="1865376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A1FF"/>
              </a:solidFill>
              <a:ln w="2286">
                <a:solidFill>
                  <a:srgbClr val="00A1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04" name="polygon-2390"/>
              <p:cNvSpPr/>
              <p:nvPr/>
            </p:nvSpPr>
            <p:spPr>
              <a:xfrm>
                <a:off x="12719304" y="183794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3"/>
                    </a:moveTo>
                    <a:lnTo>
                      <a:pt x="0" y="3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E1FF"/>
              </a:solidFill>
              <a:ln w="2286">
                <a:solidFill>
                  <a:srgbClr val="00E1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05" name="polygon-2391"/>
              <p:cNvSpPr/>
              <p:nvPr/>
            </p:nvSpPr>
            <p:spPr>
              <a:xfrm>
                <a:off x="12719304" y="1819656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2FFDD"/>
              </a:solidFill>
              <a:ln w="2286">
                <a:solidFill>
                  <a:srgbClr val="22FFD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06" name="polygon-2392"/>
              <p:cNvSpPr/>
              <p:nvPr/>
            </p:nvSpPr>
            <p:spPr>
              <a:xfrm>
                <a:off x="12719304" y="1801368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62FF9D"/>
              </a:solidFill>
              <a:ln w="2286">
                <a:solidFill>
                  <a:srgbClr val="62FF9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07" name="polygon-2393"/>
              <p:cNvSpPr/>
              <p:nvPr/>
            </p:nvSpPr>
            <p:spPr>
              <a:xfrm>
                <a:off x="12719304" y="177393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3"/>
                    </a:moveTo>
                    <a:lnTo>
                      <a:pt x="0" y="3"/>
                    </a:lnTo>
                    <a:lnTo>
                      <a:pt x="0" y="0"/>
                    </a:lnTo>
                    <a:lnTo>
                      <a:pt x="2" y="1"/>
                    </a:lnTo>
                    <a:close/>
                  </a:path>
                </a:pathLst>
              </a:custGeom>
              <a:solidFill>
                <a:srgbClr val="A2FF5D"/>
              </a:solidFill>
              <a:ln w="2286">
                <a:solidFill>
                  <a:srgbClr val="A2FF5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08" name="polygon-2394"/>
              <p:cNvSpPr/>
              <p:nvPr/>
            </p:nvSpPr>
            <p:spPr>
              <a:xfrm>
                <a:off x="12719304" y="175564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3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1"/>
                    </a:lnTo>
                    <a:close/>
                  </a:path>
                </a:pathLst>
              </a:custGeom>
              <a:solidFill>
                <a:srgbClr val="E2FF1D"/>
              </a:solidFill>
              <a:ln w="2286">
                <a:solidFill>
                  <a:srgbClr val="E2FF1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09" name="polygon-2395"/>
              <p:cNvSpPr/>
              <p:nvPr/>
            </p:nvSpPr>
            <p:spPr>
              <a:xfrm>
                <a:off x="12701016" y="194767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A0"/>
              </a:solidFill>
              <a:ln w="2286">
                <a:solidFill>
                  <a:srgbClr val="0000A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10" name="polygon-2396"/>
              <p:cNvSpPr/>
              <p:nvPr/>
            </p:nvSpPr>
            <p:spPr>
              <a:xfrm>
                <a:off x="12701016" y="1920240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2" y="3"/>
                    </a:move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E1"/>
              </a:solidFill>
              <a:ln w="2286">
                <a:solidFill>
                  <a:srgbClr val="0000E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11" name="polygon-2397"/>
              <p:cNvSpPr/>
              <p:nvPr/>
            </p:nvSpPr>
            <p:spPr>
              <a:xfrm>
                <a:off x="12701016" y="1901952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2" y="2"/>
                    </a:move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22FF"/>
              </a:solidFill>
              <a:ln w="2286">
                <a:solidFill>
                  <a:srgbClr val="0022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12" name="polygon-2398"/>
              <p:cNvSpPr/>
              <p:nvPr/>
            </p:nvSpPr>
            <p:spPr>
              <a:xfrm>
                <a:off x="12701016" y="1883664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2" y="2"/>
                    </a:moveTo>
                    <a:lnTo>
                      <a:pt x="0" y="4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63FF"/>
              </a:solidFill>
              <a:ln w="2286">
                <a:solidFill>
                  <a:srgbClr val="0063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13" name="polygon-2399"/>
              <p:cNvSpPr/>
              <p:nvPr/>
            </p:nvSpPr>
            <p:spPr>
              <a:xfrm>
                <a:off x="12701016" y="186537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A4FF"/>
              </a:solidFill>
              <a:ln w="2286">
                <a:solidFill>
                  <a:srgbClr val="00A4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14" name="polygon-2400"/>
              <p:cNvSpPr/>
              <p:nvPr/>
            </p:nvSpPr>
            <p:spPr>
              <a:xfrm>
                <a:off x="12701016" y="1837944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2" y="3"/>
                    </a:move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E4FF"/>
              </a:solidFill>
              <a:ln w="2286">
                <a:solidFill>
                  <a:srgbClr val="00E4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15" name="polygon-2401"/>
              <p:cNvSpPr/>
              <p:nvPr/>
            </p:nvSpPr>
            <p:spPr>
              <a:xfrm>
                <a:off x="12701016" y="1819656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2" y="2"/>
                    </a:move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6FFD9"/>
              </a:solidFill>
              <a:ln w="2286">
                <a:solidFill>
                  <a:srgbClr val="26FFD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16" name="polygon-2402"/>
              <p:cNvSpPr/>
              <p:nvPr/>
            </p:nvSpPr>
            <p:spPr>
              <a:xfrm>
                <a:off x="12701016" y="1801368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2" y="2"/>
                    </a:move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67FF98"/>
              </a:solidFill>
              <a:ln w="2286">
                <a:solidFill>
                  <a:srgbClr val="67FF9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17" name="polygon-2403"/>
              <p:cNvSpPr/>
              <p:nvPr/>
            </p:nvSpPr>
            <p:spPr>
              <a:xfrm>
                <a:off x="12701016" y="1773936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2" y="3"/>
                    </a:moveTo>
                    <a:lnTo>
                      <a:pt x="0" y="5"/>
                    </a:lnTo>
                    <a:lnTo>
                      <a:pt x="0" y="3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A7FF58"/>
              </a:solidFill>
              <a:ln w="2286">
                <a:solidFill>
                  <a:srgbClr val="A7FF5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18" name="polygon-2404"/>
              <p:cNvSpPr/>
              <p:nvPr/>
            </p:nvSpPr>
            <p:spPr>
              <a:xfrm>
                <a:off x="12701016" y="1755648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2" y="2"/>
                    </a:moveTo>
                    <a:lnTo>
                      <a:pt x="0" y="5"/>
                    </a:lnTo>
                    <a:lnTo>
                      <a:pt x="0" y="3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E8FF17"/>
              </a:solidFill>
              <a:ln w="2286">
                <a:solidFill>
                  <a:srgbClr val="E8FF1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19" name="polygon-2405"/>
              <p:cNvSpPr/>
              <p:nvPr/>
            </p:nvSpPr>
            <p:spPr>
              <a:xfrm>
                <a:off x="12682728" y="195681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9D"/>
              </a:solidFill>
              <a:ln w="2286">
                <a:solidFill>
                  <a:srgbClr val="00009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20" name="polygon-2406"/>
              <p:cNvSpPr/>
              <p:nvPr/>
            </p:nvSpPr>
            <p:spPr>
              <a:xfrm>
                <a:off x="12682728" y="193852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D9"/>
              </a:solidFill>
              <a:ln w="2286">
                <a:solidFill>
                  <a:srgbClr val="0000D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21" name="polygon-2407"/>
              <p:cNvSpPr/>
              <p:nvPr/>
            </p:nvSpPr>
            <p:spPr>
              <a:xfrm>
                <a:off x="12682728" y="192024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15FF"/>
              </a:solidFill>
              <a:ln w="2286">
                <a:solidFill>
                  <a:srgbClr val="0015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22" name="polygon-2408"/>
              <p:cNvSpPr/>
              <p:nvPr/>
            </p:nvSpPr>
            <p:spPr>
              <a:xfrm>
                <a:off x="12682728" y="1892808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2" y="3"/>
                    </a:move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51FF"/>
              </a:solidFill>
              <a:ln w="2286">
                <a:solidFill>
                  <a:srgbClr val="0051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23" name="polygon-2409"/>
              <p:cNvSpPr/>
              <p:nvPr/>
            </p:nvSpPr>
            <p:spPr>
              <a:xfrm>
                <a:off x="12682728" y="1874520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2" y="2"/>
                    </a:move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8CFF"/>
              </a:solidFill>
              <a:ln w="2286">
                <a:solidFill>
                  <a:srgbClr val="008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24" name="polygon-2410"/>
              <p:cNvSpPr/>
              <p:nvPr/>
            </p:nvSpPr>
            <p:spPr>
              <a:xfrm>
                <a:off x="12682728" y="1856232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2" y="2"/>
                    </a:move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C8FF"/>
              </a:solidFill>
              <a:ln w="2286">
                <a:solidFill>
                  <a:srgbClr val="00C8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25" name="polygon-2411"/>
              <p:cNvSpPr/>
              <p:nvPr/>
            </p:nvSpPr>
            <p:spPr>
              <a:xfrm>
                <a:off x="12682728" y="1837944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2" y="2"/>
                    </a:move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5FFFA"/>
              </a:solidFill>
              <a:ln w="2286">
                <a:solidFill>
                  <a:srgbClr val="05FFF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26" name="polygon-2412"/>
              <p:cNvSpPr/>
              <p:nvPr/>
            </p:nvSpPr>
            <p:spPr>
              <a:xfrm>
                <a:off x="12682728" y="1819656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2" y="2"/>
                    </a:moveTo>
                    <a:lnTo>
                      <a:pt x="0" y="4"/>
                    </a:lnTo>
                    <a:lnTo>
                      <a:pt x="0" y="3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40FFBF"/>
              </a:solidFill>
              <a:ln w="2286">
                <a:solidFill>
                  <a:srgbClr val="40FFB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27" name="polygon-2413"/>
              <p:cNvSpPr/>
              <p:nvPr/>
            </p:nvSpPr>
            <p:spPr>
              <a:xfrm>
                <a:off x="12682728" y="1801368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2" y="2"/>
                    </a:moveTo>
                    <a:lnTo>
                      <a:pt x="0" y="5"/>
                    </a:lnTo>
                    <a:lnTo>
                      <a:pt x="0" y="3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7CFF83"/>
              </a:solidFill>
              <a:ln w="2286">
                <a:solidFill>
                  <a:srgbClr val="7CFF8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28" name="polygon-2414"/>
              <p:cNvSpPr/>
              <p:nvPr/>
            </p:nvSpPr>
            <p:spPr>
              <a:xfrm>
                <a:off x="12682728" y="1783080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2" y="2"/>
                    </a:moveTo>
                    <a:lnTo>
                      <a:pt x="0" y="5"/>
                    </a:lnTo>
                    <a:lnTo>
                      <a:pt x="0" y="3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B7FF48"/>
              </a:solidFill>
              <a:ln w="2286">
                <a:solidFill>
                  <a:srgbClr val="B7FF4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29" name="polygon-2415"/>
              <p:cNvSpPr/>
              <p:nvPr/>
            </p:nvSpPr>
            <p:spPr>
              <a:xfrm>
                <a:off x="12664440" y="196596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9E"/>
              </a:solidFill>
              <a:ln w="2286">
                <a:solidFill>
                  <a:srgbClr val="00009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30" name="polygon-2416"/>
              <p:cNvSpPr/>
              <p:nvPr/>
            </p:nvSpPr>
            <p:spPr>
              <a:xfrm>
                <a:off x="12664440" y="194767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DA"/>
              </a:solidFill>
              <a:ln w="2286">
                <a:solidFill>
                  <a:srgbClr val="0000D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31" name="polygon-2417"/>
              <p:cNvSpPr/>
              <p:nvPr/>
            </p:nvSpPr>
            <p:spPr>
              <a:xfrm>
                <a:off x="12664440" y="192938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18FF"/>
              </a:solidFill>
              <a:ln w="2286">
                <a:solidFill>
                  <a:srgbClr val="0018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32" name="polygon-2418"/>
              <p:cNvSpPr/>
              <p:nvPr/>
            </p:nvSpPr>
            <p:spPr>
              <a:xfrm>
                <a:off x="12664440" y="1911096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55FF"/>
              </a:solidFill>
              <a:ln w="2286">
                <a:solidFill>
                  <a:srgbClr val="0055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33" name="polygon-2419"/>
              <p:cNvSpPr/>
              <p:nvPr/>
            </p:nvSpPr>
            <p:spPr>
              <a:xfrm>
                <a:off x="12664440" y="1892808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91FF"/>
              </a:solidFill>
              <a:ln w="2286">
                <a:solidFill>
                  <a:srgbClr val="0091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34" name="polygon-2420"/>
              <p:cNvSpPr/>
              <p:nvPr/>
            </p:nvSpPr>
            <p:spPr>
              <a:xfrm>
                <a:off x="12664440" y="1874520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CEFF"/>
              </a:solidFill>
              <a:ln w="2286">
                <a:solidFill>
                  <a:srgbClr val="00CE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35" name="polygon-2421"/>
              <p:cNvSpPr/>
              <p:nvPr/>
            </p:nvSpPr>
            <p:spPr>
              <a:xfrm>
                <a:off x="12664440" y="184708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3"/>
                    </a:moveTo>
                    <a:lnTo>
                      <a:pt x="0" y="3"/>
                    </a:lnTo>
                    <a:lnTo>
                      <a:pt x="0" y="0"/>
                    </a:lnTo>
                    <a:lnTo>
                      <a:pt x="2" y="1"/>
                    </a:lnTo>
                    <a:close/>
                  </a:path>
                </a:pathLst>
              </a:custGeom>
              <a:solidFill>
                <a:srgbClr val="0CFFF3"/>
              </a:solidFill>
              <a:ln w="2286">
                <a:solidFill>
                  <a:srgbClr val="0CFFF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36" name="polygon-2422"/>
              <p:cNvSpPr/>
              <p:nvPr/>
            </p:nvSpPr>
            <p:spPr>
              <a:xfrm>
                <a:off x="12664440" y="182880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3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2"/>
                    </a:lnTo>
                    <a:close/>
                  </a:path>
                </a:pathLst>
              </a:custGeom>
              <a:solidFill>
                <a:srgbClr val="48FFB7"/>
              </a:solidFill>
              <a:ln w="2286">
                <a:solidFill>
                  <a:srgbClr val="48FFB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37" name="polygon-2423"/>
              <p:cNvSpPr/>
              <p:nvPr/>
            </p:nvSpPr>
            <p:spPr>
              <a:xfrm>
                <a:off x="12664440" y="1810512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2" y="4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2"/>
                    </a:lnTo>
                    <a:close/>
                  </a:path>
                </a:pathLst>
              </a:custGeom>
              <a:solidFill>
                <a:srgbClr val="85FF7A"/>
              </a:solidFill>
              <a:ln w="2286">
                <a:solidFill>
                  <a:srgbClr val="85FF7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38" name="polygon-2424"/>
              <p:cNvSpPr/>
              <p:nvPr/>
            </p:nvSpPr>
            <p:spPr>
              <a:xfrm>
                <a:off x="12664440" y="1792224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2" y="4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2"/>
                    </a:lnTo>
                    <a:close/>
                  </a:path>
                </a:pathLst>
              </a:custGeom>
              <a:solidFill>
                <a:srgbClr val="C1FF3E"/>
              </a:solidFill>
              <a:ln w="2286">
                <a:solidFill>
                  <a:srgbClr val="C1FF3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39" name="polygon-2425"/>
              <p:cNvSpPr/>
              <p:nvPr/>
            </p:nvSpPr>
            <p:spPr>
              <a:xfrm>
                <a:off x="12637008" y="1975104"/>
                <a:ext cx="27432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3" h="3">
                    <a:moveTo>
                      <a:pt x="3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000A1"/>
              </a:solidFill>
              <a:ln w="2286">
                <a:solidFill>
                  <a:srgbClr val="0000A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40" name="polygon-2426"/>
              <p:cNvSpPr/>
              <p:nvPr/>
            </p:nvSpPr>
            <p:spPr>
              <a:xfrm>
                <a:off x="12637008" y="1956816"/>
                <a:ext cx="27432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3" h="3">
                    <a:moveTo>
                      <a:pt x="3" y="2"/>
                    </a:moveTo>
                    <a:lnTo>
                      <a:pt x="0" y="3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000E3"/>
              </a:solidFill>
              <a:ln w="2286">
                <a:solidFill>
                  <a:srgbClr val="0000E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41" name="polygon-2427"/>
              <p:cNvSpPr/>
              <p:nvPr/>
            </p:nvSpPr>
            <p:spPr>
              <a:xfrm>
                <a:off x="12637008" y="1929384"/>
                <a:ext cx="27432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3" h="3">
                    <a:moveTo>
                      <a:pt x="3" y="3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026FF"/>
              </a:solidFill>
              <a:ln w="2286">
                <a:solidFill>
                  <a:srgbClr val="0026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42" name="polygon-2428"/>
              <p:cNvSpPr/>
              <p:nvPr/>
            </p:nvSpPr>
            <p:spPr>
              <a:xfrm>
                <a:off x="12637008" y="1911096"/>
                <a:ext cx="27432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3" h="3">
                    <a:moveTo>
                      <a:pt x="3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068FF"/>
              </a:solidFill>
              <a:ln w="2286">
                <a:solidFill>
                  <a:srgbClr val="0068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43" name="polygon-2429"/>
              <p:cNvSpPr/>
              <p:nvPr/>
            </p:nvSpPr>
            <p:spPr>
              <a:xfrm>
                <a:off x="12637008" y="1892808"/>
                <a:ext cx="27432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3" h="3">
                    <a:moveTo>
                      <a:pt x="3" y="2"/>
                    </a:moveTo>
                    <a:lnTo>
                      <a:pt x="0" y="3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0AAFF"/>
              </a:solidFill>
              <a:ln w="2286">
                <a:solidFill>
                  <a:srgbClr val="00AA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44" name="polygon-2430"/>
              <p:cNvSpPr/>
              <p:nvPr/>
            </p:nvSpPr>
            <p:spPr>
              <a:xfrm>
                <a:off x="12637008" y="1874520"/>
                <a:ext cx="27432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>
                    <a:moveTo>
                      <a:pt x="3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0EDFF"/>
              </a:solidFill>
              <a:ln w="2286">
                <a:solidFill>
                  <a:srgbClr val="00ED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45" name="polygon-2431"/>
              <p:cNvSpPr/>
              <p:nvPr/>
            </p:nvSpPr>
            <p:spPr>
              <a:xfrm>
                <a:off x="12637008" y="1847088"/>
                <a:ext cx="27432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3" h="3">
                    <a:moveTo>
                      <a:pt x="3" y="3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30FFCF"/>
              </a:solidFill>
              <a:ln w="2286">
                <a:solidFill>
                  <a:srgbClr val="30FFC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46" name="polygon-2432"/>
              <p:cNvSpPr/>
              <p:nvPr/>
            </p:nvSpPr>
            <p:spPr>
              <a:xfrm>
                <a:off x="12637008" y="1828800"/>
                <a:ext cx="27432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3" h="3">
                    <a:moveTo>
                      <a:pt x="3" y="2"/>
                    </a:moveTo>
                    <a:lnTo>
                      <a:pt x="0" y="3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72FF8D"/>
              </a:solidFill>
              <a:ln w="2286">
                <a:solidFill>
                  <a:srgbClr val="72FF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47" name="polygon-2433"/>
              <p:cNvSpPr/>
              <p:nvPr/>
            </p:nvSpPr>
            <p:spPr>
              <a:xfrm>
                <a:off x="12637008" y="1810512"/>
                <a:ext cx="27432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>
                    <a:moveTo>
                      <a:pt x="3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B4FF4B"/>
              </a:solidFill>
              <a:ln w="2286">
                <a:solidFill>
                  <a:srgbClr val="B4FF4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48" name="polygon-2434"/>
              <p:cNvSpPr/>
              <p:nvPr/>
            </p:nvSpPr>
            <p:spPr>
              <a:xfrm>
                <a:off x="12637008" y="1792224"/>
                <a:ext cx="27432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>
                    <a:moveTo>
                      <a:pt x="3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F6FF09"/>
              </a:solidFill>
              <a:ln w="2286">
                <a:solidFill>
                  <a:srgbClr val="F6FF0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49" name="polygon-2435"/>
              <p:cNvSpPr/>
              <p:nvPr/>
            </p:nvSpPr>
            <p:spPr>
              <a:xfrm>
                <a:off x="12307824" y="181965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9B"/>
              </a:solidFill>
              <a:ln w="2286">
                <a:solidFill>
                  <a:srgbClr val="00009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50" name="polygon-2436"/>
              <p:cNvSpPr/>
              <p:nvPr/>
            </p:nvSpPr>
            <p:spPr>
              <a:xfrm>
                <a:off x="12307824" y="1810512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0" y="1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D2"/>
              </a:solidFill>
              <a:ln w="2286">
                <a:solidFill>
                  <a:srgbClr val="0000D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51" name="polygon-2437"/>
              <p:cNvSpPr/>
              <p:nvPr/>
            </p:nvSpPr>
            <p:spPr>
              <a:xfrm>
                <a:off x="12307824" y="1792224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0" y="2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9FF"/>
              </a:solidFill>
              <a:ln w="2286">
                <a:solidFill>
                  <a:srgbClr val="0009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52" name="polygon-2438"/>
              <p:cNvSpPr/>
              <p:nvPr/>
            </p:nvSpPr>
            <p:spPr>
              <a:xfrm>
                <a:off x="12307824" y="1773936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0" y="2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40FF"/>
              </a:solidFill>
              <a:ln w="2286">
                <a:solidFill>
                  <a:srgbClr val="0040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53" name="polygon-2439"/>
              <p:cNvSpPr/>
              <p:nvPr/>
            </p:nvSpPr>
            <p:spPr>
              <a:xfrm>
                <a:off x="12307824" y="1755648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0" y="2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77FF"/>
              </a:solidFill>
              <a:ln w="2286">
                <a:solidFill>
                  <a:srgbClr val="007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54" name="polygon-2440"/>
              <p:cNvSpPr/>
              <p:nvPr/>
            </p:nvSpPr>
            <p:spPr>
              <a:xfrm>
                <a:off x="12307824" y="173736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3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ADFF"/>
              </a:solidFill>
              <a:ln w="2286">
                <a:solidFill>
                  <a:srgbClr val="00AD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55" name="polygon-2441"/>
              <p:cNvSpPr/>
              <p:nvPr/>
            </p:nvSpPr>
            <p:spPr>
              <a:xfrm>
                <a:off x="12307824" y="171907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3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E4FF"/>
              </a:solidFill>
              <a:ln w="2286">
                <a:solidFill>
                  <a:srgbClr val="00E4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56" name="polygon-2442"/>
              <p:cNvSpPr/>
              <p:nvPr/>
            </p:nvSpPr>
            <p:spPr>
              <a:xfrm>
                <a:off x="12307824" y="170078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3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1CFFE3"/>
              </a:solidFill>
              <a:ln w="2286">
                <a:solidFill>
                  <a:srgbClr val="1CFFE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57" name="polygon-2443"/>
              <p:cNvSpPr/>
              <p:nvPr/>
            </p:nvSpPr>
            <p:spPr>
              <a:xfrm>
                <a:off x="12307824" y="168249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3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53FFAC"/>
              </a:solidFill>
              <a:ln w="2286">
                <a:solidFill>
                  <a:srgbClr val="53FFA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58" name="polygon-2444"/>
              <p:cNvSpPr/>
              <p:nvPr/>
            </p:nvSpPr>
            <p:spPr>
              <a:xfrm>
                <a:off x="12307824" y="1664208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4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89FF76"/>
              </a:solidFill>
              <a:ln w="2286">
                <a:solidFill>
                  <a:srgbClr val="89FF7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59" name="polygon-2445"/>
              <p:cNvSpPr/>
              <p:nvPr/>
            </p:nvSpPr>
            <p:spPr>
              <a:xfrm>
                <a:off x="12326112" y="182880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9C"/>
              </a:solidFill>
              <a:ln w="2286">
                <a:solidFill>
                  <a:srgbClr val="00009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60" name="polygon-2446"/>
              <p:cNvSpPr/>
              <p:nvPr/>
            </p:nvSpPr>
            <p:spPr>
              <a:xfrm>
                <a:off x="12326112" y="181051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D5"/>
              </a:solidFill>
              <a:ln w="2286">
                <a:solidFill>
                  <a:srgbClr val="0000D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61" name="polygon-2447"/>
              <p:cNvSpPr/>
              <p:nvPr/>
            </p:nvSpPr>
            <p:spPr>
              <a:xfrm>
                <a:off x="12326112" y="179222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FFF"/>
              </a:solidFill>
              <a:ln w="2286">
                <a:solidFill>
                  <a:srgbClr val="000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62" name="polygon-2448"/>
              <p:cNvSpPr/>
              <p:nvPr/>
            </p:nvSpPr>
            <p:spPr>
              <a:xfrm>
                <a:off x="12326112" y="1773936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2"/>
                    </a:moveTo>
                    <a:lnTo>
                      <a:pt x="2" y="4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48FF"/>
              </a:solidFill>
              <a:ln w="2286">
                <a:solidFill>
                  <a:srgbClr val="0048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63" name="polygon-2449"/>
              <p:cNvSpPr/>
              <p:nvPr/>
            </p:nvSpPr>
            <p:spPr>
              <a:xfrm>
                <a:off x="12326112" y="1755648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2"/>
                    </a:moveTo>
                    <a:lnTo>
                      <a:pt x="2" y="4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81FF"/>
              </a:solidFill>
              <a:ln w="2286">
                <a:solidFill>
                  <a:srgbClr val="0081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64" name="polygon-2450"/>
              <p:cNvSpPr/>
              <p:nvPr/>
            </p:nvSpPr>
            <p:spPr>
              <a:xfrm>
                <a:off x="12326112" y="1737360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2"/>
                    </a:moveTo>
                    <a:lnTo>
                      <a:pt x="2" y="4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B9FF"/>
              </a:solidFill>
              <a:ln w="2286">
                <a:solidFill>
                  <a:srgbClr val="00B9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65" name="polygon-2451"/>
              <p:cNvSpPr/>
              <p:nvPr/>
            </p:nvSpPr>
            <p:spPr>
              <a:xfrm>
                <a:off x="12326112" y="1719072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2"/>
                    </a:moveTo>
                    <a:lnTo>
                      <a:pt x="2" y="4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F2FF"/>
              </a:solidFill>
              <a:ln w="2286">
                <a:solidFill>
                  <a:srgbClr val="00F2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66" name="polygon-2452"/>
              <p:cNvSpPr/>
              <p:nvPr/>
            </p:nvSpPr>
            <p:spPr>
              <a:xfrm>
                <a:off x="12326112" y="1700784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2"/>
                    </a:moveTo>
                    <a:lnTo>
                      <a:pt x="2" y="4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CFFD3"/>
              </a:solidFill>
              <a:ln w="2286">
                <a:solidFill>
                  <a:srgbClr val="2CFFD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67" name="polygon-2453"/>
              <p:cNvSpPr/>
              <p:nvPr/>
            </p:nvSpPr>
            <p:spPr>
              <a:xfrm>
                <a:off x="12326112" y="1682496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2"/>
                    </a:moveTo>
                    <a:lnTo>
                      <a:pt x="2" y="4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5FF9A"/>
              </a:solidFill>
              <a:ln w="2286">
                <a:solidFill>
                  <a:srgbClr val="65FF9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68" name="polygon-2454"/>
              <p:cNvSpPr/>
              <p:nvPr/>
            </p:nvSpPr>
            <p:spPr>
              <a:xfrm>
                <a:off x="12326112" y="1664208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2"/>
                    </a:moveTo>
                    <a:lnTo>
                      <a:pt x="2" y="4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FF61"/>
              </a:solidFill>
              <a:ln w="2286">
                <a:solidFill>
                  <a:srgbClr val="9EFF6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69" name="polygon-2455"/>
              <p:cNvSpPr/>
              <p:nvPr/>
            </p:nvSpPr>
            <p:spPr>
              <a:xfrm>
                <a:off x="12344400" y="183794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9B"/>
              </a:solidFill>
              <a:ln w="2286">
                <a:solidFill>
                  <a:srgbClr val="00009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70" name="polygon-2456"/>
              <p:cNvSpPr/>
              <p:nvPr/>
            </p:nvSpPr>
            <p:spPr>
              <a:xfrm>
                <a:off x="12344400" y="181965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D1"/>
              </a:solidFill>
              <a:ln w="2286">
                <a:solidFill>
                  <a:srgbClr val="0000D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71" name="polygon-2457"/>
              <p:cNvSpPr/>
              <p:nvPr/>
            </p:nvSpPr>
            <p:spPr>
              <a:xfrm>
                <a:off x="12344400" y="1810512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0" y="1"/>
                    </a:moveTo>
                    <a:lnTo>
                      <a:pt x="2" y="2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9FF"/>
              </a:solidFill>
              <a:ln w="2286">
                <a:solidFill>
                  <a:srgbClr val="0009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72" name="polygon-2458"/>
              <p:cNvSpPr/>
              <p:nvPr/>
            </p:nvSpPr>
            <p:spPr>
              <a:xfrm>
                <a:off x="12344400" y="179222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40FF"/>
              </a:solidFill>
              <a:ln w="2286">
                <a:solidFill>
                  <a:srgbClr val="0040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73" name="polygon-2459"/>
              <p:cNvSpPr/>
              <p:nvPr/>
            </p:nvSpPr>
            <p:spPr>
              <a:xfrm>
                <a:off x="12344400" y="177393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6FF"/>
              </a:solidFill>
              <a:ln w="2286">
                <a:solidFill>
                  <a:srgbClr val="0076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74" name="polygon-2460"/>
              <p:cNvSpPr/>
              <p:nvPr/>
            </p:nvSpPr>
            <p:spPr>
              <a:xfrm>
                <a:off x="12344400" y="175564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ADFF"/>
              </a:solidFill>
              <a:ln w="2286">
                <a:solidFill>
                  <a:srgbClr val="00AD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75" name="polygon-2461"/>
              <p:cNvSpPr/>
              <p:nvPr/>
            </p:nvSpPr>
            <p:spPr>
              <a:xfrm>
                <a:off x="12344400" y="173736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4FF"/>
              </a:solidFill>
              <a:ln w="2286">
                <a:solidFill>
                  <a:srgbClr val="00E4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76" name="polygon-2462"/>
              <p:cNvSpPr/>
              <p:nvPr/>
            </p:nvSpPr>
            <p:spPr>
              <a:xfrm>
                <a:off x="12344400" y="171907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BFFE4"/>
              </a:solidFill>
              <a:ln w="2286">
                <a:solidFill>
                  <a:srgbClr val="1BFFE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77" name="polygon-2463"/>
              <p:cNvSpPr/>
              <p:nvPr/>
            </p:nvSpPr>
            <p:spPr>
              <a:xfrm>
                <a:off x="12344400" y="170078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2FFAD"/>
              </a:solidFill>
              <a:ln w="2286">
                <a:solidFill>
                  <a:srgbClr val="52FFA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78" name="polygon-2464"/>
              <p:cNvSpPr/>
              <p:nvPr/>
            </p:nvSpPr>
            <p:spPr>
              <a:xfrm>
                <a:off x="12344400" y="168249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8FF77"/>
              </a:solidFill>
              <a:ln w="2286">
                <a:solidFill>
                  <a:srgbClr val="88FF7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79" name="polygon-2465"/>
              <p:cNvSpPr/>
              <p:nvPr/>
            </p:nvSpPr>
            <p:spPr>
              <a:xfrm>
                <a:off x="12362688" y="184708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9C"/>
              </a:solidFill>
              <a:ln w="2286">
                <a:solidFill>
                  <a:srgbClr val="00009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80" name="polygon-2466"/>
              <p:cNvSpPr/>
              <p:nvPr/>
            </p:nvSpPr>
            <p:spPr>
              <a:xfrm>
                <a:off x="12362688" y="182880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D6"/>
              </a:solidFill>
              <a:ln w="2286">
                <a:solidFill>
                  <a:srgbClr val="0000D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81" name="polygon-2467"/>
              <p:cNvSpPr/>
              <p:nvPr/>
            </p:nvSpPr>
            <p:spPr>
              <a:xfrm>
                <a:off x="12362688" y="1819656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0" y="1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11FF"/>
              </a:solidFill>
              <a:ln w="2286">
                <a:solidFill>
                  <a:srgbClr val="0011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82" name="polygon-2468"/>
              <p:cNvSpPr/>
              <p:nvPr/>
            </p:nvSpPr>
            <p:spPr>
              <a:xfrm>
                <a:off x="12362688" y="1801368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0" y="2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4AFF"/>
              </a:solidFill>
              <a:ln w="2286">
                <a:solidFill>
                  <a:srgbClr val="004A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83" name="polygon-2469"/>
              <p:cNvSpPr/>
              <p:nvPr/>
            </p:nvSpPr>
            <p:spPr>
              <a:xfrm>
                <a:off x="12362688" y="1783080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0" y="2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84FF"/>
              </a:solidFill>
              <a:ln w="2286">
                <a:solidFill>
                  <a:srgbClr val="0084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84" name="polygon-2470"/>
              <p:cNvSpPr/>
              <p:nvPr/>
            </p:nvSpPr>
            <p:spPr>
              <a:xfrm>
                <a:off x="12362688" y="1764792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0" y="2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BEFF"/>
              </a:solidFill>
              <a:ln w="2286">
                <a:solidFill>
                  <a:srgbClr val="00BE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85" name="polygon-2471"/>
              <p:cNvSpPr/>
              <p:nvPr/>
            </p:nvSpPr>
            <p:spPr>
              <a:xfrm>
                <a:off x="12362688" y="1746504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0" y="2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F7FF"/>
              </a:solidFill>
              <a:ln w="2286">
                <a:solidFill>
                  <a:srgbClr val="00F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86" name="polygon-2472"/>
              <p:cNvSpPr/>
              <p:nvPr/>
            </p:nvSpPr>
            <p:spPr>
              <a:xfrm>
                <a:off x="12362688" y="171907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3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32FFCD"/>
              </a:solidFill>
              <a:ln w="2286">
                <a:solidFill>
                  <a:srgbClr val="32FFC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87" name="polygon-2473"/>
              <p:cNvSpPr/>
              <p:nvPr/>
            </p:nvSpPr>
            <p:spPr>
              <a:xfrm>
                <a:off x="12362688" y="170078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3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6BFF94"/>
              </a:solidFill>
              <a:ln w="2286">
                <a:solidFill>
                  <a:srgbClr val="6BFF9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88" name="polygon-2474"/>
              <p:cNvSpPr/>
              <p:nvPr/>
            </p:nvSpPr>
            <p:spPr>
              <a:xfrm>
                <a:off x="12362688" y="168249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3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A5FF5A"/>
              </a:solidFill>
              <a:ln w="2286">
                <a:solidFill>
                  <a:srgbClr val="A5FF5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89" name="polygon-2475"/>
              <p:cNvSpPr/>
              <p:nvPr/>
            </p:nvSpPr>
            <p:spPr>
              <a:xfrm>
                <a:off x="12380976" y="185623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9D"/>
              </a:solidFill>
              <a:ln w="2286">
                <a:solidFill>
                  <a:srgbClr val="00009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90" name="polygon-2476"/>
              <p:cNvSpPr/>
              <p:nvPr/>
            </p:nvSpPr>
            <p:spPr>
              <a:xfrm>
                <a:off x="12380976" y="183794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D8"/>
              </a:solidFill>
              <a:ln w="2286">
                <a:solidFill>
                  <a:srgbClr val="0000D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91" name="polygon-2477"/>
              <p:cNvSpPr/>
              <p:nvPr/>
            </p:nvSpPr>
            <p:spPr>
              <a:xfrm>
                <a:off x="12380976" y="181965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14FF"/>
              </a:solidFill>
              <a:ln w="2286">
                <a:solidFill>
                  <a:srgbClr val="0014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92" name="polygon-2478"/>
              <p:cNvSpPr/>
              <p:nvPr/>
            </p:nvSpPr>
            <p:spPr>
              <a:xfrm>
                <a:off x="12380976" y="180136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4EFF"/>
              </a:solidFill>
              <a:ln w="2286">
                <a:solidFill>
                  <a:srgbClr val="004E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93" name="polygon-2479"/>
              <p:cNvSpPr/>
              <p:nvPr/>
            </p:nvSpPr>
            <p:spPr>
              <a:xfrm>
                <a:off x="12380976" y="178308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89FF"/>
              </a:solidFill>
              <a:ln w="2286">
                <a:solidFill>
                  <a:srgbClr val="0089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94" name="polygon-2480"/>
              <p:cNvSpPr/>
              <p:nvPr/>
            </p:nvSpPr>
            <p:spPr>
              <a:xfrm>
                <a:off x="12380976" y="176479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C4FF"/>
              </a:solidFill>
              <a:ln w="2286">
                <a:solidFill>
                  <a:srgbClr val="00C4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95" name="polygon-2481"/>
              <p:cNvSpPr/>
              <p:nvPr/>
            </p:nvSpPr>
            <p:spPr>
              <a:xfrm>
                <a:off x="12380976" y="174650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FFFF"/>
              </a:solidFill>
              <a:ln w="2286">
                <a:solidFill>
                  <a:srgbClr val="00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96" name="polygon-2482"/>
              <p:cNvSpPr/>
              <p:nvPr/>
            </p:nvSpPr>
            <p:spPr>
              <a:xfrm>
                <a:off x="12380976" y="1719072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3"/>
                    </a:moveTo>
                    <a:lnTo>
                      <a:pt x="2" y="4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BFFC4"/>
              </a:solidFill>
              <a:ln w="2286">
                <a:solidFill>
                  <a:srgbClr val="3BFFC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97" name="polygon-2483"/>
              <p:cNvSpPr/>
              <p:nvPr/>
            </p:nvSpPr>
            <p:spPr>
              <a:xfrm>
                <a:off x="12380976" y="1700784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2"/>
                    </a:moveTo>
                    <a:lnTo>
                      <a:pt x="2" y="5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6FF89"/>
              </a:solidFill>
              <a:ln w="2286">
                <a:solidFill>
                  <a:srgbClr val="76FF8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98" name="polygon-2484"/>
              <p:cNvSpPr/>
              <p:nvPr/>
            </p:nvSpPr>
            <p:spPr>
              <a:xfrm>
                <a:off x="12380976" y="1682496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2"/>
                    </a:moveTo>
                    <a:lnTo>
                      <a:pt x="2" y="5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1FF4E"/>
              </a:solidFill>
              <a:ln w="2286">
                <a:solidFill>
                  <a:srgbClr val="B1FF4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99" name="polygon-2485"/>
              <p:cNvSpPr/>
              <p:nvPr/>
            </p:nvSpPr>
            <p:spPr>
              <a:xfrm>
                <a:off x="12399264" y="186537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9D"/>
              </a:solidFill>
              <a:ln w="2286">
                <a:solidFill>
                  <a:srgbClr val="00009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00" name="polygon-2486"/>
              <p:cNvSpPr/>
              <p:nvPr/>
            </p:nvSpPr>
            <p:spPr>
              <a:xfrm>
                <a:off x="12399264" y="184708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D7"/>
              </a:solidFill>
              <a:ln w="2286">
                <a:solidFill>
                  <a:srgbClr val="0000D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01" name="polygon-2487"/>
              <p:cNvSpPr/>
              <p:nvPr/>
            </p:nvSpPr>
            <p:spPr>
              <a:xfrm>
                <a:off x="12399264" y="182880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13FF"/>
              </a:solidFill>
              <a:ln w="2286">
                <a:solidFill>
                  <a:srgbClr val="0013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02" name="polygon-2488"/>
              <p:cNvSpPr/>
              <p:nvPr/>
            </p:nvSpPr>
            <p:spPr>
              <a:xfrm>
                <a:off x="12399264" y="181051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4EFF"/>
              </a:solidFill>
              <a:ln w="2286">
                <a:solidFill>
                  <a:srgbClr val="004E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03" name="polygon-2489"/>
              <p:cNvSpPr/>
              <p:nvPr/>
            </p:nvSpPr>
            <p:spPr>
              <a:xfrm>
                <a:off x="12399264" y="179222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88FF"/>
              </a:solidFill>
              <a:ln w="2286">
                <a:solidFill>
                  <a:srgbClr val="0088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04" name="polygon-2490"/>
              <p:cNvSpPr/>
              <p:nvPr/>
            </p:nvSpPr>
            <p:spPr>
              <a:xfrm>
                <a:off x="12399264" y="177393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C3FF"/>
              </a:solidFill>
              <a:ln w="2286">
                <a:solidFill>
                  <a:srgbClr val="00C3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05" name="polygon-2491"/>
              <p:cNvSpPr/>
              <p:nvPr/>
            </p:nvSpPr>
            <p:spPr>
              <a:xfrm>
                <a:off x="12399264" y="175564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FDFF"/>
              </a:solidFill>
              <a:ln w="2286">
                <a:solidFill>
                  <a:srgbClr val="00FD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06" name="polygon-2492"/>
              <p:cNvSpPr/>
              <p:nvPr/>
            </p:nvSpPr>
            <p:spPr>
              <a:xfrm>
                <a:off x="12399264" y="1746504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0" y="1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9FFC6"/>
              </a:solidFill>
              <a:ln w="2286">
                <a:solidFill>
                  <a:srgbClr val="39FFC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07" name="polygon-2493"/>
              <p:cNvSpPr/>
              <p:nvPr/>
            </p:nvSpPr>
            <p:spPr>
              <a:xfrm>
                <a:off x="12399264" y="171907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3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73FF8C"/>
              </a:solidFill>
              <a:ln w="2286">
                <a:solidFill>
                  <a:srgbClr val="73FF8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08" name="polygon-2494"/>
              <p:cNvSpPr/>
              <p:nvPr/>
            </p:nvSpPr>
            <p:spPr>
              <a:xfrm>
                <a:off x="12399264" y="170078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3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AEFF51"/>
              </a:solidFill>
              <a:ln w="2286">
                <a:solidFill>
                  <a:srgbClr val="AEFF5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09" name="polygon-2495"/>
              <p:cNvSpPr/>
              <p:nvPr/>
            </p:nvSpPr>
            <p:spPr>
              <a:xfrm>
                <a:off x="12417552" y="187452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9E"/>
              </a:solidFill>
              <a:ln w="2286">
                <a:solidFill>
                  <a:srgbClr val="00009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10" name="polygon-2496"/>
              <p:cNvSpPr/>
              <p:nvPr/>
            </p:nvSpPr>
            <p:spPr>
              <a:xfrm>
                <a:off x="12417552" y="185623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DA"/>
              </a:solidFill>
              <a:ln w="2286">
                <a:solidFill>
                  <a:srgbClr val="0000D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11" name="polygon-2497"/>
              <p:cNvSpPr/>
              <p:nvPr/>
            </p:nvSpPr>
            <p:spPr>
              <a:xfrm>
                <a:off x="12417552" y="183794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17FF"/>
              </a:solidFill>
              <a:ln w="2286">
                <a:solidFill>
                  <a:srgbClr val="001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12" name="polygon-2498"/>
              <p:cNvSpPr/>
              <p:nvPr/>
            </p:nvSpPr>
            <p:spPr>
              <a:xfrm>
                <a:off x="12417552" y="181965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54FF"/>
              </a:solidFill>
              <a:ln w="2286">
                <a:solidFill>
                  <a:srgbClr val="0054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13" name="polygon-2499"/>
              <p:cNvSpPr/>
              <p:nvPr/>
            </p:nvSpPr>
            <p:spPr>
              <a:xfrm>
                <a:off x="12417552" y="180136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90FF"/>
              </a:solidFill>
              <a:ln w="2286">
                <a:solidFill>
                  <a:srgbClr val="0090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14" name="polygon-2500"/>
              <p:cNvSpPr/>
              <p:nvPr/>
            </p:nvSpPr>
            <p:spPr>
              <a:xfrm>
                <a:off x="12417552" y="178308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CDFF"/>
              </a:solidFill>
              <a:ln w="2286">
                <a:solidFill>
                  <a:srgbClr val="00CD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15" name="polygon-2501"/>
              <p:cNvSpPr/>
              <p:nvPr/>
            </p:nvSpPr>
            <p:spPr>
              <a:xfrm>
                <a:off x="12417552" y="176479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AFFF5"/>
              </a:solidFill>
              <a:ln w="2286">
                <a:solidFill>
                  <a:srgbClr val="0AFFF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16" name="polygon-2502"/>
              <p:cNvSpPr/>
              <p:nvPr/>
            </p:nvSpPr>
            <p:spPr>
              <a:xfrm>
                <a:off x="12417552" y="174650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6FFB9"/>
              </a:solidFill>
              <a:ln w="2286">
                <a:solidFill>
                  <a:srgbClr val="46FFB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17" name="polygon-2503"/>
              <p:cNvSpPr/>
              <p:nvPr/>
            </p:nvSpPr>
            <p:spPr>
              <a:xfrm>
                <a:off x="12417552" y="1719072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3"/>
                    </a:moveTo>
                    <a:lnTo>
                      <a:pt x="2" y="4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3FF7C"/>
              </a:solidFill>
              <a:ln w="2286">
                <a:solidFill>
                  <a:srgbClr val="83FF7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18" name="polygon-2504"/>
              <p:cNvSpPr/>
              <p:nvPr/>
            </p:nvSpPr>
            <p:spPr>
              <a:xfrm>
                <a:off x="12417552" y="170078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FFF40"/>
              </a:solidFill>
              <a:ln w="2286">
                <a:solidFill>
                  <a:srgbClr val="BFFF4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19" name="polygon-2505"/>
              <p:cNvSpPr/>
              <p:nvPr/>
            </p:nvSpPr>
            <p:spPr>
              <a:xfrm>
                <a:off x="12435840" y="188366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9F"/>
              </a:solidFill>
              <a:ln w="2286">
                <a:solidFill>
                  <a:srgbClr val="00009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20" name="polygon-2506"/>
              <p:cNvSpPr/>
              <p:nvPr/>
            </p:nvSpPr>
            <p:spPr>
              <a:xfrm>
                <a:off x="12435840" y="186537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DE"/>
              </a:solidFill>
              <a:ln w="2286">
                <a:solidFill>
                  <a:srgbClr val="0000D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21" name="polygon-2507"/>
              <p:cNvSpPr/>
              <p:nvPr/>
            </p:nvSpPr>
            <p:spPr>
              <a:xfrm>
                <a:off x="12435840" y="184708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1EFF"/>
              </a:solidFill>
              <a:ln w="2286">
                <a:solidFill>
                  <a:srgbClr val="001E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22" name="polygon-2508"/>
              <p:cNvSpPr/>
              <p:nvPr/>
            </p:nvSpPr>
            <p:spPr>
              <a:xfrm>
                <a:off x="12435840" y="1828800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0" y="2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5DFF"/>
              </a:solidFill>
              <a:ln w="2286">
                <a:solidFill>
                  <a:srgbClr val="005D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23" name="polygon-2509"/>
              <p:cNvSpPr/>
              <p:nvPr/>
            </p:nvSpPr>
            <p:spPr>
              <a:xfrm>
                <a:off x="12435840" y="1810512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0" y="2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9CFF"/>
              </a:solidFill>
              <a:ln w="2286">
                <a:solidFill>
                  <a:srgbClr val="009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24" name="polygon-2510"/>
              <p:cNvSpPr/>
              <p:nvPr/>
            </p:nvSpPr>
            <p:spPr>
              <a:xfrm>
                <a:off x="12435840" y="1792224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0" y="2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DBFF"/>
              </a:solidFill>
              <a:ln w="2286">
                <a:solidFill>
                  <a:srgbClr val="00DB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25" name="polygon-2511"/>
              <p:cNvSpPr/>
              <p:nvPr/>
            </p:nvSpPr>
            <p:spPr>
              <a:xfrm>
                <a:off x="12435840" y="176479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3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1CFFE3"/>
              </a:solidFill>
              <a:ln w="2286">
                <a:solidFill>
                  <a:srgbClr val="1CFFE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26" name="polygon-2512"/>
              <p:cNvSpPr/>
              <p:nvPr/>
            </p:nvSpPr>
            <p:spPr>
              <a:xfrm>
                <a:off x="12435840" y="174650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3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5BFFA4"/>
              </a:solidFill>
              <a:ln w="2286">
                <a:solidFill>
                  <a:srgbClr val="5BFFA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27" name="polygon-2513"/>
              <p:cNvSpPr/>
              <p:nvPr/>
            </p:nvSpPr>
            <p:spPr>
              <a:xfrm>
                <a:off x="12435840" y="172821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3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AFF65"/>
              </a:solidFill>
              <a:ln w="2286">
                <a:solidFill>
                  <a:srgbClr val="9AFF6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28" name="polygon-2514"/>
              <p:cNvSpPr/>
              <p:nvPr/>
            </p:nvSpPr>
            <p:spPr>
              <a:xfrm>
                <a:off x="12435840" y="1709928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0" y="2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9FF26"/>
              </a:solidFill>
              <a:ln w="2286">
                <a:solidFill>
                  <a:srgbClr val="D9FF2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29" name="polygon-2515"/>
              <p:cNvSpPr/>
              <p:nvPr/>
            </p:nvSpPr>
            <p:spPr>
              <a:xfrm>
                <a:off x="12454128" y="189280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9C"/>
              </a:solidFill>
              <a:ln w="2286">
                <a:solidFill>
                  <a:srgbClr val="00009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30" name="polygon-2516"/>
              <p:cNvSpPr/>
              <p:nvPr/>
            </p:nvSpPr>
            <p:spPr>
              <a:xfrm>
                <a:off x="12454128" y="187452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D6"/>
              </a:solidFill>
              <a:ln w="2286">
                <a:solidFill>
                  <a:srgbClr val="0000D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31" name="polygon-2517"/>
              <p:cNvSpPr/>
              <p:nvPr/>
            </p:nvSpPr>
            <p:spPr>
              <a:xfrm>
                <a:off x="12454128" y="1847088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3"/>
                    </a:moveTo>
                    <a:lnTo>
                      <a:pt x="2" y="5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11FF"/>
              </a:solidFill>
              <a:ln w="2286">
                <a:solidFill>
                  <a:srgbClr val="0011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32" name="polygon-2518"/>
              <p:cNvSpPr/>
              <p:nvPr/>
            </p:nvSpPr>
            <p:spPr>
              <a:xfrm>
                <a:off x="12454128" y="1828800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2"/>
                    </a:moveTo>
                    <a:lnTo>
                      <a:pt x="2" y="5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4BFF"/>
              </a:solidFill>
              <a:ln w="2286">
                <a:solidFill>
                  <a:srgbClr val="004B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33" name="polygon-2519"/>
              <p:cNvSpPr/>
              <p:nvPr/>
            </p:nvSpPr>
            <p:spPr>
              <a:xfrm>
                <a:off x="12454128" y="1810512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2"/>
                    </a:moveTo>
                    <a:lnTo>
                      <a:pt x="2" y="5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85FF"/>
              </a:solidFill>
              <a:ln w="2286">
                <a:solidFill>
                  <a:srgbClr val="0085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34" name="polygon-2520"/>
              <p:cNvSpPr/>
              <p:nvPr/>
            </p:nvSpPr>
            <p:spPr>
              <a:xfrm>
                <a:off x="12454128" y="1792224"/>
                <a:ext cx="1828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2" h="6">
                    <a:moveTo>
                      <a:pt x="0" y="2"/>
                    </a:moveTo>
                    <a:lnTo>
                      <a:pt x="2" y="6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BFFF"/>
              </a:solidFill>
              <a:ln w="2286">
                <a:solidFill>
                  <a:srgbClr val="00B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35" name="polygon-2521"/>
              <p:cNvSpPr/>
              <p:nvPr/>
            </p:nvSpPr>
            <p:spPr>
              <a:xfrm>
                <a:off x="12454128" y="1764792"/>
                <a:ext cx="18288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2" h="7">
                    <a:moveTo>
                      <a:pt x="0" y="3"/>
                    </a:moveTo>
                    <a:lnTo>
                      <a:pt x="2" y="7"/>
                    </a:lnTo>
                    <a:lnTo>
                      <a:pt x="2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F9FF"/>
              </a:solidFill>
              <a:ln w="2286">
                <a:solidFill>
                  <a:srgbClr val="00F9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36" name="polygon-2522"/>
              <p:cNvSpPr/>
              <p:nvPr/>
            </p:nvSpPr>
            <p:spPr>
              <a:xfrm>
                <a:off x="12454128" y="1746504"/>
                <a:ext cx="18288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2" h="7">
                    <a:moveTo>
                      <a:pt x="0" y="2"/>
                    </a:moveTo>
                    <a:lnTo>
                      <a:pt x="2" y="7"/>
                    </a:lnTo>
                    <a:lnTo>
                      <a:pt x="2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4FFCB"/>
              </a:solidFill>
              <a:ln w="2286">
                <a:solidFill>
                  <a:srgbClr val="34FFC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37" name="polygon-2523"/>
              <p:cNvSpPr/>
              <p:nvPr/>
            </p:nvSpPr>
            <p:spPr>
              <a:xfrm>
                <a:off x="12454128" y="1728216"/>
                <a:ext cx="18288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2" h="7">
                    <a:moveTo>
                      <a:pt x="0" y="2"/>
                    </a:moveTo>
                    <a:lnTo>
                      <a:pt x="2" y="7"/>
                    </a:lnTo>
                    <a:lnTo>
                      <a:pt x="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EFF91"/>
              </a:solidFill>
              <a:ln w="2286">
                <a:solidFill>
                  <a:srgbClr val="6EFF9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38" name="polygon-2524"/>
              <p:cNvSpPr/>
              <p:nvPr/>
            </p:nvSpPr>
            <p:spPr>
              <a:xfrm>
                <a:off x="12454128" y="1709928"/>
                <a:ext cx="18288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2" h="8">
                    <a:moveTo>
                      <a:pt x="0" y="2"/>
                    </a:moveTo>
                    <a:lnTo>
                      <a:pt x="2" y="8"/>
                    </a:lnTo>
                    <a:lnTo>
                      <a:pt x="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8FF57"/>
              </a:solidFill>
              <a:ln w="2286">
                <a:solidFill>
                  <a:srgbClr val="A8FF5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39" name="polygon-2525"/>
              <p:cNvSpPr/>
              <p:nvPr/>
            </p:nvSpPr>
            <p:spPr>
              <a:xfrm>
                <a:off x="12472416" y="190195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9D"/>
              </a:solidFill>
              <a:ln w="2286">
                <a:solidFill>
                  <a:srgbClr val="00009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40" name="polygon-2526"/>
              <p:cNvSpPr/>
              <p:nvPr/>
            </p:nvSpPr>
            <p:spPr>
              <a:xfrm>
                <a:off x="12472416" y="188366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D9"/>
              </a:solidFill>
              <a:ln w="2286">
                <a:solidFill>
                  <a:srgbClr val="0000D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41" name="polygon-2527"/>
              <p:cNvSpPr/>
              <p:nvPr/>
            </p:nvSpPr>
            <p:spPr>
              <a:xfrm>
                <a:off x="12472416" y="186537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3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15FF"/>
              </a:solidFill>
              <a:ln w="2286">
                <a:solidFill>
                  <a:srgbClr val="0015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42" name="polygon-2528"/>
              <p:cNvSpPr/>
              <p:nvPr/>
            </p:nvSpPr>
            <p:spPr>
              <a:xfrm>
                <a:off x="12472416" y="184708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3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50FF"/>
              </a:solidFill>
              <a:ln w="2286">
                <a:solidFill>
                  <a:srgbClr val="0050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43" name="polygon-2529"/>
              <p:cNvSpPr/>
              <p:nvPr/>
            </p:nvSpPr>
            <p:spPr>
              <a:xfrm>
                <a:off x="12472416" y="1819656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4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8CFF"/>
              </a:solidFill>
              <a:ln w="2286">
                <a:solidFill>
                  <a:srgbClr val="008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44" name="polygon-2530"/>
              <p:cNvSpPr/>
              <p:nvPr/>
            </p:nvSpPr>
            <p:spPr>
              <a:xfrm>
                <a:off x="12472416" y="1801368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5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C7FF"/>
              </a:solidFill>
              <a:ln w="2286">
                <a:solidFill>
                  <a:srgbClr val="00C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45" name="polygon-2531"/>
              <p:cNvSpPr/>
              <p:nvPr/>
            </p:nvSpPr>
            <p:spPr>
              <a:xfrm>
                <a:off x="12472416" y="1783080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5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3FFFC"/>
              </a:solidFill>
              <a:ln w="2286">
                <a:solidFill>
                  <a:srgbClr val="03FFF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46" name="polygon-2532"/>
              <p:cNvSpPr/>
              <p:nvPr/>
            </p:nvSpPr>
            <p:spPr>
              <a:xfrm>
                <a:off x="12472416" y="1755648"/>
                <a:ext cx="1828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2" h="6">
                    <a:moveTo>
                      <a:pt x="0" y="6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3FFFC0"/>
              </a:solidFill>
              <a:ln w="2286">
                <a:solidFill>
                  <a:srgbClr val="3FFFC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47" name="polygon-2533"/>
              <p:cNvSpPr/>
              <p:nvPr/>
            </p:nvSpPr>
            <p:spPr>
              <a:xfrm>
                <a:off x="12472416" y="1737360"/>
                <a:ext cx="1828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2" h="6">
                    <a:moveTo>
                      <a:pt x="0" y="6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7AFF85"/>
              </a:solidFill>
              <a:ln w="2286">
                <a:solidFill>
                  <a:srgbClr val="7AFF8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48" name="polygon-2534"/>
              <p:cNvSpPr/>
              <p:nvPr/>
            </p:nvSpPr>
            <p:spPr>
              <a:xfrm>
                <a:off x="12472416" y="1719072"/>
                <a:ext cx="18288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2" h="7">
                    <a:moveTo>
                      <a:pt x="0" y="7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B5FF4A"/>
              </a:solidFill>
              <a:ln w="2286">
                <a:solidFill>
                  <a:srgbClr val="B5FF4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49" name="polygon-2535"/>
              <p:cNvSpPr/>
              <p:nvPr/>
            </p:nvSpPr>
            <p:spPr>
              <a:xfrm>
                <a:off x="12490704" y="191109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2"/>
              </a:solidFill>
              <a:ln w="2286">
                <a:solidFill>
                  <a:srgbClr val="0000A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50" name="polygon-2536"/>
              <p:cNvSpPr/>
              <p:nvPr/>
            </p:nvSpPr>
            <p:spPr>
              <a:xfrm>
                <a:off x="12490704" y="1883664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3"/>
                    </a:moveTo>
                    <a:lnTo>
                      <a:pt x="2" y="4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E7"/>
              </a:solidFill>
              <a:ln w="2286">
                <a:solidFill>
                  <a:srgbClr val="0000E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51" name="polygon-2537"/>
              <p:cNvSpPr/>
              <p:nvPr/>
            </p:nvSpPr>
            <p:spPr>
              <a:xfrm>
                <a:off x="12490704" y="186537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2CFF"/>
              </a:solidFill>
              <a:ln w="2286">
                <a:solidFill>
                  <a:srgbClr val="002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52" name="polygon-2538"/>
              <p:cNvSpPr/>
              <p:nvPr/>
            </p:nvSpPr>
            <p:spPr>
              <a:xfrm>
                <a:off x="12490704" y="184708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1FF"/>
              </a:solidFill>
              <a:ln w="2286">
                <a:solidFill>
                  <a:srgbClr val="0071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53" name="polygon-2539"/>
              <p:cNvSpPr/>
              <p:nvPr/>
            </p:nvSpPr>
            <p:spPr>
              <a:xfrm>
                <a:off x="12490704" y="1819656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3"/>
                    </a:moveTo>
                    <a:lnTo>
                      <a:pt x="2" y="4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B6FF"/>
              </a:solidFill>
              <a:ln w="2286">
                <a:solidFill>
                  <a:srgbClr val="00B6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54" name="polygon-2540"/>
              <p:cNvSpPr/>
              <p:nvPr/>
            </p:nvSpPr>
            <p:spPr>
              <a:xfrm>
                <a:off x="12490704" y="180136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FBFF"/>
              </a:solidFill>
              <a:ln w="2286">
                <a:solidFill>
                  <a:srgbClr val="00FB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55" name="polygon-2541"/>
              <p:cNvSpPr/>
              <p:nvPr/>
            </p:nvSpPr>
            <p:spPr>
              <a:xfrm>
                <a:off x="12490704" y="178308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0FFBF"/>
              </a:solidFill>
              <a:ln w="2286">
                <a:solidFill>
                  <a:srgbClr val="40FFB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56" name="polygon-2542"/>
              <p:cNvSpPr/>
              <p:nvPr/>
            </p:nvSpPr>
            <p:spPr>
              <a:xfrm>
                <a:off x="12490704" y="1755648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3"/>
                    </a:moveTo>
                    <a:lnTo>
                      <a:pt x="2" y="4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5FF7A"/>
              </a:solidFill>
              <a:ln w="2286">
                <a:solidFill>
                  <a:srgbClr val="85FF7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57" name="polygon-2543"/>
              <p:cNvSpPr/>
              <p:nvPr/>
            </p:nvSpPr>
            <p:spPr>
              <a:xfrm>
                <a:off x="12490704" y="173736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AFF35"/>
              </a:solidFill>
              <a:ln w="2286">
                <a:solidFill>
                  <a:srgbClr val="CAFF3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58" name="polygon-2544"/>
              <p:cNvSpPr/>
              <p:nvPr/>
            </p:nvSpPr>
            <p:spPr>
              <a:xfrm>
                <a:off x="12490704" y="171907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F00"/>
              </a:solidFill>
              <a:ln w="2286">
                <a:solidFill>
                  <a:srgbClr val="FFEF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59" name="polygon-2545"/>
              <p:cNvSpPr/>
              <p:nvPr/>
            </p:nvSpPr>
            <p:spPr>
              <a:xfrm>
                <a:off x="12508992" y="192024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9F"/>
              </a:solidFill>
              <a:ln w="2286">
                <a:solidFill>
                  <a:srgbClr val="00009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60" name="polygon-2546"/>
              <p:cNvSpPr/>
              <p:nvPr/>
            </p:nvSpPr>
            <p:spPr>
              <a:xfrm>
                <a:off x="12508992" y="1892808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3"/>
                    </a:moveTo>
                    <a:lnTo>
                      <a:pt x="2" y="4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DF"/>
              </a:solidFill>
              <a:ln w="2286">
                <a:solidFill>
                  <a:srgbClr val="0000D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61" name="polygon-2547"/>
              <p:cNvSpPr/>
              <p:nvPr/>
            </p:nvSpPr>
            <p:spPr>
              <a:xfrm>
                <a:off x="12508992" y="1874520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2"/>
                    </a:moveTo>
                    <a:lnTo>
                      <a:pt x="2" y="4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1FFF"/>
              </a:solidFill>
              <a:ln w="2286">
                <a:solidFill>
                  <a:srgbClr val="001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62" name="polygon-2548"/>
              <p:cNvSpPr/>
              <p:nvPr/>
            </p:nvSpPr>
            <p:spPr>
              <a:xfrm>
                <a:off x="12508992" y="1856232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2"/>
                    </a:moveTo>
                    <a:lnTo>
                      <a:pt x="2" y="4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5EFF"/>
              </a:solidFill>
              <a:ln w="2286">
                <a:solidFill>
                  <a:srgbClr val="005E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63" name="polygon-2549"/>
              <p:cNvSpPr/>
              <p:nvPr/>
            </p:nvSpPr>
            <p:spPr>
              <a:xfrm>
                <a:off x="12508992" y="1828800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3"/>
                    </a:moveTo>
                    <a:lnTo>
                      <a:pt x="2" y="5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9EFF"/>
              </a:solidFill>
              <a:ln w="2286">
                <a:solidFill>
                  <a:srgbClr val="009E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64" name="polygon-2550"/>
              <p:cNvSpPr/>
              <p:nvPr/>
            </p:nvSpPr>
            <p:spPr>
              <a:xfrm>
                <a:off x="12508992" y="1810512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2"/>
                    </a:moveTo>
                    <a:lnTo>
                      <a:pt x="2" y="5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DDFF"/>
              </a:solidFill>
              <a:ln w="2286">
                <a:solidFill>
                  <a:srgbClr val="00DD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65" name="polygon-2551"/>
              <p:cNvSpPr/>
              <p:nvPr/>
            </p:nvSpPr>
            <p:spPr>
              <a:xfrm>
                <a:off x="12508992" y="1792224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2"/>
                    </a:moveTo>
                    <a:lnTo>
                      <a:pt x="2" y="5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FFE1"/>
              </a:solidFill>
              <a:ln w="2286">
                <a:solidFill>
                  <a:srgbClr val="1EFFE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66" name="polygon-2552"/>
              <p:cNvSpPr/>
              <p:nvPr/>
            </p:nvSpPr>
            <p:spPr>
              <a:xfrm>
                <a:off x="12508992" y="1764792"/>
                <a:ext cx="1828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2" h="6">
                    <a:moveTo>
                      <a:pt x="0" y="3"/>
                    </a:moveTo>
                    <a:lnTo>
                      <a:pt x="2" y="6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DFFA2"/>
              </a:solidFill>
              <a:ln w="2286">
                <a:solidFill>
                  <a:srgbClr val="5DFFA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67" name="polygon-2553"/>
              <p:cNvSpPr/>
              <p:nvPr/>
            </p:nvSpPr>
            <p:spPr>
              <a:xfrm>
                <a:off x="12508992" y="1746504"/>
                <a:ext cx="1828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2" h="6">
                    <a:moveTo>
                      <a:pt x="0" y="2"/>
                    </a:moveTo>
                    <a:lnTo>
                      <a:pt x="2" y="6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DFF62"/>
              </a:solidFill>
              <a:ln w="2286">
                <a:solidFill>
                  <a:srgbClr val="9DFF6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68" name="polygon-2554"/>
              <p:cNvSpPr/>
              <p:nvPr/>
            </p:nvSpPr>
            <p:spPr>
              <a:xfrm>
                <a:off x="12508992" y="1719072"/>
                <a:ext cx="18288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2" h="7">
                    <a:moveTo>
                      <a:pt x="0" y="3"/>
                    </a:moveTo>
                    <a:lnTo>
                      <a:pt x="2" y="7"/>
                    </a:lnTo>
                    <a:lnTo>
                      <a:pt x="2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CFF23"/>
              </a:solidFill>
              <a:ln w="2286">
                <a:solidFill>
                  <a:srgbClr val="DCFF2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69" name="polygon-2555"/>
              <p:cNvSpPr/>
              <p:nvPr/>
            </p:nvSpPr>
            <p:spPr>
              <a:xfrm>
                <a:off x="12527280" y="192938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9B"/>
              </a:solidFill>
              <a:ln w="2286">
                <a:solidFill>
                  <a:srgbClr val="00009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70" name="polygon-2556"/>
              <p:cNvSpPr/>
              <p:nvPr/>
            </p:nvSpPr>
            <p:spPr>
              <a:xfrm>
                <a:off x="12527280" y="191109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D3"/>
              </a:solidFill>
              <a:ln w="2286">
                <a:solidFill>
                  <a:srgbClr val="0000D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71" name="polygon-2557"/>
              <p:cNvSpPr/>
              <p:nvPr/>
            </p:nvSpPr>
            <p:spPr>
              <a:xfrm>
                <a:off x="12527280" y="189280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BFF"/>
              </a:solidFill>
              <a:ln w="2286">
                <a:solidFill>
                  <a:srgbClr val="000B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72" name="polygon-2558"/>
              <p:cNvSpPr/>
              <p:nvPr/>
            </p:nvSpPr>
            <p:spPr>
              <a:xfrm>
                <a:off x="12527280" y="1874520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2"/>
                    </a:moveTo>
                    <a:lnTo>
                      <a:pt x="2" y="4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42FF"/>
              </a:solidFill>
              <a:ln w="2286">
                <a:solidFill>
                  <a:srgbClr val="0042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73" name="polygon-2559"/>
              <p:cNvSpPr/>
              <p:nvPr/>
            </p:nvSpPr>
            <p:spPr>
              <a:xfrm>
                <a:off x="12527280" y="1856232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2"/>
                    </a:moveTo>
                    <a:lnTo>
                      <a:pt x="2" y="4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AFF"/>
              </a:solidFill>
              <a:ln w="2286">
                <a:solidFill>
                  <a:srgbClr val="007A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74" name="polygon-2560"/>
              <p:cNvSpPr/>
              <p:nvPr/>
            </p:nvSpPr>
            <p:spPr>
              <a:xfrm>
                <a:off x="12527280" y="1837944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2"/>
                    </a:moveTo>
                    <a:lnTo>
                      <a:pt x="2" y="4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B1FF"/>
              </a:solidFill>
              <a:ln w="2286">
                <a:solidFill>
                  <a:srgbClr val="00B1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75" name="polygon-2561"/>
              <p:cNvSpPr/>
              <p:nvPr/>
            </p:nvSpPr>
            <p:spPr>
              <a:xfrm>
                <a:off x="12527280" y="1819656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2"/>
                    </a:moveTo>
                    <a:lnTo>
                      <a:pt x="2" y="4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8FF"/>
              </a:solidFill>
              <a:ln w="2286">
                <a:solidFill>
                  <a:srgbClr val="00E8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76" name="polygon-2562"/>
              <p:cNvSpPr/>
              <p:nvPr/>
            </p:nvSpPr>
            <p:spPr>
              <a:xfrm>
                <a:off x="12527280" y="1801368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2"/>
                    </a:moveTo>
                    <a:lnTo>
                      <a:pt x="2" y="4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1FFDE"/>
              </a:solidFill>
              <a:ln w="2286">
                <a:solidFill>
                  <a:srgbClr val="21FFD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77" name="polygon-2563"/>
              <p:cNvSpPr/>
              <p:nvPr/>
            </p:nvSpPr>
            <p:spPr>
              <a:xfrm>
                <a:off x="12527280" y="1783080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2"/>
                    </a:moveTo>
                    <a:lnTo>
                      <a:pt x="2" y="5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8FFA7"/>
              </a:solidFill>
              <a:ln w="2286">
                <a:solidFill>
                  <a:srgbClr val="58FFA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78" name="polygon-2564"/>
              <p:cNvSpPr/>
              <p:nvPr/>
            </p:nvSpPr>
            <p:spPr>
              <a:xfrm>
                <a:off x="12527280" y="1764792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2"/>
                    </a:moveTo>
                    <a:lnTo>
                      <a:pt x="2" y="5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FFF70"/>
              </a:solidFill>
              <a:ln w="2286">
                <a:solidFill>
                  <a:srgbClr val="8FFF7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79" name="polygon-2565"/>
              <p:cNvSpPr/>
              <p:nvPr/>
            </p:nvSpPr>
            <p:spPr>
              <a:xfrm>
                <a:off x="12545568" y="193852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9C"/>
              </a:solidFill>
              <a:ln w="2286">
                <a:solidFill>
                  <a:srgbClr val="00009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80" name="polygon-2566"/>
              <p:cNvSpPr/>
              <p:nvPr/>
            </p:nvSpPr>
            <p:spPr>
              <a:xfrm>
                <a:off x="12545568" y="192024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D5"/>
              </a:solidFill>
              <a:ln w="2286">
                <a:solidFill>
                  <a:srgbClr val="0000D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81" name="polygon-2567"/>
              <p:cNvSpPr/>
              <p:nvPr/>
            </p:nvSpPr>
            <p:spPr>
              <a:xfrm>
                <a:off x="12545568" y="1911096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0" y="1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FFF"/>
              </a:solidFill>
              <a:ln w="2286">
                <a:solidFill>
                  <a:srgbClr val="000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82" name="polygon-2568"/>
              <p:cNvSpPr/>
              <p:nvPr/>
            </p:nvSpPr>
            <p:spPr>
              <a:xfrm>
                <a:off x="12545568" y="1892808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0" y="2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48FF"/>
              </a:solidFill>
              <a:ln w="2286">
                <a:solidFill>
                  <a:srgbClr val="0048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83" name="polygon-2569"/>
              <p:cNvSpPr/>
              <p:nvPr/>
            </p:nvSpPr>
            <p:spPr>
              <a:xfrm>
                <a:off x="12545568" y="1874520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0" y="2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81FF"/>
              </a:solidFill>
              <a:ln w="2286">
                <a:solidFill>
                  <a:srgbClr val="0081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84" name="polygon-2570"/>
              <p:cNvSpPr/>
              <p:nvPr/>
            </p:nvSpPr>
            <p:spPr>
              <a:xfrm>
                <a:off x="12545568" y="184708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3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BAFF"/>
              </a:solidFill>
              <a:ln w="2286">
                <a:solidFill>
                  <a:srgbClr val="00BA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85" name="polygon-2571"/>
              <p:cNvSpPr/>
              <p:nvPr/>
            </p:nvSpPr>
            <p:spPr>
              <a:xfrm>
                <a:off x="12545568" y="182880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3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F3FF"/>
              </a:solidFill>
              <a:ln w="2286">
                <a:solidFill>
                  <a:srgbClr val="00F3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86" name="polygon-2572"/>
              <p:cNvSpPr/>
              <p:nvPr/>
            </p:nvSpPr>
            <p:spPr>
              <a:xfrm>
                <a:off x="12545568" y="181051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3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2EFFD1"/>
              </a:solidFill>
              <a:ln w="2286">
                <a:solidFill>
                  <a:srgbClr val="2EFFD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87" name="polygon-2573"/>
              <p:cNvSpPr/>
              <p:nvPr/>
            </p:nvSpPr>
            <p:spPr>
              <a:xfrm>
                <a:off x="12545568" y="1792224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4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67FF98"/>
              </a:solidFill>
              <a:ln w="2286">
                <a:solidFill>
                  <a:srgbClr val="67FF9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88" name="polygon-2574"/>
              <p:cNvSpPr/>
              <p:nvPr/>
            </p:nvSpPr>
            <p:spPr>
              <a:xfrm>
                <a:off x="12545568" y="1773936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4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A0FF5F"/>
              </a:solidFill>
              <a:ln w="2286">
                <a:solidFill>
                  <a:srgbClr val="A0FF5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89" name="polygon-2575"/>
              <p:cNvSpPr/>
              <p:nvPr/>
            </p:nvSpPr>
            <p:spPr>
              <a:xfrm>
                <a:off x="12563856" y="194767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9F"/>
              </a:solidFill>
              <a:ln w="2286">
                <a:solidFill>
                  <a:srgbClr val="00009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90" name="polygon-2576"/>
              <p:cNvSpPr/>
              <p:nvPr/>
            </p:nvSpPr>
            <p:spPr>
              <a:xfrm>
                <a:off x="12563856" y="192938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DF"/>
              </a:solidFill>
              <a:ln w="2286">
                <a:solidFill>
                  <a:srgbClr val="0000D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91" name="polygon-2577"/>
              <p:cNvSpPr/>
              <p:nvPr/>
            </p:nvSpPr>
            <p:spPr>
              <a:xfrm>
                <a:off x="12563856" y="1911096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0" y="2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20FF"/>
              </a:solidFill>
              <a:ln w="2286">
                <a:solidFill>
                  <a:srgbClr val="0020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92" name="polygon-2578"/>
              <p:cNvSpPr/>
              <p:nvPr/>
            </p:nvSpPr>
            <p:spPr>
              <a:xfrm>
                <a:off x="12563856" y="1892808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0" y="2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60FF"/>
              </a:solidFill>
              <a:ln w="2286">
                <a:solidFill>
                  <a:srgbClr val="0060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93" name="polygon-2579"/>
              <p:cNvSpPr/>
              <p:nvPr/>
            </p:nvSpPr>
            <p:spPr>
              <a:xfrm>
                <a:off x="12563856" y="1874520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0" y="2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A0FF"/>
              </a:solidFill>
              <a:ln w="2286">
                <a:solidFill>
                  <a:srgbClr val="00A0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94" name="polygon-2580"/>
              <p:cNvSpPr/>
              <p:nvPr/>
            </p:nvSpPr>
            <p:spPr>
              <a:xfrm>
                <a:off x="12563856" y="184708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3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0FF"/>
              </a:solidFill>
              <a:ln w="2286">
                <a:solidFill>
                  <a:srgbClr val="00E0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95" name="polygon-2581"/>
              <p:cNvSpPr/>
              <p:nvPr/>
            </p:nvSpPr>
            <p:spPr>
              <a:xfrm>
                <a:off x="12563856" y="1828800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0" y="2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1FFDE"/>
              </a:solidFill>
              <a:ln w="2286">
                <a:solidFill>
                  <a:srgbClr val="21FFD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96" name="polygon-2582"/>
              <p:cNvSpPr/>
              <p:nvPr/>
            </p:nvSpPr>
            <p:spPr>
              <a:xfrm>
                <a:off x="12563856" y="1810512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0" y="2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1FF9E"/>
              </a:solidFill>
              <a:ln w="2286">
                <a:solidFill>
                  <a:srgbClr val="61FF9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97" name="polygon-2583"/>
              <p:cNvSpPr/>
              <p:nvPr/>
            </p:nvSpPr>
            <p:spPr>
              <a:xfrm>
                <a:off x="12563856" y="178308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3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A1FF5E"/>
              </a:solidFill>
              <a:ln w="2286">
                <a:solidFill>
                  <a:srgbClr val="A1FF5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98" name="polygon-2584"/>
              <p:cNvSpPr/>
              <p:nvPr/>
            </p:nvSpPr>
            <p:spPr>
              <a:xfrm>
                <a:off x="12563856" y="176479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3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1FF1E"/>
              </a:solidFill>
              <a:ln w="2286">
                <a:solidFill>
                  <a:srgbClr val="E1FF1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99" name="polygon-2585"/>
              <p:cNvSpPr/>
              <p:nvPr/>
            </p:nvSpPr>
            <p:spPr>
              <a:xfrm>
                <a:off x="12582144" y="195681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1"/>
              </a:solidFill>
              <a:ln w="2286">
                <a:solidFill>
                  <a:srgbClr val="0000A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00" name="polygon-2586"/>
              <p:cNvSpPr/>
              <p:nvPr/>
            </p:nvSpPr>
            <p:spPr>
              <a:xfrm>
                <a:off x="12582144" y="1929384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3"/>
                    </a:moveTo>
                    <a:lnTo>
                      <a:pt x="2" y="4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E5"/>
              </a:solidFill>
              <a:ln w="2286">
                <a:solidFill>
                  <a:srgbClr val="0000E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01" name="polygon-2587"/>
              <p:cNvSpPr/>
              <p:nvPr/>
            </p:nvSpPr>
            <p:spPr>
              <a:xfrm>
                <a:off x="12582144" y="191109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2AFF"/>
              </a:solidFill>
              <a:ln w="2286">
                <a:solidFill>
                  <a:srgbClr val="002A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02" name="polygon-2588"/>
              <p:cNvSpPr/>
              <p:nvPr/>
            </p:nvSpPr>
            <p:spPr>
              <a:xfrm>
                <a:off x="12582144" y="189280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6EFF"/>
              </a:solidFill>
              <a:ln w="2286">
                <a:solidFill>
                  <a:srgbClr val="006E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03" name="polygon-2589"/>
              <p:cNvSpPr/>
              <p:nvPr/>
            </p:nvSpPr>
            <p:spPr>
              <a:xfrm>
                <a:off x="12582144" y="187452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B2FF"/>
              </a:solidFill>
              <a:ln w="2286">
                <a:solidFill>
                  <a:srgbClr val="00B2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04" name="polygon-2590"/>
              <p:cNvSpPr/>
              <p:nvPr/>
            </p:nvSpPr>
            <p:spPr>
              <a:xfrm>
                <a:off x="12582144" y="184708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3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F6FF"/>
              </a:solidFill>
              <a:ln w="2286">
                <a:solidFill>
                  <a:srgbClr val="00F6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05" name="polygon-2591"/>
              <p:cNvSpPr/>
              <p:nvPr/>
            </p:nvSpPr>
            <p:spPr>
              <a:xfrm>
                <a:off x="12582144" y="182880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BFFC4"/>
              </a:solidFill>
              <a:ln w="2286">
                <a:solidFill>
                  <a:srgbClr val="3BFFC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06" name="polygon-2592"/>
              <p:cNvSpPr/>
              <p:nvPr/>
            </p:nvSpPr>
            <p:spPr>
              <a:xfrm>
                <a:off x="12582144" y="1810512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0" y="2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EFF81"/>
              </a:solidFill>
              <a:ln w="2286">
                <a:solidFill>
                  <a:srgbClr val="7EFF8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07" name="polygon-2593"/>
              <p:cNvSpPr/>
              <p:nvPr/>
            </p:nvSpPr>
            <p:spPr>
              <a:xfrm>
                <a:off x="12582144" y="178308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3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2FF3D"/>
              </a:solidFill>
              <a:ln w="2286">
                <a:solidFill>
                  <a:srgbClr val="C2FF3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08" name="polygon-2594"/>
              <p:cNvSpPr/>
              <p:nvPr/>
            </p:nvSpPr>
            <p:spPr>
              <a:xfrm>
                <a:off x="12582144" y="176479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800"/>
              </a:solidFill>
              <a:ln w="2286">
                <a:solidFill>
                  <a:srgbClr val="FFF8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09" name="polygon-2595"/>
              <p:cNvSpPr/>
              <p:nvPr/>
            </p:nvSpPr>
            <p:spPr>
              <a:xfrm>
                <a:off x="12600432" y="196596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9E"/>
              </a:solidFill>
              <a:ln w="2286">
                <a:solidFill>
                  <a:srgbClr val="00009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10" name="polygon-2596"/>
              <p:cNvSpPr/>
              <p:nvPr/>
            </p:nvSpPr>
            <p:spPr>
              <a:xfrm>
                <a:off x="12600432" y="1938528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3"/>
                    </a:moveTo>
                    <a:lnTo>
                      <a:pt x="2" y="4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DC"/>
              </a:solidFill>
              <a:ln w="2286">
                <a:solidFill>
                  <a:srgbClr val="0000D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11" name="polygon-2597"/>
              <p:cNvSpPr/>
              <p:nvPr/>
            </p:nvSpPr>
            <p:spPr>
              <a:xfrm>
                <a:off x="12600432" y="1920240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2"/>
                    </a:moveTo>
                    <a:lnTo>
                      <a:pt x="2" y="4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1BFF"/>
              </a:solidFill>
              <a:ln w="2286">
                <a:solidFill>
                  <a:srgbClr val="001B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12" name="polygon-2598"/>
              <p:cNvSpPr/>
              <p:nvPr/>
            </p:nvSpPr>
            <p:spPr>
              <a:xfrm>
                <a:off x="12600432" y="1901952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2"/>
                    </a:moveTo>
                    <a:lnTo>
                      <a:pt x="2" y="4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58FF"/>
              </a:solidFill>
              <a:ln w="2286">
                <a:solidFill>
                  <a:srgbClr val="0058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13" name="polygon-2599"/>
              <p:cNvSpPr/>
              <p:nvPr/>
            </p:nvSpPr>
            <p:spPr>
              <a:xfrm>
                <a:off x="12600432" y="1874520"/>
                <a:ext cx="1828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2" h="6">
                    <a:moveTo>
                      <a:pt x="0" y="3"/>
                    </a:moveTo>
                    <a:lnTo>
                      <a:pt x="2" y="6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96FF"/>
              </a:solidFill>
              <a:ln w="2286">
                <a:solidFill>
                  <a:srgbClr val="0096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14" name="polygon-2600"/>
              <p:cNvSpPr/>
              <p:nvPr/>
            </p:nvSpPr>
            <p:spPr>
              <a:xfrm>
                <a:off x="12600432" y="1856232"/>
                <a:ext cx="1828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2" h="6">
                    <a:moveTo>
                      <a:pt x="0" y="2"/>
                    </a:moveTo>
                    <a:lnTo>
                      <a:pt x="2" y="6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D4FF"/>
              </a:solidFill>
              <a:ln w="2286">
                <a:solidFill>
                  <a:srgbClr val="00D4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15" name="polygon-2601"/>
              <p:cNvSpPr/>
              <p:nvPr/>
            </p:nvSpPr>
            <p:spPr>
              <a:xfrm>
                <a:off x="12600432" y="1828800"/>
                <a:ext cx="18288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2" h="7">
                    <a:moveTo>
                      <a:pt x="0" y="3"/>
                    </a:moveTo>
                    <a:lnTo>
                      <a:pt x="2" y="7"/>
                    </a:lnTo>
                    <a:lnTo>
                      <a:pt x="2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3FFEC"/>
              </a:solidFill>
              <a:ln w="2286">
                <a:solidFill>
                  <a:srgbClr val="13FFE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16" name="polygon-2602"/>
              <p:cNvSpPr/>
              <p:nvPr/>
            </p:nvSpPr>
            <p:spPr>
              <a:xfrm>
                <a:off x="12600432" y="1810512"/>
                <a:ext cx="18288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2" h="7">
                    <a:moveTo>
                      <a:pt x="0" y="2"/>
                    </a:moveTo>
                    <a:lnTo>
                      <a:pt x="2" y="7"/>
                    </a:lnTo>
                    <a:lnTo>
                      <a:pt x="2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0FFAF"/>
              </a:solidFill>
              <a:ln w="2286">
                <a:solidFill>
                  <a:srgbClr val="50FFA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17" name="polygon-2603"/>
              <p:cNvSpPr/>
              <p:nvPr/>
            </p:nvSpPr>
            <p:spPr>
              <a:xfrm>
                <a:off x="12600432" y="1792224"/>
                <a:ext cx="18288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2" h="7">
                    <a:moveTo>
                      <a:pt x="0" y="2"/>
                    </a:moveTo>
                    <a:lnTo>
                      <a:pt x="2" y="7"/>
                    </a:lnTo>
                    <a:lnTo>
                      <a:pt x="2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EFF71"/>
              </a:solidFill>
              <a:ln w="2286">
                <a:solidFill>
                  <a:srgbClr val="8EFF7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18" name="polygon-2604"/>
              <p:cNvSpPr/>
              <p:nvPr/>
            </p:nvSpPr>
            <p:spPr>
              <a:xfrm>
                <a:off x="12600432" y="1764792"/>
                <a:ext cx="18288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2" h="8">
                    <a:moveTo>
                      <a:pt x="0" y="3"/>
                    </a:moveTo>
                    <a:lnTo>
                      <a:pt x="2" y="8"/>
                    </a:lnTo>
                    <a:lnTo>
                      <a:pt x="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FF33"/>
              </a:solidFill>
              <a:ln w="2286">
                <a:solidFill>
                  <a:srgbClr val="CCFF3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19" name="polygon-2605"/>
              <p:cNvSpPr/>
              <p:nvPr/>
            </p:nvSpPr>
            <p:spPr>
              <a:xfrm>
                <a:off x="12618720" y="197510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9E"/>
              </a:solidFill>
              <a:ln w="2286">
                <a:solidFill>
                  <a:srgbClr val="00009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20" name="polygon-2606"/>
              <p:cNvSpPr/>
              <p:nvPr/>
            </p:nvSpPr>
            <p:spPr>
              <a:xfrm>
                <a:off x="12618720" y="195681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DB"/>
              </a:solidFill>
              <a:ln w="2286">
                <a:solidFill>
                  <a:srgbClr val="0000D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21" name="polygon-2607"/>
              <p:cNvSpPr/>
              <p:nvPr/>
            </p:nvSpPr>
            <p:spPr>
              <a:xfrm>
                <a:off x="12618720" y="1938528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0" y="2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19FF"/>
              </a:solidFill>
              <a:ln w="2286">
                <a:solidFill>
                  <a:srgbClr val="0019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22" name="polygon-2608"/>
              <p:cNvSpPr/>
              <p:nvPr/>
            </p:nvSpPr>
            <p:spPr>
              <a:xfrm>
                <a:off x="12618720" y="1920240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0" y="2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56FF"/>
              </a:solidFill>
              <a:ln w="2286">
                <a:solidFill>
                  <a:srgbClr val="0056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23" name="polygon-2609"/>
              <p:cNvSpPr/>
              <p:nvPr/>
            </p:nvSpPr>
            <p:spPr>
              <a:xfrm>
                <a:off x="12618720" y="1892808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4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93FF"/>
              </a:solidFill>
              <a:ln w="2286">
                <a:solidFill>
                  <a:srgbClr val="0093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24" name="polygon-2610"/>
              <p:cNvSpPr/>
              <p:nvPr/>
            </p:nvSpPr>
            <p:spPr>
              <a:xfrm>
                <a:off x="12618720" y="1874520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4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D0FF"/>
              </a:solidFill>
              <a:ln w="2286">
                <a:solidFill>
                  <a:srgbClr val="00D0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25" name="polygon-2611"/>
              <p:cNvSpPr/>
              <p:nvPr/>
            </p:nvSpPr>
            <p:spPr>
              <a:xfrm>
                <a:off x="12618720" y="1856232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4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EFFF1"/>
              </a:solidFill>
              <a:ln w="2286">
                <a:solidFill>
                  <a:srgbClr val="0EFFF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26" name="polygon-2612"/>
              <p:cNvSpPr/>
              <p:nvPr/>
            </p:nvSpPr>
            <p:spPr>
              <a:xfrm>
                <a:off x="12618720" y="1828800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5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4BFFB4"/>
              </a:solidFill>
              <a:ln w="2286">
                <a:solidFill>
                  <a:srgbClr val="4BFFB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27" name="polygon-2613"/>
              <p:cNvSpPr/>
              <p:nvPr/>
            </p:nvSpPr>
            <p:spPr>
              <a:xfrm>
                <a:off x="12618720" y="1810512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5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88FF77"/>
              </a:solidFill>
              <a:ln w="2286">
                <a:solidFill>
                  <a:srgbClr val="88FF7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28" name="polygon-2614"/>
              <p:cNvSpPr/>
              <p:nvPr/>
            </p:nvSpPr>
            <p:spPr>
              <a:xfrm>
                <a:off x="12618720" y="1792224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5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C5FF3A"/>
              </a:solidFill>
              <a:ln w="2286">
                <a:solidFill>
                  <a:srgbClr val="C5FF3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629" name="Text: Gaussian"/>
            <p:cNvSpPr txBox="1"/>
            <p:nvPr/>
          </p:nvSpPr>
          <p:spPr>
            <a:xfrm>
              <a:off x="10698480" y="2057400"/>
              <a:ext cx="786384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2" b="1" i="1">
                  <a:solidFill>
                    <a:srgbClr val="000000"/>
                  </a:solidFill>
                  <a:latin typeface="Liberation Serif"/>
                </a:rPr>
                <a:t>Gaussian</a:t>
              </a:r>
            </a:p>
          </p:txBody>
        </p:sp>
        <p:sp>
          <p:nvSpPr>
            <p:cNvPr id="2630" name="Text: Standard"/>
            <p:cNvSpPr txBox="1"/>
            <p:nvPr/>
          </p:nvSpPr>
          <p:spPr>
            <a:xfrm>
              <a:off x="11503152" y="2057400"/>
              <a:ext cx="722376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2" b="1" i="1">
                  <a:solidFill>
                    <a:srgbClr val="000000"/>
                  </a:solidFill>
                  <a:latin typeface="Liberation Serif"/>
                </a:rPr>
                <a:t>Standard</a:t>
              </a:r>
            </a:p>
          </p:txBody>
        </p:sp>
        <p:sp>
          <p:nvSpPr>
            <p:cNvPr id="2631" name="Text: Random"/>
            <p:cNvSpPr txBox="1"/>
            <p:nvPr/>
          </p:nvSpPr>
          <p:spPr>
            <a:xfrm>
              <a:off x="12280392" y="2057400"/>
              <a:ext cx="740664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2" b="1" i="1">
                  <a:solidFill>
                    <a:srgbClr val="000000"/>
                  </a:solidFill>
                  <a:latin typeface="Liberation Serif"/>
                </a:rPr>
                <a:t>Random</a:t>
              </a:r>
            </a:p>
          </p:txBody>
        </p:sp>
        <p:grpSp>
          <p:nvGrpSpPr>
            <p:cNvPr id="2632" name="Editable contrast histogram broad"/>
            <p:cNvGrpSpPr/>
            <p:nvPr/>
          </p:nvGrpSpPr>
          <p:grpSpPr>
            <a:xfrm>
              <a:off x="10735056" y="3328416"/>
              <a:ext cx="704088" cy="539496"/>
              <a:chOff x="10735056" y="3328416"/>
              <a:chExt cx="704088" cy="539496"/>
            </a:xfrm>
          </p:grpSpPr>
          <p:sp>
            <p:nvSpPr>
              <p:cNvPr id="2633" name="rectangle-2616"/>
              <p:cNvSpPr/>
              <p:nvPr/>
            </p:nvSpPr>
            <p:spPr>
              <a:xfrm>
                <a:off x="10735056" y="3328416"/>
                <a:ext cx="704088" cy="53949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2634" name="line-2617"/>
              <p:cNvCxnSpPr/>
              <p:nvPr/>
            </p:nvCxnSpPr>
            <p:spPr>
              <a:xfrm>
                <a:off x="10897819" y="3355848"/>
                <a:ext cx="0" cy="484632"/>
              </a:xfrm>
              <a:prstGeom prst="line">
                <a:avLst/>
              </a:prstGeom>
              <a:ln w="5486">
                <a:solidFill>
                  <a:srgbClr val="9C9C9C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35" name="line-2618"/>
              <p:cNvCxnSpPr/>
              <p:nvPr/>
            </p:nvCxnSpPr>
            <p:spPr>
              <a:xfrm>
                <a:off x="11024006" y="3355848"/>
                <a:ext cx="0" cy="484632"/>
              </a:xfrm>
              <a:prstGeom prst="line">
                <a:avLst/>
              </a:prstGeom>
              <a:ln w="5486">
                <a:solidFill>
                  <a:srgbClr val="9C9C9C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36" name="line-2619"/>
              <p:cNvCxnSpPr/>
              <p:nvPr/>
            </p:nvCxnSpPr>
            <p:spPr>
              <a:xfrm>
                <a:off x="11150194" y="3355848"/>
                <a:ext cx="0" cy="484632"/>
              </a:xfrm>
              <a:prstGeom prst="line">
                <a:avLst/>
              </a:prstGeom>
              <a:ln w="5486">
                <a:solidFill>
                  <a:srgbClr val="9C9C9C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37" name="line-2620"/>
              <p:cNvCxnSpPr/>
              <p:nvPr/>
            </p:nvCxnSpPr>
            <p:spPr>
              <a:xfrm>
                <a:off x="11276381" y="3355848"/>
                <a:ext cx="0" cy="484632"/>
              </a:xfrm>
              <a:prstGeom prst="line">
                <a:avLst/>
              </a:prstGeom>
              <a:ln w="5486">
                <a:solidFill>
                  <a:srgbClr val="9C9C9C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38" name="line-2621"/>
              <p:cNvCxnSpPr/>
              <p:nvPr/>
            </p:nvCxnSpPr>
            <p:spPr>
              <a:xfrm>
                <a:off x="10762488" y="3463290"/>
                <a:ext cx="658368" cy="0"/>
              </a:xfrm>
              <a:prstGeom prst="line">
                <a:avLst/>
              </a:prstGeom>
              <a:ln w="5486">
                <a:solidFill>
                  <a:srgbClr val="9C9C9C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39" name="line-2622"/>
              <p:cNvCxnSpPr/>
              <p:nvPr/>
            </p:nvCxnSpPr>
            <p:spPr>
              <a:xfrm>
                <a:off x="10762488" y="3598164"/>
                <a:ext cx="658368" cy="0"/>
              </a:xfrm>
              <a:prstGeom prst="line">
                <a:avLst/>
              </a:prstGeom>
              <a:ln w="5486">
                <a:solidFill>
                  <a:srgbClr val="9C9C9C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40" name="line-2623"/>
              <p:cNvCxnSpPr/>
              <p:nvPr/>
            </p:nvCxnSpPr>
            <p:spPr>
              <a:xfrm>
                <a:off x="10762488" y="3733038"/>
                <a:ext cx="658368" cy="0"/>
              </a:xfrm>
              <a:prstGeom prst="line">
                <a:avLst/>
              </a:prstGeom>
              <a:ln w="5486">
                <a:solidFill>
                  <a:srgbClr val="9C9C9C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41" name="rectangle-2624"/>
              <p:cNvSpPr/>
              <p:nvPr/>
            </p:nvSpPr>
            <p:spPr>
              <a:xfrm>
                <a:off x="10771632" y="3835934"/>
                <a:ext cx="18484" cy="4546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42" name="rectangle-2625"/>
              <p:cNvSpPr/>
              <p:nvPr/>
            </p:nvSpPr>
            <p:spPr>
              <a:xfrm>
                <a:off x="10789659" y="3828663"/>
                <a:ext cx="18484" cy="11817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43" name="rectangle-2626"/>
              <p:cNvSpPr/>
              <p:nvPr/>
            </p:nvSpPr>
            <p:spPr>
              <a:xfrm>
                <a:off x="10807685" y="3814867"/>
                <a:ext cx="18484" cy="25613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44" name="rectangle-2627"/>
              <p:cNvSpPr/>
              <p:nvPr/>
            </p:nvSpPr>
            <p:spPr>
              <a:xfrm>
                <a:off x="10825712" y="3800005"/>
                <a:ext cx="18484" cy="40475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45" name="rectangle-2628"/>
              <p:cNvSpPr/>
              <p:nvPr/>
            </p:nvSpPr>
            <p:spPr>
              <a:xfrm>
                <a:off x="10843739" y="3765781"/>
                <a:ext cx="18484" cy="74699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46" name="rectangle-2629"/>
              <p:cNvSpPr/>
              <p:nvPr/>
            </p:nvSpPr>
            <p:spPr>
              <a:xfrm>
                <a:off x="10861766" y="3702604"/>
                <a:ext cx="18484" cy="137876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47" name="rectangle-2630"/>
              <p:cNvSpPr/>
              <p:nvPr/>
            </p:nvSpPr>
            <p:spPr>
              <a:xfrm>
                <a:off x="10879792" y="3663426"/>
                <a:ext cx="18484" cy="177054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48" name="rectangle-2631"/>
              <p:cNvSpPr/>
              <p:nvPr/>
            </p:nvSpPr>
            <p:spPr>
              <a:xfrm>
                <a:off x="10897819" y="3614087"/>
                <a:ext cx="18484" cy="226393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49" name="rectangle-2632"/>
              <p:cNvSpPr/>
              <p:nvPr/>
            </p:nvSpPr>
            <p:spPr>
              <a:xfrm>
                <a:off x="10915846" y="3500684"/>
                <a:ext cx="18484" cy="339796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50" name="rectangle-2633"/>
              <p:cNvSpPr/>
              <p:nvPr/>
            </p:nvSpPr>
            <p:spPr>
              <a:xfrm>
                <a:off x="10933873" y="3466477"/>
                <a:ext cx="18484" cy="374003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51" name="rectangle-2634"/>
              <p:cNvSpPr/>
              <p:nvPr/>
            </p:nvSpPr>
            <p:spPr>
              <a:xfrm>
                <a:off x="10951899" y="3497024"/>
                <a:ext cx="18484" cy="343456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52" name="rectangle-2635"/>
              <p:cNvSpPr/>
              <p:nvPr/>
            </p:nvSpPr>
            <p:spPr>
              <a:xfrm>
                <a:off x="10969926" y="3444091"/>
                <a:ext cx="18484" cy="396389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53" name="rectangle-2636"/>
              <p:cNvSpPr/>
              <p:nvPr/>
            </p:nvSpPr>
            <p:spPr>
              <a:xfrm>
                <a:off x="10987953" y="3451445"/>
                <a:ext cx="18484" cy="389035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54" name="rectangle-2637"/>
              <p:cNvSpPr/>
              <p:nvPr/>
            </p:nvSpPr>
            <p:spPr>
              <a:xfrm>
                <a:off x="11005980" y="3555944"/>
                <a:ext cx="18484" cy="284536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55" name="rectangle-2638"/>
              <p:cNvSpPr/>
              <p:nvPr/>
            </p:nvSpPr>
            <p:spPr>
              <a:xfrm>
                <a:off x="11024006" y="3588885"/>
                <a:ext cx="18484" cy="251595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56" name="rectangle-2639"/>
              <p:cNvSpPr/>
              <p:nvPr/>
            </p:nvSpPr>
            <p:spPr>
              <a:xfrm>
                <a:off x="11042033" y="3604104"/>
                <a:ext cx="18484" cy="236376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57" name="rectangle-2640"/>
              <p:cNvSpPr/>
              <p:nvPr/>
            </p:nvSpPr>
            <p:spPr>
              <a:xfrm>
                <a:off x="11060060" y="3674270"/>
                <a:ext cx="18484" cy="166210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58" name="rectangle-2641"/>
              <p:cNvSpPr/>
              <p:nvPr/>
            </p:nvSpPr>
            <p:spPr>
              <a:xfrm>
                <a:off x="11078087" y="3714542"/>
                <a:ext cx="18484" cy="125938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59" name="rectangle-2642"/>
              <p:cNvSpPr/>
              <p:nvPr/>
            </p:nvSpPr>
            <p:spPr>
              <a:xfrm>
                <a:off x="11096113" y="3718318"/>
                <a:ext cx="18484" cy="122162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60" name="rectangle-2643"/>
              <p:cNvSpPr/>
              <p:nvPr/>
            </p:nvSpPr>
            <p:spPr>
              <a:xfrm>
                <a:off x="11114140" y="3746934"/>
                <a:ext cx="18484" cy="93546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61" name="rectangle-2644"/>
              <p:cNvSpPr/>
              <p:nvPr/>
            </p:nvSpPr>
            <p:spPr>
              <a:xfrm>
                <a:off x="11132167" y="3777803"/>
                <a:ext cx="18484" cy="62677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62" name="rectangle-2645"/>
              <p:cNvSpPr/>
              <p:nvPr/>
            </p:nvSpPr>
            <p:spPr>
              <a:xfrm>
                <a:off x="11150194" y="3785956"/>
                <a:ext cx="18484" cy="54524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63" name="rectangle-2646"/>
              <p:cNvSpPr/>
              <p:nvPr/>
            </p:nvSpPr>
            <p:spPr>
              <a:xfrm>
                <a:off x="11168220" y="3799354"/>
                <a:ext cx="18484" cy="41126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64" name="rectangle-2647"/>
              <p:cNvSpPr/>
              <p:nvPr/>
            </p:nvSpPr>
            <p:spPr>
              <a:xfrm>
                <a:off x="11186247" y="3817485"/>
                <a:ext cx="18484" cy="22995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65" name="rectangle-2648"/>
              <p:cNvSpPr/>
              <p:nvPr/>
            </p:nvSpPr>
            <p:spPr>
              <a:xfrm>
                <a:off x="11204274" y="3825318"/>
                <a:ext cx="18484" cy="15162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66" name="rectangle-2649"/>
              <p:cNvSpPr/>
              <p:nvPr/>
            </p:nvSpPr>
            <p:spPr>
              <a:xfrm>
                <a:off x="11222301" y="3830239"/>
                <a:ext cx="18484" cy="10241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67" name="rectangle-2650"/>
              <p:cNvSpPr/>
              <p:nvPr/>
            </p:nvSpPr>
            <p:spPr>
              <a:xfrm>
                <a:off x="11240327" y="3835609"/>
                <a:ext cx="18484" cy="4871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68" name="rectangle-2651"/>
              <p:cNvSpPr/>
              <p:nvPr/>
            </p:nvSpPr>
            <p:spPr>
              <a:xfrm>
                <a:off x="11258354" y="3838173"/>
                <a:ext cx="18484" cy="2307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69" name="rectangle-2652"/>
              <p:cNvSpPr/>
              <p:nvPr/>
            </p:nvSpPr>
            <p:spPr>
              <a:xfrm>
                <a:off x="11276381" y="3839176"/>
                <a:ext cx="18484" cy="1304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70" name="rectangle-2653"/>
              <p:cNvSpPr/>
              <p:nvPr/>
            </p:nvSpPr>
            <p:spPr>
              <a:xfrm>
                <a:off x="11294408" y="3839933"/>
                <a:ext cx="18484" cy="547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71" name="rectangle-2654"/>
              <p:cNvSpPr/>
              <p:nvPr/>
            </p:nvSpPr>
            <p:spPr>
              <a:xfrm>
                <a:off x="11312434" y="3840289"/>
                <a:ext cx="18484" cy="191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72" name="rectangle-2655"/>
              <p:cNvSpPr/>
              <p:nvPr/>
            </p:nvSpPr>
            <p:spPr>
              <a:xfrm>
                <a:off x="11330461" y="3840396"/>
                <a:ext cx="18484" cy="84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73" name="rectangle-2656"/>
              <p:cNvSpPr/>
              <p:nvPr/>
            </p:nvSpPr>
            <p:spPr>
              <a:xfrm>
                <a:off x="11348488" y="3840449"/>
                <a:ext cx="18484" cy="31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74" name="rectangle-2657"/>
              <p:cNvSpPr/>
              <p:nvPr/>
            </p:nvSpPr>
            <p:spPr>
              <a:xfrm>
                <a:off x="11366515" y="3840471"/>
                <a:ext cx="18484" cy="9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75" name="rectangle-2658"/>
              <p:cNvSpPr/>
              <p:nvPr/>
            </p:nvSpPr>
            <p:spPr>
              <a:xfrm>
                <a:off x="11384541" y="3840477"/>
                <a:ext cx="18484" cy="3"/>
              </a:xfrm>
              <a:prstGeom prst="rect">
                <a:avLst/>
              </a:prstGeom>
              <a:solidFill>
                <a:srgbClr val="489BC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2676" name="line-2659"/>
              <p:cNvCxnSpPr/>
              <p:nvPr/>
            </p:nvCxnSpPr>
            <p:spPr>
              <a:xfrm flipV="1">
                <a:off x="10891510" y="3589715"/>
                <a:ext cx="0" cy="250765"/>
              </a:xfrm>
              <a:prstGeom prst="line">
                <a:avLst/>
              </a:prstGeom>
              <a:ln w="10058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77" name="line-2660"/>
              <p:cNvCxnSpPr/>
              <p:nvPr/>
            </p:nvCxnSpPr>
            <p:spPr>
              <a:xfrm flipV="1">
                <a:off x="10992460" y="3455381"/>
                <a:ext cx="0" cy="385099"/>
              </a:xfrm>
              <a:prstGeom prst="line">
                <a:avLst/>
              </a:prstGeom>
              <a:ln w="10058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78" name="line-2661"/>
              <p:cNvCxnSpPr/>
              <p:nvPr/>
            </p:nvCxnSpPr>
            <p:spPr>
              <a:xfrm flipV="1">
                <a:off x="11124956" y="3753694"/>
                <a:ext cx="0" cy="86786"/>
              </a:xfrm>
              <a:prstGeom prst="line">
                <a:avLst/>
              </a:prstGeom>
              <a:ln w="10058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79" name="line-2662"/>
              <p:cNvCxnSpPr/>
              <p:nvPr/>
            </p:nvCxnSpPr>
            <p:spPr>
              <a:xfrm>
                <a:off x="10762488" y="3337560"/>
                <a:ext cx="0" cy="512064"/>
              </a:xfrm>
              <a:prstGeom prst="line">
                <a:avLst/>
              </a:prstGeom>
              <a:ln w="7315">
                <a:solidFill>
                  <a:srgbClr val="14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80" name="line-2663"/>
              <p:cNvCxnSpPr/>
              <p:nvPr/>
            </p:nvCxnSpPr>
            <p:spPr>
              <a:xfrm>
                <a:off x="10762488" y="3849624"/>
                <a:ext cx="667512" cy="0"/>
              </a:xfrm>
              <a:prstGeom prst="line">
                <a:avLst/>
              </a:prstGeom>
              <a:ln w="7315">
                <a:solidFill>
                  <a:srgbClr val="14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81" name="Editable 3D standard plot"/>
            <p:cNvGrpSpPr/>
            <p:nvPr/>
          </p:nvGrpSpPr>
          <p:grpSpPr>
            <a:xfrm>
              <a:off x="11503152" y="3319272"/>
              <a:ext cx="713232" cy="548640"/>
              <a:chOff x="11503152" y="3319272"/>
              <a:chExt cx="713232" cy="548640"/>
            </a:xfrm>
          </p:grpSpPr>
          <p:sp>
            <p:nvSpPr>
              <p:cNvPr id="2682" name="rectangle-2665"/>
              <p:cNvSpPr/>
              <p:nvPr/>
            </p:nvSpPr>
            <p:spPr>
              <a:xfrm>
                <a:off x="11503152" y="3319272"/>
                <a:ext cx="713232" cy="54864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83" name="polygon-2666"/>
              <p:cNvSpPr/>
              <p:nvPr/>
            </p:nvSpPr>
            <p:spPr>
              <a:xfrm>
                <a:off x="11841480" y="339242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8FF07"/>
              </a:solidFill>
              <a:ln w="2286">
                <a:solidFill>
                  <a:srgbClr val="F8FF0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84" name="polygon-2667"/>
              <p:cNvSpPr/>
              <p:nvPr/>
            </p:nvSpPr>
            <p:spPr>
              <a:xfrm>
                <a:off x="11823192" y="3401568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1FF0E"/>
              </a:solidFill>
              <a:ln w="2286">
                <a:solidFill>
                  <a:srgbClr val="F1FF0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85" name="polygon-2668"/>
              <p:cNvSpPr/>
              <p:nvPr/>
            </p:nvSpPr>
            <p:spPr>
              <a:xfrm>
                <a:off x="11804904" y="3410712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9FF16"/>
              </a:solidFill>
              <a:ln w="2286">
                <a:solidFill>
                  <a:srgbClr val="E9FF1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86" name="polygon-2669"/>
              <p:cNvSpPr/>
              <p:nvPr/>
            </p:nvSpPr>
            <p:spPr>
              <a:xfrm>
                <a:off x="11786616" y="341985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7FF18"/>
              </a:solidFill>
              <a:ln w="2286">
                <a:solidFill>
                  <a:srgbClr val="E7FF1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87" name="polygon-2670"/>
              <p:cNvSpPr/>
              <p:nvPr/>
            </p:nvSpPr>
            <p:spPr>
              <a:xfrm>
                <a:off x="11768328" y="342900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CFF13"/>
              </a:solidFill>
              <a:ln w="2286">
                <a:solidFill>
                  <a:srgbClr val="ECFF1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88" name="polygon-2671"/>
              <p:cNvSpPr/>
              <p:nvPr/>
            </p:nvSpPr>
            <p:spPr>
              <a:xfrm>
                <a:off x="11750040" y="3438144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FF0B"/>
              </a:solidFill>
              <a:ln w="2286">
                <a:solidFill>
                  <a:srgbClr val="F4FF0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89" name="polygon-2672"/>
              <p:cNvSpPr/>
              <p:nvPr/>
            </p:nvSpPr>
            <p:spPr>
              <a:xfrm>
                <a:off x="11731752" y="343814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9FF06"/>
              </a:solidFill>
              <a:ln w="2286">
                <a:solidFill>
                  <a:srgbClr val="F9FF0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90" name="polygon-2673"/>
              <p:cNvSpPr/>
              <p:nvPr/>
            </p:nvSpPr>
            <p:spPr>
              <a:xfrm>
                <a:off x="11713464" y="3447288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6FF09"/>
              </a:solidFill>
              <a:ln w="2286">
                <a:solidFill>
                  <a:srgbClr val="F6FF0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91" name="polygon-2674"/>
              <p:cNvSpPr/>
              <p:nvPr/>
            </p:nvSpPr>
            <p:spPr>
              <a:xfrm>
                <a:off x="11695176" y="3456432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EFF11"/>
              </a:solidFill>
              <a:ln w="2286">
                <a:solidFill>
                  <a:srgbClr val="EEFF1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92" name="polygon-2675"/>
              <p:cNvSpPr/>
              <p:nvPr/>
            </p:nvSpPr>
            <p:spPr>
              <a:xfrm>
                <a:off x="11676888" y="346557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E8FF17"/>
              </a:solidFill>
              <a:ln w="2286">
                <a:solidFill>
                  <a:srgbClr val="E8FF1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93" name="polygon-2676"/>
              <p:cNvSpPr/>
              <p:nvPr/>
            </p:nvSpPr>
            <p:spPr>
              <a:xfrm>
                <a:off x="11658600" y="3483864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8FF17"/>
              </a:solidFill>
              <a:ln w="2286">
                <a:solidFill>
                  <a:srgbClr val="E8FF1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94" name="polygon-2677"/>
              <p:cNvSpPr/>
              <p:nvPr/>
            </p:nvSpPr>
            <p:spPr>
              <a:xfrm>
                <a:off x="11640312" y="348386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EFF11"/>
              </a:solidFill>
              <a:ln w="2286">
                <a:solidFill>
                  <a:srgbClr val="EEFF1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95" name="polygon-2678"/>
              <p:cNvSpPr/>
              <p:nvPr/>
            </p:nvSpPr>
            <p:spPr>
              <a:xfrm>
                <a:off x="11622024" y="3493008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6FF09"/>
              </a:solidFill>
              <a:ln w="2286">
                <a:solidFill>
                  <a:srgbClr val="F6FF0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96" name="polygon-2679"/>
              <p:cNvSpPr/>
              <p:nvPr/>
            </p:nvSpPr>
            <p:spPr>
              <a:xfrm>
                <a:off x="11603736" y="3502152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9FF06"/>
              </a:solidFill>
              <a:ln w="2286">
                <a:solidFill>
                  <a:srgbClr val="F9FF0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97" name="polygon-2680"/>
              <p:cNvSpPr/>
              <p:nvPr/>
            </p:nvSpPr>
            <p:spPr>
              <a:xfrm>
                <a:off x="11585448" y="351129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4FF0B"/>
              </a:solidFill>
              <a:ln w="2286">
                <a:solidFill>
                  <a:srgbClr val="F4FF0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98" name="polygon-2681"/>
              <p:cNvSpPr/>
              <p:nvPr/>
            </p:nvSpPr>
            <p:spPr>
              <a:xfrm>
                <a:off x="11567160" y="352044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BFF14"/>
              </a:solidFill>
              <a:ln w="2286">
                <a:solidFill>
                  <a:srgbClr val="EBFF1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99" name="polygon-2682"/>
              <p:cNvSpPr/>
              <p:nvPr/>
            </p:nvSpPr>
            <p:spPr>
              <a:xfrm>
                <a:off x="11548872" y="352958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7FF18"/>
              </a:solidFill>
              <a:ln w="2286">
                <a:solidFill>
                  <a:srgbClr val="E7FF1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00" name="polygon-2683"/>
              <p:cNvSpPr/>
              <p:nvPr/>
            </p:nvSpPr>
            <p:spPr>
              <a:xfrm>
                <a:off x="11530584" y="3538728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AFF15"/>
              </a:solidFill>
              <a:ln w="2286">
                <a:solidFill>
                  <a:srgbClr val="EAFF1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01" name="polygon-2684"/>
              <p:cNvSpPr/>
              <p:nvPr/>
            </p:nvSpPr>
            <p:spPr>
              <a:xfrm>
                <a:off x="11859768" y="3364992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500"/>
              </a:solidFill>
              <a:ln w="2286">
                <a:solidFill>
                  <a:srgbClr val="FFB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02" name="polygon-2685"/>
              <p:cNvSpPr/>
              <p:nvPr/>
            </p:nvSpPr>
            <p:spPr>
              <a:xfrm>
                <a:off x="11841480" y="3374136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B00"/>
              </a:solidFill>
              <a:ln w="2286">
                <a:solidFill>
                  <a:srgbClr val="FFBB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03" name="polygon-2686"/>
              <p:cNvSpPr/>
              <p:nvPr/>
            </p:nvSpPr>
            <p:spPr>
              <a:xfrm>
                <a:off x="11823192" y="3383280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300"/>
              </a:solidFill>
              <a:ln w="2286">
                <a:solidFill>
                  <a:srgbClr val="FFC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04" name="polygon-2687"/>
              <p:cNvSpPr/>
              <p:nvPr/>
            </p:nvSpPr>
            <p:spPr>
              <a:xfrm>
                <a:off x="11804904" y="3392424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600"/>
              </a:solidFill>
              <a:ln w="2286">
                <a:solidFill>
                  <a:srgbClr val="FFC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05" name="polygon-2688"/>
              <p:cNvSpPr/>
              <p:nvPr/>
            </p:nvSpPr>
            <p:spPr>
              <a:xfrm>
                <a:off x="11786616" y="3401568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100"/>
              </a:solidFill>
              <a:ln w="2286">
                <a:solidFill>
                  <a:srgbClr val="FFC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06" name="polygon-2689"/>
              <p:cNvSpPr/>
              <p:nvPr/>
            </p:nvSpPr>
            <p:spPr>
              <a:xfrm>
                <a:off x="11768328" y="3401568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800"/>
              </a:solidFill>
              <a:ln w="2286">
                <a:solidFill>
                  <a:srgbClr val="FFB8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07" name="polygon-2690"/>
              <p:cNvSpPr/>
              <p:nvPr/>
            </p:nvSpPr>
            <p:spPr>
              <a:xfrm>
                <a:off x="11750040" y="3410712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400"/>
              </a:solidFill>
              <a:ln w="2286">
                <a:solidFill>
                  <a:srgbClr val="FFB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08" name="polygon-2691"/>
              <p:cNvSpPr/>
              <p:nvPr/>
            </p:nvSpPr>
            <p:spPr>
              <a:xfrm>
                <a:off x="11731752" y="3419856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600"/>
              </a:solidFill>
              <a:ln w="2286">
                <a:solidFill>
                  <a:srgbClr val="FFB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09" name="polygon-2692"/>
              <p:cNvSpPr/>
              <p:nvPr/>
            </p:nvSpPr>
            <p:spPr>
              <a:xfrm>
                <a:off x="11713464" y="3429000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E00"/>
              </a:solidFill>
              <a:ln w="2286">
                <a:solidFill>
                  <a:srgbClr val="FFB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10" name="polygon-2693"/>
              <p:cNvSpPr/>
              <p:nvPr/>
            </p:nvSpPr>
            <p:spPr>
              <a:xfrm>
                <a:off x="11695176" y="3438144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500"/>
              </a:solidFill>
              <a:ln w="2286">
                <a:solidFill>
                  <a:srgbClr val="FFC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11" name="polygon-2694"/>
              <p:cNvSpPr/>
              <p:nvPr/>
            </p:nvSpPr>
            <p:spPr>
              <a:xfrm>
                <a:off x="11676888" y="3447288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500"/>
              </a:solidFill>
              <a:ln w="2286">
                <a:solidFill>
                  <a:srgbClr val="FFC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12" name="polygon-2695"/>
              <p:cNvSpPr/>
              <p:nvPr/>
            </p:nvSpPr>
            <p:spPr>
              <a:xfrm>
                <a:off x="11658600" y="3456432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E00"/>
              </a:solidFill>
              <a:ln w="2286">
                <a:solidFill>
                  <a:srgbClr val="FFB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13" name="polygon-2696"/>
              <p:cNvSpPr/>
              <p:nvPr/>
            </p:nvSpPr>
            <p:spPr>
              <a:xfrm>
                <a:off x="11640312" y="3465576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4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FFB600"/>
              </a:solidFill>
              <a:ln w="2286">
                <a:solidFill>
                  <a:srgbClr val="FFB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14" name="polygon-2697"/>
              <p:cNvSpPr/>
              <p:nvPr/>
            </p:nvSpPr>
            <p:spPr>
              <a:xfrm>
                <a:off x="11622024" y="3465576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400"/>
              </a:solidFill>
              <a:ln w="2286">
                <a:solidFill>
                  <a:srgbClr val="FFB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15" name="polygon-2698"/>
              <p:cNvSpPr/>
              <p:nvPr/>
            </p:nvSpPr>
            <p:spPr>
              <a:xfrm>
                <a:off x="11603736" y="3474720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900"/>
              </a:solidFill>
              <a:ln w="2286">
                <a:solidFill>
                  <a:srgbClr val="FFB9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16" name="polygon-2699"/>
              <p:cNvSpPr/>
              <p:nvPr/>
            </p:nvSpPr>
            <p:spPr>
              <a:xfrm>
                <a:off x="11585448" y="3483864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C100"/>
              </a:solidFill>
              <a:ln w="2286">
                <a:solidFill>
                  <a:srgbClr val="FFC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17" name="polygon-2700"/>
              <p:cNvSpPr/>
              <p:nvPr/>
            </p:nvSpPr>
            <p:spPr>
              <a:xfrm>
                <a:off x="11567160" y="3502152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600"/>
              </a:solidFill>
              <a:ln w="2286">
                <a:solidFill>
                  <a:srgbClr val="FFC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18" name="polygon-2701"/>
              <p:cNvSpPr/>
              <p:nvPr/>
            </p:nvSpPr>
            <p:spPr>
              <a:xfrm>
                <a:off x="11548872" y="3511296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4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FFC300"/>
              </a:solidFill>
              <a:ln w="2286">
                <a:solidFill>
                  <a:srgbClr val="FFC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19" name="polygon-2702"/>
              <p:cNvSpPr/>
              <p:nvPr/>
            </p:nvSpPr>
            <p:spPr>
              <a:xfrm>
                <a:off x="11878056" y="3364992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500"/>
              </a:solidFill>
              <a:ln w="2286">
                <a:solidFill>
                  <a:srgbClr val="FFB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20" name="polygon-2703"/>
              <p:cNvSpPr/>
              <p:nvPr/>
            </p:nvSpPr>
            <p:spPr>
              <a:xfrm>
                <a:off x="11859768" y="3374136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B00"/>
              </a:solidFill>
              <a:ln w="2286">
                <a:solidFill>
                  <a:srgbClr val="FFBB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21" name="polygon-2704"/>
              <p:cNvSpPr/>
              <p:nvPr/>
            </p:nvSpPr>
            <p:spPr>
              <a:xfrm>
                <a:off x="11841480" y="3383280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00"/>
              </a:solidFill>
              <a:ln w="2286">
                <a:solidFill>
                  <a:srgbClr val="FFC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22" name="polygon-2705"/>
              <p:cNvSpPr/>
              <p:nvPr/>
            </p:nvSpPr>
            <p:spPr>
              <a:xfrm>
                <a:off x="11823192" y="3392424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600"/>
              </a:solidFill>
              <a:ln w="2286">
                <a:solidFill>
                  <a:srgbClr val="FFC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23" name="polygon-2706"/>
              <p:cNvSpPr/>
              <p:nvPr/>
            </p:nvSpPr>
            <p:spPr>
              <a:xfrm>
                <a:off x="11804904" y="3401568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0"/>
                    </a:moveTo>
                    <a:lnTo>
                      <a:pt x="4" y="6"/>
                    </a:lnTo>
                    <a:lnTo>
                      <a:pt x="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100"/>
              </a:solidFill>
              <a:ln w="2286">
                <a:solidFill>
                  <a:srgbClr val="FFC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24" name="polygon-2707"/>
              <p:cNvSpPr/>
              <p:nvPr/>
            </p:nvSpPr>
            <p:spPr>
              <a:xfrm>
                <a:off x="11786616" y="3401568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800"/>
              </a:solidFill>
              <a:ln w="2286">
                <a:solidFill>
                  <a:srgbClr val="FFB8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25" name="polygon-2708"/>
              <p:cNvSpPr/>
              <p:nvPr/>
            </p:nvSpPr>
            <p:spPr>
              <a:xfrm>
                <a:off x="11768328" y="3410712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400"/>
              </a:solidFill>
              <a:ln w="2286">
                <a:solidFill>
                  <a:srgbClr val="FFB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26" name="polygon-2709"/>
              <p:cNvSpPr/>
              <p:nvPr/>
            </p:nvSpPr>
            <p:spPr>
              <a:xfrm>
                <a:off x="11750040" y="3419856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600"/>
              </a:solidFill>
              <a:ln w="2286">
                <a:solidFill>
                  <a:srgbClr val="FFB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27" name="polygon-2710"/>
              <p:cNvSpPr/>
              <p:nvPr/>
            </p:nvSpPr>
            <p:spPr>
              <a:xfrm>
                <a:off x="11731752" y="3429000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E00"/>
              </a:solidFill>
              <a:ln w="2286">
                <a:solidFill>
                  <a:srgbClr val="FFB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28" name="polygon-2711"/>
              <p:cNvSpPr/>
              <p:nvPr/>
            </p:nvSpPr>
            <p:spPr>
              <a:xfrm>
                <a:off x="11713464" y="3438144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500"/>
              </a:solidFill>
              <a:ln w="2286">
                <a:solidFill>
                  <a:srgbClr val="FFC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29" name="polygon-2712"/>
              <p:cNvSpPr/>
              <p:nvPr/>
            </p:nvSpPr>
            <p:spPr>
              <a:xfrm>
                <a:off x="11695176" y="3447288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500"/>
              </a:solidFill>
              <a:ln w="2286">
                <a:solidFill>
                  <a:srgbClr val="FFC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30" name="polygon-2713"/>
              <p:cNvSpPr/>
              <p:nvPr/>
            </p:nvSpPr>
            <p:spPr>
              <a:xfrm>
                <a:off x="11676888" y="3456432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E00"/>
              </a:solidFill>
              <a:ln w="2286">
                <a:solidFill>
                  <a:srgbClr val="FFB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31" name="polygon-2714"/>
              <p:cNvSpPr/>
              <p:nvPr/>
            </p:nvSpPr>
            <p:spPr>
              <a:xfrm>
                <a:off x="11658600" y="3465576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0"/>
                    </a:moveTo>
                    <a:lnTo>
                      <a:pt x="4" y="6"/>
                    </a:lnTo>
                    <a:lnTo>
                      <a:pt x="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600"/>
              </a:solidFill>
              <a:ln w="2286">
                <a:solidFill>
                  <a:srgbClr val="FFB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32" name="polygon-2715"/>
              <p:cNvSpPr/>
              <p:nvPr/>
            </p:nvSpPr>
            <p:spPr>
              <a:xfrm>
                <a:off x="11640312" y="3465576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400"/>
              </a:solidFill>
              <a:ln w="2286">
                <a:solidFill>
                  <a:srgbClr val="FFB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33" name="polygon-2716"/>
              <p:cNvSpPr/>
              <p:nvPr/>
            </p:nvSpPr>
            <p:spPr>
              <a:xfrm>
                <a:off x="11622024" y="3474720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900"/>
              </a:solidFill>
              <a:ln w="2286">
                <a:solidFill>
                  <a:srgbClr val="FFB9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34" name="polygon-2717"/>
              <p:cNvSpPr/>
              <p:nvPr/>
            </p:nvSpPr>
            <p:spPr>
              <a:xfrm>
                <a:off x="11603736" y="3483864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6"/>
                    </a:lnTo>
                    <a:lnTo>
                      <a:pt x="2" y="8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C100"/>
              </a:solidFill>
              <a:ln w="2286">
                <a:solidFill>
                  <a:srgbClr val="FFC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35" name="polygon-2718"/>
              <p:cNvSpPr/>
              <p:nvPr/>
            </p:nvSpPr>
            <p:spPr>
              <a:xfrm>
                <a:off x="11585448" y="3502152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600"/>
              </a:solidFill>
              <a:ln w="2286">
                <a:solidFill>
                  <a:srgbClr val="FFC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36" name="polygon-2719"/>
              <p:cNvSpPr/>
              <p:nvPr/>
            </p:nvSpPr>
            <p:spPr>
              <a:xfrm>
                <a:off x="11567160" y="3511296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0"/>
                    </a:moveTo>
                    <a:lnTo>
                      <a:pt x="4" y="6"/>
                    </a:lnTo>
                    <a:lnTo>
                      <a:pt x="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300"/>
              </a:solidFill>
              <a:ln w="2286">
                <a:solidFill>
                  <a:srgbClr val="FFC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37" name="polygon-2720"/>
              <p:cNvSpPr/>
              <p:nvPr/>
            </p:nvSpPr>
            <p:spPr>
              <a:xfrm>
                <a:off x="11896344" y="3374136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500"/>
              </a:solidFill>
              <a:ln w="2286">
                <a:solidFill>
                  <a:srgbClr val="FFB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38" name="polygon-2721"/>
              <p:cNvSpPr/>
              <p:nvPr/>
            </p:nvSpPr>
            <p:spPr>
              <a:xfrm>
                <a:off x="11878056" y="3383280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B00"/>
              </a:solidFill>
              <a:ln w="2286">
                <a:solidFill>
                  <a:srgbClr val="FFBB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39" name="polygon-2722"/>
              <p:cNvSpPr/>
              <p:nvPr/>
            </p:nvSpPr>
            <p:spPr>
              <a:xfrm>
                <a:off x="11859768" y="3401568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300"/>
              </a:solidFill>
              <a:ln w="2286">
                <a:solidFill>
                  <a:srgbClr val="FFC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40" name="polygon-2723"/>
              <p:cNvSpPr/>
              <p:nvPr/>
            </p:nvSpPr>
            <p:spPr>
              <a:xfrm>
                <a:off x="11841480" y="3410712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600"/>
              </a:solidFill>
              <a:ln w="2286">
                <a:solidFill>
                  <a:srgbClr val="FFC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41" name="polygon-2724"/>
              <p:cNvSpPr/>
              <p:nvPr/>
            </p:nvSpPr>
            <p:spPr>
              <a:xfrm>
                <a:off x="11823192" y="3419856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4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FFC100"/>
              </a:solidFill>
              <a:ln w="2286">
                <a:solidFill>
                  <a:srgbClr val="FFC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42" name="polygon-2725"/>
              <p:cNvSpPr/>
              <p:nvPr/>
            </p:nvSpPr>
            <p:spPr>
              <a:xfrm>
                <a:off x="11804904" y="3419856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800"/>
              </a:solidFill>
              <a:ln w="2286">
                <a:solidFill>
                  <a:srgbClr val="FFB8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43" name="polygon-2726"/>
              <p:cNvSpPr/>
              <p:nvPr/>
            </p:nvSpPr>
            <p:spPr>
              <a:xfrm>
                <a:off x="11786616" y="3429000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400"/>
              </a:solidFill>
              <a:ln w="2286">
                <a:solidFill>
                  <a:srgbClr val="FFB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44" name="polygon-2727"/>
              <p:cNvSpPr/>
              <p:nvPr/>
            </p:nvSpPr>
            <p:spPr>
              <a:xfrm>
                <a:off x="11768328" y="3438144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600"/>
              </a:solidFill>
              <a:ln w="2286">
                <a:solidFill>
                  <a:srgbClr val="FFB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45" name="polygon-2728"/>
              <p:cNvSpPr/>
              <p:nvPr/>
            </p:nvSpPr>
            <p:spPr>
              <a:xfrm>
                <a:off x="11750040" y="3447288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E00"/>
              </a:solidFill>
              <a:ln w="2286">
                <a:solidFill>
                  <a:srgbClr val="FFB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46" name="polygon-2729"/>
              <p:cNvSpPr/>
              <p:nvPr/>
            </p:nvSpPr>
            <p:spPr>
              <a:xfrm>
                <a:off x="11731752" y="3456432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500"/>
              </a:solidFill>
              <a:ln w="2286">
                <a:solidFill>
                  <a:srgbClr val="FFC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47" name="polygon-2730"/>
              <p:cNvSpPr/>
              <p:nvPr/>
            </p:nvSpPr>
            <p:spPr>
              <a:xfrm>
                <a:off x="11713464" y="3465576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500"/>
              </a:solidFill>
              <a:ln w="2286">
                <a:solidFill>
                  <a:srgbClr val="FFC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48" name="polygon-2731"/>
              <p:cNvSpPr/>
              <p:nvPr/>
            </p:nvSpPr>
            <p:spPr>
              <a:xfrm>
                <a:off x="11695176" y="3474720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E00"/>
              </a:solidFill>
              <a:ln w="2286">
                <a:solidFill>
                  <a:srgbClr val="FFB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49" name="polygon-2732"/>
              <p:cNvSpPr/>
              <p:nvPr/>
            </p:nvSpPr>
            <p:spPr>
              <a:xfrm>
                <a:off x="11676888" y="3474720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600"/>
              </a:solidFill>
              <a:ln w="2286">
                <a:solidFill>
                  <a:srgbClr val="FFB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50" name="polygon-2733"/>
              <p:cNvSpPr/>
              <p:nvPr/>
            </p:nvSpPr>
            <p:spPr>
              <a:xfrm>
                <a:off x="11658600" y="3483864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400"/>
              </a:solidFill>
              <a:ln w="2286">
                <a:solidFill>
                  <a:srgbClr val="FFB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51" name="polygon-2734"/>
              <p:cNvSpPr/>
              <p:nvPr/>
            </p:nvSpPr>
            <p:spPr>
              <a:xfrm>
                <a:off x="11640312" y="3493008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900"/>
              </a:solidFill>
              <a:ln w="2286">
                <a:solidFill>
                  <a:srgbClr val="FFB9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52" name="polygon-2735"/>
              <p:cNvSpPr/>
              <p:nvPr/>
            </p:nvSpPr>
            <p:spPr>
              <a:xfrm>
                <a:off x="11622024" y="3502152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C100"/>
              </a:solidFill>
              <a:ln w="2286">
                <a:solidFill>
                  <a:srgbClr val="FFC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53" name="polygon-2736"/>
              <p:cNvSpPr/>
              <p:nvPr/>
            </p:nvSpPr>
            <p:spPr>
              <a:xfrm>
                <a:off x="11603736" y="3511296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C600"/>
              </a:solidFill>
              <a:ln w="2286">
                <a:solidFill>
                  <a:srgbClr val="FFC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54" name="polygon-2737"/>
              <p:cNvSpPr/>
              <p:nvPr/>
            </p:nvSpPr>
            <p:spPr>
              <a:xfrm>
                <a:off x="11585448" y="3520440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300"/>
              </a:solidFill>
              <a:ln w="2286">
                <a:solidFill>
                  <a:srgbClr val="FFC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55" name="polygon-2738"/>
              <p:cNvSpPr/>
              <p:nvPr/>
            </p:nvSpPr>
            <p:spPr>
              <a:xfrm>
                <a:off x="11914632" y="337413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6300"/>
              </a:solidFill>
              <a:ln w="2286">
                <a:solidFill>
                  <a:srgbClr val="FF6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56" name="polygon-2739"/>
              <p:cNvSpPr/>
              <p:nvPr/>
            </p:nvSpPr>
            <p:spPr>
              <a:xfrm>
                <a:off x="11896344" y="3383280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1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6A00"/>
              </a:solidFill>
              <a:ln w="2286">
                <a:solidFill>
                  <a:srgbClr val="FF6A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57" name="polygon-2740"/>
              <p:cNvSpPr/>
              <p:nvPr/>
            </p:nvSpPr>
            <p:spPr>
              <a:xfrm>
                <a:off x="11878056" y="3401568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7200"/>
              </a:solidFill>
              <a:ln w="2286">
                <a:solidFill>
                  <a:srgbClr val="FF72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58" name="polygon-2741"/>
              <p:cNvSpPr/>
              <p:nvPr/>
            </p:nvSpPr>
            <p:spPr>
              <a:xfrm>
                <a:off x="11859768" y="3410712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7400"/>
              </a:solidFill>
              <a:ln w="2286">
                <a:solidFill>
                  <a:srgbClr val="FF7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59" name="polygon-2742"/>
              <p:cNvSpPr/>
              <p:nvPr/>
            </p:nvSpPr>
            <p:spPr>
              <a:xfrm>
                <a:off x="11841480" y="3419856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6F00"/>
              </a:solidFill>
              <a:ln w="2286">
                <a:solidFill>
                  <a:srgbClr val="FF6F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60" name="polygon-2743"/>
              <p:cNvSpPr/>
              <p:nvPr/>
            </p:nvSpPr>
            <p:spPr>
              <a:xfrm>
                <a:off x="11823192" y="341985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6700"/>
              </a:solidFill>
              <a:ln w="2286">
                <a:solidFill>
                  <a:srgbClr val="FF67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61" name="polygon-2744"/>
              <p:cNvSpPr/>
              <p:nvPr/>
            </p:nvSpPr>
            <p:spPr>
              <a:xfrm>
                <a:off x="11804904" y="342900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6200"/>
              </a:solidFill>
              <a:ln w="2286">
                <a:solidFill>
                  <a:srgbClr val="FF62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62" name="polygon-2745"/>
              <p:cNvSpPr/>
              <p:nvPr/>
            </p:nvSpPr>
            <p:spPr>
              <a:xfrm>
                <a:off x="11786616" y="343814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6500"/>
              </a:solidFill>
              <a:ln w="2286">
                <a:solidFill>
                  <a:srgbClr val="FF6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63" name="polygon-2746"/>
              <p:cNvSpPr/>
              <p:nvPr/>
            </p:nvSpPr>
            <p:spPr>
              <a:xfrm>
                <a:off x="11768328" y="3447288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6D00"/>
              </a:solidFill>
              <a:ln w="2286">
                <a:solidFill>
                  <a:srgbClr val="FF6D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64" name="polygon-2747"/>
              <p:cNvSpPr/>
              <p:nvPr/>
            </p:nvSpPr>
            <p:spPr>
              <a:xfrm>
                <a:off x="11750040" y="3456432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7300"/>
              </a:solidFill>
              <a:ln w="2286">
                <a:solidFill>
                  <a:srgbClr val="FF7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65" name="polygon-2748"/>
              <p:cNvSpPr/>
              <p:nvPr/>
            </p:nvSpPr>
            <p:spPr>
              <a:xfrm>
                <a:off x="11731752" y="346557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7300"/>
              </a:solidFill>
              <a:ln w="2286">
                <a:solidFill>
                  <a:srgbClr val="FF7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66" name="polygon-2749"/>
              <p:cNvSpPr/>
              <p:nvPr/>
            </p:nvSpPr>
            <p:spPr>
              <a:xfrm>
                <a:off x="11713464" y="3474720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6C00"/>
              </a:solidFill>
              <a:ln w="2286">
                <a:solidFill>
                  <a:srgbClr val="FF6C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67" name="polygon-2750"/>
              <p:cNvSpPr/>
              <p:nvPr/>
            </p:nvSpPr>
            <p:spPr>
              <a:xfrm>
                <a:off x="11695176" y="347472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6500"/>
              </a:solidFill>
              <a:ln w="2286">
                <a:solidFill>
                  <a:srgbClr val="FF6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68" name="polygon-2751"/>
              <p:cNvSpPr/>
              <p:nvPr/>
            </p:nvSpPr>
            <p:spPr>
              <a:xfrm>
                <a:off x="11676888" y="348386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6200"/>
              </a:solidFill>
              <a:ln w="2286">
                <a:solidFill>
                  <a:srgbClr val="FF62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69" name="polygon-2752"/>
              <p:cNvSpPr/>
              <p:nvPr/>
            </p:nvSpPr>
            <p:spPr>
              <a:xfrm>
                <a:off x="11658600" y="3493008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6700"/>
              </a:solidFill>
              <a:ln w="2286">
                <a:solidFill>
                  <a:srgbClr val="FF67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70" name="polygon-2753"/>
              <p:cNvSpPr/>
              <p:nvPr/>
            </p:nvSpPr>
            <p:spPr>
              <a:xfrm>
                <a:off x="11640312" y="3502152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6F00"/>
              </a:solidFill>
              <a:ln w="2286">
                <a:solidFill>
                  <a:srgbClr val="FF6F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71" name="polygon-2754"/>
              <p:cNvSpPr/>
              <p:nvPr/>
            </p:nvSpPr>
            <p:spPr>
              <a:xfrm>
                <a:off x="11622024" y="351129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7400"/>
              </a:solidFill>
              <a:ln w="2286">
                <a:solidFill>
                  <a:srgbClr val="FF7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72" name="polygon-2755"/>
              <p:cNvSpPr/>
              <p:nvPr/>
            </p:nvSpPr>
            <p:spPr>
              <a:xfrm>
                <a:off x="11603736" y="352044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7100"/>
              </a:solidFill>
              <a:ln w="2286">
                <a:solidFill>
                  <a:srgbClr val="FF7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73" name="polygon-2756"/>
              <p:cNvSpPr/>
              <p:nvPr/>
            </p:nvSpPr>
            <p:spPr>
              <a:xfrm>
                <a:off x="11932920" y="3383280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500"/>
              </a:solidFill>
              <a:ln w="2286">
                <a:solidFill>
                  <a:srgbClr val="FFB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74" name="polygon-2757"/>
              <p:cNvSpPr/>
              <p:nvPr/>
            </p:nvSpPr>
            <p:spPr>
              <a:xfrm>
                <a:off x="11914632" y="3392424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6"/>
                    </a:lnTo>
                    <a:lnTo>
                      <a:pt x="2" y="8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BB00"/>
              </a:solidFill>
              <a:ln w="2286">
                <a:solidFill>
                  <a:srgbClr val="FFBB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75" name="polygon-2758"/>
              <p:cNvSpPr/>
              <p:nvPr/>
            </p:nvSpPr>
            <p:spPr>
              <a:xfrm>
                <a:off x="11896344" y="3410712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00"/>
              </a:solidFill>
              <a:ln w="2286">
                <a:solidFill>
                  <a:srgbClr val="FFC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76" name="polygon-2759"/>
              <p:cNvSpPr/>
              <p:nvPr/>
            </p:nvSpPr>
            <p:spPr>
              <a:xfrm>
                <a:off x="11878056" y="3419856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0"/>
                    </a:moveTo>
                    <a:lnTo>
                      <a:pt x="4" y="6"/>
                    </a:lnTo>
                    <a:lnTo>
                      <a:pt x="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600"/>
              </a:solidFill>
              <a:ln w="2286">
                <a:solidFill>
                  <a:srgbClr val="FFC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77" name="polygon-2760"/>
              <p:cNvSpPr/>
              <p:nvPr/>
            </p:nvSpPr>
            <p:spPr>
              <a:xfrm>
                <a:off x="11859768" y="3419856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100"/>
              </a:solidFill>
              <a:ln w="2286">
                <a:solidFill>
                  <a:srgbClr val="FFC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78" name="polygon-2761"/>
              <p:cNvSpPr/>
              <p:nvPr/>
            </p:nvSpPr>
            <p:spPr>
              <a:xfrm>
                <a:off x="11841480" y="3429000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800"/>
              </a:solidFill>
              <a:ln w="2286">
                <a:solidFill>
                  <a:srgbClr val="FFB8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79" name="polygon-2762"/>
              <p:cNvSpPr/>
              <p:nvPr/>
            </p:nvSpPr>
            <p:spPr>
              <a:xfrm>
                <a:off x="11823192" y="3438144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400"/>
              </a:solidFill>
              <a:ln w="2286">
                <a:solidFill>
                  <a:srgbClr val="FFB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80" name="polygon-2763"/>
              <p:cNvSpPr/>
              <p:nvPr/>
            </p:nvSpPr>
            <p:spPr>
              <a:xfrm>
                <a:off x="11804904" y="3447288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600"/>
              </a:solidFill>
              <a:ln w="2286">
                <a:solidFill>
                  <a:srgbClr val="FFB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81" name="polygon-2764"/>
              <p:cNvSpPr/>
              <p:nvPr/>
            </p:nvSpPr>
            <p:spPr>
              <a:xfrm>
                <a:off x="11786616" y="3456432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E00"/>
              </a:solidFill>
              <a:ln w="2286">
                <a:solidFill>
                  <a:srgbClr val="FFB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82" name="polygon-2765"/>
              <p:cNvSpPr/>
              <p:nvPr/>
            </p:nvSpPr>
            <p:spPr>
              <a:xfrm>
                <a:off x="11768328" y="3465576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500"/>
              </a:solidFill>
              <a:ln w="2286">
                <a:solidFill>
                  <a:srgbClr val="FFC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83" name="polygon-2766"/>
              <p:cNvSpPr/>
              <p:nvPr/>
            </p:nvSpPr>
            <p:spPr>
              <a:xfrm>
                <a:off x="11750040" y="3474720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500"/>
              </a:solidFill>
              <a:ln w="2286">
                <a:solidFill>
                  <a:srgbClr val="FFC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84" name="polygon-2767"/>
              <p:cNvSpPr/>
              <p:nvPr/>
            </p:nvSpPr>
            <p:spPr>
              <a:xfrm>
                <a:off x="11731752" y="3483864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0"/>
                    </a:moveTo>
                    <a:lnTo>
                      <a:pt x="4" y="6"/>
                    </a:lnTo>
                    <a:lnTo>
                      <a:pt x="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00"/>
              </a:solidFill>
              <a:ln w="2286">
                <a:solidFill>
                  <a:srgbClr val="FFB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85" name="polygon-2768"/>
              <p:cNvSpPr/>
              <p:nvPr/>
            </p:nvSpPr>
            <p:spPr>
              <a:xfrm>
                <a:off x="11713464" y="3483864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600"/>
              </a:solidFill>
              <a:ln w="2286">
                <a:solidFill>
                  <a:srgbClr val="FFB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86" name="polygon-2769"/>
              <p:cNvSpPr/>
              <p:nvPr/>
            </p:nvSpPr>
            <p:spPr>
              <a:xfrm>
                <a:off x="11695176" y="3493008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400"/>
              </a:solidFill>
              <a:ln w="2286">
                <a:solidFill>
                  <a:srgbClr val="FFB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87" name="polygon-2770"/>
              <p:cNvSpPr/>
              <p:nvPr/>
            </p:nvSpPr>
            <p:spPr>
              <a:xfrm>
                <a:off x="11676888" y="3502152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900"/>
              </a:solidFill>
              <a:ln w="2286">
                <a:solidFill>
                  <a:srgbClr val="FFB9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88" name="polygon-2771"/>
              <p:cNvSpPr/>
              <p:nvPr/>
            </p:nvSpPr>
            <p:spPr>
              <a:xfrm>
                <a:off x="11658600" y="3511296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100"/>
              </a:solidFill>
              <a:ln w="2286">
                <a:solidFill>
                  <a:srgbClr val="FFC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89" name="polygon-2772"/>
              <p:cNvSpPr/>
              <p:nvPr/>
            </p:nvSpPr>
            <p:spPr>
              <a:xfrm>
                <a:off x="11640312" y="3520440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600"/>
              </a:solidFill>
              <a:ln w="2286">
                <a:solidFill>
                  <a:srgbClr val="FFC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90" name="polygon-2773"/>
              <p:cNvSpPr/>
              <p:nvPr/>
            </p:nvSpPr>
            <p:spPr>
              <a:xfrm>
                <a:off x="11622024" y="3529584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00"/>
              </a:solidFill>
              <a:ln w="2286">
                <a:solidFill>
                  <a:srgbClr val="FFC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91" name="polygon-2774"/>
              <p:cNvSpPr/>
              <p:nvPr/>
            </p:nvSpPr>
            <p:spPr>
              <a:xfrm>
                <a:off x="11951208" y="3401568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500"/>
              </a:solidFill>
              <a:ln w="2286">
                <a:solidFill>
                  <a:srgbClr val="FFB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92" name="polygon-2775"/>
              <p:cNvSpPr/>
              <p:nvPr/>
            </p:nvSpPr>
            <p:spPr>
              <a:xfrm>
                <a:off x="11932920" y="3410712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B00"/>
              </a:solidFill>
              <a:ln w="2286">
                <a:solidFill>
                  <a:srgbClr val="FFBB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93" name="polygon-2776"/>
              <p:cNvSpPr/>
              <p:nvPr/>
            </p:nvSpPr>
            <p:spPr>
              <a:xfrm>
                <a:off x="11914632" y="3419856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C300"/>
              </a:solidFill>
              <a:ln w="2286">
                <a:solidFill>
                  <a:srgbClr val="FFC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94" name="polygon-2777"/>
              <p:cNvSpPr/>
              <p:nvPr/>
            </p:nvSpPr>
            <p:spPr>
              <a:xfrm>
                <a:off x="11896344" y="3429000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600"/>
              </a:solidFill>
              <a:ln w="2286">
                <a:solidFill>
                  <a:srgbClr val="FFC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95" name="polygon-2778"/>
              <p:cNvSpPr/>
              <p:nvPr/>
            </p:nvSpPr>
            <p:spPr>
              <a:xfrm>
                <a:off x="11878056" y="3438144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100"/>
              </a:solidFill>
              <a:ln w="2286">
                <a:solidFill>
                  <a:srgbClr val="FFC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96" name="polygon-2779"/>
              <p:cNvSpPr/>
              <p:nvPr/>
            </p:nvSpPr>
            <p:spPr>
              <a:xfrm>
                <a:off x="11859768" y="3447288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800"/>
              </a:solidFill>
              <a:ln w="2286">
                <a:solidFill>
                  <a:srgbClr val="FFB8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97" name="polygon-2780"/>
              <p:cNvSpPr/>
              <p:nvPr/>
            </p:nvSpPr>
            <p:spPr>
              <a:xfrm>
                <a:off x="11841480" y="3456432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400"/>
              </a:solidFill>
              <a:ln w="2286">
                <a:solidFill>
                  <a:srgbClr val="FFB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98" name="polygon-2781"/>
              <p:cNvSpPr/>
              <p:nvPr/>
            </p:nvSpPr>
            <p:spPr>
              <a:xfrm>
                <a:off x="11823192" y="3456432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600"/>
              </a:solidFill>
              <a:ln w="2286">
                <a:solidFill>
                  <a:srgbClr val="FFB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99" name="polygon-2782"/>
              <p:cNvSpPr/>
              <p:nvPr/>
            </p:nvSpPr>
            <p:spPr>
              <a:xfrm>
                <a:off x="11804904" y="3474720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E00"/>
              </a:solidFill>
              <a:ln w="2286">
                <a:solidFill>
                  <a:srgbClr val="FFB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00" name="polygon-2783"/>
              <p:cNvSpPr/>
              <p:nvPr/>
            </p:nvSpPr>
            <p:spPr>
              <a:xfrm>
                <a:off x="11786616" y="3483864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500"/>
              </a:solidFill>
              <a:ln w="2286">
                <a:solidFill>
                  <a:srgbClr val="FFC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01" name="polygon-2784"/>
              <p:cNvSpPr/>
              <p:nvPr/>
            </p:nvSpPr>
            <p:spPr>
              <a:xfrm>
                <a:off x="11768328" y="3493008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500"/>
              </a:solidFill>
              <a:ln w="2286">
                <a:solidFill>
                  <a:srgbClr val="FFC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02" name="polygon-2785"/>
              <p:cNvSpPr/>
              <p:nvPr/>
            </p:nvSpPr>
            <p:spPr>
              <a:xfrm>
                <a:off x="11750040" y="3493008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E00"/>
              </a:solidFill>
              <a:ln w="2286">
                <a:solidFill>
                  <a:srgbClr val="FFB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03" name="polygon-2786"/>
              <p:cNvSpPr/>
              <p:nvPr/>
            </p:nvSpPr>
            <p:spPr>
              <a:xfrm>
                <a:off x="11731752" y="3502152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600"/>
              </a:solidFill>
              <a:ln w="2286">
                <a:solidFill>
                  <a:srgbClr val="FFB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04" name="polygon-2787"/>
              <p:cNvSpPr/>
              <p:nvPr/>
            </p:nvSpPr>
            <p:spPr>
              <a:xfrm>
                <a:off x="11713464" y="3511296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400"/>
              </a:solidFill>
              <a:ln w="2286">
                <a:solidFill>
                  <a:srgbClr val="FFB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05" name="polygon-2788"/>
              <p:cNvSpPr/>
              <p:nvPr/>
            </p:nvSpPr>
            <p:spPr>
              <a:xfrm>
                <a:off x="11695176" y="3520440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900"/>
              </a:solidFill>
              <a:ln w="2286">
                <a:solidFill>
                  <a:srgbClr val="FFB9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06" name="polygon-2789"/>
              <p:cNvSpPr/>
              <p:nvPr/>
            </p:nvSpPr>
            <p:spPr>
              <a:xfrm>
                <a:off x="11676888" y="3529584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100"/>
              </a:solidFill>
              <a:ln w="2286">
                <a:solidFill>
                  <a:srgbClr val="FFC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07" name="polygon-2790"/>
              <p:cNvSpPr/>
              <p:nvPr/>
            </p:nvSpPr>
            <p:spPr>
              <a:xfrm>
                <a:off x="11658600" y="3538728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600"/>
              </a:solidFill>
              <a:ln w="2286">
                <a:solidFill>
                  <a:srgbClr val="FFC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08" name="polygon-2791"/>
              <p:cNvSpPr/>
              <p:nvPr/>
            </p:nvSpPr>
            <p:spPr>
              <a:xfrm>
                <a:off x="11640312" y="3547872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300"/>
              </a:solidFill>
              <a:ln w="2286">
                <a:solidFill>
                  <a:srgbClr val="FFC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09" name="polygon-2792"/>
              <p:cNvSpPr/>
              <p:nvPr/>
            </p:nvSpPr>
            <p:spPr>
              <a:xfrm>
                <a:off x="11969496" y="3401568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500"/>
              </a:solidFill>
              <a:ln w="2286">
                <a:solidFill>
                  <a:srgbClr val="FFB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10" name="polygon-2793"/>
              <p:cNvSpPr/>
              <p:nvPr/>
            </p:nvSpPr>
            <p:spPr>
              <a:xfrm>
                <a:off x="11951208" y="3410712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B00"/>
              </a:solidFill>
              <a:ln w="2286">
                <a:solidFill>
                  <a:srgbClr val="FFBB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11" name="polygon-2794"/>
              <p:cNvSpPr/>
              <p:nvPr/>
            </p:nvSpPr>
            <p:spPr>
              <a:xfrm>
                <a:off x="11932920" y="3419856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00"/>
              </a:solidFill>
              <a:ln w="2286">
                <a:solidFill>
                  <a:srgbClr val="FFC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12" name="polygon-2795"/>
              <p:cNvSpPr/>
              <p:nvPr/>
            </p:nvSpPr>
            <p:spPr>
              <a:xfrm>
                <a:off x="11914632" y="3429000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600"/>
              </a:solidFill>
              <a:ln w="2286">
                <a:solidFill>
                  <a:srgbClr val="FFC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13" name="polygon-2796"/>
              <p:cNvSpPr/>
              <p:nvPr/>
            </p:nvSpPr>
            <p:spPr>
              <a:xfrm>
                <a:off x="11896344" y="3438144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100"/>
              </a:solidFill>
              <a:ln w="2286">
                <a:solidFill>
                  <a:srgbClr val="FFC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14" name="polygon-2797"/>
              <p:cNvSpPr/>
              <p:nvPr/>
            </p:nvSpPr>
            <p:spPr>
              <a:xfrm>
                <a:off x="11878056" y="3447288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800"/>
              </a:solidFill>
              <a:ln w="2286">
                <a:solidFill>
                  <a:srgbClr val="FFB8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15" name="polygon-2798"/>
              <p:cNvSpPr/>
              <p:nvPr/>
            </p:nvSpPr>
            <p:spPr>
              <a:xfrm>
                <a:off x="11859768" y="3456432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0"/>
                    </a:moveTo>
                    <a:lnTo>
                      <a:pt x="4" y="6"/>
                    </a:lnTo>
                    <a:lnTo>
                      <a:pt x="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400"/>
              </a:solidFill>
              <a:ln w="2286">
                <a:solidFill>
                  <a:srgbClr val="FFB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16" name="polygon-2799"/>
              <p:cNvSpPr/>
              <p:nvPr/>
            </p:nvSpPr>
            <p:spPr>
              <a:xfrm>
                <a:off x="11841480" y="3456432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6"/>
                    </a:lnTo>
                    <a:lnTo>
                      <a:pt x="2" y="8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B600"/>
              </a:solidFill>
              <a:ln w="2286">
                <a:solidFill>
                  <a:srgbClr val="FFB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17" name="polygon-2800"/>
              <p:cNvSpPr/>
              <p:nvPr/>
            </p:nvSpPr>
            <p:spPr>
              <a:xfrm>
                <a:off x="11823192" y="3474720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E00"/>
              </a:solidFill>
              <a:ln w="2286">
                <a:solidFill>
                  <a:srgbClr val="FFB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18" name="polygon-2801"/>
              <p:cNvSpPr/>
              <p:nvPr/>
            </p:nvSpPr>
            <p:spPr>
              <a:xfrm>
                <a:off x="11804904" y="3483864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500"/>
              </a:solidFill>
              <a:ln w="2286">
                <a:solidFill>
                  <a:srgbClr val="FFC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19" name="polygon-2802"/>
              <p:cNvSpPr/>
              <p:nvPr/>
            </p:nvSpPr>
            <p:spPr>
              <a:xfrm>
                <a:off x="11786616" y="3493008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0"/>
                    </a:moveTo>
                    <a:lnTo>
                      <a:pt x="4" y="6"/>
                    </a:lnTo>
                    <a:lnTo>
                      <a:pt x="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500"/>
              </a:solidFill>
              <a:ln w="2286">
                <a:solidFill>
                  <a:srgbClr val="FFC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20" name="polygon-2803"/>
              <p:cNvSpPr/>
              <p:nvPr/>
            </p:nvSpPr>
            <p:spPr>
              <a:xfrm>
                <a:off x="11768328" y="3493008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E00"/>
              </a:solidFill>
              <a:ln w="2286">
                <a:solidFill>
                  <a:srgbClr val="FFB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21" name="polygon-2804"/>
              <p:cNvSpPr/>
              <p:nvPr/>
            </p:nvSpPr>
            <p:spPr>
              <a:xfrm>
                <a:off x="11750040" y="3502152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600"/>
              </a:solidFill>
              <a:ln w="2286">
                <a:solidFill>
                  <a:srgbClr val="FFB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22" name="polygon-2805"/>
              <p:cNvSpPr/>
              <p:nvPr/>
            </p:nvSpPr>
            <p:spPr>
              <a:xfrm>
                <a:off x="11731752" y="3511296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400"/>
              </a:solidFill>
              <a:ln w="2286">
                <a:solidFill>
                  <a:srgbClr val="FFB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23" name="polygon-2806"/>
              <p:cNvSpPr/>
              <p:nvPr/>
            </p:nvSpPr>
            <p:spPr>
              <a:xfrm>
                <a:off x="11713464" y="3520440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900"/>
              </a:solidFill>
              <a:ln w="2286">
                <a:solidFill>
                  <a:srgbClr val="FFB9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24" name="polygon-2807"/>
              <p:cNvSpPr/>
              <p:nvPr/>
            </p:nvSpPr>
            <p:spPr>
              <a:xfrm>
                <a:off x="11695176" y="3529584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100"/>
              </a:solidFill>
              <a:ln w="2286">
                <a:solidFill>
                  <a:srgbClr val="FFC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25" name="polygon-2808"/>
              <p:cNvSpPr/>
              <p:nvPr/>
            </p:nvSpPr>
            <p:spPr>
              <a:xfrm>
                <a:off x="11676888" y="3538728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600"/>
              </a:solidFill>
              <a:ln w="2286">
                <a:solidFill>
                  <a:srgbClr val="FFC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26" name="polygon-2809"/>
              <p:cNvSpPr/>
              <p:nvPr/>
            </p:nvSpPr>
            <p:spPr>
              <a:xfrm>
                <a:off x="11658600" y="3547872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00"/>
              </a:solidFill>
              <a:ln w="2286">
                <a:solidFill>
                  <a:srgbClr val="FFC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27" name="polygon-2810"/>
              <p:cNvSpPr/>
              <p:nvPr/>
            </p:nvSpPr>
            <p:spPr>
              <a:xfrm>
                <a:off x="11987784" y="3419856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500"/>
              </a:solidFill>
              <a:ln w="2286">
                <a:solidFill>
                  <a:srgbClr val="FFB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28" name="polygon-2811"/>
              <p:cNvSpPr/>
              <p:nvPr/>
            </p:nvSpPr>
            <p:spPr>
              <a:xfrm>
                <a:off x="11969496" y="3429000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B00"/>
              </a:solidFill>
              <a:ln w="2286">
                <a:solidFill>
                  <a:srgbClr val="FFBB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29" name="polygon-2812"/>
              <p:cNvSpPr/>
              <p:nvPr/>
            </p:nvSpPr>
            <p:spPr>
              <a:xfrm>
                <a:off x="11951208" y="3438144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300"/>
              </a:solidFill>
              <a:ln w="2286">
                <a:solidFill>
                  <a:srgbClr val="FFC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30" name="polygon-2813"/>
              <p:cNvSpPr/>
              <p:nvPr/>
            </p:nvSpPr>
            <p:spPr>
              <a:xfrm>
                <a:off x="11932920" y="3447288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600"/>
              </a:solidFill>
              <a:ln w="2286">
                <a:solidFill>
                  <a:srgbClr val="FFC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31" name="polygon-2814"/>
              <p:cNvSpPr/>
              <p:nvPr/>
            </p:nvSpPr>
            <p:spPr>
              <a:xfrm>
                <a:off x="11914632" y="3456432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100"/>
              </a:solidFill>
              <a:ln w="2286">
                <a:solidFill>
                  <a:srgbClr val="FFC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32" name="polygon-2815"/>
              <p:cNvSpPr/>
              <p:nvPr/>
            </p:nvSpPr>
            <p:spPr>
              <a:xfrm>
                <a:off x="11896344" y="3465576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800"/>
              </a:solidFill>
              <a:ln w="2286">
                <a:solidFill>
                  <a:srgbClr val="FFB8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33" name="polygon-2816"/>
              <p:cNvSpPr/>
              <p:nvPr/>
            </p:nvSpPr>
            <p:spPr>
              <a:xfrm>
                <a:off x="11878056" y="3465576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400"/>
              </a:solidFill>
              <a:ln w="2286">
                <a:solidFill>
                  <a:srgbClr val="FFB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34" name="polygon-2817"/>
              <p:cNvSpPr/>
              <p:nvPr/>
            </p:nvSpPr>
            <p:spPr>
              <a:xfrm>
                <a:off x="11859768" y="3474720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600"/>
              </a:solidFill>
              <a:ln w="2286">
                <a:solidFill>
                  <a:srgbClr val="FFB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35" name="polygon-2818"/>
              <p:cNvSpPr/>
              <p:nvPr/>
            </p:nvSpPr>
            <p:spPr>
              <a:xfrm>
                <a:off x="11841480" y="3483864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E00"/>
              </a:solidFill>
              <a:ln w="2286">
                <a:solidFill>
                  <a:srgbClr val="FFB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36" name="polygon-2819"/>
              <p:cNvSpPr/>
              <p:nvPr/>
            </p:nvSpPr>
            <p:spPr>
              <a:xfrm>
                <a:off x="11823192" y="3502152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500"/>
              </a:solidFill>
              <a:ln w="2286">
                <a:solidFill>
                  <a:srgbClr val="FFC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37" name="polygon-2820"/>
              <p:cNvSpPr/>
              <p:nvPr/>
            </p:nvSpPr>
            <p:spPr>
              <a:xfrm>
                <a:off x="11804904" y="3511296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4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FFC500"/>
              </a:solidFill>
              <a:ln w="2286">
                <a:solidFill>
                  <a:srgbClr val="FFC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38" name="polygon-2821"/>
              <p:cNvSpPr/>
              <p:nvPr/>
            </p:nvSpPr>
            <p:spPr>
              <a:xfrm>
                <a:off x="11786616" y="3511296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E00"/>
              </a:solidFill>
              <a:ln w="2286">
                <a:solidFill>
                  <a:srgbClr val="FFB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39" name="polygon-2822"/>
              <p:cNvSpPr/>
              <p:nvPr/>
            </p:nvSpPr>
            <p:spPr>
              <a:xfrm>
                <a:off x="11768328" y="3520440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600"/>
              </a:solidFill>
              <a:ln w="2286">
                <a:solidFill>
                  <a:srgbClr val="FFB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40" name="polygon-2823"/>
              <p:cNvSpPr/>
              <p:nvPr/>
            </p:nvSpPr>
            <p:spPr>
              <a:xfrm>
                <a:off x="11750040" y="3529584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400"/>
              </a:solidFill>
              <a:ln w="2286">
                <a:solidFill>
                  <a:srgbClr val="FFB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41" name="polygon-2824"/>
              <p:cNvSpPr/>
              <p:nvPr/>
            </p:nvSpPr>
            <p:spPr>
              <a:xfrm>
                <a:off x="11731752" y="3538728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900"/>
              </a:solidFill>
              <a:ln w="2286">
                <a:solidFill>
                  <a:srgbClr val="FFB9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42" name="polygon-2825"/>
              <p:cNvSpPr/>
              <p:nvPr/>
            </p:nvSpPr>
            <p:spPr>
              <a:xfrm>
                <a:off x="11713464" y="3547872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100"/>
              </a:solidFill>
              <a:ln w="2286">
                <a:solidFill>
                  <a:srgbClr val="FFC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43" name="polygon-2826"/>
              <p:cNvSpPr/>
              <p:nvPr/>
            </p:nvSpPr>
            <p:spPr>
              <a:xfrm>
                <a:off x="11695176" y="3557016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600"/>
              </a:solidFill>
              <a:ln w="2286">
                <a:solidFill>
                  <a:srgbClr val="FFC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44" name="polygon-2827"/>
              <p:cNvSpPr/>
              <p:nvPr/>
            </p:nvSpPr>
            <p:spPr>
              <a:xfrm>
                <a:off x="11676888" y="3566160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300"/>
              </a:solidFill>
              <a:ln w="2286">
                <a:solidFill>
                  <a:srgbClr val="FFC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45" name="polygon-2828"/>
              <p:cNvSpPr/>
              <p:nvPr/>
            </p:nvSpPr>
            <p:spPr>
              <a:xfrm>
                <a:off x="12006072" y="341985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6300"/>
              </a:solidFill>
              <a:ln w="2286">
                <a:solidFill>
                  <a:srgbClr val="FF6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46" name="polygon-2829"/>
              <p:cNvSpPr/>
              <p:nvPr/>
            </p:nvSpPr>
            <p:spPr>
              <a:xfrm>
                <a:off x="11987784" y="342900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6A00"/>
              </a:solidFill>
              <a:ln w="2286">
                <a:solidFill>
                  <a:srgbClr val="FF6A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47" name="polygon-2830"/>
              <p:cNvSpPr/>
              <p:nvPr/>
            </p:nvSpPr>
            <p:spPr>
              <a:xfrm>
                <a:off x="11969496" y="343814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7200"/>
              </a:solidFill>
              <a:ln w="2286">
                <a:solidFill>
                  <a:srgbClr val="FF72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48" name="polygon-2831"/>
              <p:cNvSpPr/>
              <p:nvPr/>
            </p:nvSpPr>
            <p:spPr>
              <a:xfrm>
                <a:off x="11951208" y="3447288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7400"/>
              </a:solidFill>
              <a:ln w="2286">
                <a:solidFill>
                  <a:srgbClr val="FF7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49" name="polygon-2832"/>
              <p:cNvSpPr/>
              <p:nvPr/>
            </p:nvSpPr>
            <p:spPr>
              <a:xfrm>
                <a:off x="11932920" y="3456432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6F00"/>
              </a:solidFill>
              <a:ln w="2286">
                <a:solidFill>
                  <a:srgbClr val="FF6F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50" name="polygon-2833"/>
              <p:cNvSpPr/>
              <p:nvPr/>
            </p:nvSpPr>
            <p:spPr>
              <a:xfrm>
                <a:off x="11914632" y="3465576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6700"/>
              </a:solidFill>
              <a:ln w="2286">
                <a:solidFill>
                  <a:srgbClr val="FF67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51" name="polygon-2834"/>
              <p:cNvSpPr/>
              <p:nvPr/>
            </p:nvSpPr>
            <p:spPr>
              <a:xfrm>
                <a:off x="11896344" y="346557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6200"/>
              </a:solidFill>
              <a:ln w="2286">
                <a:solidFill>
                  <a:srgbClr val="FF62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52" name="polygon-2835"/>
              <p:cNvSpPr/>
              <p:nvPr/>
            </p:nvSpPr>
            <p:spPr>
              <a:xfrm>
                <a:off x="11878056" y="347472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6500"/>
              </a:solidFill>
              <a:ln w="2286">
                <a:solidFill>
                  <a:srgbClr val="FF6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53" name="polygon-2836"/>
              <p:cNvSpPr/>
              <p:nvPr/>
            </p:nvSpPr>
            <p:spPr>
              <a:xfrm>
                <a:off x="11859768" y="348386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6D00"/>
              </a:solidFill>
              <a:ln w="2286">
                <a:solidFill>
                  <a:srgbClr val="FF6D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54" name="polygon-2837"/>
              <p:cNvSpPr/>
              <p:nvPr/>
            </p:nvSpPr>
            <p:spPr>
              <a:xfrm>
                <a:off x="11841480" y="3502152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7300"/>
              </a:solidFill>
              <a:ln w="2286">
                <a:solidFill>
                  <a:srgbClr val="FF7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55" name="polygon-2838"/>
              <p:cNvSpPr/>
              <p:nvPr/>
            </p:nvSpPr>
            <p:spPr>
              <a:xfrm>
                <a:off x="11823192" y="3511296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7300"/>
              </a:solidFill>
              <a:ln w="2286">
                <a:solidFill>
                  <a:srgbClr val="FF7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56" name="polygon-2839"/>
              <p:cNvSpPr/>
              <p:nvPr/>
            </p:nvSpPr>
            <p:spPr>
              <a:xfrm>
                <a:off x="11804904" y="351129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6C00"/>
              </a:solidFill>
              <a:ln w="2286">
                <a:solidFill>
                  <a:srgbClr val="FF6C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57" name="polygon-2840"/>
              <p:cNvSpPr/>
              <p:nvPr/>
            </p:nvSpPr>
            <p:spPr>
              <a:xfrm>
                <a:off x="11786616" y="352044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6500"/>
              </a:solidFill>
              <a:ln w="2286">
                <a:solidFill>
                  <a:srgbClr val="FF6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58" name="polygon-2841"/>
              <p:cNvSpPr/>
              <p:nvPr/>
            </p:nvSpPr>
            <p:spPr>
              <a:xfrm>
                <a:off x="11768328" y="3529584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6200"/>
              </a:solidFill>
              <a:ln w="2286">
                <a:solidFill>
                  <a:srgbClr val="FF62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59" name="polygon-2842"/>
              <p:cNvSpPr/>
              <p:nvPr/>
            </p:nvSpPr>
            <p:spPr>
              <a:xfrm>
                <a:off x="11750040" y="3538728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6700"/>
              </a:solidFill>
              <a:ln w="2286">
                <a:solidFill>
                  <a:srgbClr val="FF67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60" name="polygon-2843"/>
              <p:cNvSpPr/>
              <p:nvPr/>
            </p:nvSpPr>
            <p:spPr>
              <a:xfrm>
                <a:off x="11731752" y="3547872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6F00"/>
              </a:solidFill>
              <a:ln w="2286">
                <a:solidFill>
                  <a:srgbClr val="FF6F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61" name="polygon-2844"/>
              <p:cNvSpPr/>
              <p:nvPr/>
            </p:nvSpPr>
            <p:spPr>
              <a:xfrm>
                <a:off x="11713464" y="355701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7400"/>
              </a:solidFill>
              <a:ln w="2286">
                <a:solidFill>
                  <a:srgbClr val="FF7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62" name="polygon-2845"/>
              <p:cNvSpPr/>
              <p:nvPr/>
            </p:nvSpPr>
            <p:spPr>
              <a:xfrm>
                <a:off x="11695176" y="3566160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7100"/>
              </a:solidFill>
              <a:ln w="2286">
                <a:solidFill>
                  <a:srgbClr val="FF7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63" name="polygon-2846"/>
              <p:cNvSpPr/>
              <p:nvPr/>
            </p:nvSpPr>
            <p:spPr>
              <a:xfrm>
                <a:off x="12024360" y="3429000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500"/>
              </a:solidFill>
              <a:ln w="2286">
                <a:solidFill>
                  <a:srgbClr val="FFB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64" name="polygon-2847"/>
              <p:cNvSpPr/>
              <p:nvPr/>
            </p:nvSpPr>
            <p:spPr>
              <a:xfrm>
                <a:off x="12006072" y="3438144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B00"/>
              </a:solidFill>
              <a:ln w="2286">
                <a:solidFill>
                  <a:srgbClr val="FFBB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65" name="polygon-2848"/>
              <p:cNvSpPr/>
              <p:nvPr/>
            </p:nvSpPr>
            <p:spPr>
              <a:xfrm>
                <a:off x="11987784" y="3447288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00"/>
              </a:solidFill>
              <a:ln w="2286">
                <a:solidFill>
                  <a:srgbClr val="FFC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66" name="polygon-2849"/>
              <p:cNvSpPr/>
              <p:nvPr/>
            </p:nvSpPr>
            <p:spPr>
              <a:xfrm>
                <a:off x="11969496" y="3456432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600"/>
              </a:solidFill>
              <a:ln w="2286">
                <a:solidFill>
                  <a:srgbClr val="FFC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67" name="polygon-2850"/>
              <p:cNvSpPr/>
              <p:nvPr/>
            </p:nvSpPr>
            <p:spPr>
              <a:xfrm>
                <a:off x="11951208" y="3465576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100"/>
              </a:solidFill>
              <a:ln w="2286">
                <a:solidFill>
                  <a:srgbClr val="FFC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68" name="polygon-2851"/>
              <p:cNvSpPr/>
              <p:nvPr/>
            </p:nvSpPr>
            <p:spPr>
              <a:xfrm>
                <a:off x="11932920" y="3474720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0"/>
                    </a:moveTo>
                    <a:lnTo>
                      <a:pt x="4" y="6"/>
                    </a:lnTo>
                    <a:lnTo>
                      <a:pt x="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800"/>
              </a:solidFill>
              <a:ln w="2286">
                <a:solidFill>
                  <a:srgbClr val="FFB8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69" name="polygon-2852"/>
              <p:cNvSpPr/>
              <p:nvPr/>
            </p:nvSpPr>
            <p:spPr>
              <a:xfrm>
                <a:off x="11914632" y="3474720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400"/>
              </a:solidFill>
              <a:ln w="2286">
                <a:solidFill>
                  <a:srgbClr val="FFB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70" name="polygon-2853"/>
              <p:cNvSpPr/>
              <p:nvPr/>
            </p:nvSpPr>
            <p:spPr>
              <a:xfrm>
                <a:off x="11896344" y="3483864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600"/>
              </a:solidFill>
              <a:ln w="2286">
                <a:solidFill>
                  <a:srgbClr val="FFB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71" name="polygon-2854"/>
              <p:cNvSpPr/>
              <p:nvPr/>
            </p:nvSpPr>
            <p:spPr>
              <a:xfrm>
                <a:off x="11878056" y="3493008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E00"/>
              </a:solidFill>
              <a:ln w="2286">
                <a:solidFill>
                  <a:srgbClr val="FFB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72" name="polygon-2855"/>
              <p:cNvSpPr/>
              <p:nvPr/>
            </p:nvSpPr>
            <p:spPr>
              <a:xfrm>
                <a:off x="11859768" y="3502152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500"/>
              </a:solidFill>
              <a:ln w="2286">
                <a:solidFill>
                  <a:srgbClr val="FFC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73" name="polygon-2856"/>
              <p:cNvSpPr/>
              <p:nvPr/>
            </p:nvSpPr>
            <p:spPr>
              <a:xfrm>
                <a:off x="11841480" y="3511296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500"/>
              </a:solidFill>
              <a:ln w="2286">
                <a:solidFill>
                  <a:srgbClr val="FFC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74" name="polygon-2857"/>
              <p:cNvSpPr/>
              <p:nvPr/>
            </p:nvSpPr>
            <p:spPr>
              <a:xfrm>
                <a:off x="11823192" y="3520440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E00"/>
              </a:solidFill>
              <a:ln w="2286">
                <a:solidFill>
                  <a:srgbClr val="FFB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75" name="polygon-2858"/>
              <p:cNvSpPr/>
              <p:nvPr/>
            </p:nvSpPr>
            <p:spPr>
              <a:xfrm>
                <a:off x="11804904" y="3529584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0"/>
                    </a:moveTo>
                    <a:lnTo>
                      <a:pt x="4" y="6"/>
                    </a:lnTo>
                    <a:lnTo>
                      <a:pt x="2" y="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600"/>
              </a:solidFill>
              <a:ln w="2286">
                <a:solidFill>
                  <a:srgbClr val="FFB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76" name="polygon-2859"/>
              <p:cNvSpPr/>
              <p:nvPr/>
            </p:nvSpPr>
            <p:spPr>
              <a:xfrm>
                <a:off x="11786616" y="3538728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0"/>
                    </a:moveTo>
                    <a:lnTo>
                      <a:pt x="4" y="5"/>
                    </a:lnTo>
                    <a:lnTo>
                      <a:pt x="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400"/>
              </a:solidFill>
              <a:ln w="2286">
                <a:solidFill>
                  <a:srgbClr val="FFB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77" name="polygon-2860"/>
              <p:cNvSpPr/>
              <p:nvPr/>
            </p:nvSpPr>
            <p:spPr>
              <a:xfrm>
                <a:off x="11768328" y="3538728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6"/>
                    </a:lnTo>
                    <a:lnTo>
                      <a:pt x="2" y="8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B900"/>
              </a:solidFill>
              <a:ln w="2286">
                <a:solidFill>
                  <a:srgbClr val="FFB9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78" name="polygon-2861"/>
              <p:cNvSpPr/>
              <p:nvPr/>
            </p:nvSpPr>
            <p:spPr>
              <a:xfrm>
                <a:off x="11750040" y="3557016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100"/>
              </a:solidFill>
              <a:ln w="2286">
                <a:solidFill>
                  <a:srgbClr val="FFC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79" name="polygon-2862"/>
              <p:cNvSpPr/>
              <p:nvPr/>
            </p:nvSpPr>
            <p:spPr>
              <a:xfrm>
                <a:off x="11731752" y="3566160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600"/>
              </a:solidFill>
              <a:ln w="2286">
                <a:solidFill>
                  <a:srgbClr val="FFC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80" name="polygon-2863"/>
              <p:cNvSpPr/>
              <p:nvPr/>
            </p:nvSpPr>
            <p:spPr>
              <a:xfrm>
                <a:off x="11713464" y="3575304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0"/>
                    </a:moveTo>
                    <a:lnTo>
                      <a:pt x="4" y="6"/>
                    </a:lnTo>
                    <a:lnTo>
                      <a:pt x="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300"/>
              </a:solidFill>
              <a:ln w="2286">
                <a:solidFill>
                  <a:srgbClr val="FFC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81" name="polygon-2864"/>
              <p:cNvSpPr/>
              <p:nvPr/>
            </p:nvSpPr>
            <p:spPr>
              <a:xfrm>
                <a:off x="12042648" y="3447288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500"/>
              </a:solidFill>
              <a:ln w="2286">
                <a:solidFill>
                  <a:srgbClr val="FFB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82" name="polygon-2865"/>
              <p:cNvSpPr/>
              <p:nvPr/>
            </p:nvSpPr>
            <p:spPr>
              <a:xfrm>
                <a:off x="12024360" y="3456432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B00"/>
              </a:solidFill>
              <a:ln w="2286">
                <a:solidFill>
                  <a:srgbClr val="FFBB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83" name="polygon-2866"/>
              <p:cNvSpPr/>
              <p:nvPr/>
            </p:nvSpPr>
            <p:spPr>
              <a:xfrm>
                <a:off x="12006072" y="3465576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300"/>
              </a:solidFill>
              <a:ln w="2286">
                <a:solidFill>
                  <a:srgbClr val="FFC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84" name="polygon-2867"/>
              <p:cNvSpPr/>
              <p:nvPr/>
            </p:nvSpPr>
            <p:spPr>
              <a:xfrm>
                <a:off x="11987784" y="3474720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600"/>
              </a:solidFill>
              <a:ln w="2286">
                <a:solidFill>
                  <a:srgbClr val="FFC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85" name="polygon-2868"/>
              <p:cNvSpPr/>
              <p:nvPr/>
            </p:nvSpPr>
            <p:spPr>
              <a:xfrm>
                <a:off x="11969496" y="3483864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100"/>
              </a:solidFill>
              <a:ln w="2286">
                <a:solidFill>
                  <a:srgbClr val="FFC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86" name="polygon-2869"/>
              <p:cNvSpPr/>
              <p:nvPr/>
            </p:nvSpPr>
            <p:spPr>
              <a:xfrm>
                <a:off x="11951208" y="3483864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800"/>
              </a:solidFill>
              <a:ln w="2286">
                <a:solidFill>
                  <a:srgbClr val="FFB8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87" name="polygon-2870"/>
              <p:cNvSpPr/>
              <p:nvPr/>
            </p:nvSpPr>
            <p:spPr>
              <a:xfrm>
                <a:off x="11932920" y="3493008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400"/>
              </a:solidFill>
              <a:ln w="2286">
                <a:solidFill>
                  <a:srgbClr val="FFB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88" name="polygon-2871"/>
              <p:cNvSpPr/>
              <p:nvPr/>
            </p:nvSpPr>
            <p:spPr>
              <a:xfrm>
                <a:off x="11914632" y="3502152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600"/>
              </a:solidFill>
              <a:ln w="2286">
                <a:solidFill>
                  <a:srgbClr val="FFB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89" name="polygon-2872"/>
              <p:cNvSpPr/>
              <p:nvPr/>
            </p:nvSpPr>
            <p:spPr>
              <a:xfrm>
                <a:off x="11896344" y="3511296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E00"/>
              </a:solidFill>
              <a:ln w="2286">
                <a:solidFill>
                  <a:srgbClr val="FFB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90" name="polygon-2873"/>
              <p:cNvSpPr/>
              <p:nvPr/>
            </p:nvSpPr>
            <p:spPr>
              <a:xfrm>
                <a:off x="11878056" y="3520440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500"/>
              </a:solidFill>
              <a:ln w="2286">
                <a:solidFill>
                  <a:srgbClr val="FFC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91" name="polygon-2874"/>
              <p:cNvSpPr/>
              <p:nvPr/>
            </p:nvSpPr>
            <p:spPr>
              <a:xfrm>
                <a:off x="11859768" y="3529584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500"/>
              </a:solidFill>
              <a:ln w="2286">
                <a:solidFill>
                  <a:srgbClr val="FFC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92" name="polygon-2875"/>
              <p:cNvSpPr/>
              <p:nvPr/>
            </p:nvSpPr>
            <p:spPr>
              <a:xfrm>
                <a:off x="11841480" y="3538728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E00"/>
              </a:solidFill>
              <a:ln w="2286">
                <a:solidFill>
                  <a:srgbClr val="FFB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93" name="polygon-2876"/>
              <p:cNvSpPr/>
              <p:nvPr/>
            </p:nvSpPr>
            <p:spPr>
              <a:xfrm>
                <a:off x="11823192" y="3547872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4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FFB600"/>
              </a:solidFill>
              <a:ln w="2286">
                <a:solidFill>
                  <a:srgbClr val="FFB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94" name="polygon-2877"/>
              <p:cNvSpPr/>
              <p:nvPr/>
            </p:nvSpPr>
            <p:spPr>
              <a:xfrm>
                <a:off x="11804904" y="3547872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400"/>
              </a:solidFill>
              <a:ln w="2286">
                <a:solidFill>
                  <a:srgbClr val="FFB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95" name="polygon-2878"/>
              <p:cNvSpPr/>
              <p:nvPr/>
            </p:nvSpPr>
            <p:spPr>
              <a:xfrm>
                <a:off x="11786616" y="3557016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900"/>
              </a:solidFill>
              <a:ln w="2286">
                <a:solidFill>
                  <a:srgbClr val="FFB9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96" name="polygon-2879"/>
              <p:cNvSpPr/>
              <p:nvPr/>
            </p:nvSpPr>
            <p:spPr>
              <a:xfrm>
                <a:off x="11768328" y="3566160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C100"/>
              </a:solidFill>
              <a:ln w="2286">
                <a:solidFill>
                  <a:srgbClr val="FFC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97" name="polygon-2880"/>
              <p:cNvSpPr/>
              <p:nvPr/>
            </p:nvSpPr>
            <p:spPr>
              <a:xfrm>
                <a:off x="11750040" y="3584448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600"/>
              </a:solidFill>
              <a:ln w="2286">
                <a:solidFill>
                  <a:srgbClr val="FFC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98" name="polygon-2881"/>
              <p:cNvSpPr/>
              <p:nvPr/>
            </p:nvSpPr>
            <p:spPr>
              <a:xfrm>
                <a:off x="11731752" y="3593592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4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FFC300"/>
              </a:solidFill>
              <a:ln w="2286">
                <a:solidFill>
                  <a:srgbClr val="FFC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99" name="polygon-2882"/>
              <p:cNvSpPr/>
              <p:nvPr/>
            </p:nvSpPr>
            <p:spPr>
              <a:xfrm>
                <a:off x="12060936" y="3447288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500"/>
              </a:solidFill>
              <a:ln w="2286">
                <a:solidFill>
                  <a:srgbClr val="FFB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00" name="polygon-2883"/>
              <p:cNvSpPr/>
              <p:nvPr/>
            </p:nvSpPr>
            <p:spPr>
              <a:xfrm>
                <a:off x="12042648" y="3456432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B00"/>
              </a:solidFill>
              <a:ln w="2286">
                <a:solidFill>
                  <a:srgbClr val="FFBB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01" name="polygon-2884"/>
              <p:cNvSpPr/>
              <p:nvPr/>
            </p:nvSpPr>
            <p:spPr>
              <a:xfrm>
                <a:off x="12024360" y="3465576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00"/>
              </a:solidFill>
              <a:ln w="2286">
                <a:solidFill>
                  <a:srgbClr val="FFC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02" name="polygon-2885"/>
              <p:cNvSpPr/>
              <p:nvPr/>
            </p:nvSpPr>
            <p:spPr>
              <a:xfrm>
                <a:off x="12006072" y="3474720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600"/>
              </a:solidFill>
              <a:ln w="2286">
                <a:solidFill>
                  <a:srgbClr val="FFC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03" name="polygon-2886"/>
              <p:cNvSpPr/>
              <p:nvPr/>
            </p:nvSpPr>
            <p:spPr>
              <a:xfrm>
                <a:off x="11987784" y="3483864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0"/>
                    </a:moveTo>
                    <a:lnTo>
                      <a:pt x="4" y="6"/>
                    </a:lnTo>
                    <a:lnTo>
                      <a:pt x="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100"/>
              </a:solidFill>
              <a:ln w="2286">
                <a:solidFill>
                  <a:srgbClr val="FFC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04" name="polygon-2887"/>
              <p:cNvSpPr/>
              <p:nvPr/>
            </p:nvSpPr>
            <p:spPr>
              <a:xfrm>
                <a:off x="11969496" y="3483864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800"/>
              </a:solidFill>
              <a:ln w="2286">
                <a:solidFill>
                  <a:srgbClr val="FFB8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05" name="polygon-2888"/>
              <p:cNvSpPr/>
              <p:nvPr/>
            </p:nvSpPr>
            <p:spPr>
              <a:xfrm>
                <a:off x="11951208" y="3493008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400"/>
              </a:solidFill>
              <a:ln w="2286">
                <a:solidFill>
                  <a:srgbClr val="FFB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06" name="polygon-2889"/>
              <p:cNvSpPr/>
              <p:nvPr/>
            </p:nvSpPr>
            <p:spPr>
              <a:xfrm>
                <a:off x="11932920" y="3502152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600"/>
              </a:solidFill>
              <a:ln w="2286">
                <a:solidFill>
                  <a:srgbClr val="FFB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07" name="polygon-2890"/>
              <p:cNvSpPr/>
              <p:nvPr/>
            </p:nvSpPr>
            <p:spPr>
              <a:xfrm>
                <a:off x="11914632" y="3511296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E00"/>
              </a:solidFill>
              <a:ln w="2286">
                <a:solidFill>
                  <a:srgbClr val="FFB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08" name="polygon-2891"/>
              <p:cNvSpPr/>
              <p:nvPr/>
            </p:nvSpPr>
            <p:spPr>
              <a:xfrm>
                <a:off x="11896344" y="3520440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500"/>
              </a:solidFill>
              <a:ln w="2286">
                <a:solidFill>
                  <a:srgbClr val="FFC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09" name="polygon-2892"/>
              <p:cNvSpPr/>
              <p:nvPr/>
            </p:nvSpPr>
            <p:spPr>
              <a:xfrm>
                <a:off x="11878056" y="3529584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500"/>
              </a:solidFill>
              <a:ln w="2286">
                <a:solidFill>
                  <a:srgbClr val="FFC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10" name="polygon-2893"/>
              <p:cNvSpPr/>
              <p:nvPr/>
            </p:nvSpPr>
            <p:spPr>
              <a:xfrm>
                <a:off x="11859768" y="3538728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E00"/>
              </a:solidFill>
              <a:ln w="2286">
                <a:solidFill>
                  <a:srgbClr val="FFB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11" name="polygon-2894"/>
              <p:cNvSpPr/>
              <p:nvPr/>
            </p:nvSpPr>
            <p:spPr>
              <a:xfrm>
                <a:off x="11841480" y="3547872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0"/>
                    </a:moveTo>
                    <a:lnTo>
                      <a:pt x="4" y="6"/>
                    </a:lnTo>
                    <a:lnTo>
                      <a:pt x="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600"/>
              </a:solidFill>
              <a:ln w="2286">
                <a:solidFill>
                  <a:srgbClr val="FFB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12" name="polygon-2895"/>
              <p:cNvSpPr/>
              <p:nvPr/>
            </p:nvSpPr>
            <p:spPr>
              <a:xfrm>
                <a:off x="11823192" y="3547872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400"/>
              </a:solidFill>
              <a:ln w="2286">
                <a:solidFill>
                  <a:srgbClr val="FFB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13" name="polygon-2896"/>
              <p:cNvSpPr/>
              <p:nvPr/>
            </p:nvSpPr>
            <p:spPr>
              <a:xfrm>
                <a:off x="11804904" y="3557016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900"/>
              </a:solidFill>
              <a:ln w="2286">
                <a:solidFill>
                  <a:srgbClr val="FFB9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14" name="polygon-2897"/>
              <p:cNvSpPr/>
              <p:nvPr/>
            </p:nvSpPr>
            <p:spPr>
              <a:xfrm>
                <a:off x="11786616" y="3566160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6"/>
                    </a:lnTo>
                    <a:lnTo>
                      <a:pt x="2" y="8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C100"/>
              </a:solidFill>
              <a:ln w="2286">
                <a:solidFill>
                  <a:srgbClr val="FFC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15" name="polygon-2898"/>
              <p:cNvSpPr/>
              <p:nvPr/>
            </p:nvSpPr>
            <p:spPr>
              <a:xfrm>
                <a:off x="11768328" y="3584448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600"/>
              </a:solidFill>
              <a:ln w="2286">
                <a:solidFill>
                  <a:srgbClr val="FFC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16" name="polygon-2899"/>
              <p:cNvSpPr/>
              <p:nvPr/>
            </p:nvSpPr>
            <p:spPr>
              <a:xfrm>
                <a:off x="11750040" y="3593592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0"/>
                    </a:moveTo>
                    <a:lnTo>
                      <a:pt x="4" y="6"/>
                    </a:lnTo>
                    <a:lnTo>
                      <a:pt x="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300"/>
              </a:solidFill>
              <a:ln w="2286">
                <a:solidFill>
                  <a:srgbClr val="FFC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17" name="polygon-2900"/>
              <p:cNvSpPr/>
              <p:nvPr/>
            </p:nvSpPr>
            <p:spPr>
              <a:xfrm>
                <a:off x="12079224" y="3502152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8FF07"/>
              </a:solidFill>
              <a:ln w="2286">
                <a:solidFill>
                  <a:srgbClr val="F8FF0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18" name="polygon-2901"/>
              <p:cNvSpPr/>
              <p:nvPr/>
            </p:nvSpPr>
            <p:spPr>
              <a:xfrm>
                <a:off x="12060936" y="351129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1FF0E"/>
              </a:solidFill>
              <a:ln w="2286">
                <a:solidFill>
                  <a:srgbClr val="F1FF0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19" name="polygon-2902"/>
              <p:cNvSpPr/>
              <p:nvPr/>
            </p:nvSpPr>
            <p:spPr>
              <a:xfrm>
                <a:off x="12042648" y="352044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9FF16"/>
              </a:solidFill>
              <a:ln w="2286">
                <a:solidFill>
                  <a:srgbClr val="E9FF1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20" name="polygon-2903"/>
              <p:cNvSpPr/>
              <p:nvPr/>
            </p:nvSpPr>
            <p:spPr>
              <a:xfrm>
                <a:off x="12024360" y="352958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7FF18"/>
              </a:solidFill>
              <a:ln w="2286">
                <a:solidFill>
                  <a:srgbClr val="E7FF1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21" name="polygon-2904"/>
              <p:cNvSpPr/>
              <p:nvPr/>
            </p:nvSpPr>
            <p:spPr>
              <a:xfrm>
                <a:off x="12006072" y="3538728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CFF13"/>
              </a:solidFill>
              <a:ln w="2286">
                <a:solidFill>
                  <a:srgbClr val="ECFF1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22" name="polygon-2905"/>
              <p:cNvSpPr/>
              <p:nvPr/>
            </p:nvSpPr>
            <p:spPr>
              <a:xfrm>
                <a:off x="11987784" y="3538728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4FF0B"/>
              </a:solidFill>
              <a:ln w="2286">
                <a:solidFill>
                  <a:srgbClr val="F4FF0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23" name="polygon-2906"/>
              <p:cNvSpPr/>
              <p:nvPr/>
            </p:nvSpPr>
            <p:spPr>
              <a:xfrm>
                <a:off x="11969496" y="3547872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9FF06"/>
              </a:solidFill>
              <a:ln w="2286">
                <a:solidFill>
                  <a:srgbClr val="F9FF0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24" name="polygon-2907"/>
              <p:cNvSpPr/>
              <p:nvPr/>
            </p:nvSpPr>
            <p:spPr>
              <a:xfrm>
                <a:off x="11951208" y="355701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6FF09"/>
              </a:solidFill>
              <a:ln w="2286">
                <a:solidFill>
                  <a:srgbClr val="F6FF0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25" name="polygon-2908"/>
              <p:cNvSpPr/>
              <p:nvPr/>
            </p:nvSpPr>
            <p:spPr>
              <a:xfrm>
                <a:off x="11932920" y="356616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EFF11"/>
              </a:solidFill>
              <a:ln w="2286">
                <a:solidFill>
                  <a:srgbClr val="EEFF1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26" name="polygon-2909"/>
              <p:cNvSpPr/>
              <p:nvPr/>
            </p:nvSpPr>
            <p:spPr>
              <a:xfrm>
                <a:off x="11914632" y="357530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8FF17"/>
              </a:solidFill>
              <a:ln w="2286">
                <a:solidFill>
                  <a:srgbClr val="E8FF1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27" name="polygon-2910"/>
              <p:cNvSpPr/>
              <p:nvPr/>
            </p:nvSpPr>
            <p:spPr>
              <a:xfrm>
                <a:off x="11896344" y="3584448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8FF17"/>
              </a:solidFill>
              <a:ln w="2286">
                <a:solidFill>
                  <a:srgbClr val="E8FF1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28" name="polygon-2911"/>
              <p:cNvSpPr/>
              <p:nvPr/>
            </p:nvSpPr>
            <p:spPr>
              <a:xfrm>
                <a:off x="11878056" y="3593592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EFF11"/>
              </a:solidFill>
              <a:ln w="2286">
                <a:solidFill>
                  <a:srgbClr val="EEFF1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29" name="polygon-2912"/>
              <p:cNvSpPr/>
              <p:nvPr/>
            </p:nvSpPr>
            <p:spPr>
              <a:xfrm>
                <a:off x="11859768" y="3602736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6FF09"/>
              </a:solidFill>
              <a:ln w="2286">
                <a:solidFill>
                  <a:srgbClr val="F6FF0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30" name="polygon-2913"/>
              <p:cNvSpPr/>
              <p:nvPr/>
            </p:nvSpPr>
            <p:spPr>
              <a:xfrm>
                <a:off x="11841480" y="360273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9FF06"/>
              </a:solidFill>
              <a:ln w="2286">
                <a:solidFill>
                  <a:srgbClr val="F9FF0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31" name="polygon-2914"/>
              <p:cNvSpPr/>
              <p:nvPr/>
            </p:nvSpPr>
            <p:spPr>
              <a:xfrm>
                <a:off x="11823192" y="361188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4FF0B"/>
              </a:solidFill>
              <a:ln w="2286">
                <a:solidFill>
                  <a:srgbClr val="F4FF0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32" name="polygon-2915"/>
              <p:cNvSpPr/>
              <p:nvPr/>
            </p:nvSpPr>
            <p:spPr>
              <a:xfrm>
                <a:off x="11804904" y="362102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EBFF14"/>
              </a:solidFill>
              <a:ln w="2286">
                <a:solidFill>
                  <a:srgbClr val="EBFF1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33" name="polygon-2916"/>
              <p:cNvSpPr/>
              <p:nvPr/>
            </p:nvSpPr>
            <p:spPr>
              <a:xfrm>
                <a:off x="11786616" y="3639312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7FF18"/>
              </a:solidFill>
              <a:ln w="2286">
                <a:solidFill>
                  <a:srgbClr val="E7FF1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34" name="polygon-2917"/>
              <p:cNvSpPr/>
              <p:nvPr/>
            </p:nvSpPr>
            <p:spPr>
              <a:xfrm>
                <a:off x="11768328" y="3648456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AFF15"/>
              </a:solidFill>
              <a:ln w="2286">
                <a:solidFill>
                  <a:srgbClr val="EAFF1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35" name="polygon-2918"/>
              <p:cNvSpPr/>
              <p:nvPr/>
            </p:nvSpPr>
            <p:spPr>
              <a:xfrm>
                <a:off x="12097512" y="3465576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500"/>
              </a:solidFill>
              <a:ln w="2286">
                <a:solidFill>
                  <a:srgbClr val="FFB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36" name="polygon-2919"/>
              <p:cNvSpPr/>
              <p:nvPr/>
            </p:nvSpPr>
            <p:spPr>
              <a:xfrm>
                <a:off x="12079224" y="3474720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B00"/>
              </a:solidFill>
              <a:ln w="2286">
                <a:solidFill>
                  <a:srgbClr val="FFBB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37" name="polygon-2920"/>
              <p:cNvSpPr/>
              <p:nvPr/>
            </p:nvSpPr>
            <p:spPr>
              <a:xfrm>
                <a:off x="12060936" y="3493008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300"/>
              </a:solidFill>
              <a:ln w="2286">
                <a:solidFill>
                  <a:srgbClr val="FFC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38" name="polygon-2921"/>
              <p:cNvSpPr/>
              <p:nvPr/>
            </p:nvSpPr>
            <p:spPr>
              <a:xfrm>
                <a:off x="12042648" y="3502152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600"/>
              </a:solidFill>
              <a:ln w="2286">
                <a:solidFill>
                  <a:srgbClr val="FFC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39" name="polygon-2922"/>
              <p:cNvSpPr/>
              <p:nvPr/>
            </p:nvSpPr>
            <p:spPr>
              <a:xfrm>
                <a:off x="12024360" y="3502152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100"/>
              </a:solidFill>
              <a:ln w="2286">
                <a:solidFill>
                  <a:srgbClr val="FFC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40" name="polygon-2923"/>
              <p:cNvSpPr/>
              <p:nvPr/>
            </p:nvSpPr>
            <p:spPr>
              <a:xfrm>
                <a:off x="12006072" y="3511296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800"/>
              </a:solidFill>
              <a:ln w="2286">
                <a:solidFill>
                  <a:srgbClr val="FFB8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41" name="polygon-2924"/>
              <p:cNvSpPr/>
              <p:nvPr/>
            </p:nvSpPr>
            <p:spPr>
              <a:xfrm>
                <a:off x="11987784" y="3520440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400"/>
              </a:solidFill>
              <a:ln w="2286">
                <a:solidFill>
                  <a:srgbClr val="FFB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42" name="polygon-2925"/>
              <p:cNvSpPr/>
              <p:nvPr/>
            </p:nvSpPr>
            <p:spPr>
              <a:xfrm>
                <a:off x="11969496" y="3529584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600"/>
              </a:solidFill>
              <a:ln w="2286">
                <a:solidFill>
                  <a:srgbClr val="FFB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43" name="polygon-2926"/>
              <p:cNvSpPr/>
              <p:nvPr/>
            </p:nvSpPr>
            <p:spPr>
              <a:xfrm>
                <a:off x="11951208" y="3538728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E00"/>
              </a:solidFill>
              <a:ln w="2286">
                <a:solidFill>
                  <a:srgbClr val="FFB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44" name="polygon-2927"/>
              <p:cNvSpPr/>
              <p:nvPr/>
            </p:nvSpPr>
            <p:spPr>
              <a:xfrm>
                <a:off x="11932920" y="3547872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500"/>
              </a:solidFill>
              <a:ln w="2286">
                <a:solidFill>
                  <a:srgbClr val="FFC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45" name="polygon-2928"/>
              <p:cNvSpPr/>
              <p:nvPr/>
            </p:nvSpPr>
            <p:spPr>
              <a:xfrm>
                <a:off x="11914632" y="3557016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500"/>
              </a:solidFill>
              <a:ln w="2286">
                <a:solidFill>
                  <a:srgbClr val="FFC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46" name="polygon-2929"/>
              <p:cNvSpPr/>
              <p:nvPr/>
            </p:nvSpPr>
            <p:spPr>
              <a:xfrm>
                <a:off x="11896344" y="3566160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4" h="4">
                    <a:moveTo>
                      <a:pt x="2" y="4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FFBE00"/>
              </a:solidFill>
              <a:ln w="2286">
                <a:solidFill>
                  <a:srgbClr val="FFB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47" name="polygon-2930"/>
              <p:cNvSpPr/>
              <p:nvPr/>
            </p:nvSpPr>
            <p:spPr>
              <a:xfrm>
                <a:off x="11878056" y="3566160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600"/>
              </a:solidFill>
              <a:ln w="2286">
                <a:solidFill>
                  <a:srgbClr val="FFB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48" name="polygon-2931"/>
              <p:cNvSpPr/>
              <p:nvPr/>
            </p:nvSpPr>
            <p:spPr>
              <a:xfrm>
                <a:off x="11859768" y="3575304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400"/>
              </a:solidFill>
              <a:ln w="2286">
                <a:solidFill>
                  <a:srgbClr val="FFB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49" name="polygon-2932"/>
              <p:cNvSpPr/>
              <p:nvPr/>
            </p:nvSpPr>
            <p:spPr>
              <a:xfrm>
                <a:off x="11841480" y="3584448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900"/>
              </a:solidFill>
              <a:ln w="2286">
                <a:solidFill>
                  <a:srgbClr val="FFB9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50" name="polygon-2933"/>
              <p:cNvSpPr/>
              <p:nvPr/>
            </p:nvSpPr>
            <p:spPr>
              <a:xfrm>
                <a:off x="11823192" y="3593592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100"/>
              </a:solidFill>
              <a:ln w="2286">
                <a:solidFill>
                  <a:srgbClr val="FFC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51" name="polygon-2934"/>
              <p:cNvSpPr/>
              <p:nvPr/>
            </p:nvSpPr>
            <p:spPr>
              <a:xfrm>
                <a:off x="11804904" y="3602736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600"/>
              </a:solidFill>
              <a:ln w="2286">
                <a:solidFill>
                  <a:srgbClr val="FFC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52" name="polygon-2935"/>
              <p:cNvSpPr/>
              <p:nvPr/>
            </p:nvSpPr>
            <p:spPr>
              <a:xfrm>
                <a:off x="11786616" y="3611880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300"/>
              </a:solidFill>
              <a:ln w="2286">
                <a:solidFill>
                  <a:srgbClr val="FFC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53" name="polygon-2936"/>
              <p:cNvSpPr/>
              <p:nvPr/>
            </p:nvSpPr>
            <p:spPr>
              <a:xfrm>
                <a:off x="12115800" y="3465576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500"/>
              </a:solidFill>
              <a:ln w="2286">
                <a:solidFill>
                  <a:srgbClr val="FFB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54" name="polygon-2937"/>
              <p:cNvSpPr/>
              <p:nvPr/>
            </p:nvSpPr>
            <p:spPr>
              <a:xfrm>
                <a:off x="12097512" y="3474720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6"/>
                    </a:lnTo>
                    <a:lnTo>
                      <a:pt x="2" y="8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BB00"/>
              </a:solidFill>
              <a:ln w="2286">
                <a:solidFill>
                  <a:srgbClr val="FFBB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55" name="polygon-2938"/>
              <p:cNvSpPr/>
              <p:nvPr/>
            </p:nvSpPr>
            <p:spPr>
              <a:xfrm>
                <a:off x="12079224" y="3493008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00"/>
              </a:solidFill>
              <a:ln w="2286">
                <a:solidFill>
                  <a:srgbClr val="FFC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56" name="polygon-2939"/>
              <p:cNvSpPr/>
              <p:nvPr/>
            </p:nvSpPr>
            <p:spPr>
              <a:xfrm>
                <a:off x="12060936" y="3502152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0"/>
                    </a:moveTo>
                    <a:lnTo>
                      <a:pt x="4" y="6"/>
                    </a:lnTo>
                    <a:lnTo>
                      <a:pt x="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600"/>
              </a:solidFill>
              <a:ln w="2286">
                <a:solidFill>
                  <a:srgbClr val="FFC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57" name="polygon-2940"/>
              <p:cNvSpPr/>
              <p:nvPr/>
            </p:nvSpPr>
            <p:spPr>
              <a:xfrm>
                <a:off x="12042648" y="3502152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100"/>
              </a:solidFill>
              <a:ln w="2286">
                <a:solidFill>
                  <a:srgbClr val="FFC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58" name="polygon-2941"/>
              <p:cNvSpPr/>
              <p:nvPr/>
            </p:nvSpPr>
            <p:spPr>
              <a:xfrm>
                <a:off x="12024360" y="3511296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800"/>
              </a:solidFill>
              <a:ln w="2286">
                <a:solidFill>
                  <a:srgbClr val="FFB8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59" name="polygon-2942"/>
              <p:cNvSpPr/>
              <p:nvPr/>
            </p:nvSpPr>
            <p:spPr>
              <a:xfrm>
                <a:off x="12006072" y="3520440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400"/>
              </a:solidFill>
              <a:ln w="2286">
                <a:solidFill>
                  <a:srgbClr val="FFB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60" name="polygon-2943"/>
              <p:cNvSpPr/>
              <p:nvPr/>
            </p:nvSpPr>
            <p:spPr>
              <a:xfrm>
                <a:off x="11987784" y="3529584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600"/>
              </a:solidFill>
              <a:ln w="2286">
                <a:solidFill>
                  <a:srgbClr val="FFB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61" name="polygon-2944"/>
              <p:cNvSpPr/>
              <p:nvPr/>
            </p:nvSpPr>
            <p:spPr>
              <a:xfrm>
                <a:off x="11969496" y="3538728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E00"/>
              </a:solidFill>
              <a:ln w="2286">
                <a:solidFill>
                  <a:srgbClr val="FFB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62" name="polygon-2945"/>
              <p:cNvSpPr/>
              <p:nvPr/>
            </p:nvSpPr>
            <p:spPr>
              <a:xfrm>
                <a:off x="11951208" y="3547872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500"/>
              </a:solidFill>
              <a:ln w="2286">
                <a:solidFill>
                  <a:srgbClr val="FFC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63" name="polygon-2946"/>
              <p:cNvSpPr/>
              <p:nvPr/>
            </p:nvSpPr>
            <p:spPr>
              <a:xfrm>
                <a:off x="11932920" y="3557016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500"/>
              </a:solidFill>
              <a:ln w="2286">
                <a:solidFill>
                  <a:srgbClr val="FFC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64" name="polygon-2947"/>
              <p:cNvSpPr/>
              <p:nvPr/>
            </p:nvSpPr>
            <p:spPr>
              <a:xfrm>
                <a:off x="11914632" y="3566160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0"/>
                    </a:moveTo>
                    <a:lnTo>
                      <a:pt x="4" y="6"/>
                    </a:lnTo>
                    <a:lnTo>
                      <a:pt x="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00"/>
              </a:solidFill>
              <a:ln w="2286">
                <a:solidFill>
                  <a:srgbClr val="FFB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65" name="polygon-2948"/>
              <p:cNvSpPr/>
              <p:nvPr/>
            </p:nvSpPr>
            <p:spPr>
              <a:xfrm>
                <a:off x="11896344" y="3566160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600"/>
              </a:solidFill>
              <a:ln w="2286">
                <a:solidFill>
                  <a:srgbClr val="FFB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66" name="polygon-2949"/>
              <p:cNvSpPr/>
              <p:nvPr/>
            </p:nvSpPr>
            <p:spPr>
              <a:xfrm>
                <a:off x="11878056" y="3575304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400"/>
              </a:solidFill>
              <a:ln w="2286">
                <a:solidFill>
                  <a:srgbClr val="FFB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67" name="polygon-2950"/>
              <p:cNvSpPr/>
              <p:nvPr/>
            </p:nvSpPr>
            <p:spPr>
              <a:xfrm>
                <a:off x="11859768" y="3584448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900"/>
              </a:solidFill>
              <a:ln w="2286">
                <a:solidFill>
                  <a:srgbClr val="FFB9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68" name="polygon-2951"/>
              <p:cNvSpPr/>
              <p:nvPr/>
            </p:nvSpPr>
            <p:spPr>
              <a:xfrm>
                <a:off x="11841480" y="3593592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100"/>
              </a:solidFill>
              <a:ln w="2286">
                <a:solidFill>
                  <a:srgbClr val="FFC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69" name="polygon-2952"/>
              <p:cNvSpPr/>
              <p:nvPr/>
            </p:nvSpPr>
            <p:spPr>
              <a:xfrm>
                <a:off x="11823192" y="3602736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600"/>
              </a:solidFill>
              <a:ln w="2286">
                <a:solidFill>
                  <a:srgbClr val="FFC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70" name="polygon-2953"/>
              <p:cNvSpPr/>
              <p:nvPr/>
            </p:nvSpPr>
            <p:spPr>
              <a:xfrm>
                <a:off x="11804904" y="3611880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00"/>
              </a:solidFill>
              <a:ln w="2286">
                <a:solidFill>
                  <a:srgbClr val="FFC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71" name="polygon-2954"/>
              <p:cNvSpPr/>
              <p:nvPr/>
            </p:nvSpPr>
            <p:spPr>
              <a:xfrm>
                <a:off x="12134088" y="3483864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500"/>
              </a:solidFill>
              <a:ln w="2286">
                <a:solidFill>
                  <a:srgbClr val="FFB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72" name="polygon-2955"/>
              <p:cNvSpPr/>
              <p:nvPr/>
            </p:nvSpPr>
            <p:spPr>
              <a:xfrm>
                <a:off x="12115800" y="3493008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B00"/>
              </a:solidFill>
              <a:ln w="2286">
                <a:solidFill>
                  <a:srgbClr val="FFBB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73" name="polygon-2956"/>
              <p:cNvSpPr/>
              <p:nvPr/>
            </p:nvSpPr>
            <p:spPr>
              <a:xfrm>
                <a:off x="12097512" y="3502152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C300"/>
              </a:solidFill>
              <a:ln w="2286">
                <a:solidFill>
                  <a:srgbClr val="FFC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74" name="polygon-2957"/>
              <p:cNvSpPr/>
              <p:nvPr/>
            </p:nvSpPr>
            <p:spPr>
              <a:xfrm>
                <a:off x="12079224" y="3511296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600"/>
              </a:solidFill>
              <a:ln w="2286">
                <a:solidFill>
                  <a:srgbClr val="FFC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75" name="polygon-2958"/>
              <p:cNvSpPr/>
              <p:nvPr/>
            </p:nvSpPr>
            <p:spPr>
              <a:xfrm>
                <a:off x="12060936" y="3520440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100"/>
              </a:solidFill>
              <a:ln w="2286">
                <a:solidFill>
                  <a:srgbClr val="FFC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76" name="polygon-2959"/>
              <p:cNvSpPr/>
              <p:nvPr/>
            </p:nvSpPr>
            <p:spPr>
              <a:xfrm>
                <a:off x="12042648" y="3529584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800"/>
              </a:solidFill>
              <a:ln w="2286">
                <a:solidFill>
                  <a:srgbClr val="FFB8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77" name="polygon-2960"/>
              <p:cNvSpPr/>
              <p:nvPr/>
            </p:nvSpPr>
            <p:spPr>
              <a:xfrm>
                <a:off x="12024360" y="3538728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400"/>
              </a:solidFill>
              <a:ln w="2286">
                <a:solidFill>
                  <a:srgbClr val="FFB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78" name="polygon-2961"/>
              <p:cNvSpPr/>
              <p:nvPr/>
            </p:nvSpPr>
            <p:spPr>
              <a:xfrm>
                <a:off x="12006072" y="3538728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5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B600"/>
              </a:solidFill>
              <a:ln w="2286">
                <a:solidFill>
                  <a:srgbClr val="FFB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79" name="polygon-2962"/>
              <p:cNvSpPr/>
              <p:nvPr/>
            </p:nvSpPr>
            <p:spPr>
              <a:xfrm>
                <a:off x="11987784" y="3557016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E00"/>
              </a:solidFill>
              <a:ln w="2286">
                <a:solidFill>
                  <a:srgbClr val="FFB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80" name="polygon-2963"/>
              <p:cNvSpPr/>
              <p:nvPr/>
            </p:nvSpPr>
            <p:spPr>
              <a:xfrm>
                <a:off x="11969496" y="3566160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500"/>
              </a:solidFill>
              <a:ln w="2286">
                <a:solidFill>
                  <a:srgbClr val="FFC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81" name="polygon-2964"/>
              <p:cNvSpPr/>
              <p:nvPr/>
            </p:nvSpPr>
            <p:spPr>
              <a:xfrm>
                <a:off x="11951208" y="3575304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500"/>
              </a:solidFill>
              <a:ln w="2286">
                <a:solidFill>
                  <a:srgbClr val="FFC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82" name="polygon-2965"/>
              <p:cNvSpPr/>
              <p:nvPr/>
            </p:nvSpPr>
            <p:spPr>
              <a:xfrm>
                <a:off x="11932920" y="3575304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5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E00"/>
              </a:solidFill>
              <a:ln w="2286">
                <a:solidFill>
                  <a:srgbClr val="FFB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83" name="polygon-2966"/>
              <p:cNvSpPr/>
              <p:nvPr/>
            </p:nvSpPr>
            <p:spPr>
              <a:xfrm>
                <a:off x="11914632" y="3584448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600"/>
              </a:solidFill>
              <a:ln w="2286">
                <a:solidFill>
                  <a:srgbClr val="FFB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84" name="polygon-2967"/>
              <p:cNvSpPr/>
              <p:nvPr/>
            </p:nvSpPr>
            <p:spPr>
              <a:xfrm>
                <a:off x="11896344" y="3593592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400"/>
              </a:solidFill>
              <a:ln w="2286">
                <a:solidFill>
                  <a:srgbClr val="FFB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85" name="polygon-2968"/>
              <p:cNvSpPr/>
              <p:nvPr/>
            </p:nvSpPr>
            <p:spPr>
              <a:xfrm>
                <a:off x="11878056" y="3602736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B900"/>
              </a:solidFill>
              <a:ln w="2286">
                <a:solidFill>
                  <a:srgbClr val="FFB9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86" name="polygon-2969"/>
              <p:cNvSpPr/>
              <p:nvPr/>
            </p:nvSpPr>
            <p:spPr>
              <a:xfrm>
                <a:off x="11859768" y="3611880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100"/>
              </a:solidFill>
              <a:ln w="2286">
                <a:solidFill>
                  <a:srgbClr val="FFC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87" name="polygon-2970"/>
              <p:cNvSpPr/>
              <p:nvPr/>
            </p:nvSpPr>
            <p:spPr>
              <a:xfrm>
                <a:off x="11841480" y="3621024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600"/>
              </a:solidFill>
              <a:ln w="2286">
                <a:solidFill>
                  <a:srgbClr val="FFC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88" name="polygon-2971"/>
              <p:cNvSpPr/>
              <p:nvPr/>
            </p:nvSpPr>
            <p:spPr>
              <a:xfrm>
                <a:off x="11823192" y="3630168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4"/>
                    </a:moveTo>
                    <a:lnTo>
                      <a:pt x="4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C300"/>
              </a:solidFill>
              <a:ln w="2286">
                <a:solidFill>
                  <a:srgbClr val="FFC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89" name="polygon-2972"/>
              <p:cNvSpPr/>
              <p:nvPr/>
            </p:nvSpPr>
            <p:spPr>
              <a:xfrm>
                <a:off x="12152376" y="3483864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500"/>
              </a:solidFill>
              <a:ln w="2286">
                <a:solidFill>
                  <a:srgbClr val="FFB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90" name="polygon-2973"/>
              <p:cNvSpPr/>
              <p:nvPr/>
            </p:nvSpPr>
            <p:spPr>
              <a:xfrm>
                <a:off x="12134088" y="3493008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B00"/>
              </a:solidFill>
              <a:ln w="2286">
                <a:solidFill>
                  <a:srgbClr val="FFBB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91" name="polygon-2974"/>
              <p:cNvSpPr/>
              <p:nvPr/>
            </p:nvSpPr>
            <p:spPr>
              <a:xfrm>
                <a:off x="12115800" y="3502152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00"/>
              </a:solidFill>
              <a:ln w="2286">
                <a:solidFill>
                  <a:srgbClr val="FFC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92" name="polygon-2975"/>
              <p:cNvSpPr/>
              <p:nvPr/>
            </p:nvSpPr>
            <p:spPr>
              <a:xfrm>
                <a:off x="12097512" y="3511296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600"/>
              </a:solidFill>
              <a:ln w="2286">
                <a:solidFill>
                  <a:srgbClr val="FFC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93" name="polygon-2976"/>
              <p:cNvSpPr/>
              <p:nvPr/>
            </p:nvSpPr>
            <p:spPr>
              <a:xfrm>
                <a:off x="12079224" y="3520440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100"/>
              </a:solidFill>
              <a:ln w="2286">
                <a:solidFill>
                  <a:srgbClr val="FFC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94" name="polygon-2977"/>
              <p:cNvSpPr/>
              <p:nvPr/>
            </p:nvSpPr>
            <p:spPr>
              <a:xfrm>
                <a:off x="12060936" y="3529584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800"/>
              </a:solidFill>
              <a:ln w="2286">
                <a:solidFill>
                  <a:srgbClr val="FFB8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95" name="polygon-2978"/>
              <p:cNvSpPr/>
              <p:nvPr/>
            </p:nvSpPr>
            <p:spPr>
              <a:xfrm>
                <a:off x="12042648" y="3538728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0"/>
                    </a:moveTo>
                    <a:lnTo>
                      <a:pt x="4" y="6"/>
                    </a:lnTo>
                    <a:lnTo>
                      <a:pt x="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400"/>
              </a:solidFill>
              <a:ln w="2286">
                <a:solidFill>
                  <a:srgbClr val="FFB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96" name="polygon-2979"/>
              <p:cNvSpPr/>
              <p:nvPr/>
            </p:nvSpPr>
            <p:spPr>
              <a:xfrm>
                <a:off x="12024360" y="3538728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6"/>
                    </a:lnTo>
                    <a:lnTo>
                      <a:pt x="2" y="8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B600"/>
              </a:solidFill>
              <a:ln w="2286">
                <a:solidFill>
                  <a:srgbClr val="FFB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97" name="polygon-2980"/>
              <p:cNvSpPr/>
              <p:nvPr/>
            </p:nvSpPr>
            <p:spPr>
              <a:xfrm>
                <a:off x="12006072" y="3557016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E00"/>
              </a:solidFill>
              <a:ln w="2286">
                <a:solidFill>
                  <a:srgbClr val="FFB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98" name="polygon-2981"/>
              <p:cNvSpPr/>
              <p:nvPr/>
            </p:nvSpPr>
            <p:spPr>
              <a:xfrm>
                <a:off x="11987784" y="3566160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500"/>
              </a:solidFill>
              <a:ln w="2286">
                <a:solidFill>
                  <a:srgbClr val="FFC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99" name="polygon-2982"/>
              <p:cNvSpPr/>
              <p:nvPr/>
            </p:nvSpPr>
            <p:spPr>
              <a:xfrm>
                <a:off x="11969496" y="3575304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0"/>
                    </a:moveTo>
                    <a:lnTo>
                      <a:pt x="4" y="6"/>
                    </a:lnTo>
                    <a:lnTo>
                      <a:pt x="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500"/>
              </a:solidFill>
              <a:ln w="2286">
                <a:solidFill>
                  <a:srgbClr val="FFC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00" name="polygon-2983"/>
              <p:cNvSpPr/>
              <p:nvPr/>
            </p:nvSpPr>
            <p:spPr>
              <a:xfrm>
                <a:off x="11951208" y="3575304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E00"/>
              </a:solidFill>
              <a:ln w="2286">
                <a:solidFill>
                  <a:srgbClr val="FFB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01" name="polygon-2984"/>
              <p:cNvSpPr/>
              <p:nvPr/>
            </p:nvSpPr>
            <p:spPr>
              <a:xfrm>
                <a:off x="11932920" y="3584448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600"/>
              </a:solidFill>
              <a:ln w="2286">
                <a:solidFill>
                  <a:srgbClr val="FFB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02" name="polygon-2985"/>
              <p:cNvSpPr/>
              <p:nvPr/>
            </p:nvSpPr>
            <p:spPr>
              <a:xfrm>
                <a:off x="11914632" y="3593592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400"/>
              </a:solidFill>
              <a:ln w="2286">
                <a:solidFill>
                  <a:srgbClr val="FFB4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03" name="polygon-2986"/>
              <p:cNvSpPr/>
              <p:nvPr/>
            </p:nvSpPr>
            <p:spPr>
              <a:xfrm>
                <a:off x="11896344" y="3602736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900"/>
              </a:solidFill>
              <a:ln w="2286">
                <a:solidFill>
                  <a:srgbClr val="FFB9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04" name="polygon-2987"/>
              <p:cNvSpPr/>
              <p:nvPr/>
            </p:nvSpPr>
            <p:spPr>
              <a:xfrm>
                <a:off x="11878056" y="3611880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100"/>
              </a:solidFill>
              <a:ln w="2286">
                <a:solidFill>
                  <a:srgbClr val="FFC1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05" name="polygon-2988"/>
              <p:cNvSpPr/>
              <p:nvPr/>
            </p:nvSpPr>
            <p:spPr>
              <a:xfrm>
                <a:off x="11859768" y="3621024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600"/>
              </a:solidFill>
              <a:ln w="2286">
                <a:solidFill>
                  <a:srgbClr val="FFC6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06" name="polygon-2989"/>
              <p:cNvSpPr/>
              <p:nvPr/>
            </p:nvSpPr>
            <p:spPr>
              <a:xfrm>
                <a:off x="11841480" y="3630168"/>
                <a:ext cx="36576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4" h="7">
                    <a:moveTo>
                      <a:pt x="2" y="0"/>
                    </a:moveTo>
                    <a:lnTo>
                      <a:pt x="4" y="6"/>
                    </a:lnTo>
                    <a:lnTo>
                      <a:pt x="2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00"/>
              </a:solidFill>
              <a:ln w="2286">
                <a:solidFill>
                  <a:srgbClr val="FFC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07" name="polygon-2990"/>
              <p:cNvSpPr/>
              <p:nvPr/>
            </p:nvSpPr>
            <p:spPr>
              <a:xfrm>
                <a:off x="12170664" y="370332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9F"/>
              </a:solidFill>
              <a:ln w="2286">
                <a:solidFill>
                  <a:srgbClr val="00009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08" name="polygon-2991"/>
              <p:cNvSpPr/>
              <p:nvPr/>
            </p:nvSpPr>
            <p:spPr>
              <a:xfrm>
                <a:off x="12170664" y="368503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DE"/>
              </a:solidFill>
              <a:ln w="2286">
                <a:solidFill>
                  <a:srgbClr val="0000D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09" name="polygon-2992"/>
              <p:cNvSpPr/>
              <p:nvPr/>
            </p:nvSpPr>
            <p:spPr>
              <a:xfrm>
                <a:off x="12170664" y="366674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1EFF"/>
              </a:solidFill>
              <a:ln w="2286">
                <a:solidFill>
                  <a:srgbClr val="001E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10" name="polygon-2993"/>
              <p:cNvSpPr/>
              <p:nvPr/>
            </p:nvSpPr>
            <p:spPr>
              <a:xfrm>
                <a:off x="12170664" y="364845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5DFF"/>
              </a:solidFill>
              <a:ln w="2286">
                <a:solidFill>
                  <a:srgbClr val="005D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11" name="polygon-2994"/>
              <p:cNvSpPr/>
              <p:nvPr/>
            </p:nvSpPr>
            <p:spPr>
              <a:xfrm>
                <a:off x="12170664" y="363016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9CFF"/>
              </a:solidFill>
              <a:ln w="2286">
                <a:solidFill>
                  <a:srgbClr val="009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12" name="polygon-2995"/>
              <p:cNvSpPr/>
              <p:nvPr/>
            </p:nvSpPr>
            <p:spPr>
              <a:xfrm>
                <a:off x="12170664" y="361188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DBFF"/>
              </a:solidFill>
              <a:ln w="2286">
                <a:solidFill>
                  <a:srgbClr val="00DB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13" name="polygon-2996"/>
              <p:cNvSpPr/>
              <p:nvPr/>
            </p:nvSpPr>
            <p:spPr>
              <a:xfrm>
                <a:off x="12170664" y="359359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1BFFE4"/>
              </a:solidFill>
              <a:ln w="2286">
                <a:solidFill>
                  <a:srgbClr val="1BFFE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14" name="polygon-2997"/>
              <p:cNvSpPr/>
              <p:nvPr/>
            </p:nvSpPr>
            <p:spPr>
              <a:xfrm>
                <a:off x="12170664" y="357530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5AFFA5"/>
              </a:solidFill>
              <a:ln w="2286">
                <a:solidFill>
                  <a:srgbClr val="5AFFA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15" name="polygon-2998"/>
              <p:cNvSpPr/>
              <p:nvPr/>
            </p:nvSpPr>
            <p:spPr>
              <a:xfrm>
                <a:off x="12170664" y="355701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99FF66"/>
              </a:solidFill>
              <a:ln w="2286">
                <a:solidFill>
                  <a:srgbClr val="99FF6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16" name="polygon-2999"/>
              <p:cNvSpPr/>
              <p:nvPr/>
            </p:nvSpPr>
            <p:spPr>
              <a:xfrm>
                <a:off x="12170664" y="353872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D8FF27"/>
              </a:solidFill>
              <a:ln w="2286">
                <a:solidFill>
                  <a:srgbClr val="D8FF2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17" name="polygon-3000"/>
              <p:cNvSpPr/>
              <p:nvPr/>
            </p:nvSpPr>
            <p:spPr>
              <a:xfrm>
                <a:off x="12152376" y="371246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9F"/>
              </a:solidFill>
              <a:ln w="2286">
                <a:solidFill>
                  <a:srgbClr val="00009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18" name="polygon-3001"/>
              <p:cNvSpPr/>
              <p:nvPr/>
            </p:nvSpPr>
            <p:spPr>
              <a:xfrm>
                <a:off x="12152376" y="369417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DD"/>
              </a:solidFill>
              <a:ln w="2286">
                <a:solidFill>
                  <a:srgbClr val="0000D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19" name="polygon-3002"/>
              <p:cNvSpPr/>
              <p:nvPr/>
            </p:nvSpPr>
            <p:spPr>
              <a:xfrm>
                <a:off x="12152376" y="367588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1CFF"/>
              </a:solidFill>
              <a:ln w="2286">
                <a:solidFill>
                  <a:srgbClr val="001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20" name="polygon-3003"/>
              <p:cNvSpPr/>
              <p:nvPr/>
            </p:nvSpPr>
            <p:spPr>
              <a:xfrm>
                <a:off x="12152376" y="365760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5BFF"/>
              </a:solidFill>
              <a:ln w="2286">
                <a:solidFill>
                  <a:srgbClr val="005B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21" name="polygon-3004"/>
              <p:cNvSpPr/>
              <p:nvPr/>
            </p:nvSpPr>
            <p:spPr>
              <a:xfrm>
                <a:off x="12152376" y="363931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99FF"/>
              </a:solidFill>
              <a:ln w="2286">
                <a:solidFill>
                  <a:srgbClr val="0099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22" name="polygon-3005"/>
              <p:cNvSpPr/>
              <p:nvPr/>
            </p:nvSpPr>
            <p:spPr>
              <a:xfrm>
                <a:off x="12152376" y="362102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D7FF"/>
              </a:solidFill>
              <a:ln w="2286">
                <a:solidFill>
                  <a:srgbClr val="00D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23" name="polygon-3006"/>
              <p:cNvSpPr/>
              <p:nvPr/>
            </p:nvSpPr>
            <p:spPr>
              <a:xfrm>
                <a:off x="12152376" y="360273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17FFE8"/>
              </a:solidFill>
              <a:ln w="2286">
                <a:solidFill>
                  <a:srgbClr val="17FFE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24" name="polygon-3007"/>
              <p:cNvSpPr/>
              <p:nvPr/>
            </p:nvSpPr>
            <p:spPr>
              <a:xfrm>
                <a:off x="12152376" y="358444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55FFAA"/>
              </a:solidFill>
              <a:ln w="2286">
                <a:solidFill>
                  <a:srgbClr val="55FFA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25" name="polygon-3008"/>
              <p:cNvSpPr/>
              <p:nvPr/>
            </p:nvSpPr>
            <p:spPr>
              <a:xfrm>
                <a:off x="12152376" y="356616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94FF6B"/>
              </a:solidFill>
              <a:ln w="2286">
                <a:solidFill>
                  <a:srgbClr val="94FF6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26" name="polygon-3009"/>
              <p:cNvSpPr/>
              <p:nvPr/>
            </p:nvSpPr>
            <p:spPr>
              <a:xfrm>
                <a:off x="12152376" y="354787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D2FF2D"/>
              </a:solidFill>
              <a:ln w="2286">
                <a:solidFill>
                  <a:srgbClr val="D2FF2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27" name="polygon-3010"/>
              <p:cNvSpPr/>
              <p:nvPr/>
            </p:nvSpPr>
            <p:spPr>
              <a:xfrm>
                <a:off x="12134088" y="372160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9E"/>
              </a:solidFill>
              <a:ln w="2286">
                <a:solidFill>
                  <a:srgbClr val="00009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28" name="polygon-3011"/>
              <p:cNvSpPr/>
              <p:nvPr/>
            </p:nvSpPr>
            <p:spPr>
              <a:xfrm>
                <a:off x="12134088" y="370332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DC"/>
              </a:solidFill>
              <a:ln w="2286">
                <a:solidFill>
                  <a:srgbClr val="0000D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29" name="polygon-3012"/>
              <p:cNvSpPr/>
              <p:nvPr/>
            </p:nvSpPr>
            <p:spPr>
              <a:xfrm>
                <a:off x="12134088" y="368503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1AFF"/>
              </a:solidFill>
              <a:ln w="2286">
                <a:solidFill>
                  <a:srgbClr val="001A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30" name="polygon-3013"/>
              <p:cNvSpPr/>
              <p:nvPr/>
            </p:nvSpPr>
            <p:spPr>
              <a:xfrm>
                <a:off x="12134088" y="366674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58FF"/>
              </a:solidFill>
              <a:ln w="2286">
                <a:solidFill>
                  <a:srgbClr val="0058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31" name="polygon-3014"/>
              <p:cNvSpPr/>
              <p:nvPr/>
            </p:nvSpPr>
            <p:spPr>
              <a:xfrm>
                <a:off x="12134088" y="364845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96FF"/>
              </a:solidFill>
              <a:ln w="2286">
                <a:solidFill>
                  <a:srgbClr val="0096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32" name="polygon-3015"/>
              <p:cNvSpPr/>
              <p:nvPr/>
            </p:nvSpPr>
            <p:spPr>
              <a:xfrm>
                <a:off x="12134088" y="363016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D3FF"/>
              </a:solidFill>
              <a:ln w="2286">
                <a:solidFill>
                  <a:srgbClr val="00D3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33" name="polygon-3016"/>
              <p:cNvSpPr/>
              <p:nvPr/>
            </p:nvSpPr>
            <p:spPr>
              <a:xfrm>
                <a:off x="12134088" y="361188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12FFED"/>
              </a:solidFill>
              <a:ln w="2286">
                <a:solidFill>
                  <a:srgbClr val="12FFE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34" name="polygon-3017"/>
              <p:cNvSpPr/>
              <p:nvPr/>
            </p:nvSpPr>
            <p:spPr>
              <a:xfrm>
                <a:off x="12134088" y="359359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4FFFB0"/>
              </a:solidFill>
              <a:ln w="2286">
                <a:solidFill>
                  <a:srgbClr val="4FFFB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35" name="polygon-3018"/>
              <p:cNvSpPr/>
              <p:nvPr/>
            </p:nvSpPr>
            <p:spPr>
              <a:xfrm>
                <a:off x="12134088" y="357530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8DFF72"/>
              </a:solidFill>
              <a:ln w="2286">
                <a:solidFill>
                  <a:srgbClr val="8DFF7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36" name="polygon-3019"/>
              <p:cNvSpPr/>
              <p:nvPr/>
            </p:nvSpPr>
            <p:spPr>
              <a:xfrm>
                <a:off x="12134088" y="355701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CAFF35"/>
              </a:solidFill>
              <a:ln w="2286">
                <a:solidFill>
                  <a:srgbClr val="CAFF3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37" name="polygon-3020"/>
              <p:cNvSpPr/>
              <p:nvPr/>
            </p:nvSpPr>
            <p:spPr>
              <a:xfrm>
                <a:off x="12115800" y="3730752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9E"/>
              </a:solidFill>
              <a:ln w="2286">
                <a:solidFill>
                  <a:srgbClr val="00009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38" name="polygon-3021"/>
              <p:cNvSpPr/>
              <p:nvPr/>
            </p:nvSpPr>
            <p:spPr>
              <a:xfrm>
                <a:off x="12115800" y="3712464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2"/>
                    </a:moveTo>
                    <a:lnTo>
                      <a:pt x="0" y="2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DB"/>
              </a:solidFill>
              <a:ln w="2286">
                <a:solidFill>
                  <a:srgbClr val="0000D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39" name="polygon-3022"/>
              <p:cNvSpPr/>
              <p:nvPr/>
            </p:nvSpPr>
            <p:spPr>
              <a:xfrm>
                <a:off x="12115800" y="369417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1AFF"/>
              </a:solidFill>
              <a:ln w="2286">
                <a:solidFill>
                  <a:srgbClr val="001A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40" name="polygon-3023"/>
              <p:cNvSpPr/>
              <p:nvPr/>
            </p:nvSpPr>
            <p:spPr>
              <a:xfrm>
                <a:off x="12115800" y="367588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57FF"/>
              </a:solidFill>
              <a:ln w="2286">
                <a:solidFill>
                  <a:srgbClr val="005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41" name="polygon-3024"/>
              <p:cNvSpPr/>
              <p:nvPr/>
            </p:nvSpPr>
            <p:spPr>
              <a:xfrm>
                <a:off x="12115800" y="365760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94FF"/>
              </a:solidFill>
              <a:ln w="2286">
                <a:solidFill>
                  <a:srgbClr val="0094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42" name="polygon-3025"/>
              <p:cNvSpPr/>
              <p:nvPr/>
            </p:nvSpPr>
            <p:spPr>
              <a:xfrm>
                <a:off x="12115800" y="363931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D2FF"/>
              </a:solidFill>
              <a:ln w="2286">
                <a:solidFill>
                  <a:srgbClr val="00D2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43" name="polygon-3026"/>
              <p:cNvSpPr/>
              <p:nvPr/>
            </p:nvSpPr>
            <p:spPr>
              <a:xfrm>
                <a:off x="12115800" y="362102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10FFEF"/>
              </a:solidFill>
              <a:ln w="2286">
                <a:solidFill>
                  <a:srgbClr val="10FFE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44" name="polygon-3027"/>
              <p:cNvSpPr/>
              <p:nvPr/>
            </p:nvSpPr>
            <p:spPr>
              <a:xfrm>
                <a:off x="12115800" y="360273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4DFFB2"/>
              </a:solidFill>
              <a:ln w="2286">
                <a:solidFill>
                  <a:srgbClr val="4DFFB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45" name="polygon-3028"/>
              <p:cNvSpPr/>
              <p:nvPr/>
            </p:nvSpPr>
            <p:spPr>
              <a:xfrm>
                <a:off x="12115800" y="358444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8BFF74"/>
              </a:solidFill>
              <a:ln w="2286">
                <a:solidFill>
                  <a:srgbClr val="8BFF7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46" name="polygon-3029"/>
              <p:cNvSpPr/>
              <p:nvPr/>
            </p:nvSpPr>
            <p:spPr>
              <a:xfrm>
                <a:off x="12115800" y="356616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C8FF37"/>
              </a:solidFill>
              <a:ln w="2286">
                <a:solidFill>
                  <a:srgbClr val="C8FF3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47" name="polygon-3030"/>
              <p:cNvSpPr/>
              <p:nvPr/>
            </p:nvSpPr>
            <p:spPr>
              <a:xfrm>
                <a:off x="12097512" y="373075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9E"/>
              </a:solidFill>
              <a:ln w="2286">
                <a:solidFill>
                  <a:srgbClr val="00009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48" name="polygon-3031"/>
              <p:cNvSpPr/>
              <p:nvPr/>
            </p:nvSpPr>
            <p:spPr>
              <a:xfrm>
                <a:off x="12097512" y="3721608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1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DC"/>
              </a:solidFill>
              <a:ln w="2286">
                <a:solidFill>
                  <a:srgbClr val="0000D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49" name="polygon-3032"/>
              <p:cNvSpPr/>
              <p:nvPr/>
            </p:nvSpPr>
            <p:spPr>
              <a:xfrm>
                <a:off x="12097512" y="3703320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1BFF"/>
              </a:solidFill>
              <a:ln w="2286">
                <a:solidFill>
                  <a:srgbClr val="001B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50" name="polygon-3033"/>
              <p:cNvSpPr/>
              <p:nvPr/>
            </p:nvSpPr>
            <p:spPr>
              <a:xfrm>
                <a:off x="12097512" y="3685032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2"/>
                    </a:moveTo>
                    <a:lnTo>
                      <a:pt x="0" y="2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59FF"/>
              </a:solidFill>
              <a:ln w="2286">
                <a:solidFill>
                  <a:srgbClr val="0059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51" name="polygon-3034"/>
              <p:cNvSpPr/>
              <p:nvPr/>
            </p:nvSpPr>
            <p:spPr>
              <a:xfrm>
                <a:off x="12097512" y="366674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97FF"/>
              </a:solidFill>
              <a:ln w="2286">
                <a:solidFill>
                  <a:srgbClr val="009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52" name="polygon-3035"/>
              <p:cNvSpPr/>
              <p:nvPr/>
            </p:nvSpPr>
            <p:spPr>
              <a:xfrm>
                <a:off x="12097512" y="364845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D4FF"/>
              </a:solidFill>
              <a:ln w="2286">
                <a:solidFill>
                  <a:srgbClr val="00D4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53" name="polygon-3036"/>
              <p:cNvSpPr/>
              <p:nvPr/>
            </p:nvSpPr>
            <p:spPr>
              <a:xfrm>
                <a:off x="12097512" y="363016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13FFEC"/>
              </a:solidFill>
              <a:ln w="2286">
                <a:solidFill>
                  <a:srgbClr val="13FFE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54" name="polygon-3037"/>
              <p:cNvSpPr/>
              <p:nvPr/>
            </p:nvSpPr>
            <p:spPr>
              <a:xfrm>
                <a:off x="12097512" y="361188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51FFAE"/>
              </a:solidFill>
              <a:ln w="2286">
                <a:solidFill>
                  <a:srgbClr val="51FFA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55" name="polygon-3038"/>
              <p:cNvSpPr/>
              <p:nvPr/>
            </p:nvSpPr>
            <p:spPr>
              <a:xfrm>
                <a:off x="12097512" y="359359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8FFF70"/>
              </a:solidFill>
              <a:ln w="2286">
                <a:solidFill>
                  <a:srgbClr val="8FFF7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56" name="polygon-3039"/>
              <p:cNvSpPr/>
              <p:nvPr/>
            </p:nvSpPr>
            <p:spPr>
              <a:xfrm>
                <a:off x="12097512" y="357530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CDFF32"/>
              </a:solidFill>
              <a:ln w="2286">
                <a:solidFill>
                  <a:srgbClr val="CDFF3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57" name="polygon-3040"/>
              <p:cNvSpPr/>
              <p:nvPr/>
            </p:nvSpPr>
            <p:spPr>
              <a:xfrm>
                <a:off x="12079224" y="373989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9F"/>
              </a:solidFill>
              <a:ln w="2286">
                <a:solidFill>
                  <a:srgbClr val="00009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58" name="polygon-3041"/>
              <p:cNvSpPr/>
              <p:nvPr/>
            </p:nvSpPr>
            <p:spPr>
              <a:xfrm>
                <a:off x="12079224" y="372160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DD"/>
              </a:solidFill>
              <a:ln w="2286">
                <a:solidFill>
                  <a:srgbClr val="0000D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59" name="polygon-3042"/>
              <p:cNvSpPr/>
              <p:nvPr/>
            </p:nvSpPr>
            <p:spPr>
              <a:xfrm>
                <a:off x="12079224" y="370332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1DFF"/>
              </a:solidFill>
              <a:ln w="2286">
                <a:solidFill>
                  <a:srgbClr val="001D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60" name="polygon-3043"/>
              <p:cNvSpPr/>
              <p:nvPr/>
            </p:nvSpPr>
            <p:spPr>
              <a:xfrm>
                <a:off x="12079224" y="3694176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1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5CFF"/>
              </a:solidFill>
              <a:ln w="2286">
                <a:solidFill>
                  <a:srgbClr val="005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61" name="polygon-3044"/>
              <p:cNvSpPr/>
              <p:nvPr/>
            </p:nvSpPr>
            <p:spPr>
              <a:xfrm>
                <a:off x="12079224" y="3675888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9AFF"/>
              </a:solidFill>
              <a:ln w="2286">
                <a:solidFill>
                  <a:srgbClr val="009A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62" name="polygon-3045"/>
              <p:cNvSpPr/>
              <p:nvPr/>
            </p:nvSpPr>
            <p:spPr>
              <a:xfrm>
                <a:off x="12079224" y="3657600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D9FF"/>
              </a:solidFill>
              <a:ln w="2286">
                <a:solidFill>
                  <a:srgbClr val="00D9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63" name="polygon-3046"/>
              <p:cNvSpPr/>
              <p:nvPr/>
            </p:nvSpPr>
            <p:spPr>
              <a:xfrm>
                <a:off x="12079224" y="3639312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19FFE6"/>
              </a:solidFill>
              <a:ln w="2286">
                <a:solidFill>
                  <a:srgbClr val="19FFE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64" name="polygon-3047"/>
              <p:cNvSpPr/>
              <p:nvPr/>
            </p:nvSpPr>
            <p:spPr>
              <a:xfrm>
                <a:off x="12079224" y="3621024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57FFA8"/>
              </a:solidFill>
              <a:ln w="2286">
                <a:solidFill>
                  <a:srgbClr val="57FFA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65" name="polygon-3048"/>
              <p:cNvSpPr/>
              <p:nvPr/>
            </p:nvSpPr>
            <p:spPr>
              <a:xfrm>
                <a:off x="12079224" y="3602736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2"/>
                    </a:moveTo>
                    <a:lnTo>
                      <a:pt x="0" y="2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96FF69"/>
              </a:solidFill>
              <a:ln w="2286">
                <a:solidFill>
                  <a:srgbClr val="96FF6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66" name="polygon-3049"/>
              <p:cNvSpPr/>
              <p:nvPr/>
            </p:nvSpPr>
            <p:spPr>
              <a:xfrm>
                <a:off x="12079224" y="358444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D5FF2A"/>
              </a:solidFill>
              <a:ln w="2286">
                <a:solidFill>
                  <a:srgbClr val="D5FF2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67" name="polygon-3050"/>
              <p:cNvSpPr/>
              <p:nvPr/>
            </p:nvSpPr>
            <p:spPr>
              <a:xfrm>
                <a:off x="12060936" y="374904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9F"/>
              </a:solidFill>
              <a:ln w="2286">
                <a:solidFill>
                  <a:srgbClr val="00009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68" name="polygon-3051"/>
              <p:cNvSpPr/>
              <p:nvPr/>
            </p:nvSpPr>
            <p:spPr>
              <a:xfrm>
                <a:off x="12060936" y="373075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DE"/>
              </a:solidFill>
              <a:ln w="2286">
                <a:solidFill>
                  <a:srgbClr val="0000D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69" name="polygon-3052"/>
              <p:cNvSpPr/>
              <p:nvPr/>
            </p:nvSpPr>
            <p:spPr>
              <a:xfrm>
                <a:off x="12060936" y="371246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1EFF"/>
              </a:solidFill>
              <a:ln w="2286">
                <a:solidFill>
                  <a:srgbClr val="001E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70" name="polygon-3053"/>
              <p:cNvSpPr/>
              <p:nvPr/>
            </p:nvSpPr>
            <p:spPr>
              <a:xfrm>
                <a:off x="12060936" y="369417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5DFF"/>
              </a:solidFill>
              <a:ln w="2286">
                <a:solidFill>
                  <a:srgbClr val="005D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71" name="polygon-3054"/>
              <p:cNvSpPr/>
              <p:nvPr/>
            </p:nvSpPr>
            <p:spPr>
              <a:xfrm>
                <a:off x="12060936" y="367588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9DFF"/>
              </a:solidFill>
              <a:ln w="2286">
                <a:solidFill>
                  <a:srgbClr val="009D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72" name="polygon-3055"/>
              <p:cNvSpPr/>
              <p:nvPr/>
            </p:nvSpPr>
            <p:spPr>
              <a:xfrm>
                <a:off x="12060936" y="365760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DCFF"/>
              </a:solidFill>
              <a:ln w="2286">
                <a:solidFill>
                  <a:srgbClr val="00D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73" name="polygon-3056"/>
              <p:cNvSpPr/>
              <p:nvPr/>
            </p:nvSpPr>
            <p:spPr>
              <a:xfrm>
                <a:off x="12060936" y="363931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1CFFE3"/>
              </a:solidFill>
              <a:ln w="2286">
                <a:solidFill>
                  <a:srgbClr val="1CFFE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74" name="polygon-3057"/>
              <p:cNvSpPr/>
              <p:nvPr/>
            </p:nvSpPr>
            <p:spPr>
              <a:xfrm>
                <a:off x="12060936" y="362102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5BFFA4"/>
              </a:solidFill>
              <a:ln w="2286">
                <a:solidFill>
                  <a:srgbClr val="5BFFA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75" name="polygon-3058"/>
              <p:cNvSpPr/>
              <p:nvPr/>
            </p:nvSpPr>
            <p:spPr>
              <a:xfrm>
                <a:off x="12060936" y="3611880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1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9AFF65"/>
              </a:solidFill>
              <a:ln w="2286">
                <a:solidFill>
                  <a:srgbClr val="9AFF6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76" name="polygon-3059"/>
              <p:cNvSpPr/>
              <p:nvPr/>
            </p:nvSpPr>
            <p:spPr>
              <a:xfrm>
                <a:off x="12060936" y="3593592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D9FF26"/>
              </a:solidFill>
              <a:ln w="2286">
                <a:solidFill>
                  <a:srgbClr val="D9FF2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77" name="polygon-3060"/>
              <p:cNvSpPr/>
              <p:nvPr/>
            </p:nvSpPr>
            <p:spPr>
              <a:xfrm>
                <a:off x="12042648" y="375818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9F"/>
              </a:solidFill>
              <a:ln w="2286">
                <a:solidFill>
                  <a:srgbClr val="00009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78" name="polygon-3061"/>
              <p:cNvSpPr/>
              <p:nvPr/>
            </p:nvSpPr>
            <p:spPr>
              <a:xfrm>
                <a:off x="12042648" y="373989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DE"/>
              </a:solidFill>
              <a:ln w="2286">
                <a:solidFill>
                  <a:srgbClr val="0000D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79" name="polygon-3062"/>
              <p:cNvSpPr/>
              <p:nvPr/>
            </p:nvSpPr>
            <p:spPr>
              <a:xfrm>
                <a:off x="12042648" y="372160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1EFF"/>
              </a:solidFill>
              <a:ln w="2286">
                <a:solidFill>
                  <a:srgbClr val="001E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80" name="polygon-3063"/>
              <p:cNvSpPr/>
              <p:nvPr/>
            </p:nvSpPr>
            <p:spPr>
              <a:xfrm>
                <a:off x="12042648" y="370332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5CFF"/>
              </a:solidFill>
              <a:ln w="2286">
                <a:solidFill>
                  <a:srgbClr val="005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81" name="polygon-3064"/>
              <p:cNvSpPr/>
              <p:nvPr/>
            </p:nvSpPr>
            <p:spPr>
              <a:xfrm>
                <a:off x="12042648" y="368503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9BFF"/>
              </a:solidFill>
              <a:ln w="2286">
                <a:solidFill>
                  <a:srgbClr val="009B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82" name="polygon-3065"/>
              <p:cNvSpPr/>
              <p:nvPr/>
            </p:nvSpPr>
            <p:spPr>
              <a:xfrm>
                <a:off x="12042648" y="366674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DAFF"/>
              </a:solidFill>
              <a:ln w="2286">
                <a:solidFill>
                  <a:srgbClr val="00DA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83" name="polygon-3066"/>
              <p:cNvSpPr/>
              <p:nvPr/>
            </p:nvSpPr>
            <p:spPr>
              <a:xfrm>
                <a:off x="12042648" y="364845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1AFFE5"/>
              </a:solidFill>
              <a:ln w="2286">
                <a:solidFill>
                  <a:srgbClr val="1AFFE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84" name="polygon-3067"/>
              <p:cNvSpPr/>
              <p:nvPr/>
            </p:nvSpPr>
            <p:spPr>
              <a:xfrm>
                <a:off x="12042648" y="363016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59FFA6"/>
              </a:solidFill>
              <a:ln w="2286">
                <a:solidFill>
                  <a:srgbClr val="59FF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85" name="polygon-3068"/>
              <p:cNvSpPr/>
              <p:nvPr/>
            </p:nvSpPr>
            <p:spPr>
              <a:xfrm>
                <a:off x="12042648" y="361188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98FF67"/>
              </a:solidFill>
              <a:ln w="2286">
                <a:solidFill>
                  <a:srgbClr val="98FF6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86" name="polygon-3069"/>
              <p:cNvSpPr/>
              <p:nvPr/>
            </p:nvSpPr>
            <p:spPr>
              <a:xfrm>
                <a:off x="12042648" y="359359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D7FF28"/>
              </a:solidFill>
              <a:ln w="2286">
                <a:solidFill>
                  <a:srgbClr val="D7FF2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87" name="polygon-3070"/>
              <p:cNvSpPr/>
              <p:nvPr/>
            </p:nvSpPr>
            <p:spPr>
              <a:xfrm>
                <a:off x="12024360" y="376732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9F"/>
              </a:solidFill>
              <a:ln w="2286">
                <a:solidFill>
                  <a:srgbClr val="00009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88" name="polygon-3071"/>
              <p:cNvSpPr/>
              <p:nvPr/>
            </p:nvSpPr>
            <p:spPr>
              <a:xfrm>
                <a:off x="12024360" y="374904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DD"/>
              </a:solidFill>
              <a:ln w="2286">
                <a:solidFill>
                  <a:srgbClr val="0000D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89" name="polygon-3072"/>
              <p:cNvSpPr/>
              <p:nvPr/>
            </p:nvSpPr>
            <p:spPr>
              <a:xfrm>
                <a:off x="12024360" y="373075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1CFF"/>
              </a:solidFill>
              <a:ln w="2286">
                <a:solidFill>
                  <a:srgbClr val="001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90" name="polygon-3073"/>
              <p:cNvSpPr/>
              <p:nvPr/>
            </p:nvSpPr>
            <p:spPr>
              <a:xfrm>
                <a:off x="12024360" y="371246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5AFF"/>
              </a:solidFill>
              <a:ln w="2286">
                <a:solidFill>
                  <a:srgbClr val="005A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91" name="polygon-3074"/>
              <p:cNvSpPr/>
              <p:nvPr/>
            </p:nvSpPr>
            <p:spPr>
              <a:xfrm>
                <a:off x="12024360" y="369417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98FF"/>
              </a:solidFill>
              <a:ln w="2286">
                <a:solidFill>
                  <a:srgbClr val="0098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92" name="polygon-3075"/>
              <p:cNvSpPr/>
              <p:nvPr/>
            </p:nvSpPr>
            <p:spPr>
              <a:xfrm>
                <a:off x="12024360" y="367588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D6FF"/>
              </a:solidFill>
              <a:ln w="2286">
                <a:solidFill>
                  <a:srgbClr val="00D6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93" name="polygon-3076"/>
              <p:cNvSpPr/>
              <p:nvPr/>
            </p:nvSpPr>
            <p:spPr>
              <a:xfrm>
                <a:off x="12024360" y="365760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15FFEA"/>
              </a:solidFill>
              <a:ln w="2286">
                <a:solidFill>
                  <a:srgbClr val="15FFE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94" name="polygon-3077"/>
              <p:cNvSpPr/>
              <p:nvPr/>
            </p:nvSpPr>
            <p:spPr>
              <a:xfrm>
                <a:off x="12024360" y="363931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53FFAC"/>
              </a:solidFill>
              <a:ln w="2286">
                <a:solidFill>
                  <a:srgbClr val="53FFA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95" name="polygon-3078"/>
              <p:cNvSpPr/>
              <p:nvPr/>
            </p:nvSpPr>
            <p:spPr>
              <a:xfrm>
                <a:off x="12024360" y="3621024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2" y="2"/>
                    </a:move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91FF6E"/>
              </a:solidFill>
              <a:ln w="2286">
                <a:solidFill>
                  <a:srgbClr val="91FF6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96" name="polygon-3079"/>
              <p:cNvSpPr/>
              <p:nvPr/>
            </p:nvSpPr>
            <p:spPr>
              <a:xfrm>
                <a:off x="12024360" y="361188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1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CFFF30"/>
              </a:solidFill>
              <a:ln w="2286">
                <a:solidFill>
                  <a:srgbClr val="CFFF3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97" name="polygon-3080"/>
              <p:cNvSpPr/>
              <p:nvPr/>
            </p:nvSpPr>
            <p:spPr>
              <a:xfrm>
                <a:off x="12006072" y="377647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9E"/>
              </a:solidFill>
              <a:ln w="2286">
                <a:solidFill>
                  <a:srgbClr val="00009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98" name="polygon-3081"/>
              <p:cNvSpPr/>
              <p:nvPr/>
            </p:nvSpPr>
            <p:spPr>
              <a:xfrm>
                <a:off x="12006072" y="375818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DC"/>
              </a:solidFill>
              <a:ln w="2286">
                <a:solidFill>
                  <a:srgbClr val="0000D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99" name="polygon-3082"/>
              <p:cNvSpPr/>
              <p:nvPr/>
            </p:nvSpPr>
            <p:spPr>
              <a:xfrm>
                <a:off x="12006072" y="373989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1AFF"/>
              </a:solidFill>
              <a:ln w="2286">
                <a:solidFill>
                  <a:srgbClr val="001A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00" name="polygon-3083"/>
              <p:cNvSpPr/>
              <p:nvPr/>
            </p:nvSpPr>
            <p:spPr>
              <a:xfrm>
                <a:off x="12006072" y="372160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57FF"/>
              </a:solidFill>
              <a:ln w="2286">
                <a:solidFill>
                  <a:srgbClr val="005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01" name="polygon-3084"/>
              <p:cNvSpPr/>
              <p:nvPr/>
            </p:nvSpPr>
            <p:spPr>
              <a:xfrm>
                <a:off x="12006072" y="370332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95FF"/>
              </a:solidFill>
              <a:ln w="2286">
                <a:solidFill>
                  <a:srgbClr val="0095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02" name="polygon-3085"/>
              <p:cNvSpPr/>
              <p:nvPr/>
            </p:nvSpPr>
            <p:spPr>
              <a:xfrm>
                <a:off x="12006072" y="368503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D2FF"/>
              </a:solidFill>
              <a:ln w="2286">
                <a:solidFill>
                  <a:srgbClr val="00D2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03" name="polygon-3086"/>
              <p:cNvSpPr/>
              <p:nvPr/>
            </p:nvSpPr>
            <p:spPr>
              <a:xfrm>
                <a:off x="12006072" y="366674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11FFEE"/>
              </a:solidFill>
              <a:ln w="2286">
                <a:solidFill>
                  <a:srgbClr val="11FFE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04" name="polygon-3087"/>
              <p:cNvSpPr/>
              <p:nvPr/>
            </p:nvSpPr>
            <p:spPr>
              <a:xfrm>
                <a:off x="12006072" y="3657600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1"/>
                    </a:moveTo>
                    <a:lnTo>
                      <a:pt x="0" y="2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4EFFB1"/>
              </a:solidFill>
              <a:ln w="2286">
                <a:solidFill>
                  <a:srgbClr val="4EFFB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05" name="polygon-3088"/>
              <p:cNvSpPr/>
              <p:nvPr/>
            </p:nvSpPr>
            <p:spPr>
              <a:xfrm>
                <a:off x="12006072" y="363931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8BFF74"/>
              </a:solidFill>
              <a:ln w="2286">
                <a:solidFill>
                  <a:srgbClr val="8BFF7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06" name="polygon-3089"/>
              <p:cNvSpPr/>
              <p:nvPr/>
            </p:nvSpPr>
            <p:spPr>
              <a:xfrm>
                <a:off x="12006072" y="362102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C9FF36"/>
              </a:solidFill>
              <a:ln w="2286">
                <a:solidFill>
                  <a:srgbClr val="C9FF3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07" name="polygon-3090"/>
              <p:cNvSpPr/>
              <p:nvPr/>
            </p:nvSpPr>
            <p:spPr>
              <a:xfrm>
                <a:off x="11987784" y="378561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9E"/>
              </a:solidFill>
              <a:ln w="2286">
                <a:solidFill>
                  <a:srgbClr val="00009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08" name="polygon-3091"/>
              <p:cNvSpPr/>
              <p:nvPr/>
            </p:nvSpPr>
            <p:spPr>
              <a:xfrm>
                <a:off x="11987784" y="376732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DC"/>
              </a:solidFill>
              <a:ln w="2286">
                <a:solidFill>
                  <a:srgbClr val="0000D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09" name="polygon-3092"/>
              <p:cNvSpPr/>
              <p:nvPr/>
            </p:nvSpPr>
            <p:spPr>
              <a:xfrm>
                <a:off x="11987784" y="374904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1AFF"/>
              </a:solidFill>
              <a:ln w="2286">
                <a:solidFill>
                  <a:srgbClr val="001A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10" name="polygon-3093"/>
              <p:cNvSpPr/>
              <p:nvPr/>
            </p:nvSpPr>
            <p:spPr>
              <a:xfrm>
                <a:off x="11987784" y="373075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57FF"/>
              </a:solidFill>
              <a:ln w="2286">
                <a:solidFill>
                  <a:srgbClr val="005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11" name="polygon-3094"/>
              <p:cNvSpPr/>
              <p:nvPr/>
            </p:nvSpPr>
            <p:spPr>
              <a:xfrm>
                <a:off x="11987784" y="371246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95FF"/>
              </a:solidFill>
              <a:ln w="2286">
                <a:solidFill>
                  <a:srgbClr val="0095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12" name="polygon-3095"/>
              <p:cNvSpPr/>
              <p:nvPr/>
            </p:nvSpPr>
            <p:spPr>
              <a:xfrm>
                <a:off x="11987784" y="369417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D2FF"/>
              </a:solidFill>
              <a:ln w="2286">
                <a:solidFill>
                  <a:srgbClr val="00D2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13" name="polygon-3096"/>
              <p:cNvSpPr/>
              <p:nvPr/>
            </p:nvSpPr>
            <p:spPr>
              <a:xfrm>
                <a:off x="11987784" y="367588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11FFEE"/>
              </a:solidFill>
              <a:ln w="2286">
                <a:solidFill>
                  <a:srgbClr val="11FFE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14" name="polygon-3097"/>
              <p:cNvSpPr/>
              <p:nvPr/>
            </p:nvSpPr>
            <p:spPr>
              <a:xfrm>
                <a:off x="11987784" y="3666744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1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4EFFB1"/>
              </a:solidFill>
              <a:ln w="2286">
                <a:solidFill>
                  <a:srgbClr val="4EFFB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15" name="polygon-3098"/>
              <p:cNvSpPr/>
              <p:nvPr/>
            </p:nvSpPr>
            <p:spPr>
              <a:xfrm>
                <a:off x="11987784" y="3648456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8CFF73"/>
              </a:solidFill>
              <a:ln w="2286">
                <a:solidFill>
                  <a:srgbClr val="8CFF7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16" name="polygon-3099"/>
              <p:cNvSpPr/>
              <p:nvPr/>
            </p:nvSpPr>
            <p:spPr>
              <a:xfrm>
                <a:off x="11987784" y="3630168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C9FF36"/>
              </a:solidFill>
              <a:ln w="2286">
                <a:solidFill>
                  <a:srgbClr val="C9FF3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17" name="polygon-3100"/>
              <p:cNvSpPr/>
              <p:nvPr/>
            </p:nvSpPr>
            <p:spPr>
              <a:xfrm>
                <a:off x="11969496" y="379476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9F"/>
              </a:solidFill>
              <a:ln w="2286">
                <a:solidFill>
                  <a:srgbClr val="00009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18" name="polygon-3101"/>
              <p:cNvSpPr/>
              <p:nvPr/>
            </p:nvSpPr>
            <p:spPr>
              <a:xfrm>
                <a:off x="11969496" y="377647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DD"/>
              </a:solidFill>
              <a:ln w="2286">
                <a:solidFill>
                  <a:srgbClr val="0000D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19" name="polygon-3102"/>
              <p:cNvSpPr/>
              <p:nvPr/>
            </p:nvSpPr>
            <p:spPr>
              <a:xfrm>
                <a:off x="11969496" y="375818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1CFF"/>
              </a:solidFill>
              <a:ln w="2286">
                <a:solidFill>
                  <a:srgbClr val="001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20" name="polygon-3103"/>
              <p:cNvSpPr/>
              <p:nvPr/>
            </p:nvSpPr>
            <p:spPr>
              <a:xfrm>
                <a:off x="11969496" y="373989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5AFF"/>
              </a:solidFill>
              <a:ln w="2286">
                <a:solidFill>
                  <a:srgbClr val="005A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21" name="polygon-3104"/>
              <p:cNvSpPr/>
              <p:nvPr/>
            </p:nvSpPr>
            <p:spPr>
              <a:xfrm>
                <a:off x="11969496" y="372160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98FF"/>
              </a:solidFill>
              <a:ln w="2286">
                <a:solidFill>
                  <a:srgbClr val="0098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22" name="polygon-3105"/>
              <p:cNvSpPr/>
              <p:nvPr/>
            </p:nvSpPr>
            <p:spPr>
              <a:xfrm>
                <a:off x="11969496" y="370332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D6FF"/>
              </a:solidFill>
              <a:ln w="2286">
                <a:solidFill>
                  <a:srgbClr val="00D6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23" name="polygon-3106"/>
              <p:cNvSpPr/>
              <p:nvPr/>
            </p:nvSpPr>
            <p:spPr>
              <a:xfrm>
                <a:off x="11969496" y="368503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15FFEA"/>
              </a:solidFill>
              <a:ln w="2286">
                <a:solidFill>
                  <a:srgbClr val="15FFE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24" name="polygon-3107"/>
              <p:cNvSpPr/>
              <p:nvPr/>
            </p:nvSpPr>
            <p:spPr>
              <a:xfrm>
                <a:off x="11969496" y="366674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53FFAC"/>
              </a:solidFill>
              <a:ln w="2286">
                <a:solidFill>
                  <a:srgbClr val="53FFA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25" name="polygon-3108"/>
              <p:cNvSpPr/>
              <p:nvPr/>
            </p:nvSpPr>
            <p:spPr>
              <a:xfrm>
                <a:off x="11969496" y="364845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91FF6E"/>
              </a:solidFill>
              <a:ln w="2286">
                <a:solidFill>
                  <a:srgbClr val="91FF6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26" name="polygon-3109"/>
              <p:cNvSpPr/>
              <p:nvPr/>
            </p:nvSpPr>
            <p:spPr>
              <a:xfrm>
                <a:off x="11969496" y="363016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CFFF30"/>
              </a:solidFill>
              <a:ln w="2286">
                <a:solidFill>
                  <a:srgbClr val="CFFF3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27" name="polygon-3110"/>
              <p:cNvSpPr/>
              <p:nvPr/>
            </p:nvSpPr>
            <p:spPr>
              <a:xfrm>
                <a:off x="11951208" y="3803904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2"/>
                    </a:moveTo>
                    <a:lnTo>
                      <a:pt x="0" y="2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9F"/>
              </a:solidFill>
              <a:ln w="2286">
                <a:solidFill>
                  <a:srgbClr val="00009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28" name="polygon-3111"/>
              <p:cNvSpPr/>
              <p:nvPr/>
            </p:nvSpPr>
            <p:spPr>
              <a:xfrm>
                <a:off x="11951208" y="378561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DE"/>
              </a:solidFill>
              <a:ln w="2286">
                <a:solidFill>
                  <a:srgbClr val="0000D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29" name="polygon-3112"/>
              <p:cNvSpPr/>
              <p:nvPr/>
            </p:nvSpPr>
            <p:spPr>
              <a:xfrm>
                <a:off x="11951208" y="376732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1EFF"/>
              </a:solidFill>
              <a:ln w="2286">
                <a:solidFill>
                  <a:srgbClr val="001E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30" name="polygon-3113"/>
              <p:cNvSpPr/>
              <p:nvPr/>
            </p:nvSpPr>
            <p:spPr>
              <a:xfrm>
                <a:off x="11951208" y="374904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5DFF"/>
              </a:solidFill>
              <a:ln w="2286">
                <a:solidFill>
                  <a:srgbClr val="005D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31" name="polygon-3114"/>
              <p:cNvSpPr/>
              <p:nvPr/>
            </p:nvSpPr>
            <p:spPr>
              <a:xfrm>
                <a:off x="11951208" y="373075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9BFF"/>
              </a:solidFill>
              <a:ln w="2286">
                <a:solidFill>
                  <a:srgbClr val="009B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32" name="polygon-3115"/>
              <p:cNvSpPr/>
              <p:nvPr/>
            </p:nvSpPr>
            <p:spPr>
              <a:xfrm>
                <a:off x="11951208" y="371246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DAFF"/>
              </a:solidFill>
              <a:ln w="2286">
                <a:solidFill>
                  <a:srgbClr val="00DA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33" name="polygon-3116"/>
              <p:cNvSpPr/>
              <p:nvPr/>
            </p:nvSpPr>
            <p:spPr>
              <a:xfrm>
                <a:off x="11951208" y="369417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1AFFE5"/>
              </a:solidFill>
              <a:ln w="2286">
                <a:solidFill>
                  <a:srgbClr val="1AFFE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34" name="polygon-3117"/>
              <p:cNvSpPr/>
              <p:nvPr/>
            </p:nvSpPr>
            <p:spPr>
              <a:xfrm>
                <a:off x="11951208" y="367588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59FFA6"/>
              </a:solidFill>
              <a:ln w="2286">
                <a:solidFill>
                  <a:srgbClr val="59FF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35" name="polygon-3118"/>
              <p:cNvSpPr/>
              <p:nvPr/>
            </p:nvSpPr>
            <p:spPr>
              <a:xfrm>
                <a:off x="11951208" y="365760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98FF67"/>
              </a:solidFill>
              <a:ln w="2286">
                <a:solidFill>
                  <a:srgbClr val="98FF6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36" name="polygon-3119"/>
              <p:cNvSpPr/>
              <p:nvPr/>
            </p:nvSpPr>
            <p:spPr>
              <a:xfrm>
                <a:off x="11951208" y="363931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D7FF28"/>
              </a:solidFill>
              <a:ln w="2286">
                <a:solidFill>
                  <a:srgbClr val="D7FF2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37" name="polygon-3120"/>
              <p:cNvSpPr/>
              <p:nvPr/>
            </p:nvSpPr>
            <p:spPr>
              <a:xfrm>
                <a:off x="11932920" y="3813048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1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9F"/>
              </a:solidFill>
              <a:ln w="2286">
                <a:solidFill>
                  <a:srgbClr val="00009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38" name="polygon-3121"/>
              <p:cNvSpPr/>
              <p:nvPr/>
            </p:nvSpPr>
            <p:spPr>
              <a:xfrm>
                <a:off x="11932920" y="3794760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DE"/>
              </a:solidFill>
              <a:ln w="2286">
                <a:solidFill>
                  <a:srgbClr val="0000D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39" name="polygon-3122"/>
              <p:cNvSpPr/>
              <p:nvPr/>
            </p:nvSpPr>
            <p:spPr>
              <a:xfrm>
                <a:off x="11932920" y="3776472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2"/>
                    </a:moveTo>
                    <a:lnTo>
                      <a:pt x="0" y="2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1EFF"/>
              </a:solidFill>
              <a:ln w="2286">
                <a:solidFill>
                  <a:srgbClr val="001E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40" name="polygon-3123"/>
              <p:cNvSpPr/>
              <p:nvPr/>
            </p:nvSpPr>
            <p:spPr>
              <a:xfrm>
                <a:off x="11932920" y="375818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5DFF"/>
              </a:solidFill>
              <a:ln w="2286">
                <a:solidFill>
                  <a:srgbClr val="005D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41" name="polygon-3124"/>
              <p:cNvSpPr/>
              <p:nvPr/>
            </p:nvSpPr>
            <p:spPr>
              <a:xfrm>
                <a:off x="11932920" y="373989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9DFF"/>
              </a:solidFill>
              <a:ln w="2286">
                <a:solidFill>
                  <a:srgbClr val="009D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42" name="polygon-3125"/>
              <p:cNvSpPr/>
              <p:nvPr/>
            </p:nvSpPr>
            <p:spPr>
              <a:xfrm>
                <a:off x="11932920" y="372160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DCFF"/>
              </a:solidFill>
              <a:ln w="2286">
                <a:solidFill>
                  <a:srgbClr val="00D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43" name="polygon-3126"/>
              <p:cNvSpPr/>
              <p:nvPr/>
            </p:nvSpPr>
            <p:spPr>
              <a:xfrm>
                <a:off x="11932920" y="370332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1CFFE3"/>
              </a:solidFill>
              <a:ln w="2286">
                <a:solidFill>
                  <a:srgbClr val="1CFFE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44" name="polygon-3127"/>
              <p:cNvSpPr/>
              <p:nvPr/>
            </p:nvSpPr>
            <p:spPr>
              <a:xfrm>
                <a:off x="11932920" y="368503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5BFFA4"/>
              </a:solidFill>
              <a:ln w="2286">
                <a:solidFill>
                  <a:srgbClr val="5BFFA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45" name="polygon-3128"/>
              <p:cNvSpPr/>
              <p:nvPr/>
            </p:nvSpPr>
            <p:spPr>
              <a:xfrm>
                <a:off x="11932920" y="366674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9AFF65"/>
              </a:solidFill>
              <a:ln w="2286">
                <a:solidFill>
                  <a:srgbClr val="9AFF6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46" name="polygon-3129"/>
              <p:cNvSpPr/>
              <p:nvPr/>
            </p:nvSpPr>
            <p:spPr>
              <a:xfrm>
                <a:off x="11932920" y="364845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D9FF26"/>
              </a:solidFill>
              <a:ln w="2286">
                <a:solidFill>
                  <a:srgbClr val="D9FF2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47" name="polygon-3130"/>
              <p:cNvSpPr/>
              <p:nvPr/>
            </p:nvSpPr>
            <p:spPr>
              <a:xfrm>
                <a:off x="11914632" y="381304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9F"/>
              </a:solidFill>
              <a:ln w="2286">
                <a:solidFill>
                  <a:srgbClr val="00009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48" name="polygon-3131"/>
              <p:cNvSpPr/>
              <p:nvPr/>
            </p:nvSpPr>
            <p:spPr>
              <a:xfrm>
                <a:off x="11914632" y="379476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DD"/>
              </a:solidFill>
              <a:ln w="2286">
                <a:solidFill>
                  <a:srgbClr val="0000D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49" name="polygon-3132"/>
              <p:cNvSpPr/>
              <p:nvPr/>
            </p:nvSpPr>
            <p:spPr>
              <a:xfrm>
                <a:off x="11914632" y="3785616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1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1DFF"/>
              </a:solidFill>
              <a:ln w="2286">
                <a:solidFill>
                  <a:srgbClr val="001D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50" name="polygon-3133"/>
              <p:cNvSpPr/>
              <p:nvPr/>
            </p:nvSpPr>
            <p:spPr>
              <a:xfrm>
                <a:off x="11914632" y="3767328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2"/>
                    </a:moveTo>
                    <a:lnTo>
                      <a:pt x="0" y="2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5CFF"/>
              </a:solidFill>
              <a:ln w="2286">
                <a:solidFill>
                  <a:srgbClr val="005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51" name="polygon-3134"/>
              <p:cNvSpPr/>
              <p:nvPr/>
            </p:nvSpPr>
            <p:spPr>
              <a:xfrm>
                <a:off x="11914632" y="374904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9AFF"/>
              </a:solidFill>
              <a:ln w="2286">
                <a:solidFill>
                  <a:srgbClr val="009A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52" name="polygon-3135"/>
              <p:cNvSpPr/>
              <p:nvPr/>
            </p:nvSpPr>
            <p:spPr>
              <a:xfrm>
                <a:off x="11914632" y="373075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D9FF"/>
              </a:solidFill>
              <a:ln w="2286">
                <a:solidFill>
                  <a:srgbClr val="00D9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53" name="polygon-3136"/>
              <p:cNvSpPr/>
              <p:nvPr/>
            </p:nvSpPr>
            <p:spPr>
              <a:xfrm>
                <a:off x="11914632" y="371246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18FFE7"/>
              </a:solidFill>
              <a:ln w="2286">
                <a:solidFill>
                  <a:srgbClr val="18FFE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54" name="polygon-3137"/>
              <p:cNvSpPr/>
              <p:nvPr/>
            </p:nvSpPr>
            <p:spPr>
              <a:xfrm>
                <a:off x="11914632" y="369417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57FFA8"/>
              </a:solidFill>
              <a:ln w="2286">
                <a:solidFill>
                  <a:srgbClr val="57FFA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55" name="polygon-3138"/>
              <p:cNvSpPr/>
              <p:nvPr/>
            </p:nvSpPr>
            <p:spPr>
              <a:xfrm>
                <a:off x="11914632" y="367588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96FF69"/>
              </a:solidFill>
              <a:ln w="2286">
                <a:solidFill>
                  <a:srgbClr val="96FF6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56" name="polygon-3139"/>
              <p:cNvSpPr/>
              <p:nvPr/>
            </p:nvSpPr>
            <p:spPr>
              <a:xfrm>
                <a:off x="11914632" y="365760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D4FF2B"/>
              </a:solidFill>
              <a:ln w="2286">
                <a:solidFill>
                  <a:srgbClr val="D4FF2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57" name="polygon-3140"/>
              <p:cNvSpPr/>
              <p:nvPr/>
            </p:nvSpPr>
            <p:spPr>
              <a:xfrm>
                <a:off x="11896344" y="382219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9E"/>
              </a:solidFill>
              <a:ln w="2286">
                <a:solidFill>
                  <a:srgbClr val="00009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58" name="polygon-3141"/>
              <p:cNvSpPr/>
              <p:nvPr/>
            </p:nvSpPr>
            <p:spPr>
              <a:xfrm>
                <a:off x="11896344" y="380390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DC"/>
              </a:solidFill>
              <a:ln w="2286">
                <a:solidFill>
                  <a:srgbClr val="0000D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59" name="polygon-3142"/>
              <p:cNvSpPr/>
              <p:nvPr/>
            </p:nvSpPr>
            <p:spPr>
              <a:xfrm>
                <a:off x="11896344" y="378561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1BFF"/>
              </a:solidFill>
              <a:ln w="2286">
                <a:solidFill>
                  <a:srgbClr val="001B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60" name="polygon-3143"/>
              <p:cNvSpPr/>
              <p:nvPr/>
            </p:nvSpPr>
            <p:spPr>
              <a:xfrm>
                <a:off x="11896344" y="3776472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1"/>
                    </a:moveTo>
                    <a:lnTo>
                      <a:pt x="0" y="2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59FF"/>
              </a:solidFill>
              <a:ln w="2286">
                <a:solidFill>
                  <a:srgbClr val="0059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61" name="polygon-3144"/>
              <p:cNvSpPr/>
              <p:nvPr/>
            </p:nvSpPr>
            <p:spPr>
              <a:xfrm>
                <a:off x="11896344" y="375818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97FF"/>
              </a:solidFill>
              <a:ln w="2286">
                <a:solidFill>
                  <a:srgbClr val="009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62" name="polygon-3145"/>
              <p:cNvSpPr/>
              <p:nvPr/>
            </p:nvSpPr>
            <p:spPr>
              <a:xfrm>
                <a:off x="11896344" y="373989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D4FF"/>
              </a:solidFill>
              <a:ln w="2286">
                <a:solidFill>
                  <a:srgbClr val="00D4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63" name="polygon-3146"/>
              <p:cNvSpPr/>
              <p:nvPr/>
            </p:nvSpPr>
            <p:spPr>
              <a:xfrm>
                <a:off x="11896344" y="372160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13FFEC"/>
              </a:solidFill>
              <a:ln w="2286">
                <a:solidFill>
                  <a:srgbClr val="13FFE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64" name="polygon-3147"/>
              <p:cNvSpPr/>
              <p:nvPr/>
            </p:nvSpPr>
            <p:spPr>
              <a:xfrm>
                <a:off x="11896344" y="370332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51FFAE"/>
              </a:solidFill>
              <a:ln w="2286">
                <a:solidFill>
                  <a:srgbClr val="51FFA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65" name="polygon-3148"/>
              <p:cNvSpPr/>
              <p:nvPr/>
            </p:nvSpPr>
            <p:spPr>
              <a:xfrm>
                <a:off x="11896344" y="368503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8FFF70"/>
              </a:solidFill>
              <a:ln w="2286">
                <a:solidFill>
                  <a:srgbClr val="8FFF7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66" name="polygon-3149"/>
              <p:cNvSpPr/>
              <p:nvPr/>
            </p:nvSpPr>
            <p:spPr>
              <a:xfrm>
                <a:off x="11896344" y="366674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CCFF33"/>
              </a:solidFill>
              <a:ln w="2286">
                <a:solidFill>
                  <a:srgbClr val="CCFF3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67" name="polygon-3150"/>
              <p:cNvSpPr/>
              <p:nvPr/>
            </p:nvSpPr>
            <p:spPr>
              <a:xfrm>
                <a:off x="11878056" y="383133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9E"/>
              </a:solidFill>
              <a:ln w="2286">
                <a:solidFill>
                  <a:srgbClr val="00009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68" name="polygon-3151"/>
              <p:cNvSpPr/>
              <p:nvPr/>
            </p:nvSpPr>
            <p:spPr>
              <a:xfrm>
                <a:off x="11878056" y="381304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DB"/>
              </a:solidFill>
              <a:ln w="2286">
                <a:solidFill>
                  <a:srgbClr val="0000D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69" name="polygon-3152"/>
              <p:cNvSpPr/>
              <p:nvPr/>
            </p:nvSpPr>
            <p:spPr>
              <a:xfrm>
                <a:off x="11878056" y="379476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1AFF"/>
              </a:solidFill>
              <a:ln w="2286">
                <a:solidFill>
                  <a:srgbClr val="001A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70" name="polygon-3153"/>
              <p:cNvSpPr/>
              <p:nvPr/>
            </p:nvSpPr>
            <p:spPr>
              <a:xfrm>
                <a:off x="11878056" y="3785616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1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57FF"/>
              </a:solidFill>
              <a:ln w="2286">
                <a:solidFill>
                  <a:srgbClr val="005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71" name="polygon-3154"/>
              <p:cNvSpPr/>
              <p:nvPr/>
            </p:nvSpPr>
            <p:spPr>
              <a:xfrm>
                <a:off x="11878056" y="3767328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2"/>
                    </a:moveTo>
                    <a:lnTo>
                      <a:pt x="0" y="2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94FF"/>
              </a:solidFill>
              <a:ln w="2286">
                <a:solidFill>
                  <a:srgbClr val="0094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72" name="polygon-3155"/>
              <p:cNvSpPr/>
              <p:nvPr/>
            </p:nvSpPr>
            <p:spPr>
              <a:xfrm>
                <a:off x="11878056" y="374904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D2FF"/>
              </a:solidFill>
              <a:ln w="2286">
                <a:solidFill>
                  <a:srgbClr val="00D2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73" name="polygon-3156"/>
              <p:cNvSpPr/>
              <p:nvPr/>
            </p:nvSpPr>
            <p:spPr>
              <a:xfrm>
                <a:off x="11878056" y="373075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10FFEF"/>
              </a:solidFill>
              <a:ln w="2286">
                <a:solidFill>
                  <a:srgbClr val="10FFE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74" name="polygon-3157"/>
              <p:cNvSpPr/>
              <p:nvPr/>
            </p:nvSpPr>
            <p:spPr>
              <a:xfrm>
                <a:off x="11878056" y="371246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4DFFB2"/>
              </a:solidFill>
              <a:ln w="2286">
                <a:solidFill>
                  <a:srgbClr val="4DFFB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75" name="polygon-3158"/>
              <p:cNvSpPr/>
              <p:nvPr/>
            </p:nvSpPr>
            <p:spPr>
              <a:xfrm>
                <a:off x="11878056" y="369417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8BFF74"/>
              </a:solidFill>
              <a:ln w="2286">
                <a:solidFill>
                  <a:srgbClr val="8BFF7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76" name="polygon-3159"/>
              <p:cNvSpPr/>
              <p:nvPr/>
            </p:nvSpPr>
            <p:spPr>
              <a:xfrm>
                <a:off x="11878056" y="367588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C8FF37"/>
              </a:solidFill>
              <a:ln w="2286">
                <a:solidFill>
                  <a:srgbClr val="C8FF3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77" name="polygon-3160"/>
              <p:cNvSpPr/>
              <p:nvPr/>
            </p:nvSpPr>
            <p:spPr>
              <a:xfrm>
                <a:off x="11859768" y="384048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9E"/>
              </a:solidFill>
              <a:ln w="2286">
                <a:solidFill>
                  <a:srgbClr val="00009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78" name="polygon-3161"/>
              <p:cNvSpPr/>
              <p:nvPr/>
            </p:nvSpPr>
            <p:spPr>
              <a:xfrm>
                <a:off x="11859768" y="382219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DC"/>
              </a:solidFill>
              <a:ln w="2286">
                <a:solidFill>
                  <a:srgbClr val="0000D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79" name="polygon-3162"/>
              <p:cNvSpPr/>
              <p:nvPr/>
            </p:nvSpPr>
            <p:spPr>
              <a:xfrm>
                <a:off x="11859768" y="380390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1BFF"/>
              </a:solidFill>
              <a:ln w="2286">
                <a:solidFill>
                  <a:srgbClr val="001B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80" name="polygon-3163"/>
              <p:cNvSpPr/>
              <p:nvPr/>
            </p:nvSpPr>
            <p:spPr>
              <a:xfrm>
                <a:off x="11859768" y="378561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58FF"/>
              </a:solidFill>
              <a:ln w="2286">
                <a:solidFill>
                  <a:srgbClr val="0058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81" name="polygon-3164"/>
              <p:cNvSpPr/>
              <p:nvPr/>
            </p:nvSpPr>
            <p:spPr>
              <a:xfrm>
                <a:off x="11859768" y="3776472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1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96FF"/>
              </a:solidFill>
              <a:ln w="2286">
                <a:solidFill>
                  <a:srgbClr val="0096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82" name="polygon-3165"/>
              <p:cNvSpPr/>
              <p:nvPr/>
            </p:nvSpPr>
            <p:spPr>
              <a:xfrm>
                <a:off x="11859768" y="3758184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D3FF"/>
              </a:solidFill>
              <a:ln w="2286">
                <a:solidFill>
                  <a:srgbClr val="00D3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83" name="polygon-3166"/>
              <p:cNvSpPr/>
              <p:nvPr/>
            </p:nvSpPr>
            <p:spPr>
              <a:xfrm>
                <a:off x="11859768" y="3739896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12FFED"/>
              </a:solidFill>
              <a:ln w="2286">
                <a:solidFill>
                  <a:srgbClr val="12FFE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84" name="polygon-3167"/>
              <p:cNvSpPr/>
              <p:nvPr/>
            </p:nvSpPr>
            <p:spPr>
              <a:xfrm>
                <a:off x="11859768" y="3721608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2" y="2"/>
                    </a:moveTo>
                    <a:lnTo>
                      <a:pt x="0" y="2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50FFAF"/>
              </a:solidFill>
              <a:ln w="2286">
                <a:solidFill>
                  <a:srgbClr val="50FFA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85" name="polygon-3168"/>
              <p:cNvSpPr/>
              <p:nvPr/>
            </p:nvSpPr>
            <p:spPr>
              <a:xfrm>
                <a:off x="11859768" y="370332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8DFF72"/>
              </a:solidFill>
              <a:ln w="2286">
                <a:solidFill>
                  <a:srgbClr val="8DFF7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86" name="polygon-3169"/>
              <p:cNvSpPr/>
              <p:nvPr/>
            </p:nvSpPr>
            <p:spPr>
              <a:xfrm>
                <a:off x="11859768" y="368503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2"/>
                    </a:move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CBFF34"/>
              </a:solidFill>
              <a:ln w="2286">
                <a:solidFill>
                  <a:srgbClr val="CBFF3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87" name="polygon-3170"/>
              <p:cNvSpPr/>
              <p:nvPr/>
            </p:nvSpPr>
            <p:spPr>
              <a:xfrm>
                <a:off x="11530584" y="370332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9E"/>
              </a:solidFill>
              <a:ln w="2286">
                <a:solidFill>
                  <a:srgbClr val="00009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88" name="polygon-3171"/>
              <p:cNvSpPr/>
              <p:nvPr/>
            </p:nvSpPr>
            <p:spPr>
              <a:xfrm>
                <a:off x="11530584" y="368503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DC"/>
              </a:solidFill>
              <a:ln w="2286">
                <a:solidFill>
                  <a:srgbClr val="0000D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89" name="polygon-3172"/>
              <p:cNvSpPr/>
              <p:nvPr/>
            </p:nvSpPr>
            <p:spPr>
              <a:xfrm>
                <a:off x="11530584" y="366674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1BFF"/>
              </a:solidFill>
              <a:ln w="2286">
                <a:solidFill>
                  <a:srgbClr val="001B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90" name="polygon-3173"/>
              <p:cNvSpPr/>
              <p:nvPr/>
            </p:nvSpPr>
            <p:spPr>
              <a:xfrm>
                <a:off x="11530584" y="364845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59FF"/>
              </a:solidFill>
              <a:ln w="2286">
                <a:solidFill>
                  <a:srgbClr val="0059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91" name="polygon-3174"/>
              <p:cNvSpPr/>
              <p:nvPr/>
            </p:nvSpPr>
            <p:spPr>
              <a:xfrm>
                <a:off x="11530584" y="363016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97FF"/>
              </a:solidFill>
              <a:ln w="2286">
                <a:solidFill>
                  <a:srgbClr val="009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92" name="polygon-3175"/>
              <p:cNvSpPr/>
              <p:nvPr/>
            </p:nvSpPr>
            <p:spPr>
              <a:xfrm>
                <a:off x="11530584" y="361188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D5FF"/>
              </a:solidFill>
              <a:ln w="2286">
                <a:solidFill>
                  <a:srgbClr val="00D5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93" name="polygon-3176"/>
              <p:cNvSpPr/>
              <p:nvPr/>
            </p:nvSpPr>
            <p:spPr>
              <a:xfrm>
                <a:off x="11530584" y="359359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4FFEB"/>
              </a:solidFill>
              <a:ln w="2286">
                <a:solidFill>
                  <a:srgbClr val="14FFE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94" name="polygon-3177"/>
              <p:cNvSpPr/>
              <p:nvPr/>
            </p:nvSpPr>
            <p:spPr>
              <a:xfrm>
                <a:off x="11530584" y="357530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2FFAD"/>
              </a:solidFill>
              <a:ln w="2286">
                <a:solidFill>
                  <a:srgbClr val="52FFA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95" name="polygon-3178"/>
              <p:cNvSpPr/>
              <p:nvPr/>
            </p:nvSpPr>
            <p:spPr>
              <a:xfrm>
                <a:off x="11530584" y="355701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FF6F"/>
              </a:solidFill>
              <a:ln w="2286">
                <a:solidFill>
                  <a:srgbClr val="90FF6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96" name="polygon-3179"/>
              <p:cNvSpPr/>
              <p:nvPr/>
            </p:nvSpPr>
            <p:spPr>
              <a:xfrm>
                <a:off x="11530584" y="353872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EFF31"/>
              </a:solidFill>
              <a:ln w="2286">
                <a:solidFill>
                  <a:srgbClr val="CEFF3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97" name="polygon-3180"/>
              <p:cNvSpPr/>
              <p:nvPr/>
            </p:nvSpPr>
            <p:spPr>
              <a:xfrm>
                <a:off x="11548872" y="371246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3"/>
              </a:solidFill>
              <a:ln w="2286">
                <a:solidFill>
                  <a:srgbClr val="0000A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98" name="polygon-3181"/>
              <p:cNvSpPr/>
              <p:nvPr/>
            </p:nvSpPr>
            <p:spPr>
              <a:xfrm>
                <a:off x="11548872" y="3694176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0" y="2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E9"/>
              </a:solidFill>
              <a:ln w="2286">
                <a:solidFill>
                  <a:srgbClr val="0000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99" name="polygon-3182"/>
              <p:cNvSpPr/>
              <p:nvPr/>
            </p:nvSpPr>
            <p:spPr>
              <a:xfrm>
                <a:off x="11548872" y="366674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3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0FF"/>
              </a:solidFill>
              <a:ln w="2286">
                <a:solidFill>
                  <a:srgbClr val="0030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00" name="polygon-3183"/>
              <p:cNvSpPr/>
              <p:nvPr/>
            </p:nvSpPr>
            <p:spPr>
              <a:xfrm>
                <a:off x="11548872" y="364845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3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76FF"/>
              </a:solidFill>
              <a:ln w="2286">
                <a:solidFill>
                  <a:srgbClr val="0076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01" name="polygon-3184"/>
              <p:cNvSpPr/>
              <p:nvPr/>
            </p:nvSpPr>
            <p:spPr>
              <a:xfrm>
                <a:off x="11548872" y="3621024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4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BCFF"/>
              </a:solidFill>
              <a:ln w="2286">
                <a:solidFill>
                  <a:srgbClr val="00B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02" name="polygon-3185"/>
              <p:cNvSpPr/>
              <p:nvPr/>
            </p:nvSpPr>
            <p:spPr>
              <a:xfrm>
                <a:off x="11548872" y="3602736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4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3FFFC"/>
              </a:solidFill>
              <a:ln w="2286">
                <a:solidFill>
                  <a:srgbClr val="03FFF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03" name="polygon-3186"/>
              <p:cNvSpPr/>
              <p:nvPr/>
            </p:nvSpPr>
            <p:spPr>
              <a:xfrm>
                <a:off x="11548872" y="3584448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4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49FFB6"/>
              </a:solidFill>
              <a:ln w="2286">
                <a:solidFill>
                  <a:srgbClr val="49FFB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04" name="polygon-3187"/>
              <p:cNvSpPr/>
              <p:nvPr/>
            </p:nvSpPr>
            <p:spPr>
              <a:xfrm>
                <a:off x="11548872" y="3557016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5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8FFF70"/>
              </a:solidFill>
              <a:ln w="2286">
                <a:solidFill>
                  <a:srgbClr val="8FFF7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05" name="polygon-3188"/>
              <p:cNvSpPr/>
              <p:nvPr/>
            </p:nvSpPr>
            <p:spPr>
              <a:xfrm>
                <a:off x="11548872" y="3538728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5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D5FF2A"/>
              </a:solidFill>
              <a:ln w="2286">
                <a:solidFill>
                  <a:srgbClr val="D5FF2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06" name="polygon-3189"/>
              <p:cNvSpPr/>
              <p:nvPr/>
            </p:nvSpPr>
            <p:spPr>
              <a:xfrm>
                <a:off x="11548872" y="3511296"/>
                <a:ext cx="1828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2" h="6">
                    <a:moveTo>
                      <a:pt x="0" y="6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FFE300"/>
              </a:solidFill>
              <a:ln w="2286">
                <a:solidFill>
                  <a:srgbClr val="FFE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07" name="polygon-3190"/>
              <p:cNvSpPr/>
              <p:nvPr/>
            </p:nvSpPr>
            <p:spPr>
              <a:xfrm>
                <a:off x="11567160" y="3712464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3"/>
                    </a:moveTo>
                    <a:lnTo>
                      <a:pt x="2" y="4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3"/>
              </a:solidFill>
              <a:ln w="2286">
                <a:solidFill>
                  <a:srgbClr val="0000A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08" name="polygon-3191"/>
              <p:cNvSpPr/>
              <p:nvPr/>
            </p:nvSpPr>
            <p:spPr>
              <a:xfrm>
                <a:off x="11567160" y="3694176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2"/>
                    </a:moveTo>
                    <a:lnTo>
                      <a:pt x="2" y="4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E9"/>
              </a:solidFill>
              <a:ln w="2286">
                <a:solidFill>
                  <a:srgbClr val="0000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09" name="polygon-3192"/>
              <p:cNvSpPr/>
              <p:nvPr/>
            </p:nvSpPr>
            <p:spPr>
              <a:xfrm>
                <a:off x="11567160" y="3666744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3"/>
                    </a:moveTo>
                    <a:lnTo>
                      <a:pt x="2" y="5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0FF"/>
              </a:solidFill>
              <a:ln w="2286">
                <a:solidFill>
                  <a:srgbClr val="0030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10" name="polygon-3193"/>
              <p:cNvSpPr/>
              <p:nvPr/>
            </p:nvSpPr>
            <p:spPr>
              <a:xfrm>
                <a:off x="11567160" y="3648456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2"/>
                    </a:moveTo>
                    <a:lnTo>
                      <a:pt x="2" y="5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6FF"/>
              </a:solidFill>
              <a:ln w="2286">
                <a:solidFill>
                  <a:srgbClr val="0076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11" name="polygon-3194"/>
              <p:cNvSpPr/>
              <p:nvPr/>
            </p:nvSpPr>
            <p:spPr>
              <a:xfrm>
                <a:off x="11567160" y="3621024"/>
                <a:ext cx="1828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2" h="6">
                    <a:moveTo>
                      <a:pt x="0" y="3"/>
                    </a:moveTo>
                    <a:lnTo>
                      <a:pt x="2" y="6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BCFF"/>
              </a:solidFill>
              <a:ln w="2286">
                <a:solidFill>
                  <a:srgbClr val="00B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12" name="polygon-3195"/>
              <p:cNvSpPr/>
              <p:nvPr/>
            </p:nvSpPr>
            <p:spPr>
              <a:xfrm>
                <a:off x="11567160" y="3602736"/>
                <a:ext cx="1828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2" h="6">
                    <a:moveTo>
                      <a:pt x="0" y="2"/>
                    </a:moveTo>
                    <a:lnTo>
                      <a:pt x="2" y="6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3FFFC"/>
              </a:solidFill>
              <a:ln w="2286">
                <a:solidFill>
                  <a:srgbClr val="03FFF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13" name="polygon-3196"/>
              <p:cNvSpPr/>
              <p:nvPr/>
            </p:nvSpPr>
            <p:spPr>
              <a:xfrm>
                <a:off x="11567160" y="3584448"/>
                <a:ext cx="1828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2" h="6">
                    <a:moveTo>
                      <a:pt x="0" y="2"/>
                    </a:moveTo>
                    <a:lnTo>
                      <a:pt x="2" y="6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9FFB6"/>
              </a:solidFill>
              <a:ln w="2286">
                <a:solidFill>
                  <a:srgbClr val="49FFB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14" name="polygon-3197"/>
              <p:cNvSpPr/>
              <p:nvPr/>
            </p:nvSpPr>
            <p:spPr>
              <a:xfrm>
                <a:off x="11567160" y="3557016"/>
                <a:ext cx="18288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2" h="7">
                    <a:moveTo>
                      <a:pt x="0" y="3"/>
                    </a:moveTo>
                    <a:lnTo>
                      <a:pt x="2" y="7"/>
                    </a:lnTo>
                    <a:lnTo>
                      <a:pt x="2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FFF70"/>
              </a:solidFill>
              <a:ln w="2286">
                <a:solidFill>
                  <a:srgbClr val="8FFF7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15" name="polygon-3198"/>
              <p:cNvSpPr/>
              <p:nvPr/>
            </p:nvSpPr>
            <p:spPr>
              <a:xfrm>
                <a:off x="11567160" y="3538728"/>
                <a:ext cx="18288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2" h="7">
                    <a:moveTo>
                      <a:pt x="0" y="2"/>
                    </a:moveTo>
                    <a:lnTo>
                      <a:pt x="2" y="7"/>
                    </a:lnTo>
                    <a:lnTo>
                      <a:pt x="2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5FF2A"/>
              </a:solidFill>
              <a:ln w="2286">
                <a:solidFill>
                  <a:srgbClr val="D5FF2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16" name="polygon-3199"/>
              <p:cNvSpPr/>
              <p:nvPr/>
            </p:nvSpPr>
            <p:spPr>
              <a:xfrm>
                <a:off x="11567160" y="3511296"/>
                <a:ext cx="18288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2" h="8">
                    <a:moveTo>
                      <a:pt x="0" y="3"/>
                    </a:moveTo>
                    <a:lnTo>
                      <a:pt x="2" y="8"/>
                    </a:lnTo>
                    <a:lnTo>
                      <a:pt x="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300"/>
              </a:solidFill>
              <a:ln w="2286">
                <a:solidFill>
                  <a:srgbClr val="FFE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17" name="polygon-3200"/>
              <p:cNvSpPr/>
              <p:nvPr/>
            </p:nvSpPr>
            <p:spPr>
              <a:xfrm>
                <a:off x="11585448" y="3730752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0" y="2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3"/>
              </a:solidFill>
              <a:ln w="2286">
                <a:solidFill>
                  <a:srgbClr val="0000A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18" name="polygon-3201"/>
              <p:cNvSpPr/>
              <p:nvPr/>
            </p:nvSpPr>
            <p:spPr>
              <a:xfrm>
                <a:off x="11585448" y="3712464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0" y="2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E9"/>
              </a:solidFill>
              <a:ln w="2286">
                <a:solidFill>
                  <a:srgbClr val="0000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19" name="polygon-3202"/>
              <p:cNvSpPr/>
              <p:nvPr/>
            </p:nvSpPr>
            <p:spPr>
              <a:xfrm>
                <a:off x="11585448" y="368503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3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0FF"/>
              </a:solidFill>
              <a:ln w="2286">
                <a:solidFill>
                  <a:srgbClr val="0030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20" name="polygon-3203"/>
              <p:cNvSpPr/>
              <p:nvPr/>
            </p:nvSpPr>
            <p:spPr>
              <a:xfrm>
                <a:off x="11585448" y="366674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3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76FF"/>
              </a:solidFill>
              <a:ln w="2286">
                <a:solidFill>
                  <a:srgbClr val="0076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21" name="polygon-3204"/>
              <p:cNvSpPr/>
              <p:nvPr/>
            </p:nvSpPr>
            <p:spPr>
              <a:xfrm>
                <a:off x="11585448" y="3639312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4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BCFF"/>
              </a:solidFill>
              <a:ln w="2286">
                <a:solidFill>
                  <a:srgbClr val="00B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22" name="polygon-3205"/>
              <p:cNvSpPr/>
              <p:nvPr/>
            </p:nvSpPr>
            <p:spPr>
              <a:xfrm>
                <a:off x="11585448" y="3621024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4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3FFFC"/>
              </a:solidFill>
              <a:ln w="2286">
                <a:solidFill>
                  <a:srgbClr val="03FFF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23" name="polygon-3206"/>
              <p:cNvSpPr/>
              <p:nvPr/>
            </p:nvSpPr>
            <p:spPr>
              <a:xfrm>
                <a:off x="11585448" y="3593592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5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49FFB6"/>
              </a:solidFill>
              <a:ln w="2286">
                <a:solidFill>
                  <a:srgbClr val="49FFB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24" name="polygon-3207"/>
              <p:cNvSpPr/>
              <p:nvPr/>
            </p:nvSpPr>
            <p:spPr>
              <a:xfrm>
                <a:off x="11585448" y="3575304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5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8FFF70"/>
              </a:solidFill>
              <a:ln w="2286">
                <a:solidFill>
                  <a:srgbClr val="8FFF7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25" name="polygon-3208"/>
              <p:cNvSpPr/>
              <p:nvPr/>
            </p:nvSpPr>
            <p:spPr>
              <a:xfrm>
                <a:off x="11585448" y="3547872"/>
                <a:ext cx="1828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2" h="6">
                    <a:moveTo>
                      <a:pt x="0" y="6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D5FF2A"/>
              </a:solidFill>
              <a:ln w="2286">
                <a:solidFill>
                  <a:srgbClr val="D5FF2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26" name="polygon-3209"/>
              <p:cNvSpPr/>
              <p:nvPr/>
            </p:nvSpPr>
            <p:spPr>
              <a:xfrm>
                <a:off x="11585448" y="3529584"/>
                <a:ext cx="1828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2" h="6">
                    <a:moveTo>
                      <a:pt x="0" y="6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FFE300"/>
              </a:solidFill>
              <a:ln w="2286">
                <a:solidFill>
                  <a:srgbClr val="FFE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27" name="polygon-3210"/>
              <p:cNvSpPr/>
              <p:nvPr/>
            </p:nvSpPr>
            <p:spPr>
              <a:xfrm>
                <a:off x="11603736" y="373075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7"/>
              </a:solidFill>
              <a:ln w="2286">
                <a:solidFill>
                  <a:srgbClr val="0000A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28" name="polygon-3211"/>
              <p:cNvSpPr/>
              <p:nvPr/>
            </p:nvSpPr>
            <p:spPr>
              <a:xfrm>
                <a:off x="11603736" y="371246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F5"/>
              </a:solidFill>
              <a:ln w="2286">
                <a:solidFill>
                  <a:srgbClr val="0000F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29" name="polygon-3212"/>
              <p:cNvSpPr/>
              <p:nvPr/>
            </p:nvSpPr>
            <p:spPr>
              <a:xfrm>
                <a:off x="11603736" y="368503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3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44FF"/>
              </a:solidFill>
              <a:ln w="2286">
                <a:solidFill>
                  <a:srgbClr val="0044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30" name="polygon-3213"/>
              <p:cNvSpPr/>
              <p:nvPr/>
            </p:nvSpPr>
            <p:spPr>
              <a:xfrm>
                <a:off x="11603736" y="366674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92FF"/>
              </a:solidFill>
              <a:ln w="2286">
                <a:solidFill>
                  <a:srgbClr val="0092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31" name="polygon-3214"/>
              <p:cNvSpPr/>
              <p:nvPr/>
            </p:nvSpPr>
            <p:spPr>
              <a:xfrm>
                <a:off x="11603736" y="3639312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3"/>
                    </a:moveTo>
                    <a:lnTo>
                      <a:pt x="2" y="4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1FF"/>
              </a:solidFill>
              <a:ln w="2286">
                <a:solidFill>
                  <a:srgbClr val="00E1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32" name="polygon-3215"/>
              <p:cNvSpPr/>
              <p:nvPr/>
            </p:nvSpPr>
            <p:spPr>
              <a:xfrm>
                <a:off x="11603736" y="362102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0FFCF"/>
              </a:solidFill>
              <a:ln w="2286">
                <a:solidFill>
                  <a:srgbClr val="30FFC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33" name="polygon-3216"/>
              <p:cNvSpPr/>
              <p:nvPr/>
            </p:nvSpPr>
            <p:spPr>
              <a:xfrm>
                <a:off x="11603736" y="3593592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3"/>
                    </a:moveTo>
                    <a:lnTo>
                      <a:pt x="2" y="4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EFF81"/>
              </a:solidFill>
              <a:ln w="2286">
                <a:solidFill>
                  <a:srgbClr val="7EFF8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34" name="polygon-3217"/>
              <p:cNvSpPr/>
              <p:nvPr/>
            </p:nvSpPr>
            <p:spPr>
              <a:xfrm>
                <a:off x="11603736" y="357530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FF33"/>
              </a:solidFill>
              <a:ln w="2286">
                <a:solidFill>
                  <a:srgbClr val="CCFF3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35" name="polygon-3218"/>
              <p:cNvSpPr/>
              <p:nvPr/>
            </p:nvSpPr>
            <p:spPr>
              <a:xfrm>
                <a:off x="11603736" y="3547872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3"/>
                    </a:moveTo>
                    <a:lnTo>
                      <a:pt x="2" y="4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300"/>
              </a:solidFill>
              <a:ln w="2286">
                <a:solidFill>
                  <a:srgbClr val="FFE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36" name="polygon-3219"/>
              <p:cNvSpPr/>
              <p:nvPr/>
            </p:nvSpPr>
            <p:spPr>
              <a:xfrm>
                <a:off x="11603736" y="352958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500"/>
              </a:solidFill>
              <a:ln w="2286">
                <a:solidFill>
                  <a:srgbClr val="FF9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37" name="polygon-3220"/>
              <p:cNvSpPr/>
              <p:nvPr/>
            </p:nvSpPr>
            <p:spPr>
              <a:xfrm>
                <a:off x="11622024" y="373989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3"/>
              </a:solidFill>
              <a:ln w="2286">
                <a:solidFill>
                  <a:srgbClr val="0000A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38" name="polygon-3221"/>
              <p:cNvSpPr/>
              <p:nvPr/>
            </p:nvSpPr>
            <p:spPr>
              <a:xfrm>
                <a:off x="11622024" y="3712464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3"/>
                    </a:moveTo>
                    <a:lnTo>
                      <a:pt x="2" y="4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E9"/>
              </a:solidFill>
              <a:ln w="2286">
                <a:solidFill>
                  <a:srgbClr val="0000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39" name="polygon-3222"/>
              <p:cNvSpPr/>
              <p:nvPr/>
            </p:nvSpPr>
            <p:spPr>
              <a:xfrm>
                <a:off x="11622024" y="3694176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2"/>
                    </a:moveTo>
                    <a:lnTo>
                      <a:pt x="2" y="4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0FF"/>
              </a:solidFill>
              <a:ln w="2286">
                <a:solidFill>
                  <a:srgbClr val="0030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40" name="polygon-3223"/>
              <p:cNvSpPr/>
              <p:nvPr/>
            </p:nvSpPr>
            <p:spPr>
              <a:xfrm>
                <a:off x="11622024" y="3675888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2"/>
                    </a:moveTo>
                    <a:lnTo>
                      <a:pt x="2" y="4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6FF"/>
              </a:solidFill>
              <a:ln w="2286">
                <a:solidFill>
                  <a:srgbClr val="0076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41" name="polygon-3224"/>
              <p:cNvSpPr/>
              <p:nvPr/>
            </p:nvSpPr>
            <p:spPr>
              <a:xfrm>
                <a:off x="11622024" y="3648456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3"/>
                    </a:moveTo>
                    <a:lnTo>
                      <a:pt x="2" y="5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BCFF"/>
              </a:solidFill>
              <a:ln w="2286">
                <a:solidFill>
                  <a:srgbClr val="00B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42" name="polygon-3225"/>
              <p:cNvSpPr/>
              <p:nvPr/>
            </p:nvSpPr>
            <p:spPr>
              <a:xfrm>
                <a:off x="11622024" y="3630168"/>
                <a:ext cx="1828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2" h="6">
                    <a:moveTo>
                      <a:pt x="0" y="2"/>
                    </a:moveTo>
                    <a:lnTo>
                      <a:pt x="2" y="6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3FFFC"/>
              </a:solidFill>
              <a:ln w="2286">
                <a:solidFill>
                  <a:srgbClr val="03FFF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43" name="polygon-3226"/>
              <p:cNvSpPr/>
              <p:nvPr/>
            </p:nvSpPr>
            <p:spPr>
              <a:xfrm>
                <a:off x="11622024" y="3602736"/>
                <a:ext cx="18288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2" h="7">
                    <a:moveTo>
                      <a:pt x="0" y="3"/>
                    </a:moveTo>
                    <a:lnTo>
                      <a:pt x="2" y="7"/>
                    </a:lnTo>
                    <a:lnTo>
                      <a:pt x="2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9FFB6"/>
              </a:solidFill>
              <a:ln w="2286">
                <a:solidFill>
                  <a:srgbClr val="49FFB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44" name="polygon-3227"/>
              <p:cNvSpPr/>
              <p:nvPr/>
            </p:nvSpPr>
            <p:spPr>
              <a:xfrm>
                <a:off x="11622024" y="3584448"/>
                <a:ext cx="18288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2" h="7">
                    <a:moveTo>
                      <a:pt x="0" y="2"/>
                    </a:moveTo>
                    <a:lnTo>
                      <a:pt x="2" y="7"/>
                    </a:lnTo>
                    <a:lnTo>
                      <a:pt x="2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FFF70"/>
              </a:solidFill>
              <a:ln w="2286">
                <a:solidFill>
                  <a:srgbClr val="8FFF7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45" name="polygon-3228"/>
              <p:cNvSpPr/>
              <p:nvPr/>
            </p:nvSpPr>
            <p:spPr>
              <a:xfrm>
                <a:off x="11622024" y="3557016"/>
                <a:ext cx="18288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2" h="8">
                    <a:moveTo>
                      <a:pt x="0" y="3"/>
                    </a:moveTo>
                    <a:lnTo>
                      <a:pt x="2" y="8"/>
                    </a:lnTo>
                    <a:lnTo>
                      <a:pt x="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5FF2A"/>
              </a:solidFill>
              <a:ln w="2286">
                <a:solidFill>
                  <a:srgbClr val="D5FF2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46" name="polygon-3229"/>
              <p:cNvSpPr/>
              <p:nvPr/>
            </p:nvSpPr>
            <p:spPr>
              <a:xfrm>
                <a:off x="11622024" y="3538728"/>
                <a:ext cx="18288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2" h="8">
                    <a:moveTo>
                      <a:pt x="0" y="2"/>
                    </a:moveTo>
                    <a:lnTo>
                      <a:pt x="2" y="8"/>
                    </a:lnTo>
                    <a:lnTo>
                      <a:pt x="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300"/>
              </a:solidFill>
              <a:ln w="2286">
                <a:solidFill>
                  <a:srgbClr val="FFE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47" name="polygon-3230"/>
              <p:cNvSpPr/>
              <p:nvPr/>
            </p:nvSpPr>
            <p:spPr>
              <a:xfrm>
                <a:off x="11640312" y="374904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3"/>
              </a:solidFill>
              <a:ln w="2286">
                <a:solidFill>
                  <a:srgbClr val="0000A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48" name="polygon-3231"/>
              <p:cNvSpPr/>
              <p:nvPr/>
            </p:nvSpPr>
            <p:spPr>
              <a:xfrm>
                <a:off x="11640312" y="373075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E9"/>
              </a:solidFill>
              <a:ln w="2286">
                <a:solidFill>
                  <a:srgbClr val="0000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49" name="polygon-3232"/>
              <p:cNvSpPr/>
              <p:nvPr/>
            </p:nvSpPr>
            <p:spPr>
              <a:xfrm>
                <a:off x="11640312" y="3712464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0" y="2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0FF"/>
              </a:solidFill>
              <a:ln w="2286">
                <a:solidFill>
                  <a:srgbClr val="0030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50" name="polygon-3233"/>
              <p:cNvSpPr/>
              <p:nvPr/>
            </p:nvSpPr>
            <p:spPr>
              <a:xfrm>
                <a:off x="11640312" y="368503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3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76FF"/>
              </a:solidFill>
              <a:ln w="2286">
                <a:solidFill>
                  <a:srgbClr val="0076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51" name="polygon-3234"/>
              <p:cNvSpPr/>
              <p:nvPr/>
            </p:nvSpPr>
            <p:spPr>
              <a:xfrm>
                <a:off x="11640312" y="366674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3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BCFF"/>
              </a:solidFill>
              <a:ln w="2286">
                <a:solidFill>
                  <a:srgbClr val="00B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52" name="polygon-3235"/>
              <p:cNvSpPr/>
              <p:nvPr/>
            </p:nvSpPr>
            <p:spPr>
              <a:xfrm>
                <a:off x="11640312" y="3639312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5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3FFFC"/>
              </a:solidFill>
              <a:ln w="2286">
                <a:solidFill>
                  <a:srgbClr val="03FFF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53" name="polygon-3236"/>
              <p:cNvSpPr/>
              <p:nvPr/>
            </p:nvSpPr>
            <p:spPr>
              <a:xfrm>
                <a:off x="11640312" y="3621024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5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49FFB6"/>
              </a:solidFill>
              <a:ln w="2286">
                <a:solidFill>
                  <a:srgbClr val="49FFB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54" name="polygon-3237"/>
              <p:cNvSpPr/>
              <p:nvPr/>
            </p:nvSpPr>
            <p:spPr>
              <a:xfrm>
                <a:off x="11640312" y="3602736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5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8FFF70"/>
              </a:solidFill>
              <a:ln w="2286">
                <a:solidFill>
                  <a:srgbClr val="8FFF7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55" name="polygon-3238"/>
              <p:cNvSpPr/>
              <p:nvPr/>
            </p:nvSpPr>
            <p:spPr>
              <a:xfrm>
                <a:off x="11640312" y="3575304"/>
                <a:ext cx="1828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2" h="6">
                    <a:moveTo>
                      <a:pt x="0" y="6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D5FF2A"/>
              </a:solidFill>
              <a:ln w="2286">
                <a:solidFill>
                  <a:srgbClr val="D5FF2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56" name="polygon-3239"/>
              <p:cNvSpPr/>
              <p:nvPr/>
            </p:nvSpPr>
            <p:spPr>
              <a:xfrm>
                <a:off x="11640312" y="3557016"/>
                <a:ext cx="1828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2" h="6">
                    <a:moveTo>
                      <a:pt x="0" y="6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FFE300"/>
              </a:solidFill>
              <a:ln w="2286">
                <a:solidFill>
                  <a:srgbClr val="FFE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57" name="polygon-3240"/>
              <p:cNvSpPr/>
              <p:nvPr/>
            </p:nvSpPr>
            <p:spPr>
              <a:xfrm>
                <a:off x="11658600" y="375818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3"/>
              </a:solidFill>
              <a:ln w="2286">
                <a:solidFill>
                  <a:srgbClr val="0000A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58" name="polygon-3241"/>
              <p:cNvSpPr/>
              <p:nvPr/>
            </p:nvSpPr>
            <p:spPr>
              <a:xfrm>
                <a:off x="11658600" y="3730752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3"/>
                    </a:moveTo>
                    <a:lnTo>
                      <a:pt x="2" y="4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E9"/>
              </a:solidFill>
              <a:ln w="2286">
                <a:solidFill>
                  <a:srgbClr val="0000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59" name="polygon-3242"/>
              <p:cNvSpPr/>
              <p:nvPr/>
            </p:nvSpPr>
            <p:spPr>
              <a:xfrm>
                <a:off x="11658600" y="3712464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2"/>
                    </a:moveTo>
                    <a:lnTo>
                      <a:pt x="2" y="4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0FF"/>
              </a:solidFill>
              <a:ln w="2286">
                <a:solidFill>
                  <a:srgbClr val="0030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60" name="polygon-3243"/>
              <p:cNvSpPr/>
              <p:nvPr/>
            </p:nvSpPr>
            <p:spPr>
              <a:xfrm>
                <a:off x="11658600" y="3685032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3"/>
                    </a:moveTo>
                    <a:lnTo>
                      <a:pt x="2" y="5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6FF"/>
              </a:solidFill>
              <a:ln w="2286">
                <a:solidFill>
                  <a:srgbClr val="0076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61" name="polygon-3244"/>
              <p:cNvSpPr/>
              <p:nvPr/>
            </p:nvSpPr>
            <p:spPr>
              <a:xfrm>
                <a:off x="11658600" y="3666744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2"/>
                    </a:moveTo>
                    <a:lnTo>
                      <a:pt x="2" y="5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BCFF"/>
              </a:solidFill>
              <a:ln w="2286">
                <a:solidFill>
                  <a:srgbClr val="00B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62" name="polygon-3245"/>
              <p:cNvSpPr/>
              <p:nvPr/>
            </p:nvSpPr>
            <p:spPr>
              <a:xfrm>
                <a:off x="11658600" y="3639312"/>
                <a:ext cx="1828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2" h="6">
                    <a:moveTo>
                      <a:pt x="0" y="3"/>
                    </a:moveTo>
                    <a:lnTo>
                      <a:pt x="2" y="6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3FFFC"/>
              </a:solidFill>
              <a:ln w="2286">
                <a:solidFill>
                  <a:srgbClr val="03FFF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63" name="polygon-3246"/>
              <p:cNvSpPr/>
              <p:nvPr/>
            </p:nvSpPr>
            <p:spPr>
              <a:xfrm>
                <a:off x="11658600" y="3621024"/>
                <a:ext cx="1828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2" h="6">
                    <a:moveTo>
                      <a:pt x="0" y="2"/>
                    </a:moveTo>
                    <a:lnTo>
                      <a:pt x="2" y="6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9FFB6"/>
              </a:solidFill>
              <a:ln w="2286">
                <a:solidFill>
                  <a:srgbClr val="49FFB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64" name="polygon-3247"/>
              <p:cNvSpPr/>
              <p:nvPr/>
            </p:nvSpPr>
            <p:spPr>
              <a:xfrm>
                <a:off x="11658600" y="3602736"/>
                <a:ext cx="1828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2" h="6">
                    <a:moveTo>
                      <a:pt x="0" y="2"/>
                    </a:moveTo>
                    <a:lnTo>
                      <a:pt x="2" y="6"/>
                    </a:lnTo>
                    <a:lnTo>
                      <a:pt x="2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FFF70"/>
              </a:solidFill>
              <a:ln w="2286">
                <a:solidFill>
                  <a:srgbClr val="8FFF7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65" name="polygon-3248"/>
              <p:cNvSpPr/>
              <p:nvPr/>
            </p:nvSpPr>
            <p:spPr>
              <a:xfrm>
                <a:off x="11658600" y="3575304"/>
                <a:ext cx="18288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2" h="8">
                    <a:moveTo>
                      <a:pt x="0" y="3"/>
                    </a:moveTo>
                    <a:lnTo>
                      <a:pt x="2" y="8"/>
                    </a:lnTo>
                    <a:lnTo>
                      <a:pt x="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5FF2A"/>
              </a:solidFill>
              <a:ln w="2286">
                <a:solidFill>
                  <a:srgbClr val="D5FF2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66" name="polygon-3249"/>
              <p:cNvSpPr/>
              <p:nvPr/>
            </p:nvSpPr>
            <p:spPr>
              <a:xfrm>
                <a:off x="11658600" y="3557016"/>
                <a:ext cx="18288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2" h="8">
                    <a:moveTo>
                      <a:pt x="0" y="2"/>
                    </a:moveTo>
                    <a:lnTo>
                      <a:pt x="2" y="8"/>
                    </a:lnTo>
                    <a:lnTo>
                      <a:pt x="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300"/>
              </a:solidFill>
              <a:ln w="2286">
                <a:solidFill>
                  <a:srgbClr val="FFE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67" name="polygon-3250"/>
              <p:cNvSpPr/>
              <p:nvPr/>
            </p:nvSpPr>
            <p:spPr>
              <a:xfrm>
                <a:off x="11676888" y="376732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3"/>
              </a:solidFill>
              <a:ln w="2286">
                <a:solidFill>
                  <a:srgbClr val="0000A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68" name="polygon-3251"/>
              <p:cNvSpPr/>
              <p:nvPr/>
            </p:nvSpPr>
            <p:spPr>
              <a:xfrm>
                <a:off x="11676888" y="3749040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0" y="2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E9"/>
              </a:solidFill>
              <a:ln w="2286">
                <a:solidFill>
                  <a:srgbClr val="0000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69" name="polygon-3252"/>
              <p:cNvSpPr/>
              <p:nvPr/>
            </p:nvSpPr>
            <p:spPr>
              <a:xfrm>
                <a:off x="11676888" y="3730752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0" y="2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0FF"/>
              </a:solidFill>
              <a:ln w="2286">
                <a:solidFill>
                  <a:srgbClr val="0030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70" name="polygon-3253"/>
              <p:cNvSpPr/>
              <p:nvPr/>
            </p:nvSpPr>
            <p:spPr>
              <a:xfrm>
                <a:off x="11676888" y="370332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3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76FF"/>
              </a:solidFill>
              <a:ln w="2286">
                <a:solidFill>
                  <a:srgbClr val="0076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71" name="polygon-3254"/>
              <p:cNvSpPr/>
              <p:nvPr/>
            </p:nvSpPr>
            <p:spPr>
              <a:xfrm>
                <a:off x="11676888" y="368503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3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BCFF"/>
              </a:solidFill>
              <a:ln w="2286">
                <a:solidFill>
                  <a:srgbClr val="00B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72" name="polygon-3255"/>
              <p:cNvSpPr/>
              <p:nvPr/>
            </p:nvSpPr>
            <p:spPr>
              <a:xfrm>
                <a:off x="11676888" y="3657600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4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3FFFC"/>
              </a:solidFill>
              <a:ln w="2286">
                <a:solidFill>
                  <a:srgbClr val="03FFF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73" name="polygon-3256"/>
              <p:cNvSpPr/>
              <p:nvPr/>
            </p:nvSpPr>
            <p:spPr>
              <a:xfrm>
                <a:off x="11676888" y="3639312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4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49FFB6"/>
              </a:solidFill>
              <a:ln w="2286">
                <a:solidFill>
                  <a:srgbClr val="49FFB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74" name="polygon-3257"/>
              <p:cNvSpPr/>
              <p:nvPr/>
            </p:nvSpPr>
            <p:spPr>
              <a:xfrm>
                <a:off x="11676888" y="3611880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5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8FFF70"/>
              </a:solidFill>
              <a:ln w="2286">
                <a:solidFill>
                  <a:srgbClr val="8FFF7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75" name="polygon-3258"/>
              <p:cNvSpPr/>
              <p:nvPr/>
            </p:nvSpPr>
            <p:spPr>
              <a:xfrm>
                <a:off x="11676888" y="3593592"/>
                <a:ext cx="1828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2" h="6">
                    <a:moveTo>
                      <a:pt x="0" y="6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D5FF2A"/>
              </a:solidFill>
              <a:ln w="2286">
                <a:solidFill>
                  <a:srgbClr val="D5FF2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76" name="polygon-3259"/>
              <p:cNvSpPr/>
              <p:nvPr/>
            </p:nvSpPr>
            <p:spPr>
              <a:xfrm>
                <a:off x="11676888" y="3575304"/>
                <a:ext cx="1828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2" h="6">
                    <a:moveTo>
                      <a:pt x="0" y="6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FFE300"/>
              </a:solidFill>
              <a:ln w="2286">
                <a:solidFill>
                  <a:srgbClr val="FFE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77" name="polygon-3260"/>
              <p:cNvSpPr/>
              <p:nvPr/>
            </p:nvSpPr>
            <p:spPr>
              <a:xfrm>
                <a:off x="11695176" y="3767328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3"/>
                    </a:moveTo>
                    <a:lnTo>
                      <a:pt x="2" y="4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7"/>
              </a:solidFill>
              <a:ln w="2286">
                <a:solidFill>
                  <a:srgbClr val="0000A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78" name="polygon-3261"/>
              <p:cNvSpPr/>
              <p:nvPr/>
            </p:nvSpPr>
            <p:spPr>
              <a:xfrm>
                <a:off x="11695176" y="374904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F5"/>
              </a:solidFill>
              <a:ln w="2286">
                <a:solidFill>
                  <a:srgbClr val="0000F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79" name="polygon-3262"/>
              <p:cNvSpPr/>
              <p:nvPr/>
            </p:nvSpPr>
            <p:spPr>
              <a:xfrm>
                <a:off x="11695176" y="373075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44FF"/>
              </a:solidFill>
              <a:ln w="2286">
                <a:solidFill>
                  <a:srgbClr val="0044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80" name="polygon-3263"/>
              <p:cNvSpPr/>
              <p:nvPr/>
            </p:nvSpPr>
            <p:spPr>
              <a:xfrm>
                <a:off x="11695176" y="370332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3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92FF"/>
              </a:solidFill>
              <a:ln w="2286">
                <a:solidFill>
                  <a:srgbClr val="0092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81" name="polygon-3264"/>
              <p:cNvSpPr/>
              <p:nvPr/>
            </p:nvSpPr>
            <p:spPr>
              <a:xfrm>
                <a:off x="11695176" y="368503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1FF"/>
              </a:solidFill>
              <a:ln w="2286">
                <a:solidFill>
                  <a:srgbClr val="00E1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82" name="polygon-3265"/>
              <p:cNvSpPr/>
              <p:nvPr/>
            </p:nvSpPr>
            <p:spPr>
              <a:xfrm>
                <a:off x="11695176" y="3657600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3"/>
                    </a:moveTo>
                    <a:lnTo>
                      <a:pt x="2" y="4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0FFCF"/>
              </a:solidFill>
              <a:ln w="2286">
                <a:solidFill>
                  <a:srgbClr val="30FFC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83" name="polygon-3266"/>
              <p:cNvSpPr/>
              <p:nvPr/>
            </p:nvSpPr>
            <p:spPr>
              <a:xfrm>
                <a:off x="11695176" y="363931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EFF81"/>
              </a:solidFill>
              <a:ln w="2286">
                <a:solidFill>
                  <a:srgbClr val="7EFF8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84" name="polygon-3267"/>
              <p:cNvSpPr/>
              <p:nvPr/>
            </p:nvSpPr>
            <p:spPr>
              <a:xfrm>
                <a:off x="11695176" y="3611880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3"/>
                    </a:moveTo>
                    <a:lnTo>
                      <a:pt x="2" y="4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FF33"/>
              </a:solidFill>
              <a:ln w="2286">
                <a:solidFill>
                  <a:srgbClr val="CCFF3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85" name="polygon-3268"/>
              <p:cNvSpPr/>
              <p:nvPr/>
            </p:nvSpPr>
            <p:spPr>
              <a:xfrm>
                <a:off x="11695176" y="359359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300"/>
              </a:solidFill>
              <a:ln w="2286">
                <a:solidFill>
                  <a:srgbClr val="FFE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86" name="polygon-3269"/>
              <p:cNvSpPr/>
              <p:nvPr/>
            </p:nvSpPr>
            <p:spPr>
              <a:xfrm>
                <a:off x="11695176" y="357530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500"/>
              </a:solidFill>
              <a:ln w="2286">
                <a:solidFill>
                  <a:srgbClr val="FF95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87" name="polygon-3270"/>
              <p:cNvSpPr/>
              <p:nvPr/>
            </p:nvSpPr>
            <p:spPr>
              <a:xfrm>
                <a:off x="11713464" y="3776472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3"/>
                    </a:moveTo>
                    <a:lnTo>
                      <a:pt x="2" y="4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3"/>
              </a:solidFill>
              <a:ln w="2286">
                <a:solidFill>
                  <a:srgbClr val="0000A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88" name="polygon-3271"/>
              <p:cNvSpPr/>
              <p:nvPr/>
            </p:nvSpPr>
            <p:spPr>
              <a:xfrm>
                <a:off x="11713464" y="3758184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2"/>
                    </a:moveTo>
                    <a:lnTo>
                      <a:pt x="2" y="4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E9"/>
              </a:solidFill>
              <a:ln w="2286">
                <a:solidFill>
                  <a:srgbClr val="0000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89" name="polygon-3272"/>
              <p:cNvSpPr/>
              <p:nvPr/>
            </p:nvSpPr>
            <p:spPr>
              <a:xfrm>
                <a:off x="11713464" y="3730752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3"/>
                    </a:moveTo>
                    <a:lnTo>
                      <a:pt x="2" y="5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0FF"/>
              </a:solidFill>
              <a:ln w="2286">
                <a:solidFill>
                  <a:srgbClr val="0030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90" name="polygon-3273"/>
              <p:cNvSpPr/>
              <p:nvPr/>
            </p:nvSpPr>
            <p:spPr>
              <a:xfrm>
                <a:off x="11713464" y="3712464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2"/>
                    </a:moveTo>
                    <a:lnTo>
                      <a:pt x="2" y="5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6FF"/>
              </a:solidFill>
              <a:ln w="2286">
                <a:solidFill>
                  <a:srgbClr val="0076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91" name="polygon-3274"/>
              <p:cNvSpPr/>
              <p:nvPr/>
            </p:nvSpPr>
            <p:spPr>
              <a:xfrm>
                <a:off x="11713464" y="3694176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2"/>
                    </a:moveTo>
                    <a:lnTo>
                      <a:pt x="2" y="5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BCFF"/>
              </a:solidFill>
              <a:ln w="2286">
                <a:solidFill>
                  <a:srgbClr val="00B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92" name="polygon-3275"/>
              <p:cNvSpPr/>
              <p:nvPr/>
            </p:nvSpPr>
            <p:spPr>
              <a:xfrm>
                <a:off x="11713464" y="3666744"/>
                <a:ext cx="1828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2" h="6">
                    <a:moveTo>
                      <a:pt x="0" y="3"/>
                    </a:moveTo>
                    <a:lnTo>
                      <a:pt x="2" y="6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3FFFC"/>
              </a:solidFill>
              <a:ln w="2286">
                <a:solidFill>
                  <a:srgbClr val="03FFF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93" name="polygon-3276"/>
              <p:cNvSpPr/>
              <p:nvPr/>
            </p:nvSpPr>
            <p:spPr>
              <a:xfrm>
                <a:off x="11713464" y="3648456"/>
                <a:ext cx="1828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2" h="6">
                    <a:moveTo>
                      <a:pt x="0" y="2"/>
                    </a:moveTo>
                    <a:lnTo>
                      <a:pt x="2" y="6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9FFB6"/>
              </a:solidFill>
              <a:ln w="2286">
                <a:solidFill>
                  <a:srgbClr val="49FFB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94" name="polygon-3277"/>
              <p:cNvSpPr/>
              <p:nvPr/>
            </p:nvSpPr>
            <p:spPr>
              <a:xfrm>
                <a:off x="11713464" y="3621024"/>
                <a:ext cx="18288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2" h="7">
                    <a:moveTo>
                      <a:pt x="0" y="3"/>
                    </a:moveTo>
                    <a:lnTo>
                      <a:pt x="2" y="7"/>
                    </a:lnTo>
                    <a:lnTo>
                      <a:pt x="2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FFF70"/>
              </a:solidFill>
              <a:ln w="2286">
                <a:solidFill>
                  <a:srgbClr val="8FFF7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95" name="polygon-3278"/>
              <p:cNvSpPr/>
              <p:nvPr/>
            </p:nvSpPr>
            <p:spPr>
              <a:xfrm>
                <a:off x="11713464" y="3602736"/>
                <a:ext cx="18288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2" h="7">
                    <a:moveTo>
                      <a:pt x="0" y="2"/>
                    </a:moveTo>
                    <a:lnTo>
                      <a:pt x="2" y="7"/>
                    </a:lnTo>
                    <a:lnTo>
                      <a:pt x="2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5FF2A"/>
              </a:solidFill>
              <a:ln w="2286">
                <a:solidFill>
                  <a:srgbClr val="D5FF2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96" name="polygon-3279"/>
              <p:cNvSpPr/>
              <p:nvPr/>
            </p:nvSpPr>
            <p:spPr>
              <a:xfrm>
                <a:off x="11713464" y="3575304"/>
                <a:ext cx="18288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2" h="8">
                    <a:moveTo>
                      <a:pt x="0" y="3"/>
                    </a:moveTo>
                    <a:lnTo>
                      <a:pt x="2" y="8"/>
                    </a:lnTo>
                    <a:lnTo>
                      <a:pt x="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300"/>
              </a:solidFill>
              <a:ln w="2286">
                <a:solidFill>
                  <a:srgbClr val="FFE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97" name="polygon-3280"/>
              <p:cNvSpPr/>
              <p:nvPr/>
            </p:nvSpPr>
            <p:spPr>
              <a:xfrm>
                <a:off x="11731752" y="379476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3"/>
              </a:solidFill>
              <a:ln w="2286">
                <a:solidFill>
                  <a:srgbClr val="0000A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98" name="polygon-3281"/>
              <p:cNvSpPr/>
              <p:nvPr/>
            </p:nvSpPr>
            <p:spPr>
              <a:xfrm>
                <a:off x="11731752" y="3776472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0" y="2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E9"/>
              </a:solidFill>
              <a:ln w="2286">
                <a:solidFill>
                  <a:srgbClr val="0000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99" name="polygon-3282"/>
              <p:cNvSpPr/>
              <p:nvPr/>
            </p:nvSpPr>
            <p:spPr>
              <a:xfrm>
                <a:off x="11731752" y="374904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3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0FF"/>
              </a:solidFill>
              <a:ln w="2286">
                <a:solidFill>
                  <a:srgbClr val="0030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00" name="polygon-3283"/>
              <p:cNvSpPr/>
              <p:nvPr/>
            </p:nvSpPr>
            <p:spPr>
              <a:xfrm>
                <a:off x="11731752" y="373075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3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76FF"/>
              </a:solidFill>
              <a:ln w="2286">
                <a:solidFill>
                  <a:srgbClr val="0076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01" name="polygon-3284"/>
              <p:cNvSpPr/>
              <p:nvPr/>
            </p:nvSpPr>
            <p:spPr>
              <a:xfrm>
                <a:off x="11731752" y="3703320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4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BCFF"/>
              </a:solidFill>
              <a:ln w="2286">
                <a:solidFill>
                  <a:srgbClr val="00B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02" name="polygon-3285"/>
              <p:cNvSpPr/>
              <p:nvPr/>
            </p:nvSpPr>
            <p:spPr>
              <a:xfrm>
                <a:off x="11731752" y="3685032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4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3FFFC"/>
              </a:solidFill>
              <a:ln w="2286">
                <a:solidFill>
                  <a:srgbClr val="03FFF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03" name="polygon-3286"/>
              <p:cNvSpPr/>
              <p:nvPr/>
            </p:nvSpPr>
            <p:spPr>
              <a:xfrm>
                <a:off x="11731752" y="3666744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4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49FFB6"/>
              </a:solidFill>
              <a:ln w="2286">
                <a:solidFill>
                  <a:srgbClr val="49FFB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04" name="polygon-3287"/>
              <p:cNvSpPr/>
              <p:nvPr/>
            </p:nvSpPr>
            <p:spPr>
              <a:xfrm>
                <a:off x="11731752" y="3639312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5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8FFF70"/>
              </a:solidFill>
              <a:ln w="2286">
                <a:solidFill>
                  <a:srgbClr val="8FFF7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05" name="polygon-3288"/>
              <p:cNvSpPr/>
              <p:nvPr/>
            </p:nvSpPr>
            <p:spPr>
              <a:xfrm>
                <a:off x="11731752" y="3621024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5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D5FF2A"/>
              </a:solidFill>
              <a:ln w="2286">
                <a:solidFill>
                  <a:srgbClr val="D5FF2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06" name="polygon-3289"/>
              <p:cNvSpPr/>
              <p:nvPr/>
            </p:nvSpPr>
            <p:spPr>
              <a:xfrm>
                <a:off x="11731752" y="3593592"/>
                <a:ext cx="1828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2" h="6">
                    <a:moveTo>
                      <a:pt x="0" y="6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FFE300"/>
              </a:solidFill>
              <a:ln w="2286">
                <a:solidFill>
                  <a:srgbClr val="FFE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07" name="polygon-3290"/>
              <p:cNvSpPr/>
              <p:nvPr/>
            </p:nvSpPr>
            <p:spPr>
              <a:xfrm>
                <a:off x="11750040" y="379476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3"/>
                    </a:moveTo>
                    <a:lnTo>
                      <a:pt x="2" y="3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3"/>
              </a:solidFill>
              <a:ln w="2286">
                <a:solidFill>
                  <a:srgbClr val="0000A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08" name="polygon-3291"/>
              <p:cNvSpPr/>
              <p:nvPr/>
            </p:nvSpPr>
            <p:spPr>
              <a:xfrm>
                <a:off x="11750040" y="3776472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2"/>
                    </a:moveTo>
                    <a:lnTo>
                      <a:pt x="2" y="4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E9"/>
              </a:solidFill>
              <a:ln w="2286">
                <a:solidFill>
                  <a:srgbClr val="0000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09" name="polygon-3292"/>
              <p:cNvSpPr/>
              <p:nvPr/>
            </p:nvSpPr>
            <p:spPr>
              <a:xfrm>
                <a:off x="11750040" y="3749040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3"/>
                    </a:moveTo>
                    <a:lnTo>
                      <a:pt x="2" y="5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0FF"/>
              </a:solidFill>
              <a:ln w="2286">
                <a:solidFill>
                  <a:srgbClr val="0030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10" name="polygon-3293"/>
              <p:cNvSpPr/>
              <p:nvPr/>
            </p:nvSpPr>
            <p:spPr>
              <a:xfrm>
                <a:off x="11750040" y="3730752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2"/>
                    </a:moveTo>
                    <a:lnTo>
                      <a:pt x="2" y="5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6FF"/>
              </a:solidFill>
              <a:ln w="2286">
                <a:solidFill>
                  <a:srgbClr val="0076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11" name="polygon-3294"/>
              <p:cNvSpPr/>
              <p:nvPr/>
            </p:nvSpPr>
            <p:spPr>
              <a:xfrm>
                <a:off x="11750040" y="3703320"/>
                <a:ext cx="1828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2" h="6">
                    <a:moveTo>
                      <a:pt x="0" y="3"/>
                    </a:moveTo>
                    <a:lnTo>
                      <a:pt x="2" y="6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BCFF"/>
              </a:solidFill>
              <a:ln w="2286">
                <a:solidFill>
                  <a:srgbClr val="00B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12" name="polygon-3295"/>
              <p:cNvSpPr/>
              <p:nvPr/>
            </p:nvSpPr>
            <p:spPr>
              <a:xfrm>
                <a:off x="11750040" y="3685032"/>
                <a:ext cx="1828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2" h="6">
                    <a:moveTo>
                      <a:pt x="0" y="2"/>
                    </a:moveTo>
                    <a:lnTo>
                      <a:pt x="2" y="6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3FFFC"/>
              </a:solidFill>
              <a:ln w="2286">
                <a:solidFill>
                  <a:srgbClr val="03FFF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13" name="polygon-3296"/>
              <p:cNvSpPr/>
              <p:nvPr/>
            </p:nvSpPr>
            <p:spPr>
              <a:xfrm>
                <a:off x="11750040" y="3666744"/>
                <a:ext cx="1828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2" h="6">
                    <a:moveTo>
                      <a:pt x="0" y="2"/>
                    </a:moveTo>
                    <a:lnTo>
                      <a:pt x="2" y="6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9FFB6"/>
              </a:solidFill>
              <a:ln w="2286">
                <a:solidFill>
                  <a:srgbClr val="49FFB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14" name="polygon-3297"/>
              <p:cNvSpPr/>
              <p:nvPr/>
            </p:nvSpPr>
            <p:spPr>
              <a:xfrm>
                <a:off x="11750040" y="3639312"/>
                <a:ext cx="18288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2" h="7">
                    <a:moveTo>
                      <a:pt x="0" y="3"/>
                    </a:moveTo>
                    <a:lnTo>
                      <a:pt x="2" y="7"/>
                    </a:lnTo>
                    <a:lnTo>
                      <a:pt x="2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FFF70"/>
              </a:solidFill>
              <a:ln w="2286">
                <a:solidFill>
                  <a:srgbClr val="8FFF7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15" name="polygon-3298"/>
              <p:cNvSpPr/>
              <p:nvPr/>
            </p:nvSpPr>
            <p:spPr>
              <a:xfrm>
                <a:off x="11750040" y="3621024"/>
                <a:ext cx="18288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2" h="7">
                    <a:moveTo>
                      <a:pt x="0" y="2"/>
                    </a:moveTo>
                    <a:lnTo>
                      <a:pt x="2" y="7"/>
                    </a:lnTo>
                    <a:lnTo>
                      <a:pt x="2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5FF2A"/>
              </a:solidFill>
              <a:ln w="2286">
                <a:solidFill>
                  <a:srgbClr val="D5FF2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16" name="polygon-3299"/>
              <p:cNvSpPr/>
              <p:nvPr/>
            </p:nvSpPr>
            <p:spPr>
              <a:xfrm>
                <a:off x="11750040" y="3593592"/>
                <a:ext cx="18288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2" h="8">
                    <a:moveTo>
                      <a:pt x="0" y="3"/>
                    </a:moveTo>
                    <a:lnTo>
                      <a:pt x="2" y="8"/>
                    </a:lnTo>
                    <a:lnTo>
                      <a:pt x="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300"/>
              </a:solidFill>
              <a:ln w="2286">
                <a:solidFill>
                  <a:srgbClr val="FFE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17" name="polygon-3300"/>
              <p:cNvSpPr/>
              <p:nvPr/>
            </p:nvSpPr>
            <p:spPr>
              <a:xfrm>
                <a:off x="11768328" y="3813048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0" y="1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9E"/>
              </a:solidFill>
              <a:ln w="2286">
                <a:solidFill>
                  <a:srgbClr val="00009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18" name="polygon-3301"/>
              <p:cNvSpPr/>
              <p:nvPr/>
            </p:nvSpPr>
            <p:spPr>
              <a:xfrm>
                <a:off x="11768328" y="3794760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0" y="2"/>
                    </a:moveTo>
                    <a:lnTo>
                      <a:pt x="2" y="2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DC"/>
              </a:solidFill>
              <a:ln w="2286">
                <a:solidFill>
                  <a:srgbClr val="0000D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19" name="polygon-3302"/>
              <p:cNvSpPr/>
              <p:nvPr/>
            </p:nvSpPr>
            <p:spPr>
              <a:xfrm>
                <a:off x="11768328" y="377647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1BFF"/>
              </a:solidFill>
              <a:ln w="2286">
                <a:solidFill>
                  <a:srgbClr val="001B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20" name="polygon-3303"/>
              <p:cNvSpPr/>
              <p:nvPr/>
            </p:nvSpPr>
            <p:spPr>
              <a:xfrm>
                <a:off x="11768328" y="375818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59FF"/>
              </a:solidFill>
              <a:ln w="2286">
                <a:solidFill>
                  <a:srgbClr val="0059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21" name="polygon-3304"/>
              <p:cNvSpPr/>
              <p:nvPr/>
            </p:nvSpPr>
            <p:spPr>
              <a:xfrm>
                <a:off x="11768328" y="373989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97FF"/>
              </a:solidFill>
              <a:ln w="2286">
                <a:solidFill>
                  <a:srgbClr val="009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22" name="polygon-3305"/>
              <p:cNvSpPr/>
              <p:nvPr/>
            </p:nvSpPr>
            <p:spPr>
              <a:xfrm>
                <a:off x="11768328" y="372160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D5FF"/>
              </a:solidFill>
              <a:ln w="2286">
                <a:solidFill>
                  <a:srgbClr val="00D5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23" name="polygon-3306"/>
              <p:cNvSpPr/>
              <p:nvPr/>
            </p:nvSpPr>
            <p:spPr>
              <a:xfrm>
                <a:off x="11768328" y="370332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4FFEB"/>
              </a:solidFill>
              <a:ln w="2286">
                <a:solidFill>
                  <a:srgbClr val="14FFE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24" name="polygon-3307"/>
              <p:cNvSpPr/>
              <p:nvPr/>
            </p:nvSpPr>
            <p:spPr>
              <a:xfrm>
                <a:off x="11768328" y="368503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2FFAD"/>
              </a:solidFill>
              <a:ln w="2286">
                <a:solidFill>
                  <a:srgbClr val="52FFA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25" name="polygon-3308"/>
              <p:cNvSpPr/>
              <p:nvPr/>
            </p:nvSpPr>
            <p:spPr>
              <a:xfrm>
                <a:off x="11768328" y="366674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FF6F"/>
              </a:solidFill>
              <a:ln w="2286">
                <a:solidFill>
                  <a:srgbClr val="90FF6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26" name="polygon-3309"/>
              <p:cNvSpPr/>
              <p:nvPr/>
            </p:nvSpPr>
            <p:spPr>
              <a:xfrm>
                <a:off x="11768328" y="364845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EFF31"/>
              </a:solidFill>
              <a:ln w="2286">
                <a:solidFill>
                  <a:srgbClr val="CEFF3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27" name="polygon-3310"/>
              <p:cNvSpPr/>
              <p:nvPr/>
            </p:nvSpPr>
            <p:spPr>
              <a:xfrm>
                <a:off x="11786616" y="381304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3"/>
              </a:solidFill>
              <a:ln w="2286">
                <a:solidFill>
                  <a:srgbClr val="0000A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28" name="polygon-3311"/>
              <p:cNvSpPr/>
              <p:nvPr/>
            </p:nvSpPr>
            <p:spPr>
              <a:xfrm>
                <a:off x="11786616" y="379476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E9"/>
              </a:solidFill>
              <a:ln w="2286">
                <a:solidFill>
                  <a:srgbClr val="0000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29" name="polygon-3312"/>
              <p:cNvSpPr/>
              <p:nvPr/>
            </p:nvSpPr>
            <p:spPr>
              <a:xfrm>
                <a:off x="11786616" y="377647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3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0FF"/>
              </a:solidFill>
              <a:ln w="2286">
                <a:solidFill>
                  <a:srgbClr val="0030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30" name="polygon-3313"/>
              <p:cNvSpPr/>
              <p:nvPr/>
            </p:nvSpPr>
            <p:spPr>
              <a:xfrm>
                <a:off x="11786616" y="375818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3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76FF"/>
              </a:solidFill>
              <a:ln w="2286">
                <a:solidFill>
                  <a:srgbClr val="0076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31" name="polygon-3314"/>
              <p:cNvSpPr/>
              <p:nvPr/>
            </p:nvSpPr>
            <p:spPr>
              <a:xfrm>
                <a:off x="11786616" y="3730752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4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BCFF"/>
              </a:solidFill>
              <a:ln w="2286">
                <a:solidFill>
                  <a:srgbClr val="00B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32" name="polygon-3315"/>
              <p:cNvSpPr/>
              <p:nvPr/>
            </p:nvSpPr>
            <p:spPr>
              <a:xfrm>
                <a:off x="11786616" y="3712464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4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3FFFC"/>
              </a:solidFill>
              <a:ln w="2286">
                <a:solidFill>
                  <a:srgbClr val="03FFF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33" name="polygon-3316"/>
              <p:cNvSpPr/>
              <p:nvPr/>
            </p:nvSpPr>
            <p:spPr>
              <a:xfrm>
                <a:off x="11786616" y="3685032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5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49FFB6"/>
              </a:solidFill>
              <a:ln w="2286">
                <a:solidFill>
                  <a:srgbClr val="49FFB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34" name="polygon-3317"/>
              <p:cNvSpPr/>
              <p:nvPr/>
            </p:nvSpPr>
            <p:spPr>
              <a:xfrm>
                <a:off x="11786616" y="3666744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5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8FFF70"/>
              </a:solidFill>
              <a:ln w="2286">
                <a:solidFill>
                  <a:srgbClr val="8FFF7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35" name="polygon-3318"/>
              <p:cNvSpPr/>
              <p:nvPr/>
            </p:nvSpPr>
            <p:spPr>
              <a:xfrm>
                <a:off x="11786616" y="3639312"/>
                <a:ext cx="1828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2" h="6">
                    <a:moveTo>
                      <a:pt x="0" y="6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D5FF2A"/>
              </a:solidFill>
              <a:ln w="2286">
                <a:solidFill>
                  <a:srgbClr val="D5FF2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36" name="polygon-3319"/>
              <p:cNvSpPr/>
              <p:nvPr/>
            </p:nvSpPr>
            <p:spPr>
              <a:xfrm>
                <a:off x="11786616" y="3621024"/>
                <a:ext cx="1828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2" h="6">
                    <a:moveTo>
                      <a:pt x="0" y="6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FFE300"/>
              </a:solidFill>
              <a:ln w="2286">
                <a:solidFill>
                  <a:srgbClr val="FFE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37" name="polygon-3320"/>
              <p:cNvSpPr/>
              <p:nvPr/>
            </p:nvSpPr>
            <p:spPr>
              <a:xfrm>
                <a:off x="11804904" y="382219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3"/>
              </a:solidFill>
              <a:ln w="2286">
                <a:solidFill>
                  <a:srgbClr val="0000A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38" name="polygon-3321"/>
              <p:cNvSpPr/>
              <p:nvPr/>
            </p:nvSpPr>
            <p:spPr>
              <a:xfrm>
                <a:off x="11804904" y="3794760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3"/>
                    </a:moveTo>
                    <a:lnTo>
                      <a:pt x="2" y="4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E9"/>
              </a:solidFill>
              <a:ln w="2286">
                <a:solidFill>
                  <a:srgbClr val="0000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39" name="polygon-3322"/>
              <p:cNvSpPr/>
              <p:nvPr/>
            </p:nvSpPr>
            <p:spPr>
              <a:xfrm>
                <a:off x="11804904" y="3776472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2"/>
                    </a:moveTo>
                    <a:lnTo>
                      <a:pt x="2" y="4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0FF"/>
              </a:solidFill>
              <a:ln w="2286">
                <a:solidFill>
                  <a:srgbClr val="0030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40" name="polygon-3323"/>
              <p:cNvSpPr/>
              <p:nvPr/>
            </p:nvSpPr>
            <p:spPr>
              <a:xfrm>
                <a:off x="11804904" y="3758184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2"/>
                    </a:moveTo>
                    <a:lnTo>
                      <a:pt x="2" y="4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6FF"/>
              </a:solidFill>
              <a:ln w="2286">
                <a:solidFill>
                  <a:srgbClr val="0076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41" name="polygon-3324"/>
              <p:cNvSpPr/>
              <p:nvPr/>
            </p:nvSpPr>
            <p:spPr>
              <a:xfrm>
                <a:off x="11804904" y="3730752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3"/>
                    </a:moveTo>
                    <a:lnTo>
                      <a:pt x="2" y="5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BCFF"/>
              </a:solidFill>
              <a:ln w="2286">
                <a:solidFill>
                  <a:srgbClr val="00B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42" name="polygon-3325"/>
              <p:cNvSpPr/>
              <p:nvPr/>
            </p:nvSpPr>
            <p:spPr>
              <a:xfrm>
                <a:off x="11804904" y="3712464"/>
                <a:ext cx="1828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2" h="6">
                    <a:moveTo>
                      <a:pt x="0" y="2"/>
                    </a:moveTo>
                    <a:lnTo>
                      <a:pt x="2" y="6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3FFFC"/>
              </a:solidFill>
              <a:ln w="2286">
                <a:solidFill>
                  <a:srgbClr val="03FFF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43" name="polygon-3326"/>
              <p:cNvSpPr/>
              <p:nvPr/>
            </p:nvSpPr>
            <p:spPr>
              <a:xfrm>
                <a:off x="11804904" y="3685032"/>
                <a:ext cx="18288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2" h="7">
                    <a:moveTo>
                      <a:pt x="0" y="3"/>
                    </a:moveTo>
                    <a:lnTo>
                      <a:pt x="2" y="7"/>
                    </a:lnTo>
                    <a:lnTo>
                      <a:pt x="2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9FFB6"/>
              </a:solidFill>
              <a:ln w="2286">
                <a:solidFill>
                  <a:srgbClr val="49FFB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44" name="polygon-3327"/>
              <p:cNvSpPr/>
              <p:nvPr/>
            </p:nvSpPr>
            <p:spPr>
              <a:xfrm>
                <a:off x="11804904" y="3666744"/>
                <a:ext cx="18288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2" h="7">
                    <a:moveTo>
                      <a:pt x="0" y="2"/>
                    </a:moveTo>
                    <a:lnTo>
                      <a:pt x="2" y="7"/>
                    </a:lnTo>
                    <a:lnTo>
                      <a:pt x="2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FFF70"/>
              </a:solidFill>
              <a:ln w="2286">
                <a:solidFill>
                  <a:srgbClr val="8FFF7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45" name="polygon-3328"/>
              <p:cNvSpPr/>
              <p:nvPr/>
            </p:nvSpPr>
            <p:spPr>
              <a:xfrm>
                <a:off x="11804904" y="3639312"/>
                <a:ext cx="18288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2" h="8">
                    <a:moveTo>
                      <a:pt x="0" y="3"/>
                    </a:moveTo>
                    <a:lnTo>
                      <a:pt x="2" y="8"/>
                    </a:lnTo>
                    <a:lnTo>
                      <a:pt x="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5FF2A"/>
              </a:solidFill>
              <a:ln w="2286">
                <a:solidFill>
                  <a:srgbClr val="D5FF2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46" name="polygon-3329"/>
              <p:cNvSpPr/>
              <p:nvPr/>
            </p:nvSpPr>
            <p:spPr>
              <a:xfrm>
                <a:off x="11804904" y="3621024"/>
                <a:ext cx="18288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2" h="8">
                    <a:moveTo>
                      <a:pt x="0" y="2"/>
                    </a:moveTo>
                    <a:lnTo>
                      <a:pt x="2" y="8"/>
                    </a:lnTo>
                    <a:lnTo>
                      <a:pt x="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300"/>
              </a:solidFill>
              <a:ln w="2286">
                <a:solidFill>
                  <a:srgbClr val="FFE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47" name="polygon-3330"/>
              <p:cNvSpPr/>
              <p:nvPr/>
            </p:nvSpPr>
            <p:spPr>
              <a:xfrm>
                <a:off x="11823192" y="3831336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3"/>
              </a:solidFill>
              <a:ln w="2286">
                <a:solidFill>
                  <a:srgbClr val="0000A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48" name="polygon-3331"/>
              <p:cNvSpPr/>
              <p:nvPr/>
            </p:nvSpPr>
            <p:spPr>
              <a:xfrm>
                <a:off x="11823192" y="381304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E9"/>
              </a:solidFill>
              <a:ln w="2286">
                <a:solidFill>
                  <a:srgbClr val="0000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49" name="polygon-3332"/>
              <p:cNvSpPr/>
              <p:nvPr/>
            </p:nvSpPr>
            <p:spPr>
              <a:xfrm>
                <a:off x="11823192" y="3794760"/>
                <a:ext cx="1828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>
                    <a:moveTo>
                      <a:pt x="0" y="2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0FF"/>
              </a:solidFill>
              <a:ln w="2286">
                <a:solidFill>
                  <a:srgbClr val="0030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50" name="polygon-3333"/>
              <p:cNvSpPr/>
              <p:nvPr/>
            </p:nvSpPr>
            <p:spPr>
              <a:xfrm>
                <a:off x="11823192" y="3767328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3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76FF"/>
              </a:solidFill>
              <a:ln w="2286">
                <a:solidFill>
                  <a:srgbClr val="0076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51" name="polygon-3334"/>
              <p:cNvSpPr/>
              <p:nvPr/>
            </p:nvSpPr>
            <p:spPr>
              <a:xfrm>
                <a:off x="11823192" y="374904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3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BCFF"/>
              </a:solidFill>
              <a:ln w="2286">
                <a:solidFill>
                  <a:srgbClr val="00B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52" name="polygon-3335"/>
              <p:cNvSpPr/>
              <p:nvPr/>
            </p:nvSpPr>
            <p:spPr>
              <a:xfrm>
                <a:off x="11823192" y="3721608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5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3FFFC"/>
              </a:solidFill>
              <a:ln w="2286">
                <a:solidFill>
                  <a:srgbClr val="03FFF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53" name="polygon-3336"/>
              <p:cNvSpPr/>
              <p:nvPr/>
            </p:nvSpPr>
            <p:spPr>
              <a:xfrm>
                <a:off x="11823192" y="3703320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5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49FFB6"/>
              </a:solidFill>
              <a:ln w="2286">
                <a:solidFill>
                  <a:srgbClr val="49FFB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54" name="polygon-3337"/>
              <p:cNvSpPr/>
              <p:nvPr/>
            </p:nvSpPr>
            <p:spPr>
              <a:xfrm>
                <a:off x="11823192" y="3685032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5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8FFF70"/>
              </a:solidFill>
              <a:ln w="2286">
                <a:solidFill>
                  <a:srgbClr val="8FFF7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55" name="polygon-3338"/>
              <p:cNvSpPr/>
              <p:nvPr/>
            </p:nvSpPr>
            <p:spPr>
              <a:xfrm>
                <a:off x="11823192" y="3657600"/>
                <a:ext cx="1828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2" h="6">
                    <a:moveTo>
                      <a:pt x="0" y="6"/>
                    </a:moveTo>
                    <a:lnTo>
                      <a:pt x="2" y="3"/>
                    </a:lnTo>
                    <a:lnTo>
                      <a:pt x="2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D5FF2A"/>
              </a:solidFill>
              <a:ln w="2286">
                <a:solidFill>
                  <a:srgbClr val="D5FF2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56" name="polygon-3339"/>
              <p:cNvSpPr/>
              <p:nvPr/>
            </p:nvSpPr>
            <p:spPr>
              <a:xfrm>
                <a:off x="11823192" y="3639312"/>
                <a:ext cx="1828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2" h="6">
                    <a:moveTo>
                      <a:pt x="0" y="6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FFE300"/>
              </a:solidFill>
              <a:ln w="2286">
                <a:solidFill>
                  <a:srgbClr val="FFE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57" name="polygon-3340"/>
              <p:cNvSpPr/>
              <p:nvPr/>
            </p:nvSpPr>
            <p:spPr>
              <a:xfrm>
                <a:off x="11841480" y="384048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2"/>
                    </a:moveTo>
                    <a:lnTo>
                      <a:pt x="2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3"/>
              </a:solidFill>
              <a:ln w="2286">
                <a:solidFill>
                  <a:srgbClr val="0000A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58" name="polygon-3341"/>
              <p:cNvSpPr/>
              <p:nvPr/>
            </p:nvSpPr>
            <p:spPr>
              <a:xfrm>
                <a:off x="11841480" y="3813048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3"/>
                    </a:moveTo>
                    <a:lnTo>
                      <a:pt x="2" y="4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E9"/>
              </a:solidFill>
              <a:ln w="2286">
                <a:solidFill>
                  <a:srgbClr val="0000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59" name="polygon-3342"/>
              <p:cNvSpPr/>
              <p:nvPr/>
            </p:nvSpPr>
            <p:spPr>
              <a:xfrm>
                <a:off x="11841480" y="3794760"/>
                <a:ext cx="1828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" h="4">
                    <a:moveTo>
                      <a:pt x="0" y="2"/>
                    </a:moveTo>
                    <a:lnTo>
                      <a:pt x="2" y="4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0FF"/>
              </a:solidFill>
              <a:ln w="2286">
                <a:solidFill>
                  <a:srgbClr val="0030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60" name="polygon-3343"/>
              <p:cNvSpPr/>
              <p:nvPr/>
            </p:nvSpPr>
            <p:spPr>
              <a:xfrm>
                <a:off x="11841480" y="3767328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3"/>
                    </a:moveTo>
                    <a:lnTo>
                      <a:pt x="2" y="5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6FF"/>
              </a:solidFill>
              <a:ln w="2286">
                <a:solidFill>
                  <a:srgbClr val="0076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61" name="polygon-3344"/>
              <p:cNvSpPr/>
              <p:nvPr/>
            </p:nvSpPr>
            <p:spPr>
              <a:xfrm>
                <a:off x="11841480" y="3749040"/>
                <a:ext cx="18288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2" h="5">
                    <a:moveTo>
                      <a:pt x="0" y="2"/>
                    </a:moveTo>
                    <a:lnTo>
                      <a:pt x="2" y="5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BCFF"/>
              </a:solidFill>
              <a:ln w="2286">
                <a:solidFill>
                  <a:srgbClr val="00B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62" name="polygon-3345"/>
              <p:cNvSpPr/>
              <p:nvPr/>
            </p:nvSpPr>
            <p:spPr>
              <a:xfrm>
                <a:off x="11841480" y="3721608"/>
                <a:ext cx="1828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2" h="6">
                    <a:moveTo>
                      <a:pt x="0" y="3"/>
                    </a:moveTo>
                    <a:lnTo>
                      <a:pt x="2" y="6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3FFFC"/>
              </a:solidFill>
              <a:ln w="2286">
                <a:solidFill>
                  <a:srgbClr val="03FFF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63" name="polygon-3346"/>
              <p:cNvSpPr/>
              <p:nvPr/>
            </p:nvSpPr>
            <p:spPr>
              <a:xfrm>
                <a:off x="11841480" y="3703320"/>
                <a:ext cx="1828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2" h="6">
                    <a:moveTo>
                      <a:pt x="0" y="2"/>
                    </a:moveTo>
                    <a:lnTo>
                      <a:pt x="2" y="6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9FFB6"/>
              </a:solidFill>
              <a:ln w="2286">
                <a:solidFill>
                  <a:srgbClr val="49FFB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64" name="polygon-3347"/>
              <p:cNvSpPr/>
              <p:nvPr/>
            </p:nvSpPr>
            <p:spPr>
              <a:xfrm>
                <a:off x="11841480" y="3685032"/>
                <a:ext cx="1828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2" h="6">
                    <a:moveTo>
                      <a:pt x="0" y="2"/>
                    </a:moveTo>
                    <a:lnTo>
                      <a:pt x="2" y="6"/>
                    </a:lnTo>
                    <a:lnTo>
                      <a:pt x="2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FFF70"/>
              </a:solidFill>
              <a:ln w="2286">
                <a:solidFill>
                  <a:srgbClr val="8FFF7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65" name="polygon-3348"/>
              <p:cNvSpPr/>
              <p:nvPr/>
            </p:nvSpPr>
            <p:spPr>
              <a:xfrm>
                <a:off x="11841480" y="3657600"/>
                <a:ext cx="18288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2" h="8">
                    <a:moveTo>
                      <a:pt x="0" y="3"/>
                    </a:moveTo>
                    <a:lnTo>
                      <a:pt x="2" y="8"/>
                    </a:lnTo>
                    <a:lnTo>
                      <a:pt x="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5FF2A"/>
              </a:solidFill>
              <a:ln w="2286">
                <a:solidFill>
                  <a:srgbClr val="D5FF2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66" name="polygon-3349"/>
              <p:cNvSpPr/>
              <p:nvPr/>
            </p:nvSpPr>
            <p:spPr>
              <a:xfrm>
                <a:off x="11841480" y="3639312"/>
                <a:ext cx="18288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2" h="8">
                    <a:moveTo>
                      <a:pt x="0" y="2"/>
                    </a:moveTo>
                    <a:lnTo>
                      <a:pt x="2" y="8"/>
                    </a:lnTo>
                    <a:lnTo>
                      <a:pt x="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300"/>
              </a:solidFill>
              <a:ln w="2286">
                <a:solidFill>
                  <a:srgbClr val="FFE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367" name="Editable 3D gaussian plot"/>
            <p:cNvGrpSpPr/>
            <p:nvPr/>
          </p:nvGrpSpPr>
          <p:grpSpPr>
            <a:xfrm>
              <a:off x="12280392" y="3319272"/>
              <a:ext cx="731520" cy="548640"/>
              <a:chOff x="12280392" y="3319272"/>
              <a:chExt cx="731520" cy="548640"/>
            </a:xfrm>
          </p:grpSpPr>
          <p:sp>
            <p:nvSpPr>
              <p:cNvPr id="3368" name="rectangle-3351"/>
              <p:cNvSpPr/>
              <p:nvPr/>
            </p:nvSpPr>
            <p:spPr>
              <a:xfrm>
                <a:off x="12280392" y="3319272"/>
                <a:ext cx="731520" cy="54864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69" name="polygon-3352"/>
              <p:cNvSpPr/>
              <p:nvPr/>
            </p:nvSpPr>
            <p:spPr>
              <a:xfrm>
                <a:off x="12627864" y="357530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1"/>
              </a:solidFill>
              <a:ln w="2286">
                <a:solidFill>
                  <a:srgbClr val="00008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70" name="polygon-3353"/>
              <p:cNvSpPr/>
              <p:nvPr/>
            </p:nvSpPr>
            <p:spPr>
              <a:xfrm>
                <a:off x="12600432" y="3584448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3" y="0"/>
                    </a:moveTo>
                    <a:lnTo>
                      <a:pt x="5" y="1"/>
                    </a:lnTo>
                    <a:lnTo>
                      <a:pt x="3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4"/>
              </a:solidFill>
              <a:ln w="2286">
                <a:solidFill>
                  <a:srgbClr val="00008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71" name="polygon-3354"/>
              <p:cNvSpPr/>
              <p:nvPr/>
            </p:nvSpPr>
            <p:spPr>
              <a:xfrm>
                <a:off x="12582144" y="3593592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2" y="0"/>
                    </a:moveTo>
                    <a:lnTo>
                      <a:pt x="5" y="1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9"/>
              </a:solidFill>
              <a:ln w="2286">
                <a:solidFill>
                  <a:srgbClr val="00008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72" name="polygon-3355"/>
              <p:cNvSpPr/>
              <p:nvPr/>
            </p:nvSpPr>
            <p:spPr>
              <a:xfrm>
                <a:off x="12554712" y="3602736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3" y="0"/>
                    </a:moveTo>
                    <a:lnTo>
                      <a:pt x="5" y="0"/>
                    </a:lnTo>
                    <a:lnTo>
                      <a:pt x="3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0"/>
              </a:solidFill>
              <a:ln w="2286">
                <a:solidFill>
                  <a:srgbClr val="00009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73" name="polygon-3356"/>
              <p:cNvSpPr/>
              <p:nvPr/>
            </p:nvSpPr>
            <p:spPr>
              <a:xfrm>
                <a:off x="12536424" y="3611880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2" y="0"/>
                    </a:moveTo>
                    <a:lnTo>
                      <a:pt x="5" y="0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9"/>
              </a:solidFill>
              <a:ln w="2286">
                <a:solidFill>
                  <a:srgbClr val="00009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74" name="polygon-3357"/>
              <p:cNvSpPr/>
              <p:nvPr/>
            </p:nvSpPr>
            <p:spPr>
              <a:xfrm>
                <a:off x="12508992" y="3621024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3" y="0"/>
                    </a:moveTo>
                    <a:lnTo>
                      <a:pt x="5" y="0"/>
                    </a:lnTo>
                    <a:lnTo>
                      <a:pt x="3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2"/>
              </a:solidFill>
              <a:ln w="2286">
                <a:solidFill>
                  <a:srgbClr val="0000A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75" name="polygon-3358"/>
              <p:cNvSpPr/>
              <p:nvPr/>
            </p:nvSpPr>
            <p:spPr>
              <a:xfrm>
                <a:off x="12490704" y="3621024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2" y="0"/>
                    </a:moveTo>
                    <a:lnTo>
                      <a:pt x="5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A9"/>
              </a:solidFill>
              <a:ln w="2286">
                <a:solidFill>
                  <a:srgbClr val="0000A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76" name="polygon-3359"/>
              <p:cNvSpPr/>
              <p:nvPr/>
            </p:nvSpPr>
            <p:spPr>
              <a:xfrm>
                <a:off x="12463272" y="3630168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3" y="0"/>
                    </a:moveTo>
                    <a:lnTo>
                      <a:pt x="5" y="1"/>
                    </a:lnTo>
                    <a:lnTo>
                      <a:pt x="3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AC"/>
              </a:solidFill>
              <a:ln w="2286">
                <a:solidFill>
                  <a:srgbClr val="0000A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77" name="polygon-3360"/>
              <p:cNvSpPr/>
              <p:nvPr/>
            </p:nvSpPr>
            <p:spPr>
              <a:xfrm>
                <a:off x="12444984" y="3648456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2" y="0"/>
                    </a:moveTo>
                    <a:lnTo>
                      <a:pt x="5" y="0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A9"/>
              </a:solidFill>
              <a:ln w="2286">
                <a:solidFill>
                  <a:srgbClr val="0000A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78" name="polygon-3361"/>
              <p:cNvSpPr/>
              <p:nvPr/>
            </p:nvSpPr>
            <p:spPr>
              <a:xfrm>
                <a:off x="12417552" y="3657600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3" y="0"/>
                    </a:moveTo>
                    <a:lnTo>
                      <a:pt x="5" y="0"/>
                    </a:lnTo>
                    <a:lnTo>
                      <a:pt x="3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A2"/>
              </a:solidFill>
              <a:ln w="2286">
                <a:solidFill>
                  <a:srgbClr val="0000A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79" name="polygon-3362"/>
              <p:cNvSpPr/>
              <p:nvPr/>
            </p:nvSpPr>
            <p:spPr>
              <a:xfrm>
                <a:off x="12399264" y="3666744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2" y="0"/>
                    </a:moveTo>
                    <a:lnTo>
                      <a:pt x="5" y="0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9"/>
              </a:solidFill>
              <a:ln w="2286">
                <a:solidFill>
                  <a:srgbClr val="00009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80" name="polygon-3363"/>
              <p:cNvSpPr/>
              <p:nvPr/>
            </p:nvSpPr>
            <p:spPr>
              <a:xfrm>
                <a:off x="12380976" y="3675888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0"/>
              </a:solidFill>
              <a:ln w="2286">
                <a:solidFill>
                  <a:srgbClr val="00009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81" name="polygon-3364"/>
              <p:cNvSpPr/>
              <p:nvPr/>
            </p:nvSpPr>
            <p:spPr>
              <a:xfrm>
                <a:off x="12353544" y="3685032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3" y="0"/>
                    </a:moveTo>
                    <a:lnTo>
                      <a:pt x="5" y="1"/>
                    </a:lnTo>
                    <a:lnTo>
                      <a:pt x="3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89"/>
              </a:solidFill>
              <a:ln w="2286">
                <a:solidFill>
                  <a:srgbClr val="00008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82" name="polygon-3365"/>
              <p:cNvSpPr/>
              <p:nvPr/>
            </p:nvSpPr>
            <p:spPr>
              <a:xfrm>
                <a:off x="12335256" y="3703320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2" y="0"/>
                    </a:moveTo>
                    <a:lnTo>
                      <a:pt x="5" y="0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4"/>
              </a:solidFill>
              <a:ln w="2286">
                <a:solidFill>
                  <a:srgbClr val="00008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83" name="polygon-3366"/>
              <p:cNvSpPr/>
              <p:nvPr/>
            </p:nvSpPr>
            <p:spPr>
              <a:xfrm>
                <a:off x="12307824" y="3712464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3" y="0"/>
                    </a:moveTo>
                    <a:lnTo>
                      <a:pt x="5" y="1"/>
                    </a:lnTo>
                    <a:lnTo>
                      <a:pt x="3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1"/>
              </a:solidFill>
              <a:ln w="2286">
                <a:solidFill>
                  <a:srgbClr val="00008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84" name="polygon-3367"/>
              <p:cNvSpPr/>
              <p:nvPr/>
            </p:nvSpPr>
            <p:spPr>
              <a:xfrm>
                <a:off x="12646152" y="3584448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2" y="0"/>
                    </a:moveTo>
                    <a:lnTo>
                      <a:pt x="5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4"/>
              </a:solidFill>
              <a:ln w="2286">
                <a:solidFill>
                  <a:srgbClr val="00008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85" name="polygon-3368"/>
              <p:cNvSpPr/>
              <p:nvPr/>
            </p:nvSpPr>
            <p:spPr>
              <a:xfrm>
                <a:off x="12627864" y="3593592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A"/>
              </a:solidFill>
              <a:ln w="2286">
                <a:solidFill>
                  <a:srgbClr val="00008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86" name="polygon-3369"/>
              <p:cNvSpPr/>
              <p:nvPr/>
            </p:nvSpPr>
            <p:spPr>
              <a:xfrm>
                <a:off x="12600432" y="3602736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3" y="0"/>
                    </a:moveTo>
                    <a:lnTo>
                      <a:pt x="5" y="0"/>
                    </a:lnTo>
                    <a:lnTo>
                      <a:pt x="3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94"/>
              </a:solidFill>
              <a:ln w="2286">
                <a:solidFill>
                  <a:srgbClr val="00009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87" name="polygon-3370"/>
              <p:cNvSpPr/>
              <p:nvPr/>
            </p:nvSpPr>
            <p:spPr>
              <a:xfrm>
                <a:off x="12582144" y="3602736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2" y="0"/>
                    </a:moveTo>
                    <a:lnTo>
                      <a:pt x="5" y="1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A4"/>
              </a:solidFill>
              <a:ln w="2286">
                <a:solidFill>
                  <a:srgbClr val="0000A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88" name="polygon-3371"/>
              <p:cNvSpPr/>
              <p:nvPr/>
            </p:nvSpPr>
            <p:spPr>
              <a:xfrm>
                <a:off x="12554712" y="3611880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3" y="0"/>
                    </a:moveTo>
                    <a:lnTo>
                      <a:pt x="5" y="0"/>
                    </a:lnTo>
                    <a:lnTo>
                      <a:pt x="3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B9"/>
              </a:solidFill>
              <a:ln w="2286">
                <a:solidFill>
                  <a:srgbClr val="0000B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89" name="polygon-3372"/>
              <p:cNvSpPr/>
              <p:nvPr/>
            </p:nvSpPr>
            <p:spPr>
              <a:xfrm>
                <a:off x="12536424" y="3621024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2" y="0"/>
                    </a:moveTo>
                    <a:lnTo>
                      <a:pt x="5" y="0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CE"/>
              </a:solidFill>
              <a:ln w="2286">
                <a:solidFill>
                  <a:srgbClr val="0000C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90" name="polygon-3373"/>
              <p:cNvSpPr/>
              <p:nvPr/>
            </p:nvSpPr>
            <p:spPr>
              <a:xfrm>
                <a:off x="12508992" y="3621024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3" y="1"/>
                    </a:moveTo>
                    <a:lnTo>
                      <a:pt x="5" y="0"/>
                    </a:lnTo>
                    <a:lnTo>
                      <a:pt x="3" y="1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DE"/>
              </a:solidFill>
              <a:ln w="2286">
                <a:solidFill>
                  <a:srgbClr val="0000D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91" name="polygon-3374"/>
              <p:cNvSpPr/>
              <p:nvPr/>
            </p:nvSpPr>
            <p:spPr>
              <a:xfrm>
                <a:off x="12490704" y="3630168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2" y="1"/>
                    </a:moveTo>
                    <a:lnTo>
                      <a:pt x="5" y="0"/>
                    </a:lnTo>
                    <a:lnTo>
                      <a:pt x="2" y="1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E5"/>
              </a:solidFill>
              <a:ln w="2286">
                <a:solidFill>
                  <a:srgbClr val="0000E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92" name="polygon-3375"/>
              <p:cNvSpPr/>
              <p:nvPr/>
            </p:nvSpPr>
            <p:spPr>
              <a:xfrm>
                <a:off x="12463272" y="3639312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3" y="1"/>
                    </a:moveTo>
                    <a:lnTo>
                      <a:pt x="5" y="0"/>
                    </a:lnTo>
                    <a:lnTo>
                      <a:pt x="3" y="1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DE"/>
              </a:solidFill>
              <a:ln w="2286">
                <a:solidFill>
                  <a:srgbClr val="0000D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93" name="polygon-3376"/>
              <p:cNvSpPr/>
              <p:nvPr/>
            </p:nvSpPr>
            <p:spPr>
              <a:xfrm>
                <a:off x="12444984" y="3648456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2" y="1"/>
                    </a:moveTo>
                    <a:lnTo>
                      <a:pt x="5" y="0"/>
                    </a:lnTo>
                    <a:lnTo>
                      <a:pt x="2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CE"/>
              </a:solidFill>
              <a:ln w="2286">
                <a:solidFill>
                  <a:srgbClr val="0000C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94" name="polygon-3377"/>
              <p:cNvSpPr/>
              <p:nvPr/>
            </p:nvSpPr>
            <p:spPr>
              <a:xfrm>
                <a:off x="12417552" y="3666744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3" y="0"/>
                    </a:moveTo>
                    <a:lnTo>
                      <a:pt x="5" y="0"/>
                    </a:lnTo>
                    <a:lnTo>
                      <a:pt x="3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B9"/>
              </a:solidFill>
              <a:ln w="2286">
                <a:solidFill>
                  <a:srgbClr val="0000B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95" name="polygon-3378"/>
              <p:cNvSpPr/>
              <p:nvPr/>
            </p:nvSpPr>
            <p:spPr>
              <a:xfrm>
                <a:off x="12399264" y="3685032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2" y="0"/>
                    </a:moveTo>
                    <a:lnTo>
                      <a:pt x="5" y="0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A4"/>
              </a:solidFill>
              <a:ln w="2286">
                <a:solidFill>
                  <a:srgbClr val="0000A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96" name="polygon-3379"/>
              <p:cNvSpPr/>
              <p:nvPr/>
            </p:nvSpPr>
            <p:spPr>
              <a:xfrm>
                <a:off x="12380976" y="369417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4"/>
              </a:solidFill>
              <a:ln w="2286">
                <a:solidFill>
                  <a:srgbClr val="00009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97" name="polygon-3380"/>
              <p:cNvSpPr/>
              <p:nvPr/>
            </p:nvSpPr>
            <p:spPr>
              <a:xfrm>
                <a:off x="12353544" y="3703320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3" y="0"/>
                    </a:moveTo>
                    <a:lnTo>
                      <a:pt x="5" y="1"/>
                    </a:lnTo>
                    <a:lnTo>
                      <a:pt x="3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8A"/>
              </a:solidFill>
              <a:ln w="2286">
                <a:solidFill>
                  <a:srgbClr val="00008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98" name="polygon-3381"/>
              <p:cNvSpPr/>
              <p:nvPr/>
            </p:nvSpPr>
            <p:spPr>
              <a:xfrm>
                <a:off x="12335256" y="3721608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2" y="0"/>
                    </a:moveTo>
                    <a:lnTo>
                      <a:pt x="5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4"/>
              </a:solidFill>
              <a:ln w="2286">
                <a:solidFill>
                  <a:srgbClr val="00008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99" name="polygon-3382"/>
              <p:cNvSpPr/>
              <p:nvPr/>
            </p:nvSpPr>
            <p:spPr>
              <a:xfrm>
                <a:off x="12664440" y="3593592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3" y="0"/>
                    </a:moveTo>
                    <a:lnTo>
                      <a:pt x="5" y="1"/>
                    </a:lnTo>
                    <a:lnTo>
                      <a:pt x="3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9"/>
              </a:solidFill>
              <a:ln w="2286">
                <a:solidFill>
                  <a:srgbClr val="00008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00" name="polygon-3383"/>
              <p:cNvSpPr/>
              <p:nvPr/>
            </p:nvSpPr>
            <p:spPr>
              <a:xfrm>
                <a:off x="12646152" y="3602736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2" y="0"/>
                    </a:moveTo>
                    <a:lnTo>
                      <a:pt x="5" y="0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94"/>
              </a:solidFill>
              <a:ln w="2286">
                <a:solidFill>
                  <a:srgbClr val="00009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01" name="polygon-3384"/>
              <p:cNvSpPr/>
              <p:nvPr/>
            </p:nvSpPr>
            <p:spPr>
              <a:xfrm>
                <a:off x="12627864" y="3602736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0"/>
                    </a:moveTo>
                    <a:lnTo>
                      <a:pt x="4" y="1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A9"/>
              </a:solidFill>
              <a:ln w="2286">
                <a:solidFill>
                  <a:srgbClr val="0000A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02" name="polygon-3385"/>
              <p:cNvSpPr/>
              <p:nvPr/>
            </p:nvSpPr>
            <p:spPr>
              <a:xfrm>
                <a:off x="12600432" y="3611880"/>
                <a:ext cx="4572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" h="0">
                    <a:moveTo>
                      <a:pt x="3" y="0"/>
                    </a:moveTo>
                    <a:lnTo>
                      <a:pt x="5" y="0"/>
                    </a:lnTo>
                    <a:lnTo>
                      <a:pt x="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C9"/>
              </a:solidFill>
              <a:ln w="2286">
                <a:solidFill>
                  <a:srgbClr val="0000C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03" name="polygon-3386"/>
              <p:cNvSpPr/>
              <p:nvPr/>
            </p:nvSpPr>
            <p:spPr>
              <a:xfrm>
                <a:off x="12582144" y="3602736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2" y="1"/>
                    </a:moveTo>
                    <a:lnTo>
                      <a:pt x="5" y="1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F2"/>
              </a:solidFill>
              <a:ln w="2286">
                <a:solidFill>
                  <a:srgbClr val="0000F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04" name="polygon-3387"/>
              <p:cNvSpPr/>
              <p:nvPr/>
            </p:nvSpPr>
            <p:spPr>
              <a:xfrm>
                <a:off x="12554712" y="3602736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3" y="2"/>
                    </a:moveTo>
                    <a:lnTo>
                      <a:pt x="5" y="0"/>
                    </a:lnTo>
                    <a:lnTo>
                      <a:pt x="3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1EFF"/>
              </a:solidFill>
              <a:ln w="2286">
                <a:solidFill>
                  <a:srgbClr val="001E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05" name="polygon-3388"/>
              <p:cNvSpPr/>
              <p:nvPr/>
            </p:nvSpPr>
            <p:spPr>
              <a:xfrm>
                <a:off x="12536424" y="3602736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2" y="2"/>
                    </a:moveTo>
                    <a:lnTo>
                      <a:pt x="5" y="0"/>
                    </a:lnTo>
                    <a:lnTo>
                      <a:pt x="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3FFF"/>
              </a:solidFill>
              <a:ln w="2286">
                <a:solidFill>
                  <a:srgbClr val="003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06" name="polygon-3389"/>
              <p:cNvSpPr/>
              <p:nvPr/>
            </p:nvSpPr>
            <p:spPr>
              <a:xfrm>
                <a:off x="12508992" y="3602736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3" y="3"/>
                    </a:moveTo>
                    <a:lnTo>
                      <a:pt x="5" y="0"/>
                    </a:lnTo>
                    <a:lnTo>
                      <a:pt x="3" y="1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4CFF"/>
              </a:solidFill>
              <a:ln w="2286">
                <a:solidFill>
                  <a:srgbClr val="004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07" name="polygon-3390"/>
              <p:cNvSpPr/>
              <p:nvPr/>
            </p:nvSpPr>
            <p:spPr>
              <a:xfrm>
                <a:off x="12490704" y="3611880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2" y="3"/>
                    </a:moveTo>
                    <a:lnTo>
                      <a:pt x="5" y="0"/>
                    </a:lnTo>
                    <a:lnTo>
                      <a:pt x="2" y="2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3FFF"/>
              </a:solidFill>
              <a:ln w="2286">
                <a:solidFill>
                  <a:srgbClr val="003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08" name="polygon-3391"/>
              <p:cNvSpPr/>
              <p:nvPr/>
            </p:nvSpPr>
            <p:spPr>
              <a:xfrm>
                <a:off x="12463272" y="3630168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3" y="2"/>
                    </a:moveTo>
                    <a:lnTo>
                      <a:pt x="5" y="0"/>
                    </a:lnTo>
                    <a:lnTo>
                      <a:pt x="3" y="3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1EFF"/>
              </a:solidFill>
              <a:ln w="2286">
                <a:solidFill>
                  <a:srgbClr val="001E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09" name="polygon-3392"/>
              <p:cNvSpPr/>
              <p:nvPr/>
            </p:nvSpPr>
            <p:spPr>
              <a:xfrm>
                <a:off x="12444984" y="3657600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2" y="1"/>
                    </a:moveTo>
                    <a:lnTo>
                      <a:pt x="5" y="0"/>
                    </a:lnTo>
                    <a:lnTo>
                      <a:pt x="2" y="2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F2"/>
              </a:solidFill>
              <a:ln w="2286">
                <a:solidFill>
                  <a:srgbClr val="0000F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10" name="polygon-3393"/>
              <p:cNvSpPr/>
              <p:nvPr/>
            </p:nvSpPr>
            <p:spPr>
              <a:xfrm>
                <a:off x="12417552" y="3675888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3" y="1"/>
                    </a:moveTo>
                    <a:lnTo>
                      <a:pt x="5" y="0"/>
                    </a:lnTo>
                    <a:lnTo>
                      <a:pt x="3" y="3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C9"/>
              </a:solidFill>
              <a:ln w="2286">
                <a:solidFill>
                  <a:srgbClr val="0000C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11" name="polygon-3394"/>
              <p:cNvSpPr/>
              <p:nvPr/>
            </p:nvSpPr>
            <p:spPr>
              <a:xfrm>
                <a:off x="12399264" y="3703320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2" y="0"/>
                    </a:moveTo>
                    <a:lnTo>
                      <a:pt x="5" y="0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A9"/>
              </a:solidFill>
              <a:ln w="2286">
                <a:solidFill>
                  <a:srgbClr val="0000A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12" name="polygon-3395"/>
              <p:cNvSpPr/>
              <p:nvPr/>
            </p:nvSpPr>
            <p:spPr>
              <a:xfrm>
                <a:off x="12380976" y="3712464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1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94"/>
              </a:solidFill>
              <a:ln w="2286">
                <a:solidFill>
                  <a:srgbClr val="00009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13" name="polygon-3396"/>
              <p:cNvSpPr/>
              <p:nvPr/>
            </p:nvSpPr>
            <p:spPr>
              <a:xfrm>
                <a:off x="12353544" y="3730752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3" y="0"/>
                    </a:moveTo>
                    <a:lnTo>
                      <a:pt x="5" y="1"/>
                    </a:lnTo>
                    <a:lnTo>
                      <a:pt x="3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9"/>
              </a:solidFill>
              <a:ln w="2286">
                <a:solidFill>
                  <a:srgbClr val="00008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14" name="polygon-3397"/>
              <p:cNvSpPr/>
              <p:nvPr/>
            </p:nvSpPr>
            <p:spPr>
              <a:xfrm>
                <a:off x="12691872" y="3602736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2" y="0"/>
                    </a:moveTo>
                    <a:lnTo>
                      <a:pt x="5" y="1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90"/>
              </a:solidFill>
              <a:ln w="2286">
                <a:solidFill>
                  <a:srgbClr val="00009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15" name="polygon-3398"/>
              <p:cNvSpPr/>
              <p:nvPr/>
            </p:nvSpPr>
            <p:spPr>
              <a:xfrm>
                <a:off x="12664440" y="3602736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3" y="0"/>
                    </a:moveTo>
                    <a:lnTo>
                      <a:pt x="5" y="1"/>
                    </a:lnTo>
                    <a:lnTo>
                      <a:pt x="3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A4"/>
              </a:solidFill>
              <a:ln w="2286">
                <a:solidFill>
                  <a:srgbClr val="0000A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16" name="polygon-3399"/>
              <p:cNvSpPr/>
              <p:nvPr/>
            </p:nvSpPr>
            <p:spPr>
              <a:xfrm>
                <a:off x="12646152" y="3611880"/>
                <a:ext cx="4572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" h="0">
                    <a:moveTo>
                      <a:pt x="2" y="0"/>
                    </a:moveTo>
                    <a:lnTo>
                      <a:pt x="5" y="0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C9"/>
              </a:solidFill>
              <a:ln w="2286">
                <a:solidFill>
                  <a:srgbClr val="0000C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17" name="polygon-3400"/>
              <p:cNvSpPr/>
              <p:nvPr/>
            </p:nvSpPr>
            <p:spPr>
              <a:xfrm>
                <a:off x="12627864" y="3602736"/>
                <a:ext cx="365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4" h="1">
                    <a:moveTo>
                      <a:pt x="2" y="1"/>
                    </a:moveTo>
                    <a:lnTo>
                      <a:pt x="4" y="1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3FF"/>
              </a:solidFill>
              <a:ln w="2286">
                <a:solidFill>
                  <a:srgbClr val="0003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18" name="polygon-3401"/>
              <p:cNvSpPr/>
              <p:nvPr/>
            </p:nvSpPr>
            <p:spPr>
              <a:xfrm>
                <a:off x="12600432" y="3584448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3" y="3"/>
                    </a:moveTo>
                    <a:lnTo>
                      <a:pt x="5" y="2"/>
                    </a:lnTo>
                    <a:lnTo>
                      <a:pt x="3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4CFF"/>
              </a:solidFill>
              <a:ln w="2286">
                <a:solidFill>
                  <a:srgbClr val="004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19" name="polygon-3402"/>
              <p:cNvSpPr/>
              <p:nvPr/>
            </p:nvSpPr>
            <p:spPr>
              <a:xfrm>
                <a:off x="12582144" y="3575304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2" y="3"/>
                    </a:moveTo>
                    <a:lnTo>
                      <a:pt x="5" y="1"/>
                    </a:lnTo>
                    <a:lnTo>
                      <a:pt x="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97FF"/>
              </a:solidFill>
              <a:ln w="2286">
                <a:solidFill>
                  <a:srgbClr val="009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20" name="polygon-3403"/>
              <p:cNvSpPr/>
              <p:nvPr/>
            </p:nvSpPr>
            <p:spPr>
              <a:xfrm>
                <a:off x="12554712" y="3575304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3" y="3"/>
                    </a:moveTo>
                    <a:lnTo>
                      <a:pt x="5" y="0"/>
                    </a:lnTo>
                    <a:lnTo>
                      <a:pt x="3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D1FF"/>
              </a:solidFill>
              <a:ln w="2286">
                <a:solidFill>
                  <a:srgbClr val="00D1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21" name="polygon-3404"/>
              <p:cNvSpPr/>
              <p:nvPr/>
            </p:nvSpPr>
            <p:spPr>
              <a:xfrm>
                <a:off x="12536424" y="3575304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2" y="3"/>
                    </a:moveTo>
                    <a:lnTo>
                      <a:pt x="5" y="0"/>
                    </a:lnTo>
                    <a:lnTo>
                      <a:pt x="2" y="1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E7FF"/>
              </a:solidFill>
              <a:ln w="2286">
                <a:solidFill>
                  <a:srgbClr val="00E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22" name="polygon-3405"/>
              <p:cNvSpPr/>
              <p:nvPr/>
            </p:nvSpPr>
            <p:spPr>
              <a:xfrm>
                <a:off x="12508992" y="3584448"/>
                <a:ext cx="4572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5" h="5">
                    <a:moveTo>
                      <a:pt x="3" y="3"/>
                    </a:moveTo>
                    <a:lnTo>
                      <a:pt x="5" y="0"/>
                    </a:lnTo>
                    <a:lnTo>
                      <a:pt x="3" y="2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00D1FF"/>
              </a:solidFill>
              <a:ln w="2286">
                <a:solidFill>
                  <a:srgbClr val="00D1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23" name="polygon-3406"/>
              <p:cNvSpPr/>
              <p:nvPr/>
            </p:nvSpPr>
            <p:spPr>
              <a:xfrm>
                <a:off x="12490704" y="3602736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2" y="3"/>
                    </a:moveTo>
                    <a:lnTo>
                      <a:pt x="5" y="0"/>
                    </a:lnTo>
                    <a:lnTo>
                      <a:pt x="2" y="4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97FF"/>
              </a:solidFill>
              <a:ln w="2286">
                <a:solidFill>
                  <a:srgbClr val="009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24" name="polygon-3407"/>
              <p:cNvSpPr/>
              <p:nvPr/>
            </p:nvSpPr>
            <p:spPr>
              <a:xfrm>
                <a:off x="12463272" y="3639312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3" y="2"/>
                    </a:moveTo>
                    <a:lnTo>
                      <a:pt x="5" y="0"/>
                    </a:lnTo>
                    <a:lnTo>
                      <a:pt x="3" y="3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4CFF"/>
              </a:solidFill>
              <a:ln w="2286">
                <a:solidFill>
                  <a:srgbClr val="004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25" name="polygon-3408"/>
              <p:cNvSpPr/>
              <p:nvPr/>
            </p:nvSpPr>
            <p:spPr>
              <a:xfrm>
                <a:off x="12444984" y="3666744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2" y="1"/>
                    </a:moveTo>
                    <a:lnTo>
                      <a:pt x="5" y="0"/>
                    </a:lnTo>
                    <a:lnTo>
                      <a:pt x="2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03FF"/>
              </a:solidFill>
              <a:ln w="2286">
                <a:solidFill>
                  <a:srgbClr val="0003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26" name="polygon-3409"/>
              <p:cNvSpPr/>
              <p:nvPr/>
            </p:nvSpPr>
            <p:spPr>
              <a:xfrm>
                <a:off x="12417552" y="3703320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3" y="0"/>
                    </a:moveTo>
                    <a:lnTo>
                      <a:pt x="5" y="0"/>
                    </a:lnTo>
                    <a:lnTo>
                      <a:pt x="3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C9"/>
              </a:solidFill>
              <a:ln w="2286">
                <a:solidFill>
                  <a:srgbClr val="0000C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27" name="polygon-3410"/>
              <p:cNvSpPr/>
              <p:nvPr/>
            </p:nvSpPr>
            <p:spPr>
              <a:xfrm>
                <a:off x="12399264" y="3721608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2" y="0"/>
                    </a:moveTo>
                    <a:lnTo>
                      <a:pt x="5" y="0"/>
                    </a:lnTo>
                    <a:lnTo>
                      <a:pt x="2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A4"/>
              </a:solidFill>
              <a:ln w="2286">
                <a:solidFill>
                  <a:srgbClr val="0000A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28" name="polygon-3411"/>
              <p:cNvSpPr/>
              <p:nvPr/>
            </p:nvSpPr>
            <p:spPr>
              <a:xfrm>
                <a:off x="12380976" y="373989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0"/>
              </a:solidFill>
              <a:ln w="2286">
                <a:solidFill>
                  <a:srgbClr val="00009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29" name="polygon-3412"/>
              <p:cNvSpPr/>
              <p:nvPr/>
            </p:nvSpPr>
            <p:spPr>
              <a:xfrm>
                <a:off x="12710160" y="3611880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3" y="0"/>
                    </a:moveTo>
                    <a:lnTo>
                      <a:pt x="5" y="1"/>
                    </a:lnTo>
                    <a:lnTo>
                      <a:pt x="3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99"/>
              </a:solidFill>
              <a:ln w="2286">
                <a:solidFill>
                  <a:srgbClr val="00009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30" name="polygon-3413"/>
              <p:cNvSpPr/>
              <p:nvPr/>
            </p:nvSpPr>
            <p:spPr>
              <a:xfrm>
                <a:off x="12691872" y="3611880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2" y="0"/>
                    </a:moveTo>
                    <a:lnTo>
                      <a:pt x="5" y="1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B9"/>
              </a:solidFill>
              <a:ln w="2286">
                <a:solidFill>
                  <a:srgbClr val="0000B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31" name="polygon-3414"/>
              <p:cNvSpPr/>
              <p:nvPr/>
            </p:nvSpPr>
            <p:spPr>
              <a:xfrm>
                <a:off x="12664440" y="3602736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3" y="1"/>
                    </a:moveTo>
                    <a:lnTo>
                      <a:pt x="5" y="2"/>
                    </a:lnTo>
                    <a:lnTo>
                      <a:pt x="3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F2"/>
              </a:solidFill>
              <a:ln w="2286">
                <a:solidFill>
                  <a:srgbClr val="0000F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32" name="polygon-3415"/>
              <p:cNvSpPr/>
              <p:nvPr/>
            </p:nvSpPr>
            <p:spPr>
              <a:xfrm>
                <a:off x="12646152" y="3584448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2" y="3"/>
                    </a:moveTo>
                    <a:lnTo>
                      <a:pt x="5" y="2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4CFF"/>
              </a:solidFill>
              <a:ln w="2286">
                <a:solidFill>
                  <a:srgbClr val="004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33" name="polygon-3416"/>
              <p:cNvSpPr/>
              <p:nvPr/>
            </p:nvSpPr>
            <p:spPr>
              <a:xfrm>
                <a:off x="12627864" y="3557016"/>
                <a:ext cx="36576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" h="5">
                    <a:moveTo>
                      <a:pt x="2" y="5"/>
                    </a:moveTo>
                    <a:lnTo>
                      <a:pt x="4" y="3"/>
                    </a:lnTo>
                    <a:lnTo>
                      <a:pt x="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BDFF"/>
              </a:solidFill>
              <a:ln w="2286">
                <a:solidFill>
                  <a:srgbClr val="00BD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34" name="polygon-3417"/>
              <p:cNvSpPr/>
              <p:nvPr/>
            </p:nvSpPr>
            <p:spPr>
              <a:xfrm>
                <a:off x="12600432" y="3538728"/>
                <a:ext cx="4572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5" h="5">
                    <a:moveTo>
                      <a:pt x="3" y="5"/>
                    </a:moveTo>
                    <a:lnTo>
                      <a:pt x="5" y="2"/>
                    </a:lnTo>
                    <a:lnTo>
                      <a:pt x="3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33FFCC"/>
              </a:solidFill>
              <a:ln w="2286">
                <a:solidFill>
                  <a:srgbClr val="33FF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35" name="polygon-3418"/>
              <p:cNvSpPr/>
              <p:nvPr/>
            </p:nvSpPr>
            <p:spPr>
              <a:xfrm>
                <a:off x="12582144" y="3529584"/>
                <a:ext cx="4572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5" h="5">
                    <a:moveTo>
                      <a:pt x="2" y="5"/>
                    </a:moveTo>
                    <a:lnTo>
                      <a:pt x="5" y="1"/>
                    </a:lnTo>
                    <a:lnTo>
                      <a:pt x="2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8EFF71"/>
              </a:solidFill>
              <a:ln w="2286">
                <a:solidFill>
                  <a:srgbClr val="8EFF7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36" name="polygon-3419"/>
              <p:cNvSpPr/>
              <p:nvPr/>
            </p:nvSpPr>
            <p:spPr>
              <a:xfrm>
                <a:off x="12554712" y="3529584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3" y="5"/>
                    </a:moveTo>
                    <a:lnTo>
                      <a:pt x="5" y="0"/>
                    </a:lnTo>
                    <a:lnTo>
                      <a:pt x="3" y="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B0FF4F"/>
              </a:solidFill>
              <a:ln w="2286">
                <a:solidFill>
                  <a:srgbClr val="B0FF4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37" name="polygon-3420"/>
              <p:cNvSpPr/>
              <p:nvPr/>
            </p:nvSpPr>
            <p:spPr>
              <a:xfrm>
                <a:off x="12536424" y="3538728"/>
                <a:ext cx="45720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5" h="7">
                    <a:moveTo>
                      <a:pt x="2" y="5"/>
                    </a:moveTo>
                    <a:lnTo>
                      <a:pt x="5" y="0"/>
                    </a:lnTo>
                    <a:lnTo>
                      <a:pt x="2" y="3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8EFF71"/>
              </a:solidFill>
              <a:ln w="2286">
                <a:solidFill>
                  <a:srgbClr val="8EFF7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38" name="polygon-3421"/>
              <p:cNvSpPr/>
              <p:nvPr/>
            </p:nvSpPr>
            <p:spPr>
              <a:xfrm>
                <a:off x="12508992" y="3566160"/>
                <a:ext cx="45720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5" h="8">
                    <a:moveTo>
                      <a:pt x="3" y="4"/>
                    </a:moveTo>
                    <a:lnTo>
                      <a:pt x="5" y="0"/>
                    </a:lnTo>
                    <a:lnTo>
                      <a:pt x="3" y="5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33FFCC"/>
              </a:solidFill>
              <a:ln w="2286">
                <a:solidFill>
                  <a:srgbClr val="33FF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39" name="polygon-3422"/>
              <p:cNvSpPr/>
              <p:nvPr/>
            </p:nvSpPr>
            <p:spPr>
              <a:xfrm>
                <a:off x="12490704" y="3611880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2" y="3"/>
                    </a:moveTo>
                    <a:lnTo>
                      <a:pt x="5" y="0"/>
                    </a:lnTo>
                    <a:lnTo>
                      <a:pt x="2" y="5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BDFF"/>
              </a:solidFill>
              <a:ln w="2286">
                <a:solidFill>
                  <a:srgbClr val="00BD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40" name="polygon-3423"/>
              <p:cNvSpPr/>
              <p:nvPr/>
            </p:nvSpPr>
            <p:spPr>
              <a:xfrm>
                <a:off x="12463272" y="3657600"/>
                <a:ext cx="4572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5" h="5">
                    <a:moveTo>
                      <a:pt x="3" y="1"/>
                    </a:moveTo>
                    <a:lnTo>
                      <a:pt x="5" y="0"/>
                    </a:lnTo>
                    <a:lnTo>
                      <a:pt x="3" y="4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004CFF"/>
              </a:solidFill>
              <a:ln w="2286">
                <a:solidFill>
                  <a:srgbClr val="004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41" name="polygon-3424"/>
              <p:cNvSpPr/>
              <p:nvPr/>
            </p:nvSpPr>
            <p:spPr>
              <a:xfrm>
                <a:off x="12444984" y="3694176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2" y="1"/>
                    </a:moveTo>
                    <a:lnTo>
                      <a:pt x="5" y="0"/>
                    </a:lnTo>
                    <a:lnTo>
                      <a:pt x="2" y="4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F2"/>
              </a:solidFill>
              <a:ln w="2286">
                <a:solidFill>
                  <a:srgbClr val="0000F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42" name="polygon-3425"/>
              <p:cNvSpPr/>
              <p:nvPr/>
            </p:nvSpPr>
            <p:spPr>
              <a:xfrm>
                <a:off x="12417552" y="3721608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3" y="0"/>
                    </a:moveTo>
                    <a:lnTo>
                      <a:pt x="5" y="1"/>
                    </a:lnTo>
                    <a:lnTo>
                      <a:pt x="3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B9"/>
              </a:solidFill>
              <a:ln w="2286">
                <a:solidFill>
                  <a:srgbClr val="0000B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43" name="polygon-3426"/>
              <p:cNvSpPr/>
              <p:nvPr/>
            </p:nvSpPr>
            <p:spPr>
              <a:xfrm>
                <a:off x="12399264" y="3739896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2" y="0"/>
                    </a:moveTo>
                    <a:lnTo>
                      <a:pt x="5" y="1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99"/>
              </a:solidFill>
              <a:ln w="2286">
                <a:solidFill>
                  <a:srgbClr val="00009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44" name="polygon-3427"/>
              <p:cNvSpPr/>
              <p:nvPr/>
            </p:nvSpPr>
            <p:spPr>
              <a:xfrm>
                <a:off x="12737592" y="3621024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2" y="0"/>
                    </a:moveTo>
                    <a:lnTo>
                      <a:pt x="5" y="0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2"/>
              </a:solidFill>
              <a:ln w="2286">
                <a:solidFill>
                  <a:srgbClr val="0000A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45" name="polygon-3428"/>
              <p:cNvSpPr/>
              <p:nvPr/>
            </p:nvSpPr>
            <p:spPr>
              <a:xfrm>
                <a:off x="12710160" y="3621024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3" y="0"/>
                    </a:moveTo>
                    <a:lnTo>
                      <a:pt x="5" y="1"/>
                    </a:lnTo>
                    <a:lnTo>
                      <a:pt x="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CE"/>
              </a:solidFill>
              <a:ln w="2286">
                <a:solidFill>
                  <a:srgbClr val="0000C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46" name="polygon-3429"/>
              <p:cNvSpPr/>
              <p:nvPr/>
            </p:nvSpPr>
            <p:spPr>
              <a:xfrm>
                <a:off x="12691872" y="3602736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2" y="2"/>
                    </a:moveTo>
                    <a:lnTo>
                      <a:pt x="5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1EFF"/>
              </a:solidFill>
              <a:ln w="2286">
                <a:solidFill>
                  <a:srgbClr val="001E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47" name="polygon-3430"/>
              <p:cNvSpPr/>
              <p:nvPr/>
            </p:nvSpPr>
            <p:spPr>
              <a:xfrm>
                <a:off x="12664440" y="3575304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3" y="3"/>
                    </a:moveTo>
                    <a:lnTo>
                      <a:pt x="5" y="3"/>
                    </a:lnTo>
                    <a:lnTo>
                      <a:pt x="3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97FF"/>
              </a:solidFill>
              <a:ln w="2286">
                <a:solidFill>
                  <a:srgbClr val="009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48" name="polygon-3431"/>
              <p:cNvSpPr/>
              <p:nvPr/>
            </p:nvSpPr>
            <p:spPr>
              <a:xfrm>
                <a:off x="12646152" y="3538728"/>
                <a:ext cx="4572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5" h="5">
                    <a:moveTo>
                      <a:pt x="2" y="5"/>
                    </a:moveTo>
                    <a:lnTo>
                      <a:pt x="5" y="4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3FFCC"/>
              </a:solidFill>
              <a:ln w="2286">
                <a:solidFill>
                  <a:srgbClr val="33FF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49" name="polygon-3432"/>
              <p:cNvSpPr/>
              <p:nvPr/>
            </p:nvSpPr>
            <p:spPr>
              <a:xfrm>
                <a:off x="12627864" y="3502152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6"/>
                    </a:moveTo>
                    <a:lnTo>
                      <a:pt x="4" y="4"/>
                    </a:lnTo>
                    <a:lnTo>
                      <a:pt x="2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D5FF2A"/>
              </a:solidFill>
              <a:ln w="2286">
                <a:solidFill>
                  <a:srgbClr val="D5FF2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50" name="polygon-3433"/>
              <p:cNvSpPr/>
              <p:nvPr/>
            </p:nvSpPr>
            <p:spPr>
              <a:xfrm>
                <a:off x="12600432" y="3493008"/>
                <a:ext cx="4572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5" h="5">
                    <a:moveTo>
                      <a:pt x="3" y="5"/>
                    </a:moveTo>
                    <a:lnTo>
                      <a:pt x="5" y="1"/>
                    </a:lnTo>
                    <a:lnTo>
                      <a:pt x="3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FFAD00"/>
              </a:solidFill>
              <a:ln w="2286">
                <a:solidFill>
                  <a:srgbClr val="FFAD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51" name="polygon-3434"/>
              <p:cNvSpPr/>
              <p:nvPr/>
            </p:nvSpPr>
            <p:spPr>
              <a:xfrm>
                <a:off x="12582144" y="3493008"/>
                <a:ext cx="4572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5" h="5">
                    <a:moveTo>
                      <a:pt x="2" y="4"/>
                    </a:moveTo>
                    <a:lnTo>
                      <a:pt x="5" y="0"/>
                    </a:lnTo>
                    <a:lnTo>
                      <a:pt x="2" y="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7E00"/>
              </a:solidFill>
              <a:ln w="2286">
                <a:solidFill>
                  <a:srgbClr val="FF7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52" name="polygon-3435"/>
              <p:cNvSpPr/>
              <p:nvPr/>
            </p:nvSpPr>
            <p:spPr>
              <a:xfrm>
                <a:off x="12554712" y="3502152"/>
                <a:ext cx="45720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5" h="7">
                    <a:moveTo>
                      <a:pt x="3" y="4"/>
                    </a:moveTo>
                    <a:lnTo>
                      <a:pt x="5" y="0"/>
                    </a:lnTo>
                    <a:lnTo>
                      <a:pt x="3" y="4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FFAD00"/>
              </a:solidFill>
              <a:ln w="2286">
                <a:solidFill>
                  <a:srgbClr val="FFAD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53" name="polygon-3436"/>
              <p:cNvSpPr/>
              <p:nvPr/>
            </p:nvSpPr>
            <p:spPr>
              <a:xfrm>
                <a:off x="12536424" y="3538728"/>
                <a:ext cx="45720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5" h="8">
                    <a:moveTo>
                      <a:pt x="2" y="3"/>
                    </a:moveTo>
                    <a:lnTo>
                      <a:pt x="5" y="0"/>
                    </a:lnTo>
                    <a:lnTo>
                      <a:pt x="2" y="5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D5FF2A"/>
              </a:solidFill>
              <a:ln w="2286">
                <a:solidFill>
                  <a:srgbClr val="D5FF2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54" name="polygon-3437"/>
              <p:cNvSpPr/>
              <p:nvPr/>
            </p:nvSpPr>
            <p:spPr>
              <a:xfrm>
                <a:off x="12508992" y="3584448"/>
                <a:ext cx="45720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5" h="8">
                    <a:moveTo>
                      <a:pt x="3" y="3"/>
                    </a:moveTo>
                    <a:lnTo>
                      <a:pt x="5" y="0"/>
                    </a:lnTo>
                    <a:lnTo>
                      <a:pt x="3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33FFCC"/>
              </a:solidFill>
              <a:ln w="2286">
                <a:solidFill>
                  <a:srgbClr val="33FF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55" name="polygon-3438"/>
              <p:cNvSpPr/>
              <p:nvPr/>
            </p:nvSpPr>
            <p:spPr>
              <a:xfrm>
                <a:off x="12490704" y="3639312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2" y="2"/>
                    </a:moveTo>
                    <a:lnTo>
                      <a:pt x="5" y="0"/>
                    </a:lnTo>
                    <a:lnTo>
                      <a:pt x="2" y="6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97FF"/>
              </a:solidFill>
              <a:ln w="2286">
                <a:solidFill>
                  <a:srgbClr val="009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56" name="polygon-3439"/>
              <p:cNvSpPr/>
              <p:nvPr/>
            </p:nvSpPr>
            <p:spPr>
              <a:xfrm>
                <a:off x="12463272" y="3694176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3" y="0"/>
                    </a:moveTo>
                    <a:lnTo>
                      <a:pt x="5" y="0"/>
                    </a:lnTo>
                    <a:lnTo>
                      <a:pt x="3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1EFF"/>
              </a:solidFill>
              <a:ln w="2286">
                <a:solidFill>
                  <a:srgbClr val="001E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57" name="polygon-3440"/>
              <p:cNvSpPr/>
              <p:nvPr/>
            </p:nvSpPr>
            <p:spPr>
              <a:xfrm>
                <a:off x="12444984" y="3730752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2" y="0"/>
                    </a:moveTo>
                    <a:lnTo>
                      <a:pt x="5" y="0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CE"/>
              </a:solidFill>
              <a:ln w="2286">
                <a:solidFill>
                  <a:srgbClr val="0000C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58" name="polygon-3441"/>
              <p:cNvSpPr/>
              <p:nvPr/>
            </p:nvSpPr>
            <p:spPr>
              <a:xfrm>
                <a:off x="12417552" y="3749040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3" y="0"/>
                    </a:moveTo>
                    <a:lnTo>
                      <a:pt x="5" y="1"/>
                    </a:lnTo>
                    <a:lnTo>
                      <a:pt x="3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A2"/>
              </a:solidFill>
              <a:ln w="2286">
                <a:solidFill>
                  <a:srgbClr val="0000A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59" name="polygon-3442"/>
              <p:cNvSpPr/>
              <p:nvPr/>
            </p:nvSpPr>
            <p:spPr>
              <a:xfrm>
                <a:off x="12755880" y="3621024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3" y="0"/>
                    </a:moveTo>
                    <a:lnTo>
                      <a:pt x="5" y="1"/>
                    </a:lnTo>
                    <a:lnTo>
                      <a:pt x="3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A9"/>
              </a:solidFill>
              <a:ln w="2286">
                <a:solidFill>
                  <a:srgbClr val="0000A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60" name="polygon-3443"/>
              <p:cNvSpPr/>
              <p:nvPr/>
            </p:nvSpPr>
            <p:spPr>
              <a:xfrm>
                <a:off x="12737592" y="3621024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2" y="1"/>
                    </a:moveTo>
                    <a:lnTo>
                      <a:pt x="5" y="2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DE"/>
              </a:solidFill>
              <a:ln w="2286">
                <a:solidFill>
                  <a:srgbClr val="0000D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61" name="polygon-3444"/>
              <p:cNvSpPr/>
              <p:nvPr/>
            </p:nvSpPr>
            <p:spPr>
              <a:xfrm>
                <a:off x="12710160" y="3602736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3" y="2"/>
                    </a:moveTo>
                    <a:lnTo>
                      <a:pt x="5" y="3"/>
                    </a:lnTo>
                    <a:lnTo>
                      <a:pt x="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FFF"/>
              </a:solidFill>
              <a:ln w="2286">
                <a:solidFill>
                  <a:srgbClr val="003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62" name="polygon-3445"/>
              <p:cNvSpPr/>
              <p:nvPr/>
            </p:nvSpPr>
            <p:spPr>
              <a:xfrm>
                <a:off x="12691872" y="3575304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2" y="3"/>
                    </a:moveTo>
                    <a:lnTo>
                      <a:pt x="5" y="3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D1FF"/>
              </a:solidFill>
              <a:ln w="2286">
                <a:solidFill>
                  <a:srgbClr val="00D1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63" name="polygon-3446"/>
              <p:cNvSpPr/>
              <p:nvPr/>
            </p:nvSpPr>
            <p:spPr>
              <a:xfrm>
                <a:off x="12664440" y="3529584"/>
                <a:ext cx="4572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5" h="5">
                    <a:moveTo>
                      <a:pt x="3" y="5"/>
                    </a:moveTo>
                    <a:lnTo>
                      <a:pt x="5" y="5"/>
                    </a:lnTo>
                    <a:lnTo>
                      <a:pt x="3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8EFF71"/>
              </a:solidFill>
              <a:ln w="2286">
                <a:solidFill>
                  <a:srgbClr val="8EFF7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64" name="polygon-3447"/>
              <p:cNvSpPr/>
              <p:nvPr/>
            </p:nvSpPr>
            <p:spPr>
              <a:xfrm>
                <a:off x="12646152" y="3493008"/>
                <a:ext cx="4572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5" h="5">
                    <a:moveTo>
                      <a:pt x="2" y="5"/>
                    </a:moveTo>
                    <a:lnTo>
                      <a:pt x="5" y="4"/>
                    </a:ln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AD00"/>
              </a:solidFill>
              <a:ln w="2286">
                <a:solidFill>
                  <a:srgbClr val="FFAD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65" name="polygon-3448"/>
              <p:cNvSpPr/>
              <p:nvPr/>
            </p:nvSpPr>
            <p:spPr>
              <a:xfrm>
                <a:off x="12627864" y="3474720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3"/>
                    </a:moveTo>
                    <a:lnTo>
                      <a:pt x="4" y="2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1700"/>
              </a:solidFill>
              <a:ln w="2286">
                <a:solidFill>
                  <a:srgbClr val="FF17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66" name="polygon-3449"/>
              <p:cNvSpPr/>
              <p:nvPr/>
            </p:nvSpPr>
            <p:spPr>
              <a:xfrm>
                <a:off x="12600432" y="3474720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3" y="2"/>
                    </a:moveTo>
                    <a:lnTo>
                      <a:pt x="5" y="0"/>
                    </a:lnTo>
                    <a:lnTo>
                      <a:pt x="3" y="1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DD0000"/>
              </a:solidFill>
              <a:ln w="2286">
                <a:solidFill>
                  <a:srgbClr val="DD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67" name="polygon-3450"/>
              <p:cNvSpPr/>
              <p:nvPr/>
            </p:nvSpPr>
            <p:spPr>
              <a:xfrm>
                <a:off x="12582144" y="3483864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2" y="2"/>
                    </a:moveTo>
                    <a:lnTo>
                      <a:pt x="5" y="0"/>
                    </a:lnTo>
                    <a:lnTo>
                      <a:pt x="2" y="4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1700"/>
              </a:solidFill>
              <a:ln w="2286">
                <a:solidFill>
                  <a:srgbClr val="FF17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68" name="polygon-3451"/>
              <p:cNvSpPr/>
              <p:nvPr/>
            </p:nvSpPr>
            <p:spPr>
              <a:xfrm>
                <a:off x="12554712" y="3520440"/>
                <a:ext cx="45720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5" h="7">
                    <a:moveTo>
                      <a:pt x="3" y="2"/>
                    </a:moveTo>
                    <a:lnTo>
                      <a:pt x="5" y="0"/>
                    </a:lnTo>
                    <a:lnTo>
                      <a:pt x="3" y="6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FFAD00"/>
              </a:solidFill>
              <a:ln w="2286">
                <a:solidFill>
                  <a:srgbClr val="FFAD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69" name="polygon-3452"/>
              <p:cNvSpPr/>
              <p:nvPr/>
            </p:nvSpPr>
            <p:spPr>
              <a:xfrm>
                <a:off x="12536424" y="3575304"/>
                <a:ext cx="45720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5" h="7">
                    <a:moveTo>
                      <a:pt x="2" y="1"/>
                    </a:moveTo>
                    <a:lnTo>
                      <a:pt x="5" y="0"/>
                    </a:lnTo>
                    <a:lnTo>
                      <a:pt x="2" y="7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8EFF71"/>
              </a:solidFill>
              <a:ln w="2286">
                <a:solidFill>
                  <a:srgbClr val="8EFF7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70" name="polygon-3453"/>
              <p:cNvSpPr/>
              <p:nvPr/>
            </p:nvSpPr>
            <p:spPr>
              <a:xfrm>
                <a:off x="12508992" y="3639312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3" y="0"/>
                    </a:moveTo>
                    <a:lnTo>
                      <a:pt x="5" y="0"/>
                    </a:lnTo>
                    <a:lnTo>
                      <a:pt x="3" y="6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D1FF"/>
              </a:solidFill>
              <a:ln w="2286">
                <a:solidFill>
                  <a:srgbClr val="00D1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71" name="polygon-3454"/>
              <p:cNvSpPr/>
              <p:nvPr/>
            </p:nvSpPr>
            <p:spPr>
              <a:xfrm>
                <a:off x="12490704" y="3694176"/>
                <a:ext cx="4572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5" h="5">
                    <a:moveTo>
                      <a:pt x="2" y="0"/>
                    </a:moveTo>
                    <a:lnTo>
                      <a:pt x="5" y="0"/>
                    </a:lnTo>
                    <a:lnTo>
                      <a:pt x="2" y="5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3FFF"/>
              </a:solidFill>
              <a:ln w="2286">
                <a:solidFill>
                  <a:srgbClr val="003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72" name="polygon-3455"/>
              <p:cNvSpPr/>
              <p:nvPr/>
            </p:nvSpPr>
            <p:spPr>
              <a:xfrm>
                <a:off x="12463272" y="3730752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3" y="0"/>
                    </a:moveTo>
                    <a:lnTo>
                      <a:pt x="5" y="1"/>
                    </a:lnTo>
                    <a:lnTo>
                      <a:pt x="3" y="4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DE"/>
              </a:solidFill>
              <a:ln w="2286">
                <a:solidFill>
                  <a:srgbClr val="0000D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73" name="polygon-3456"/>
              <p:cNvSpPr/>
              <p:nvPr/>
            </p:nvSpPr>
            <p:spPr>
              <a:xfrm>
                <a:off x="12444984" y="3758184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2" y="0"/>
                    </a:moveTo>
                    <a:lnTo>
                      <a:pt x="5" y="1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A9"/>
              </a:solidFill>
              <a:ln w="2286">
                <a:solidFill>
                  <a:srgbClr val="0000A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74" name="polygon-3457"/>
              <p:cNvSpPr/>
              <p:nvPr/>
            </p:nvSpPr>
            <p:spPr>
              <a:xfrm>
                <a:off x="12783312" y="3630168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2" y="0"/>
                    </a:moveTo>
                    <a:lnTo>
                      <a:pt x="5" y="2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AC"/>
              </a:solidFill>
              <a:ln w="2286">
                <a:solidFill>
                  <a:srgbClr val="0000A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75" name="polygon-3458"/>
              <p:cNvSpPr/>
              <p:nvPr/>
            </p:nvSpPr>
            <p:spPr>
              <a:xfrm>
                <a:off x="12755880" y="3630168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3" y="1"/>
                    </a:moveTo>
                    <a:lnTo>
                      <a:pt x="5" y="2"/>
                    </a:lnTo>
                    <a:lnTo>
                      <a:pt x="3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E5"/>
              </a:solidFill>
              <a:ln w="2286">
                <a:solidFill>
                  <a:srgbClr val="0000E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76" name="polygon-3459"/>
              <p:cNvSpPr/>
              <p:nvPr/>
            </p:nvSpPr>
            <p:spPr>
              <a:xfrm>
                <a:off x="12737592" y="3602736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2" y="3"/>
                    </a:moveTo>
                    <a:lnTo>
                      <a:pt x="5" y="4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4CFF"/>
              </a:solidFill>
              <a:ln w="2286">
                <a:solidFill>
                  <a:srgbClr val="004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77" name="polygon-3460"/>
              <p:cNvSpPr/>
              <p:nvPr/>
            </p:nvSpPr>
            <p:spPr>
              <a:xfrm>
                <a:off x="12710160" y="3575304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3" y="3"/>
                    </a:moveTo>
                    <a:lnTo>
                      <a:pt x="5" y="4"/>
                    </a:lnTo>
                    <a:lnTo>
                      <a:pt x="3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7FF"/>
              </a:solidFill>
              <a:ln w="2286">
                <a:solidFill>
                  <a:srgbClr val="00E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78" name="polygon-3461"/>
              <p:cNvSpPr/>
              <p:nvPr/>
            </p:nvSpPr>
            <p:spPr>
              <a:xfrm>
                <a:off x="12691872" y="3529584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2" y="5"/>
                    </a:moveTo>
                    <a:lnTo>
                      <a:pt x="5" y="6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0FF4F"/>
              </a:solidFill>
              <a:ln w="2286">
                <a:solidFill>
                  <a:srgbClr val="B0FF4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79" name="polygon-3462"/>
              <p:cNvSpPr/>
              <p:nvPr/>
            </p:nvSpPr>
            <p:spPr>
              <a:xfrm>
                <a:off x="12664440" y="3493008"/>
                <a:ext cx="4572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5" h="5">
                    <a:moveTo>
                      <a:pt x="3" y="4"/>
                    </a:moveTo>
                    <a:lnTo>
                      <a:pt x="5" y="5"/>
                    </a:lnTo>
                    <a:lnTo>
                      <a:pt x="3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7E00"/>
              </a:solidFill>
              <a:ln w="2286">
                <a:solidFill>
                  <a:srgbClr val="FF7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80" name="polygon-3463"/>
              <p:cNvSpPr/>
              <p:nvPr/>
            </p:nvSpPr>
            <p:spPr>
              <a:xfrm>
                <a:off x="12646152" y="3474720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2" y="2"/>
                    </a:moveTo>
                    <a:lnTo>
                      <a:pt x="5" y="3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D0000"/>
              </a:solidFill>
              <a:ln w="2286">
                <a:solidFill>
                  <a:srgbClr val="DD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81" name="polygon-3464"/>
              <p:cNvSpPr/>
              <p:nvPr/>
            </p:nvSpPr>
            <p:spPr>
              <a:xfrm>
                <a:off x="12627864" y="3474720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A00000"/>
              </a:solidFill>
              <a:ln w="2286">
                <a:solidFill>
                  <a:srgbClr val="A0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82" name="polygon-3465"/>
              <p:cNvSpPr/>
              <p:nvPr/>
            </p:nvSpPr>
            <p:spPr>
              <a:xfrm>
                <a:off x="12600432" y="3483864"/>
                <a:ext cx="4572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5" h="5">
                    <a:moveTo>
                      <a:pt x="3" y="0"/>
                    </a:moveTo>
                    <a:lnTo>
                      <a:pt x="5" y="1"/>
                    </a:lnTo>
                    <a:lnTo>
                      <a:pt x="3" y="5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DD0000"/>
              </a:solidFill>
              <a:ln w="2286">
                <a:solidFill>
                  <a:srgbClr val="DD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83" name="polygon-3466"/>
              <p:cNvSpPr/>
              <p:nvPr/>
            </p:nvSpPr>
            <p:spPr>
              <a:xfrm>
                <a:off x="12582144" y="3520440"/>
                <a:ext cx="45720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5" h="7">
                    <a:moveTo>
                      <a:pt x="2" y="0"/>
                    </a:moveTo>
                    <a:lnTo>
                      <a:pt x="5" y="1"/>
                    </a:lnTo>
                    <a:lnTo>
                      <a:pt x="2" y="7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7E00"/>
              </a:solidFill>
              <a:ln w="2286">
                <a:solidFill>
                  <a:srgbClr val="FF7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84" name="polygon-3467"/>
              <p:cNvSpPr/>
              <p:nvPr/>
            </p:nvSpPr>
            <p:spPr>
              <a:xfrm>
                <a:off x="12554712" y="3575304"/>
                <a:ext cx="45720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5" h="8">
                    <a:moveTo>
                      <a:pt x="3" y="0"/>
                    </a:moveTo>
                    <a:lnTo>
                      <a:pt x="5" y="1"/>
                    </a:lnTo>
                    <a:lnTo>
                      <a:pt x="3" y="8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B0FF4F"/>
              </a:solidFill>
              <a:ln w="2286">
                <a:solidFill>
                  <a:srgbClr val="B0FF4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85" name="polygon-3468"/>
              <p:cNvSpPr/>
              <p:nvPr/>
            </p:nvSpPr>
            <p:spPr>
              <a:xfrm>
                <a:off x="12536424" y="3639312"/>
                <a:ext cx="45720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5" h="7">
                    <a:moveTo>
                      <a:pt x="2" y="0"/>
                    </a:moveTo>
                    <a:lnTo>
                      <a:pt x="5" y="1"/>
                    </a:lnTo>
                    <a:lnTo>
                      <a:pt x="2" y="7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E7FF"/>
              </a:solidFill>
              <a:ln w="2286">
                <a:solidFill>
                  <a:srgbClr val="00E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86" name="polygon-3469"/>
              <p:cNvSpPr/>
              <p:nvPr/>
            </p:nvSpPr>
            <p:spPr>
              <a:xfrm>
                <a:off x="12508992" y="3694176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3" y="0"/>
                    </a:moveTo>
                    <a:lnTo>
                      <a:pt x="5" y="1"/>
                    </a:lnTo>
                    <a:lnTo>
                      <a:pt x="3" y="6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004CFF"/>
              </a:solidFill>
              <a:ln w="2286">
                <a:solidFill>
                  <a:srgbClr val="004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87" name="polygon-3470"/>
              <p:cNvSpPr/>
              <p:nvPr/>
            </p:nvSpPr>
            <p:spPr>
              <a:xfrm>
                <a:off x="12490704" y="3739896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2" y="0"/>
                    </a:moveTo>
                    <a:lnTo>
                      <a:pt x="5" y="1"/>
                    </a:lnTo>
                    <a:lnTo>
                      <a:pt x="2" y="4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E5"/>
              </a:solidFill>
              <a:ln w="2286">
                <a:solidFill>
                  <a:srgbClr val="0000E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88" name="polygon-3471"/>
              <p:cNvSpPr/>
              <p:nvPr/>
            </p:nvSpPr>
            <p:spPr>
              <a:xfrm>
                <a:off x="12463272" y="3767328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3" y="0"/>
                    </a:moveTo>
                    <a:lnTo>
                      <a:pt x="5" y="1"/>
                    </a:lnTo>
                    <a:lnTo>
                      <a:pt x="3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AC"/>
              </a:solidFill>
              <a:ln w="2286">
                <a:solidFill>
                  <a:srgbClr val="0000A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89" name="polygon-3472"/>
              <p:cNvSpPr/>
              <p:nvPr/>
            </p:nvSpPr>
            <p:spPr>
              <a:xfrm>
                <a:off x="12801600" y="3648456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3" y="0"/>
                    </a:moveTo>
                    <a:lnTo>
                      <a:pt x="5" y="1"/>
                    </a:lnTo>
                    <a:lnTo>
                      <a:pt x="3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9"/>
              </a:solidFill>
              <a:ln w="2286">
                <a:solidFill>
                  <a:srgbClr val="0000A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90" name="polygon-3473"/>
              <p:cNvSpPr/>
              <p:nvPr/>
            </p:nvSpPr>
            <p:spPr>
              <a:xfrm>
                <a:off x="12783312" y="3639312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2" y="1"/>
                    </a:moveTo>
                    <a:lnTo>
                      <a:pt x="5" y="2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DE"/>
              </a:solidFill>
              <a:ln w="2286">
                <a:solidFill>
                  <a:srgbClr val="0000D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91" name="polygon-3474"/>
              <p:cNvSpPr/>
              <p:nvPr/>
            </p:nvSpPr>
            <p:spPr>
              <a:xfrm>
                <a:off x="12755880" y="3611880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3" y="3"/>
                    </a:moveTo>
                    <a:lnTo>
                      <a:pt x="5" y="4"/>
                    </a:lnTo>
                    <a:lnTo>
                      <a:pt x="3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FFF"/>
              </a:solidFill>
              <a:ln w="2286">
                <a:solidFill>
                  <a:srgbClr val="003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92" name="polygon-3475"/>
              <p:cNvSpPr/>
              <p:nvPr/>
            </p:nvSpPr>
            <p:spPr>
              <a:xfrm>
                <a:off x="12737592" y="3584448"/>
                <a:ext cx="4572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5" h="5">
                    <a:moveTo>
                      <a:pt x="2" y="3"/>
                    </a:moveTo>
                    <a:lnTo>
                      <a:pt x="5" y="5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D1FF"/>
              </a:solidFill>
              <a:ln w="2286">
                <a:solidFill>
                  <a:srgbClr val="00D1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93" name="polygon-3476"/>
              <p:cNvSpPr/>
              <p:nvPr/>
            </p:nvSpPr>
            <p:spPr>
              <a:xfrm>
                <a:off x="12710160" y="3538728"/>
                <a:ext cx="45720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5" h="7">
                    <a:moveTo>
                      <a:pt x="3" y="5"/>
                    </a:moveTo>
                    <a:lnTo>
                      <a:pt x="5" y="7"/>
                    </a:lnTo>
                    <a:lnTo>
                      <a:pt x="3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EFF71"/>
              </a:solidFill>
              <a:ln w="2286">
                <a:solidFill>
                  <a:srgbClr val="8EFF7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94" name="polygon-3477"/>
              <p:cNvSpPr/>
              <p:nvPr/>
            </p:nvSpPr>
            <p:spPr>
              <a:xfrm>
                <a:off x="12691872" y="3502152"/>
                <a:ext cx="45720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5" h="7">
                    <a:moveTo>
                      <a:pt x="2" y="4"/>
                    </a:moveTo>
                    <a:lnTo>
                      <a:pt x="5" y="7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AD00"/>
              </a:solidFill>
              <a:ln w="2286">
                <a:solidFill>
                  <a:srgbClr val="FFAD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95" name="polygon-3478"/>
              <p:cNvSpPr/>
              <p:nvPr/>
            </p:nvSpPr>
            <p:spPr>
              <a:xfrm>
                <a:off x="12664440" y="3483864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3" y="2"/>
                    </a:moveTo>
                    <a:lnTo>
                      <a:pt x="5" y="6"/>
                    </a:lnTo>
                    <a:lnTo>
                      <a:pt x="3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1700"/>
              </a:solidFill>
              <a:ln w="2286">
                <a:solidFill>
                  <a:srgbClr val="FF17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96" name="polygon-3479"/>
              <p:cNvSpPr/>
              <p:nvPr/>
            </p:nvSpPr>
            <p:spPr>
              <a:xfrm>
                <a:off x="12646152" y="3483864"/>
                <a:ext cx="4572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5" h="5">
                    <a:moveTo>
                      <a:pt x="2" y="0"/>
                    </a:moveTo>
                    <a:lnTo>
                      <a:pt x="5" y="4"/>
                    </a:lnTo>
                    <a:lnTo>
                      <a:pt x="2" y="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DD0000"/>
              </a:solidFill>
              <a:ln w="2286">
                <a:solidFill>
                  <a:srgbClr val="DD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97" name="polygon-3480"/>
              <p:cNvSpPr/>
              <p:nvPr/>
            </p:nvSpPr>
            <p:spPr>
              <a:xfrm>
                <a:off x="12627864" y="3493008"/>
                <a:ext cx="36576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4" h="8">
                    <a:moveTo>
                      <a:pt x="2" y="0"/>
                    </a:moveTo>
                    <a:lnTo>
                      <a:pt x="4" y="4"/>
                    </a:lnTo>
                    <a:lnTo>
                      <a:pt x="2" y="8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FF1700"/>
              </a:solidFill>
              <a:ln w="2286">
                <a:solidFill>
                  <a:srgbClr val="FF17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98" name="polygon-3481"/>
              <p:cNvSpPr/>
              <p:nvPr/>
            </p:nvSpPr>
            <p:spPr>
              <a:xfrm>
                <a:off x="12600432" y="3529584"/>
                <a:ext cx="45720" cy="91440"/>
              </a:xfrm>
              <a:custGeom>
                <a:avLst/>
                <a:gdLst/>
                <a:ahLst/>
                <a:cxnLst/>
                <a:rect l="l" t="t" r="r" b="b"/>
                <a:pathLst>
                  <a:path w="5" h="10">
                    <a:moveTo>
                      <a:pt x="3" y="0"/>
                    </a:moveTo>
                    <a:lnTo>
                      <a:pt x="5" y="4"/>
                    </a:lnTo>
                    <a:lnTo>
                      <a:pt x="3" y="10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AD00"/>
              </a:solidFill>
              <a:ln w="2286">
                <a:solidFill>
                  <a:srgbClr val="FFAD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99" name="polygon-3482"/>
              <p:cNvSpPr/>
              <p:nvPr/>
            </p:nvSpPr>
            <p:spPr>
              <a:xfrm>
                <a:off x="12582144" y="3584448"/>
                <a:ext cx="45720" cy="91440"/>
              </a:xfrm>
              <a:custGeom>
                <a:avLst/>
                <a:gdLst/>
                <a:ahLst/>
                <a:cxnLst/>
                <a:rect l="l" t="t" r="r" b="b"/>
                <a:pathLst>
                  <a:path w="5" h="10">
                    <a:moveTo>
                      <a:pt x="2" y="0"/>
                    </a:moveTo>
                    <a:lnTo>
                      <a:pt x="5" y="4"/>
                    </a:lnTo>
                    <a:lnTo>
                      <a:pt x="2" y="10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8EFF71"/>
              </a:solidFill>
              <a:ln w="2286">
                <a:solidFill>
                  <a:srgbClr val="8EFF7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00" name="polygon-3483"/>
              <p:cNvSpPr/>
              <p:nvPr/>
            </p:nvSpPr>
            <p:spPr>
              <a:xfrm>
                <a:off x="12554712" y="3648456"/>
                <a:ext cx="45720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5" h="8">
                    <a:moveTo>
                      <a:pt x="3" y="0"/>
                    </a:moveTo>
                    <a:lnTo>
                      <a:pt x="5" y="3"/>
                    </a:lnTo>
                    <a:lnTo>
                      <a:pt x="3" y="8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D1FF"/>
              </a:solidFill>
              <a:ln w="2286">
                <a:solidFill>
                  <a:srgbClr val="00D1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01" name="polygon-3484"/>
              <p:cNvSpPr/>
              <p:nvPr/>
            </p:nvSpPr>
            <p:spPr>
              <a:xfrm>
                <a:off x="12536424" y="3703320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2" y="0"/>
                    </a:moveTo>
                    <a:lnTo>
                      <a:pt x="5" y="2"/>
                    </a:lnTo>
                    <a:lnTo>
                      <a:pt x="2" y="6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003FFF"/>
              </a:solidFill>
              <a:ln w="2286">
                <a:solidFill>
                  <a:srgbClr val="003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02" name="polygon-3485"/>
              <p:cNvSpPr/>
              <p:nvPr/>
            </p:nvSpPr>
            <p:spPr>
              <a:xfrm>
                <a:off x="12508992" y="3749040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3" y="0"/>
                    </a:moveTo>
                    <a:lnTo>
                      <a:pt x="5" y="1"/>
                    </a:lnTo>
                    <a:lnTo>
                      <a:pt x="3" y="4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DE"/>
              </a:solidFill>
              <a:ln w="2286">
                <a:solidFill>
                  <a:srgbClr val="0000D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03" name="polygon-3486"/>
              <p:cNvSpPr/>
              <p:nvPr/>
            </p:nvSpPr>
            <p:spPr>
              <a:xfrm>
                <a:off x="12490704" y="3776472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2" y="0"/>
                    </a:moveTo>
                    <a:lnTo>
                      <a:pt x="5" y="1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A9"/>
              </a:solidFill>
              <a:ln w="2286">
                <a:solidFill>
                  <a:srgbClr val="0000A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04" name="polygon-3487"/>
              <p:cNvSpPr/>
              <p:nvPr/>
            </p:nvSpPr>
            <p:spPr>
              <a:xfrm>
                <a:off x="12829032" y="3657600"/>
                <a:ext cx="4572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5" h="1">
                    <a:moveTo>
                      <a:pt x="2" y="0"/>
                    </a:moveTo>
                    <a:lnTo>
                      <a:pt x="5" y="1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2"/>
              </a:solidFill>
              <a:ln w="2286">
                <a:solidFill>
                  <a:srgbClr val="0000A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05" name="polygon-3488"/>
              <p:cNvSpPr/>
              <p:nvPr/>
            </p:nvSpPr>
            <p:spPr>
              <a:xfrm>
                <a:off x="12801600" y="3648456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3" y="1"/>
                    </a:moveTo>
                    <a:lnTo>
                      <a:pt x="5" y="2"/>
                    </a:lnTo>
                    <a:lnTo>
                      <a:pt x="3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CE"/>
              </a:solidFill>
              <a:ln w="2286">
                <a:solidFill>
                  <a:srgbClr val="0000C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06" name="polygon-3489"/>
              <p:cNvSpPr/>
              <p:nvPr/>
            </p:nvSpPr>
            <p:spPr>
              <a:xfrm>
                <a:off x="12783312" y="3630168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2" y="2"/>
                    </a:moveTo>
                    <a:lnTo>
                      <a:pt x="5" y="4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1EFF"/>
              </a:solidFill>
              <a:ln w="2286">
                <a:solidFill>
                  <a:srgbClr val="001E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07" name="polygon-3490"/>
              <p:cNvSpPr/>
              <p:nvPr/>
            </p:nvSpPr>
            <p:spPr>
              <a:xfrm>
                <a:off x="12755880" y="3602736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3" y="3"/>
                    </a:moveTo>
                    <a:lnTo>
                      <a:pt x="5" y="6"/>
                    </a:lnTo>
                    <a:lnTo>
                      <a:pt x="3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97FF"/>
              </a:solidFill>
              <a:ln w="2286">
                <a:solidFill>
                  <a:srgbClr val="009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08" name="polygon-3491"/>
              <p:cNvSpPr/>
              <p:nvPr/>
            </p:nvSpPr>
            <p:spPr>
              <a:xfrm>
                <a:off x="12737592" y="3566160"/>
                <a:ext cx="45720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5" h="8">
                    <a:moveTo>
                      <a:pt x="2" y="4"/>
                    </a:moveTo>
                    <a:lnTo>
                      <a:pt x="5" y="8"/>
                    </a:lnTo>
                    <a:lnTo>
                      <a:pt x="2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FFCC"/>
              </a:solidFill>
              <a:ln w="2286">
                <a:solidFill>
                  <a:srgbClr val="33FF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09" name="polygon-3492"/>
              <p:cNvSpPr/>
              <p:nvPr/>
            </p:nvSpPr>
            <p:spPr>
              <a:xfrm>
                <a:off x="12710160" y="3538728"/>
                <a:ext cx="45720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5" h="8">
                    <a:moveTo>
                      <a:pt x="3" y="3"/>
                    </a:moveTo>
                    <a:lnTo>
                      <a:pt x="5" y="8"/>
                    </a:lnTo>
                    <a:lnTo>
                      <a:pt x="3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5FF2A"/>
              </a:solidFill>
              <a:ln w="2286">
                <a:solidFill>
                  <a:srgbClr val="D5FF2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10" name="polygon-3493"/>
              <p:cNvSpPr/>
              <p:nvPr/>
            </p:nvSpPr>
            <p:spPr>
              <a:xfrm>
                <a:off x="12691872" y="3520440"/>
                <a:ext cx="45720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5" h="7">
                    <a:moveTo>
                      <a:pt x="2" y="2"/>
                    </a:moveTo>
                    <a:lnTo>
                      <a:pt x="5" y="7"/>
                    </a:lnTo>
                    <a:lnTo>
                      <a:pt x="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AD00"/>
              </a:solidFill>
              <a:ln w="2286">
                <a:solidFill>
                  <a:srgbClr val="FFAD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11" name="polygon-3494"/>
              <p:cNvSpPr/>
              <p:nvPr/>
            </p:nvSpPr>
            <p:spPr>
              <a:xfrm>
                <a:off x="12664440" y="3520440"/>
                <a:ext cx="45720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5" h="7">
                    <a:moveTo>
                      <a:pt x="3" y="0"/>
                    </a:moveTo>
                    <a:lnTo>
                      <a:pt x="5" y="6"/>
                    </a:lnTo>
                    <a:lnTo>
                      <a:pt x="3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7E00"/>
              </a:solidFill>
              <a:ln w="2286">
                <a:solidFill>
                  <a:srgbClr val="FF7E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12" name="polygon-3495"/>
              <p:cNvSpPr/>
              <p:nvPr/>
            </p:nvSpPr>
            <p:spPr>
              <a:xfrm>
                <a:off x="12646152" y="3529584"/>
                <a:ext cx="45720" cy="91440"/>
              </a:xfrm>
              <a:custGeom>
                <a:avLst/>
                <a:gdLst/>
                <a:ahLst/>
                <a:cxnLst/>
                <a:rect l="l" t="t" r="r" b="b"/>
                <a:pathLst>
                  <a:path w="5" h="10">
                    <a:moveTo>
                      <a:pt x="2" y="0"/>
                    </a:moveTo>
                    <a:lnTo>
                      <a:pt x="5" y="6"/>
                    </a:lnTo>
                    <a:lnTo>
                      <a:pt x="2" y="1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FFAD00"/>
              </a:solidFill>
              <a:ln w="2286">
                <a:solidFill>
                  <a:srgbClr val="FFAD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13" name="polygon-3496"/>
              <p:cNvSpPr/>
              <p:nvPr/>
            </p:nvSpPr>
            <p:spPr>
              <a:xfrm>
                <a:off x="12627864" y="3566160"/>
                <a:ext cx="36576" cy="91440"/>
              </a:xfrm>
              <a:custGeom>
                <a:avLst/>
                <a:gdLst/>
                <a:ahLst/>
                <a:cxnLst/>
                <a:rect l="l" t="t" r="r" b="b"/>
                <a:pathLst>
                  <a:path w="4" h="10">
                    <a:moveTo>
                      <a:pt x="2" y="0"/>
                    </a:moveTo>
                    <a:lnTo>
                      <a:pt x="4" y="6"/>
                    </a:lnTo>
                    <a:lnTo>
                      <a:pt x="2" y="10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D5FF2A"/>
              </a:solidFill>
              <a:ln w="2286">
                <a:solidFill>
                  <a:srgbClr val="D5FF2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14" name="polygon-3497"/>
              <p:cNvSpPr/>
              <p:nvPr/>
            </p:nvSpPr>
            <p:spPr>
              <a:xfrm>
                <a:off x="12600432" y="3621024"/>
                <a:ext cx="45720" cy="82296"/>
              </a:xfrm>
              <a:custGeom>
                <a:avLst/>
                <a:gdLst/>
                <a:ahLst/>
                <a:cxnLst/>
                <a:rect l="l" t="t" r="r" b="b"/>
                <a:pathLst>
                  <a:path w="5" h="9">
                    <a:moveTo>
                      <a:pt x="3" y="0"/>
                    </a:moveTo>
                    <a:lnTo>
                      <a:pt x="5" y="4"/>
                    </a:lnTo>
                    <a:lnTo>
                      <a:pt x="3" y="9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33FFCC"/>
              </a:solidFill>
              <a:ln w="2286">
                <a:solidFill>
                  <a:srgbClr val="33FF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15" name="polygon-3498"/>
              <p:cNvSpPr/>
              <p:nvPr/>
            </p:nvSpPr>
            <p:spPr>
              <a:xfrm>
                <a:off x="12582144" y="3675888"/>
                <a:ext cx="45720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5" h="8">
                    <a:moveTo>
                      <a:pt x="2" y="0"/>
                    </a:moveTo>
                    <a:lnTo>
                      <a:pt x="5" y="3"/>
                    </a:lnTo>
                    <a:lnTo>
                      <a:pt x="2" y="8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0097FF"/>
              </a:solidFill>
              <a:ln w="2286">
                <a:solidFill>
                  <a:srgbClr val="009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16" name="polygon-3499"/>
              <p:cNvSpPr/>
              <p:nvPr/>
            </p:nvSpPr>
            <p:spPr>
              <a:xfrm>
                <a:off x="12554712" y="3721608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3" y="0"/>
                    </a:moveTo>
                    <a:lnTo>
                      <a:pt x="5" y="3"/>
                    </a:lnTo>
                    <a:lnTo>
                      <a:pt x="3" y="6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1EFF"/>
              </a:solidFill>
              <a:ln w="2286">
                <a:solidFill>
                  <a:srgbClr val="001E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17" name="polygon-3500"/>
              <p:cNvSpPr/>
              <p:nvPr/>
            </p:nvSpPr>
            <p:spPr>
              <a:xfrm>
                <a:off x="12536424" y="3758184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2" y="0"/>
                    </a:moveTo>
                    <a:lnTo>
                      <a:pt x="5" y="2"/>
                    </a:lnTo>
                    <a:lnTo>
                      <a:pt x="2" y="4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CE"/>
              </a:solidFill>
              <a:ln w="2286">
                <a:solidFill>
                  <a:srgbClr val="0000C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18" name="polygon-3501"/>
              <p:cNvSpPr/>
              <p:nvPr/>
            </p:nvSpPr>
            <p:spPr>
              <a:xfrm>
                <a:off x="12508992" y="3785616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3" y="0"/>
                    </a:moveTo>
                    <a:lnTo>
                      <a:pt x="5" y="1"/>
                    </a:lnTo>
                    <a:lnTo>
                      <a:pt x="3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A2"/>
              </a:solidFill>
              <a:ln w="2286">
                <a:solidFill>
                  <a:srgbClr val="0000A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19" name="polygon-3502"/>
              <p:cNvSpPr/>
              <p:nvPr/>
            </p:nvSpPr>
            <p:spPr>
              <a:xfrm>
                <a:off x="12847320" y="3666744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3" y="0"/>
                    </a:moveTo>
                    <a:lnTo>
                      <a:pt x="5" y="1"/>
                    </a:lnTo>
                    <a:lnTo>
                      <a:pt x="3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99"/>
              </a:solidFill>
              <a:ln w="2286">
                <a:solidFill>
                  <a:srgbClr val="00009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20" name="polygon-3503"/>
              <p:cNvSpPr/>
              <p:nvPr/>
            </p:nvSpPr>
            <p:spPr>
              <a:xfrm>
                <a:off x="12829032" y="3666744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2" y="0"/>
                    </a:moveTo>
                    <a:lnTo>
                      <a:pt x="5" y="2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B9"/>
              </a:solidFill>
              <a:ln w="2286">
                <a:solidFill>
                  <a:srgbClr val="0000B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21" name="polygon-3504"/>
              <p:cNvSpPr/>
              <p:nvPr/>
            </p:nvSpPr>
            <p:spPr>
              <a:xfrm>
                <a:off x="12801600" y="3657600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3" y="1"/>
                    </a:moveTo>
                    <a:lnTo>
                      <a:pt x="5" y="3"/>
                    </a:lnTo>
                    <a:lnTo>
                      <a:pt x="3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F2"/>
              </a:solidFill>
              <a:ln w="2286">
                <a:solidFill>
                  <a:srgbClr val="0000F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22" name="polygon-3505"/>
              <p:cNvSpPr/>
              <p:nvPr/>
            </p:nvSpPr>
            <p:spPr>
              <a:xfrm>
                <a:off x="12783312" y="3639312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2" y="2"/>
                    </a:moveTo>
                    <a:lnTo>
                      <a:pt x="5" y="4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4CFF"/>
              </a:solidFill>
              <a:ln w="2286">
                <a:solidFill>
                  <a:srgbClr val="004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23" name="polygon-3506"/>
              <p:cNvSpPr/>
              <p:nvPr/>
            </p:nvSpPr>
            <p:spPr>
              <a:xfrm>
                <a:off x="12755880" y="3611880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3" y="3"/>
                    </a:moveTo>
                    <a:lnTo>
                      <a:pt x="5" y="6"/>
                    </a:lnTo>
                    <a:lnTo>
                      <a:pt x="3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BDFF"/>
              </a:solidFill>
              <a:ln w="2286">
                <a:solidFill>
                  <a:srgbClr val="00BD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24" name="polygon-3507"/>
              <p:cNvSpPr/>
              <p:nvPr/>
            </p:nvSpPr>
            <p:spPr>
              <a:xfrm>
                <a:off x="12737592" y="3584448"/>
                <a:ext cx="45720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5" h="8">
                    <a:moveTo>
                      <a:pt x="2" y="3"/>
                    </a:moveTo>
                    <a:lnTo>
                      <a:pt x="5" y="8"/>
                    </a:lnTo>
                    <a:lnTo>
                      <a:pt x="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FFCC"/>
              </a:solidFill>
              <a:ln w="2286">
                <a:solidFill>
                  <a:srgbClr val="33FF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25" name="polygon-3508"/>
              <p:cNvSpPr/>
              <p:nvPr/>
            </p:nvSpPr>
            <p:spPr>
              <a:xfrm>
                <a:off x="12710160" y="3575304"/>
                <a:ext cx="45720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5" h="7">
                    <a:moveTo>
                      <a:pt x="3" y="1"/>
                    </a:moveTo>
                    <a:lnTo>
                      <a:pt x="5" y="7"/>
                    </a:lnTo>
                    <a:lnTo>
                      <a:pt x="3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EFF71"/>
              </a:solidFill>
              <a:ln w="2286">
                <a:solidFill>
                  <a:srgbClr val="8EFF7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26" name="polygon-3509"/>
              <p:cNvSpPr/>
              <p:nvPr/>
            </p:nvSpPr>
            <p:spPr>
              <a:xfrm>
                <a:off x="12691872" y="3575304"/>
                <a:ext cx="45720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5" h="8">
                    <a:moveTo>
                      <a:pt x="2" y="0"/>
                    </a:moveTo>
                    <a:lnTo>
                      <a:pt x="5" y="7"/>
                    </a:lnTo>
                    <a:lnTo>
                      <a:pt x="2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B0FF4F"/>
              </a:solidFill>
              <a:ln w="2286">
                <a:solidFill>
                  <a:srgbClr val="B0FF4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27" name="polygon-3510"/>
              <p:cNvSpPr/>
              <p:nvPr/>
            </p:nvSpPr>
            <p:spPr>
              <a:xfrm>
                <a:off x="12664440" y="3584448"/>
                <a:ext cx="45720" cy="91440"/>
              </a:xfrm>
              <a:custGeom>
                <a:avLst/>
                <a:gdLst/>
                <a:ahLst/>
                <a:cxnLst/>
                <a:rect l="l" t="t" r="r" b="b"/>
                <a:pathLst>
                  <a:path w="5" h="10">
                    <a:moveTo>
                      <a:pt x="3" y="0"/>
                    </a:moveTo>
                    <a:lnTo>
                      <a:pt x="5" y="7"/>
                    </a:lnTo>
                    <a:lnTo>
                      <a:pt x="3" y="1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8EFF71"/>
              </a:solidFill>
              <a:ln w="2286">
                <a:solidFill>
                  <a:srgbClr val="8EFF7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28" name="polygon-3511"/>
              <p:cNvSpPr/>
              <p:nvPr/>
            </p:nvSpPr>
            <p:spPr>
              <a:xfrm>
                <a:off x="12646152" y="3621024"/>
                <a:ext cx="45720" cy="82296"/>
              </a:xfrm>
              <a:custGeom>
                <a:avLst/>
                <a:gdLst/>
                <a:ahLst/>
                <a:cxnLst/>
                <a:rect l="l" t="t" r="r" b="b"/>
                <a:pathLst>
                  <a:path w="5" h="9">
                    <a:moveTo>
                      <a:pt x="2" y="0"/>
                    </a:moveTo>
                    <a:lnTo>
                      <a:pt x="5" y="6"/>
                    </a:lnTo>
                    <a:lnTo>
                      <a:pt x="2" y="9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33FFCC"/>
              </a:solidFill>
              <a:ln w="2286">
                <a:solidFill>
                  <a:srgbClr val="33FF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29" name="polygon-3512"/>
              <p:cNvSpPr/>
              <p:nvPr/>
            </p:nvSpPr>
            <p:spPr>
              <a:xfrm>
                <a:off x="12627864" y="3657600"/>
                <a:ext cx="36576" cy="82296"/>
              </a:xfrm>
              <a:custGeom>
                <a:avLst/>
                <a:gdLst/>
                <a:ahLst/>
                <a:cxnLst/>
                <a:rect l="l" t="t" r="r" b="b"/>
                <a:pathLst>
                  <a:path w="4" h="9">
                    <a:moveTo>
                      <a:pt x="2" y="0"/>
                    </a:moveTo>
                    <a:lnTo>
                      <a:pt x="4" y="5"/>
                    </a:lnTo>
                    <a:lnTo>
                      <a:pt x="2" y="9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00BDFF"/>
              </a:solidFill>
              <a:ln w="2286">
                <a:solidFill>
                  <a:srgbClr val="00BD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30" name="polygon-3513"/>
              <p:cNvSpPr/>
              <p:nvPr/>
            </p:nvSpPr>
            <p:spPr>
              <a:xfrm>
                <a:off x="12600432" y="3703320"/>
                <a:ext cx="45720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5" h="7">
                    <a:moveTo>
                      <a:pt x="3" y="0"/>
                    </a:moveTo>
                    <a:lnTo>
                      <a:pt x="5" y="4"/>
                    </a:lnTo>
                    <a:lnTo>
                      <a:pt x="3" y="7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004CFF"/>
              </a:solidFill>
              <a:ln w="2286">
                <a:solidFill>
                  <a:srgbClr val="004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31" name="polygon-3514"/>
              <p:cNvSpPr/>
              <p:nvPr/>
            </p:nvSpPr>
            <p:spPr>
              <a:xfrm>
                <a:off x="12582144" y="3749040"/>
                <a:ext cx="4572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5" h="5">
                    <a:moveTo>
                      <a:pt x="2" y="0"/>
                    </a:moveTo>
                    <a:lnTo>
                      <a:pt x="5" y="2"/>
                    </a:lnTo>
                    <a:lnTo>
                      <a:pt x="2" y="5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F2"/>
              </a:solidFill>
              <a:ln w="2286">
                <a:solidFill>
                  <a:srgbClr val="0000F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32" name="polygon-3515"/>
              <p:cNvSpPr/>
              <p:nvPr/>
            </p:nvSpPr>
            <p:spPr>
              <a:xfrm>
                <a:off x="12554712" y="3776472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3" y="0"/>
                    </a:moveTo>
                    <a:lnTo>
                      <a:pt x="5" y="2"/>
                    </a:lnTo>
                    <a:lnTo>
                      <a:pt x="3" y="4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B9"/>
              </a:solidFill>
              <a:ln w="2286">
                <a:solidFill>
                  <a:srgbClr val="0000B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33" name="polygon-3516"/>
              <p:cNvSpPr/>
              <p:nvPr/>
            </p:nvSpPr>
            <p:spPr>
              <a:xfrm>
                <a:off x="12536424" y="3794760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2" y="0"/>
                    </a:moveTo>
                    <a:lnTo>
                      <a:pt x="5" y="2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99"/>
              </a:solidFill>
              <a:ln w="2286">
                <a:solidFill>
                  <a:srgbClr val="00009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34" name="polygon-3517"/>
              <p:cNvSpPr/>
              <p:nvPr/>
            </p:nvSpPr>
            <p:spPr>
              <a:xfrm>
                <a:off x="12874752" y="3675888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0"/>
              </a:solidFill>
              <a:ln w="2286">
                <a:solidFill>
                  <a:srgbClr val="00009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35" name="polygon-3518"/>
              <p:cNvSpPr/>
              <p:nvPr/>
            </p:nvSpPr>
            <p:spPr>
              <a:xfrm>
                <a:off x="12847320" y="3685032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3" y="0"/>
                    </a:moveTo>
                    <a:lnTo>
                      <a:pt x="5" y="1"/>
                    </a:lnTo>
                    <a:lnTo>
                      <a:pt x="3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4"/>
              </a:solidFill>
              <a:ln w="2286">
                <a:solidFill>
                  <a:srgbClr val="0000A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36" name="polygon-3519"/>
              <p:cNvSpPr/>
              <p:nvPr/>
            </p:nvSpPr>
            <p:spPr>
              <a:xfrm>
                <a:off x="12829032" y="3675888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2" y="1"/>
                    </a:moveTo>
                    <a:lnTo>
                      <a:pt x="5" y="3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C9"/>
              </a:solidFill>
              <a:ln w="2286">
                <a:solidFill>
                  <a:srgbClr val="0000C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37" name="polygon-3520"/>
              <p:cNvSpPr/>
              <p:nvPr/>
            </p:nvSpPr>
            <p:spPr>
              <a:xfrm>
                <a:off x="12801600" y="3666744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3" y="1"/>
                    </a:moveTo>
                    <a:lnTo>
                      <a:pt x="5" y="4"/>
                    </a:lnTo>
                    <a:lnTo>
                      <a:pt x="3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3FF"/>
              </a:solidFill>
              <a:ln w="2286">
                <a:solidFill>
                  <a:srgbClr val="0003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38" name="polygon-3521"/>
              <p:cNvSpPr/>
              <p:nvPr/>
            </p:nvSpPr>
            <p:spPr>
              <a:xfrm>
                <a:off x="12783312" y="3657600"/>
                <a:ext cx="4572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5" h="5">
                    <a:moveTo>
                      <a:pt x="2" y="1"/>
                    </a:moveTo>
                    <a:lnTo>
                      <a:pt x="5" y="5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4CFF"/>
              </a:solidFill>
              <a:ln w="2286">
                <a:solidFill>
                  <a:srgbClr val="004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39" name="polygon-3522"/>
              <p:cNvSpPr/>
              <p:nvPr/>
            </p:nvSpPr>
            <p:spPr>
              <a:xfrm>
                <a:off x="12755880" y="3639312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3" y="2"/>
                    </a:moveTo>
                    <a:lnTo>
                      <a:pt x="5" y="6"/>
                    </a:lnTo>
                    <a:lnTo>
                      <a:pt x="3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97FF"/>
              </a:solidFill>
              <a:ln w="2286">
                <a:solidFill>
                  <a:srgbClr val="009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40" name="polygon-3523"/>
              <p:cNvSpPr/>
              <p:nvPr/>
            </p:nvSpPr>
            <p:spPr>
              <a:xfrm>
                <a:off x="12737592" y="3639312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2" y="0"/>
                    </a:moveTo>
                    <a:lnTo>
                      <a:pt x="5" y="6"/>
                    </a:lnTo>
                    <a:lnTo>
                      <a:pt x="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D1FF"/>
              </a:solidFill>
              <a:ln w="2286">
                <a:solidFill>
                  <a:srgbClr val="00D1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41" name="polygon-3524"/>
              <p:cNvSpPr/>
              <p:nvPr/>
            </p:nvSpPr>
            <p:spPr>
              <a:xfrm>
                <a:off x="12710160" y="3639312"/>
                <a:ext cx="45720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5" h="7">
                    <a:moveTo>
                      <a:pt x="3" y="0"/>
                    </a:moveTo>
                    <a:lnTo>
                      <a:pt x="5" y="6"/>
                    </a:lnTo>
                    <a:lnTo>
                      <a:pt x="3" y="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E7FF"/>
              </a:solidFill>
              <a:ln w="2286">
                <a:solidFill>
                  <a:srgbClr val="00E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42" name="polygon-3525"/>
              <p:cNvSpPr/>
              <p:nvPr/>
            </p:nvSpPr>
            <p:spPr>
              <a:xfrm>
                <a:off x="12691872" y="3648456"/>
                <a:ext cx="45720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5" h="8">
                    <a:moveTo>
                      <a:pt x="2" y="0"/>
                    </a:moveTo>
                    <a:lnTo>
                      <a:pt x="5" y="6"/>
                    </a:lnTo>
                    <a:lnTo>
                      <a:pt x="2" y="8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D1FF"/>
              </a:solidFill>
              <a:ln w="2286">
                <a:solidFill>
                  <a:srgbClr val="00D1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43" name="polygon-3526"/>
              <p:cNvSpPr/>
              <p:nvPr/>
            </p:nvSpPr>
            <p:spPr>
              <a:xfrm>
                <a:off x="12664440" y="3675888"/>
                <a:ext cx="45720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5" h="8">
                    <a:moveTo>
                      <a:pt x="3" y="0"/>
                    </a:moveTo>
                    <a:lnTo>
                      <a:pt x="5" y="5"/>
                    </a:lnTo>
                    <a:lnTo>
                      <a:pt x="3" y="8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97FF"/>
              </a:solidFill>
              <a:ln w="2286">
                <a:solidFill>
                  <a:srgbClr val="0097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44" name="polygon-3527"/>
              <p:cNvSpPr/>
              <p:nvPr/>
            </p:nvSpPr>
            <p:spPr>
              <a:xfrm>
                <a:off x="12646152" y="3703320"/>
                <a:ext cx="45720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5" h="7">
                    <a:moveTo>
                      <a:pt x="2" y="0"/>
                    </a:moveTo>
                    <a:lnTo>
                      <a:pt x="5" y="5"/>
                    </a:lnTo>
                    <a:lnTo>
                      <a:pt x="2" y="7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4CFF"/>
              </a:solidFill>
              <a:ln w="2286">
                <a:solidFill>
                  <a:srgbClr val="004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45" name="polygon-3528"/>
              <p:cNvSpPr/>
              <p:nvPr/>
            </p:nvSpPr>
            <p:spPr>
              <a:xfrm>
                <a:off x="12627864" y="3739896"/>
                <a:ext cx="36576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" h="6">
                    <a:moveTo>
                      <a:pt x="2" y="0"/>
                    </a:moveTo>
                    <a:lnTo>
                      <a:pt x="4" y="3"/>
                    </a:lnTo>
                    <a:lnTo>
                      <a:pt x="2" y="6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3FF"/>
              </a:solidFill>
              <a:ln w="2286">
                <a:solidFill>
                  <a:srgbClr val="0003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46" name="polygon-3529"/>
              <p:cNvSpPr/>
              <p:nvPr/>
            </p:nvSpPr>
            <p:spPr>
              <a:xfrm>
                <a:off x="12600432" y="3767328"/>
                <a:ext cx="4572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5" h="5">
                    <a:moveTo>
                      <a:pt x="3" y="0"/>
                    </a:moveTo>
                    <a:lnTo>
                      <a:pt x="5" y="3"/>
                    </a:lnTo>
                    <a:lnTo>
                      <a:pt x="3" y="5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C9"/>
              </a:solidFill>
              <a:ln w="2286">
                <a:solidFill>
                  <a:srgbClr val="0000C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47" name="polygon-3530"/>
              <p:cNvSpPr/>
              <p:nvPr/>
            </p:nvSpPr>
            <p:spPr>
              <a:xfrm>
                <a:off x="12582144" y="3794760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2" y="0"/>
                    </a:moveTo>
                    <a:lnTo>
                      <a:pt x="5" y="2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A4"/>
              </a:solidFill>
              <a:ln w="2286">
                <a:solidFill>
                  <a:srgbClr val="0000A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48" name="polygon-3531"/>
              <p:cNvSpPr/>
              <p:nvPr/>
            </p:nvSpPr>
            <p:spPr>
              <a:xfrm>
                <a:off x="12554712" y="3813048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3" y="0"/>
                    </a:moveTo>
                    <a:lnTo>
                      <a:pt x="5" y="1"/>
                    </a:lnTo>
                    <a:lnTo>
                      <a:pt x="3" y="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0"/>
              </a:solidFill>
              <a:ln w="2286">
                <a:solidFill>
                  <a:srgbClr val="00009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49" name="polygon-3532"/>
              <p:cNvSpPr/>
              <p:nvPr/>
            </p:nvSpPr>
            <p:spPr>
              <a:xfrm>
                <a:off x="12893040" y="3685032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2" y="0"/>
                    </a:moveTo>
                    <a:lnTo>
                      <a:pt x="5" y="2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9"/>
              </a:solidFill>
              <a:ln w="2286">
                <a:solidFill>
                  <a:srgbClr val="00008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50" name="polygon-3533"/>
              <p:cNvSpPr/>
              <p:nvPr/>
            </p:nvSpPr>
            <p:spPr>
              <a:xfrm>
                <a:off x="12874752" y="369417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4"/>
              </a:solidFill>
              <a:ln w="2286">
                <a:solidFill>
                  <a:srgbClr val="00009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51" name="polygon-3534"/>
              <p:cNvSpPr/>
              <p:nvPr/>
            </p:nvSpPr>
            <p:spPr>
              <a:xfrm>
                <a:off x="12847320" y="3703320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3" y="0"/>
                    </a:moveTo>
                    <a:lnTo>
                      <a:pt x="5" y="1"/>
                    </a:lnTo>
                    <a:lnTo>
                      <a:pt x="3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9"/>
              </a:solidFill>
              <a:ln w="2286">
                <a:solidFill>
                  <a:srgbClr val="0000A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52" name="polygon-3535"/>
              <p:cNvSpPr/>
              <p:nvPr/>
            </p:nvSpPr>
            <p:spPr>
              <a:xfrm>
                <a:off x="12829032" y="3703320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2" y="0"/>
                    </a:moveTo>
                    <a:lnTo>
                      <a:pt x="5" y="2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C9"/>
              </a:solidFill>
              <a:ln w="2286">
                <a:solidFill>
                  <a:srgbClr val="0000C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53" name="polygon-3536"/>
              <p:cNvSpPr/>
              <p:nvPr/>
            </p:nvSpPr>
            <p:spPr>
              <a:xfrm>
                <a:off x="12801600" y="3694176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3" y="1"/>
                    </a:moveTo>
                    <a:lnTo>
                      <a:pt x="5" y="3"/>
                    </a:lnTo>
                    <a:lnTo>
                      <a:pt x="3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F2"/>
              </a:solidFill>
              <a:ln w="2286">
                <a:solidFill>
                  <a:srgbClr val="0000F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54" name="polygon-3537"/>
              <p:cNvSpPr/>
              <p:nvPr/>
            </p:nvSpPr>
            <p:spPr>
              <a:xfrm>
                <a:off x="12783312" y="3694176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2" y="0"/>
                    </a:moveTo>
                    <a:lnTo>
                      <a:pt x="5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1EFF"/>
              </a:solidFill>
              <a:ln w="2286">
                <a:solidFill>
                  <a:srgbClr val="001E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55" name="polygon-3538"/>
              <p:cNvSpPr/>
              <p:nvPr/>
            </p:nvSpPr>
            <p:spPr>
              <a:xfrm>
                <a:off x="12755880" y="3694176"/>
                <a:ext cx="4572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5" h="5">
                    <a:moveTo>
                      <a:pt x="3" y="0"/>
                    </a:moveTo>
                    <a:lnTo>
                      <a:pt x="5" y="4"/>
                    </a:lnTo>
                    <a:lnTo>
                      <a:pt x="3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FFF"/>
              </a:solidFill>
              <a:ln w="2286">
                <a:solidFill>
                  <a:srgbClr val="003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56" name="polygon-3539"/>
              <p:cNvSpPr/>
              <p:nvPr/>
            </p:nvSpPr>
            <p:spPr>
              <a:xfrm>
                <a:off x="12737592" y="3694176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2" y="0"/>
                    </a:moveTo>
                    <a:lnTo>
                      <a:pt x="5" y="5"/>
                    </a:lnTo>
                    <a:lnTo>
                      <a:pt x="2" y="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4CFF"/>
              </a:solidFill>
              <a:ln w="2286">
                <a:solidFill>
                  <a:srgbClr val="004C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57" name="polygon-3540"/>
              <p:cNvSpPr/>
              <p:nvPr/>
            </p:nvSpPr>
            <p:spPr>
              <a:xfrm>
                <a:off x="12710160" y="3703320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3" y="0"/>
                    </a:moveTo>
                    <a:lnTo>
                      <a:pt x="5" y="5"/>
                    </a:lnTo>
                    <a:lnTo>
                      <a:pt x="3" y="6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3FFF"/>
              </a:solidFill>
              <a:ln w="2286">
                <a:solidFill>
                  <a:srgbClr val="003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58" name="polygon-3541"/>
              <p:cNvSpPr/>
              <p:nvPr/>
            </p:nvSpPr>
            <p:spPr>
              <a:xfrm>
                <a:off x="12691872" y="3721608"/>
                <a:ext cx="45720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" h="6">
                    <a:moveTo>
                      <a:pt x="2" y="0"/>
                    </a:moveTo>
                    <a:lnTo>
                      <a:pt x="5" y="4"/>
                    </a:lnTo>
                    <a:lnTo>
                      <a:pt x="2" y="6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1EFF"/>
              </a:solidFill>
              <a:ln w="2286">
                <a:solidFill>
                  <a:srgbClr val="001E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59" name="polygon-3542"/>
              <p:cNvSpPr/>
              <p:nvPr/>
            </p:nvSpPr>
            <p:spPr>
              <a:xfrm>
                <a:off x="12664440" y="3749040"/>
                <a:ext cx="4572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5" h="5">
                    <a:moveTo>
                      <a:pt x="3" y="0"/>
                    </a:moveTo>
                    <a:lnTo>
                      <a:pt x="5" y="3"/>
                    </a:lnTo>
                    <a:lnTo>
                      <a:pt x="3" y="5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F2"/>
              </a:solidFill>
              <a:ln w="2286">
                <a:solidFill>
                  <a:srgbClr val="0000F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60" name="polygon-3543"/>
              <p:cNvSpPr/>
              <p:nvPr/>
            </p:nvSpPr>
            <p:spPr>
              <a:xfrm>
                <a:off x="12646152" y="3767328"/>
                <a:ext cx="4572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5" h="5">
                    <a:moveTo>
                      <a:pt x="2" y="0"/>
                    </a:moveTo>
                    <a:lnTo>
                      <a:pt x="5" y="3"/>
                    </a:lnTo>
                    <a:lnTo>
                      <a:pt x="2" y="5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C9"/>
              </a:solidFill>
              <a:ln w="2286">
                <a:solidFill>
                  <a:srgbClr val="0000C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61" name="polygon-3544"/>
              <p:cNvSpPr/>
              <p:nvPr/>
            </p:nvSpPr>
            <p:spPr>
              <a:xfrm>
                <a:off x="12627864" y="3794760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2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A9"/>
              </a:solidFill>
              <a:ln w="2286">
                <a:solidFill>
                  <a:srgbClr val="0000A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62" name="polygon-3545"/>
              <p:cNvSpPr/>
              <p:nvPr/>
            </p:nvSpPr>
            <p:spPr>
              <a:xfrm>
                <a:off x="12600432" y="3813048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3" y="0"/>
                    </a:moveTo>
                    <a:lnTo>
                      <a:pt x="5" y="1"/>
                    </a:lnTo>
                    <a:lnTo>
                      <a:pt x="3" y="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4"/>
              </a:solidFill>
              <a:ln w="2286">
                <a:solidFill>
                  <a:srgbClr val="00009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63" name="polygon-3546"/>
              <p:cNvSpPr/>
              <p:nvPr/>
            </p:nvSpPr>
            <p:spPr>
              <a:xfrm>
                <a:off x="12582144" y="3822192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2" y="0"/>
                    </a:moveTo>
                    <a:lnTo>
                      <a:pt x="5" y="2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89"/>
              </a:solidFill>
              <a:ln w="2286">
                <a:solidFill>
                  <a:srgbClr val="00008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64" name="polygon-3547"/>
              <p:cNvSpPr/>
              <p:nvPr/>
            </p:nvSpPr>
            <p:spPr>
              <a:xfrm>
                <a:off x="12911328" y="3703320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3" y="0"/>
                    </a:moveTo>
                    <a:lnTo>
                      <a:pt x="5" y="1"/>
                    </a:lnTo>
                    <a:lnTo>
                      <a:pt x="3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4"/>
              </a:solidFill>
              <a:ln w="2286">
                <a:solidFill>
                  <a:srgbClr val="00008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65" name="polygon-3548"/>
              <p:cNvSpPr/>
              <p:nvPr/>
            </p:nvSpPr>
            <p:spPr>
              <a:xfrm>
                <a:off x="12893040" y="3703320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2" y="0"/>
                    </a:moveTo>
                    <a:lnTo>
                      <a:pt x="5" y="2"/>
                    </a:lnTo>
                    <a:lnTo>
                      <a:pt x="2" y="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A"/>
              </a:solidFill>
              <a:ln w="2286">
                <a:solidFill>
                  <a:srgbClr val="00008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66" name="polygon-3549"/>
              <p:cNvSpPr/>
              <p:nvPr/>
            </p:nvSpPr>
            <p:spPr>
              <a:xfrm>
                <a:off x="12874752" y="3712464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2"/>
                    </a:lnTo>
                    <a:lnTo>
                      <a:pt x="2" y="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4"/>
              </a:solidFill>
              <a:ln w="2286">
                <a:solidFill>
                  <a:srgbClr val="00009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67" name="polygon-3550"/>
              <p:cNvSpPr/>
              <p:nvPr/>
            </p:nvSpPr>
            <p:spPr>
              <a:xfrm>
                <a:off x="12847320" y="3721608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3" y="0"/>
                    </a:moveTo>
                    <a:lnTo>
                      <a:pt x="5" y="2"/>
                    </a:lnTo>
                    <a:lnTo>
                      <a:pt x="3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A4"/>
              </a:solidFill>
              <a:ln w="2286">
                <a:solidFill>
                  <a:srgbClr val="0000A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68" name="polygon-3551"/>
              <p:cNvSpPr/>
              <p:nvPr/>
            </p:nvSpPr>
            <p:spPr>
              <a:xfrm>
                <a:off x="12829032" y="3721608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2" y="0"/>
                    </a:moveTo>
                    <a:lnTo>
                      <a:pt x="5" y="2"/>
                    </a:lnTo>
                    <a:lnTo>
                      <a:pt x="2" y="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B9"/>
              </a:solidFill>
              <a:ln w="2286">
                <a:solidFill>
                  <a:srgbClr val="0000B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69" name="polygon-3552"/>
              <p:cNvSpPr/>
              <p:nvPr/>
            </p:nvSpPr>
            <p:spPr>
              <a:xfrm>
                <a:off x="12801600" y="3730752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3" y="0"/>
                    </a:moveTo>
                    <a:lnTo>
                      <a:pt x="5" y="2"/>
                    </a:lnTo>
                    <a:lnTo>
                      <a:pt x="3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CE"/>
              </a:solidFill>
              <a:ln w="2286">
                <a:solidFill>
                  <a:srgbClr val="0000C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70" name="polygon-3553"/>
              <p:cNvSpPr/>
              <p:nvPr/>
            </p:nvSpPr>
            <p:spPr>
              <a:xfrm>
                <a:off x="12783312" y="3730752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2" y="0"/>
                    </a:moveTo>
                    <a:lnTo>
                      <a:pt x="5" y="3"/>
                    </a:lnTo>
                    <a:lnTo>
                      <a:pt x="2" y="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DE"/>
              </a:solidFill>
              <a:ln w="2286">
                <a:solidFill>
                  <a:srgbClr val="0000D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71" name="polygon-3554"/>
              <p:cNvSpPr/>
              <p:nvPr/>
            </p:nvSpPr>
            <p:spPr>
              <a:xfrm>
                <a:off x="12755880" y="3739896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3" y="0"/>
                    </a:moveTo>
                    <a:lnTo>
                      <a:pt x="5" y="3"/>
                    </a:lnTo>
                    <a:lnTo>
                      <a:pt x="3" y="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E5"/>
              </a:solidFill>
              <a:ln w="2286">
                <a:solidFill>
                  <a:srgbClr val="0000E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72" name="polygon-3555"/>
              <p:cNvSpPr/>
              <p:nvPr/>
            </p:nvSpPr>
            <p:spPr>
              <a:xfrm>
                <a:off x="12737592" y="3749040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2" y="0"/>
                    </a:moveTo>
                    <a:lnTo>
                      <a:pt x="5" y="3"/>
                    </a:lnTo>
                    <a:lnTo>
                      <a:pt x="2" y="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DE"/>
              </a:solidFill>
              <a:ln w="2286">
                <a:solidFill>
                  <a:srgbClr val="0000D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73" name="polygon-3556"/>
              <p:cNvSpPr/>
              <p:nvPr/>
            </p:nvSpPr>
            <p:spPr>
              <a:xfrm>
                <a:off x="12710160" y="3758184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3" y="0"/>
                    </a:moveTo>
                    <a:lnTo>
                      <a:pt x="5" y="3"/>
                    </a:lnTo>
                    <a:lnTo>
                      <a:pt x="3" y="4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CE"/>
              </a:solidFill>
              <a:ln w="2286">
                <a:solidFill>
                  <a:srgbClr val="0000C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74" name="polygon-3557"/>
              <p:cNvSpPr/>
              <p:nvPr/>
            </p:nvSpPr>
            <p:spPr>
              <a:xfrm>
                <a:off x="12691872" y="3776472"/>
                <a:ext cx="4572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5" h="4">
                    <a:moveTo>
                      <a:pt x="2" y="0"/>
                    </a:moveTo>
                    <a:lnTo>
                      <a:pt x="5" y="2"/>
                    </a:lnTo>
                    <a:lnTo>
                      <a:pt x="2" y="4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B9"/>
              </a:solidFill>
              <a:ln w="2286">
                <a:solidFill>
                  <a:srgbClr val="0000B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75" name="polygon-3558"/>
              <p:cNvSpPr/>
              <p:nvPr/>
            </p:nvSpPr>
            <p:spPr>
              <a:xfrm>
                <a:off x="12664440" y="3794760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3" y="0"/>
                    </a:moveTo>
                    <a:lnTo>
                      <a:pt x="5" y="2"/>
                    </a:lnTo>
                    <a:lnTo>
                      <a:pt x="3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A4"/>
              </a:solidFill>
              <a:ln w="2286">
                <a:solidFill>
                  <a:srgbClr val="0000A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76" name="polygon-3559"/>
              <p:cNvSpPr/>
              <p:nvPr/>
            </p:nvSpPr>
            <p:spPr>
              <a:xfrm>
                <a:off x="12646152" y="3813048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2" y="0"/>
                    </a:moveTo>
                    <a:lnTo>
                      <a:pt x="5" y="1"/>
                    </a:lnTo>
                    <a:lnTo>
                      <a:pt x="2" y="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4"/>
              </a:solidFill>
              <a:ln w="2286">
                <a:solidFill>
                  <a:srgbClr val="00009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77" name="polygon-3560"/>
              <p:cNvSpPr/>
              <p:nvPr/>
            </p:nvSpPr>
            <p:spPr>
              <a:xfrm>
                <a:off x="12627864" y="3822192"/>
                <a:ext cx="36576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4" h="3">
                    <a:moveTo>
                      <a:pt x="2" y="0"/>
                    </a:moveTo>
                    <a:lnTo>
                      <a:pt x="4" y="2"/>
                    </a:lnTo>
                    <a:lnTo>
                      <a:pt x="2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8A"/>
              </a:solidFill>
              <a:ln w="2286">
                <a:solidFill>
                  <a:srgbClr val="00008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78" name="polygon-3561"/>
              <p:cNvSpPr/>
              <p:nvPr/>
            </p:nvSpPr>
            <p:spPr>
              <a:xfrm>
                <a:off x="12600432" y="3840480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3" y="0"/>
                    </a:moveTo>
                    <a:lnTo>
                      <a:pt x="5" y="1"/>
                    </a:lnTo>
                    <a:lnTo>
                      <a:pt x="3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4"/>
              </a:solidFill>
              <a:ln w="2286">
                <a:solidFill>
                  <a:srgbClr val="00008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79" name="polygon-3562"/>
              <p:cNvSpPr/>
              <p:nvPr/>
            </p:nvSpPr>
            <p:spPr>
              <a:xfrm>
                <a:off x="12938760" y="3712464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2" y="0"/>
                    </a:moveTo>
                    <a:lnTo>
                      <a:pt x="5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1"/>
              </a:solidFill>
              <a:ln w="2286">
                <a:solidFill>
                  <a:srgbClr val="00008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80" name="polygon-3563"/>
              <p:cNvSpPr/>
              <p:nvPr/>
            </p:nvSpPr>
            <p:spPr>
              <a:xfrm>
                <a:off x="12911328" y="3721608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3" y="0"/>
                    </a:moveTo>
                    <a:lnTo>
                      <a:pt x="5" y="1"/>
                    </a:lnTo>
                    <a:lnTo>
                      <a:pt x="3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4"/>
              </a:solidFill>
              <a:ln w="2286">
                <a:solidFill>
                  <a:srgbClr val="00008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81" name="polygon-3564"/>
              <p:cNvSpPr/>
              <p:nvPr/>
            </p:nvSpPr>
            <p:spPr>
              <a:xfrm>
                <a:off x="12893040" y="3730752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2" y="0"/>
                    </a:moveTo>
                    <a:lnTo>
                      <a:pt x="5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9"/>
              </a:solidFill>
              <a:ln w="2286">
                <a:solidFill>
                  <a:srgbClr val="00008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82" name="polygon-3565"/>
              <p:cNvSpPr/>
              <p:nvPr/>
            </p:nvSpPr>
            <p:spPr>
              <a:xfrm>
                <a:off x="12874752" y="3739896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90"/>
              </a:solidFill>
              <a:ln w="2286">
                <a:solidFill>
                  <a:srgbClr val="00009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83" name="polygon-3566"/>
              <p:cNvSpPr/>
              <p:nvPr/>
            </p:nvSpPr>
            <p:spPr>
              <a:xfrm>
                <a:off x="12847320" y="3739896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3" y="0"/>
                    </a:moveTo>
                    <a:lnTo>
                      <a:pt x="5" y="2"/>
                    </a:lnTo>
                    <a:lnTo>
                      <a:pt x="3" y="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9"/>
              </a:solidFill>
              <a:ln w="2286">
                <a:solidFill>
                  <a:srgbClr val="00009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84" name="polygon-3567"/>
              <p:cNvSpPr/>
              <p:nvPr/>
            </p:nvSpPr>
            <p:spPr>
              <a:xfrm>
                <a:off x="12829032" y="3749040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2" y="0"/>
                    </a:moveTo>
                    <a:lnTo>
                      <a:pt x="5" y="2"/>
                    </a:lnTo>
                    <a:lnTo>
                      <a:pt x="2" y="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A2"/>
              </a:solidFill>
              <a:ln w="2286">
                <a:solidFill>
                  <a:srgbClr val="0000A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85" name="polygon-3568"/>
              <p:cNvSpPr/>
              <p:nvPr/>
            </p:nvSpPr>
            <p:spPr>
              <a:xfrm>
                <a:off x="12801600" y="3758184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3" y="0"/>
                    </a:moveTo>
                    <a:lnTo>
                      <a:pt x="5" y="2"/>
                    </a:lnTo>
                    <a:lnTo>
                      <a:pt x="3" y="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A9"/>
              </a:solidFill>
              <a:ln w="2286">
                <a:solidFill>
                  <a:srgbClr val="0000A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86" name="polygon-3569"/>
              <p:cNvSpPr/>
              <p:nvPr/>
            </p:nvSpPr>
            <p:spPr>
              <a:xfrm>
                <a:off x="12783312" y="3767328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2" y="0"/>
                    </a:moveTo>
                    <a:lnTo>
                      <a:pt x="5" y="2"/>
                    </a:lnTo>
                    <a:lnTo>
                      <a:pt x="2" y="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AC"/>
              </a:solidFill>
              <a:ln w="2286">
                <a:solidFill>
                  <a:srgbClr val="0000A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87" name="polygon-3570"/>
              <p:cNvSpPr/>
              <p:nvPr/>
            </p:nvSpPr>
            <p:spPr>
              <a:xfrm>
                <a:off x="12755880" y="3776472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3" y="0"/>
                    </a:moveTo>
                    <a:lnTo>
                      <a:pt x="5" y="2"/>
                    </a:lnTo>
                    <a:lnTo>
                      <a:pt x="3" y="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A9"/>
              </a:solidFill>
              <a:ln w="2286">
                <a:solidFill>
                  <a:srgbClr val="0000A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88" name="polygon-3571"/>
              <p:cNvSpPr/>
              <p:nvPr/>
            </p:nvSpPr>
            <p:spPr>
              <a:xfrm>
                <a:off x="12737592" y="3785616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2" y="0"/>
                    </a:moveTo>
                    <a:lnTo>
                      <a:pt x="5" y="2"/>
                    </a:lnTo>
                    <a:lnTo>
                      <a:pt x="2" y="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A2"/>
              </a:solidFill>
              <a:ln w="2286">
                <a:solidFill>
                  <a:srgbClr val="0000A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89" name="polygon-3572"/>
              <p:cNvSpPr/>
              <p:nvPr/>
            </p:nvSpPr>
            <p:spPr>
              <a:xfrm>
                <a:off x="12710160" y="3794760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3" y="0"/>
                    </a:moveTo>
                    <a:lnTo>
                      <a:pt x="5" y="2"/>
                    </a:lnTo>
                    <a:lnTo>
                      <a:pt x="3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99"/>
              </a:solidFill>
              <a:ln w="2286">
                <a:solidFill>
                  <a:srgbClr val="00009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90" name="polygon-3573"/>
              <p:cNvSpPr/>
              <p:nvPr/>
            </p:nvSpPr>
            <p:spPr>
              <a:xfrm>
                <a:off x="12691872" y="3813048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2" y="0"/>
                    </a:moveTo>
                    <a:lnTo>
                      <a:pt x="5" y="1"/>
                    </a:lnTo>
                    <a:lnTo>
                      <a:pt x="2" y="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90"/>
              </a:solidFill>
              <a:ln w="2286">
                <a:solidFill>
                  <a:srgbClr val="00009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91" name="polygon-3574"/>
              <p:cNvSpPr/>
              <p:nvPr/>
            </p:nvSpPr>
            <p:spPr>
              <a:xfrm>
                <a:off x="12664440" y="3822192"/>
                <a:ext cx="45720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5" h="3">
                    <a:moveTo>
                      <a:pt x="3" y="0"/>
                    </a:moveTo>
                    <a:lnTo>
                      <a:pt x="5" y="2"/>
                    </a:lnTo>
                    <a:lnTo>
                      <a:pt x="3" y="3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89"/>
              </a:solidFill>
              <a:ln w="2286">
                <a:solidFill>
                  <a:srgbClr val="00008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92" name="polygon-3575"/>
              <p:cNvSpPr/>
              <p:nvPr/>
            </p:nvSpPr>
            <p:spPr>
              <a:xfrm>
                <a:off x="12646152" y="3840480"/>
                <a:ext cx="4572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5" h="2">
                    <a:moveTo>
                      <a:pt x="2" y="0"/>
                    </a:moveTo>
                    <a:lnTo>
                      <a:pt x="5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4"/>
              </a:solidFill>
              <a:ln w="2286">
                <a:solidFill>
                  <a:srgbClr val="00008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93" name="polygon-3576"/>
              <p:cNvSpPr/>
              <p:nvPr/>
            </p:nvSpPr>
            <p:spPr>
              <a:xfrm>
                <a:off x="12627864" y="3849624"/>
                <a:ext cx="3657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2" y="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81"/>
              </a:solidFill>
              <a:ln w="2286">
                <a:solidFill>
                  <a:srgbClr val="00008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3594" name="Text: Sequential Blending"/>
            <p:cNvSpPr txBox="1"/>
            <p:nvPr/>
          </p:nvSpPr>
          <p:spPr>
            <a:xfrm>
              <a:off x="10689336" y="3895344"/>
              <a:ext cx="2350008" cy="23774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1" i="1">
                  <a:solidFill>
                    <a:srgbClr val="000000"/>
                  </a:solidFill>
                  <a:latin typeface="Liberation Serif"/>
                </a:rPr>
                <a:t>Sequential Blending</a:t>
              </a:r>
            </a:p>
          </p:txBody>
        </p:sp>
        <p:grpSp>
          <p:nvGrpSpPr>
            <p:cNvPr id="3595" name="Low contrast degraded images"/>
            <p:cNvGrpSpPr/>
            <p:nvPr/>
          </p:nvGrpSpPr>
          <p:grpSpPr>
            <a:xfrm>
              <a:off x="4416552" y="649224"/>
              <a:ext cx="4096512" cy="1856232"/>
              <a:chOff x="4416552" y="649224"/>
              <a:chExt cx="4096512" cy="1856232"/>
            </a:xfrm>
          </p:grpSpPr>
          <p:sp>
            <p:nvSpPr>
              <p:cNvPr id="3596" name="rectangle-3578"/>
              <p:cNvSpPr/>
              <p:nvPr/>
            </p:nvSpPr>
            <p:spPr>
              <a:xfrm>
                <a:off x="4480560" y="713232"/>
                <a:ext cx="4032504" cy="1792224"/>
              </a:xfrm>
              <a:prstGeom prst="roundRect">
                <a:avLst>
                  <a:gd name="adj" fmla="val 510"/>
                </a:avLst>
              </a:prstGeom>
              <a:solidFill>
                <a:srgbClr val="000000">
                  <a:alpha val="25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97" name="rectangle-3579"/>
              <p:cNvSpPr/>
              <p:nvPr/>
            </p:nvSpPr>
            <p:spPr>
              <a:xfrm>
                <a:off x="4462272" y="694944"/>
                <a:ext cx="4032504" cy="1792224"/>
              </a:xfrm>
              <a:prstGeom prst="roundRect">
                <a:avLst>
                  <a:gd name="adj" fmla="val 510"/>
                </a:avLst>
              </a:prstGeom>
              <a:solidFill>
                <a:srgbClr val="000000">
                  <a:alpha val="4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98" name="rectangle-3580"/>
              <p:cNvSpPr/>
              <p:nvPr/>
            </p:nvSpPr>
            <p:spPr>
              <a:xfrm>
                <a:off x="4443984" y="676656"/>
                <a:ext cx="4032504" cy="1792224"/>
              </a:xfrm>
              <a:prstGeom prst="roundRect">
                <a:avLst>
                  <a:gd name="adj" fmla="val 510"/>
                </a:avLst>
              </a:prstGeom>
              <a:solidFill>
                <a:srgbClr val="000000">
                  <a:alpha val="8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99" name="rectangle-3581"/>
              <p:cNvSpPr/>
              <p:nvPr/>
            </p:nvSpPr>
            <p:spPr>
              <a:xfrm>
                <a:off x="4416552" y="649224"/>
                <a:ext cx="4032504" cy="1792224"/>
              </a:xfrm>
              <a:prstGeom prst="rect">
                <a:avLst/>
              </a:prstGeom>
              <a:solidFill>
                <a:srgbClr val="DEEBF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pic>
            <p:nvPicPr>
              <p:cNvPr id="3600" name="Low contrast main infrared and thermal" descr="Low contrast main infrared and thermal.png"/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480560" y="704088"/>
                <a:ext cx="2240280" cy="1691640"/>
              </a:xfrm>
              <a:prstGeom prst="rect">
                <a:avLst/>
              </a:prstGeom>
            </p:spPr>
          </p:pic>
          <p:pic>
            <p:nvPicPr>
              <p:cNvPr id="3601" name="Low contrast example 1" descr="Low contrast example 1.png"/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766560" y="704088"/>
                <a:ext cx="786384" cy="548640"/>
              </a:xfrm>
              <a:prstGeom prst="rect">
                <a:avLst/>
              </a:prstGeom>
            </p:spPr>
          </p:pic>
          <p:pic>
            <p:nvPicPr>
              <p:cNvPr id="3602" name="Low contrast example 2" descr="Low contrast example 2.png"/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598664" y="704088"/>
                <a:ext cx="786384" cy="548640"/>
              </a:xfrm>
              <a:prstGeom prst="rect">
                <a:avLst/>
              </a:prstGeom>
            </p:spPr>
          </p:pic>
          <p:pic>
            <p:nvPicPr>
              <p:cNvPr id="3603" name="Low contrast example 3" descr="Low contrast example 3.png"/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766560" y="1289304"/>
                <a:ext cx="786384" cy="548640"/>
              </a:xfrm>
              <a:prstGeom prst="rect">
                <a:avLst/>
              </a:prstGeom>
            </p:spPr>
          </p:pic>
          <p:pic>
            <p:nvPicPr>
              <p:cNvPr id="3604" name="Low contrast example 4" descr="Low contrast example 4.png"/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598664" y="1289304"/>
                <a:ext cx="786384" cy="548640"/>
              </a:xfrm>
              <a:prstGeom prst="rect">
                <a:avLst/>
              </a:prstGeom>
            </p:spPr>
          </p:pic>
          <p:pic>
            <p:nvPicPr>
              <p:cNvPr id="3605" name="Low contrast example 5" descr="Low contrast example 5.png"/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766560" y="1874520"/>
                <a:ext cx="786384" cy="512064"/>
              </a:xfrm>
              <a:prstGeom prst="rect">
                <a:avLst/>
              </a:prstGeom>
            </p:spPr>
          </p:pic>
          <p:pic>
            <p:nvPicPr>
              <p:cNvPr id="3606" name="Low contrast example 6" descr="Low contrast example 6.png"/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598664" y="1874520"/>
                <a:ext cx="786384" cy="512064"/>
              </a:xfrm>
              <a:prstGeom prst="rect">
                <a:avLst/>
              </a:prstGeom>
            </p:spPr>
          </p:pic>
        </p:grpSp>
        <p:grpSp>
          <p:nvGrpSpPr>
            <p:cNvPr id="3607" name="Blur degraded images"/>
            <p:cNvGrpSpPr/>
            <p:nvPr/>
          </p:nvGrpSpPr>
          <p:grpSpPr>
            <a:xfrm>
              <a:off x="4416552" y="2560320"/>
              <a:ext cx="4096512" cy="1856232"/>
              <a:chOff x="4416552" y="2560320"/>
              <a:chExt cx="4096512" cy="1856232"/>
            </a:xfrm>
          </p:grpSpPr>
          <p:sp>
            <p:nvSpPr>
              <p:cNvPr id="3608" name="rectangle-3590"/>
              <p:cNvSpPr/>
              <p:nvPr/>
            </p:nvSpPr>
            <p:spPr>
              <a:xfrm>
                <a:off x="4480560" y="2624328"/>
                <a:ext cx="4032504" cy="1792224"/>
              </a:xfrm>
              <a:prstGeom prst="roundRect">
                <a:avLst>
                  <a:gd name="adj" fmla="val 510"/>
                </a:avLst>
              </a:prstGeom>
              <a:solidFill>
                <a:srgbClr val="000000">
                  <a:alpha val="25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09" name="rectangle-3591"/>
              <p:cNvSpPr/>
              <p:nvPr/>
            </p:nvSpPr>
            <p:spPr>
              <a:xfrm>
                <a:off x="4462272" y="2606040"/>
                <a:ext cx="4032504" cy="1792224"/>
              </a:xfrm>
              <a:prstGeom prst="roundRect">
                <a:avLst>
                  <a:gd name="adj" fmla="val 510"/>
                </a:avLst>
              </a:prstGeom>
              <a:solidFill>
                <a:srgbClr val="000000">
                  <a:alpha val="4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10" name="rectangle-3592"/>
              <p:cNvSpPr/>
              <p:nvPr/>
            </p:nvSpPr>
            <p:spPr>
              <a:xfrm>
                <a:off x="4443984" y="2587752"/>
                <a:ext cx="4032504" cy="1792224"/>
              </a:xfrm>
              <a:prstGeom prst="roundRect">
                <a:avLst>
                  <a:gd name="adj" fmla="val 510"/>
                </a:avLst>
              </a:prstGeom>
              <a:solidFill>
                <a:srgbClr val="000000">
                  <a:alpha val="8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11" name="rectangle-3593"/>
              <p:cNvSpPr/>
              <p:nvPr/>
            </p:nvSpPr>
            <p:spPr>
              <a:xfrm>
                <a:off x="4416552" y="2560320"/>
                <a:ext cx="4032504" cy="1792224"/>
              </a:xfrm>
              <a:prstGeom prst="rect">
                <a:avLst/>
              </a:prstGeom>
              <a:solidFill>
                <a:srgbClr val="FAE9DE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pic>
            <p:nvPicPr>
              <p:cNvPr id="3612" name="Blur main infrared and thermal" descr="Blur main infrared and thermal.png"/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480560" y="2615184"/>
                <a:ext cx="2240280" cy="1682496"/>
              </a:xfrm>
              <a:prstGeom prst="rect">
                <a:avLst/>
              </a:prstGeom>
            </p:spPr>
          </p:pic>
          <p:pic>
            <p:nvPicPr>
              <p:cNvPr id="3613" name="Blur example 1" descr="Blur example 1.png"/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766560" y="2615184"/>
                <a:ext cx="786384" cy="530352"/>
              </a:xfrm>
              <a:prstGeom prst="rect">
                <a:avLst/>
              </a:prstGeom>
            </p:spPr>
          </p:pic>
          <p:pic>
            <p:nvPicPr>
              <p:cNvPr id="3614" name="Blur example 2" descr="Blur example 2.png"/>
              <p:cNvPicPr>
                <a:picLocks noChangeAspect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598664" y="2615184"/>
                <a:ext cx="786384" cy="530352"/>
              </a:xfrm>
              <a:prstGeom prst="rect">
                <a:avLst/>
              </a:prstGeom>
            </p:spPr>
          </p:pic>
          <p:pic>
            <p:nvPicPr>
              <p:cNvPr id="3615" name="Blur example 3" descr="Blur example 3.png"/>
              <p:cNvPicPr>
                <a:picLocks noChangeAspect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766560" y="3191256"/>
                <a:ext cx="786384" cy="512064"/>
              </a:xfrm>
              <a:prstGeom prst="rect">
                <a:avLst/>
              </a:prstGeom>
            </p:spPr>
          </p:pic>
          <p:pic>
            <p:nvPicPr>
              <p:cNvPr id="3616" name="Blur example 4" descr="Blur example 4.png"/>
              <p:cNvPicPr>
                <a:picLocks noChangeAspect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598664" y="3191256"/>
                <a:ext cx="786384" cy="512064"/>
              </a:xfrm>
              <a:prstGeom prst="rect">
                <a:avLst/>
              </a:prstGeom>
            </p:spPr>
          </p:pic>
          <p:pic>
            <p:nvPicPr>
              <p:cNvPr id="3617" name="Blur example 5" descr="Blur example 5.png"/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766560" y="3758184"/>
                <a:ext cx="786384" cy="539496"/>
              </a:xfrm>
              <a:prstGeom prst="rect">
                <a:avLst/>
              </a:prstGeom>
            </p:spPr>
          </p:pic>
          <p:pic>
            <p:nvPicPr>
              <p:cNvPr id="3618" name="Blur example 6" descr="Blur example 6.png"/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598664" y="3758184"/>
                <a:ext cx="786384" cy="539496"/>
              </a:xfrm>
              <a:prstGeom prst="rect">
                <a:avLst/>
              </a:prstGeom>
            </p:spPr>
          </p:pic>
        </p:grpSp>
        <p:grpSp>
          <p:nvGrpSpPr>
            <p:cNvPr id="3619" name="Noise degraded images"/>
            <p:cNvGrpSpPr/>
            <p:nvPr/>
          </p:nvGrpSpPr>
          <p:grpSpPr>
            <a:xfrm>
              <a:off x="13158216" y="621792"/>
              <a:ext cx="4142232" cy="1892808"/>
              <a:chOff x="13158216" y="621792"/>
              <a:chExt cx="4142232" cy="1892808"/>
            </a:xfrm>
          </p:grpSpPr>
          <p:sp>
            <p:nvSpPr>
              <p:cNvPr id="3620" name="rectangle-3602"/>
              <p:cNvSpPr/>
              <p:nvPr/>
            </p:nvSpPr>
            <p:spPr>
              <a:xfrm>
                <a:off x="13222224" y="685800"/>
                <a:ext cx="4078224" cy="1828800"/>
              </a:xfrm>
              <a:prstGeom prst="roundRect">
                <a:avLst>
                  <a:gd name="adj" fmla="val 500"/>
                </a:avLst>
              </a:prstGeom>
              <a:solidFill>
                <a:srgbClr val="000000">
                  <a:alpha val="25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21" name="rectangle-3603"/>
              <p:cNvSpPr/>
              <p:nvPr/>
            </p:nvSpPr>
            <p:spPr>
              <a:xfrm>
                <a:off x="13203936" y="667512"/>
                <a:ext cx="4078224" cy="1828800"/>
              </a:xfrm>
              <a:prstGeom prst="roundRect">
                <a:avLst>
                  <a:gd name="adj" fmla="val 500"/>
                </a:avLst>
              </a:prstGeom>
              <a:solidFill>
                <a:srgbClr val="000000">
                  <a:alpha val="4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22" name="rectangle-3604"/>
              <p:cNvSpPr/>
              <p:nvPr/>
            </p:nvSpPr>
            <p:spPr>
              <a:xfrm>
                <a:off x="13185648" y="649224"/>
                <a:ext cx="4078224" cy="1828800"/>
              </a:xfrm>
              <a:prstGeom prst="roundRect">
                <a:avLst>
                  <a:gd name="adj" fmla="val 500"/>
                </a:avLst>
              </a:prstGeom>
              <a:solidFill>
                <a:srgbClr val="000000">
                  <a:alpha val="8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23" name="rectangle-3605"/>
              <p:cNvSpPr/>
              <p:nvPr/>
            </p:nvSpPr>
            <p:spPr>
              <a:xfrm>
                <a:off x="13158216" y="621792"/>
                <a:ext cx="4078224" cy="1828800"/>
              </a:xfrm>
              <a:prstGeom prst="rect">
                <a:avLst/>
              </a:prstGeom>
              <a:solidFill>
                <a:srgbClr val="FFF6D9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pic>
            <p:nvPicPr>
              <p:cNvPr id="3624" name="Noise main infrared and thermal" descr="Noise main infrared and thermal.png"/>
              <p:cNvPicPr>
                <a:picLocks noChangeAspect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3222224" y="676656"/>
                <a:ext cx="2276856" cy="1719072"/>
              </a:xfrm>
              <a:prstGeom prst="rect">
                <a:avLst/>
              </a:prstGeom>
            </p:spPr>
          </p:pic>
          <p:pic>
            <p:nvPicPr>
              <p:cNvPr id="3625" name="Noise example 1" descr="Noise example 1.png"/>
              <p:cNvPicPr>
                <a:picLocks noChangeAspect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5553944" y="676656"/>
                <a:ext cx="786384" cy="548640"/>
              </a:xfrm>
              <a:prstGeom prst="rect">
                <a:avLst/>
              </a:prstGeom>
            </p:spPr>
          </p:pic>
          <p:pic>
            <p:nvPicPr>
              <p:cNvPr id="3626" name="Noise example 2" descr="Noise example 2.png"/>
              <p:cNvPicPr>
                <a:picLocks noChangeAspect="1"/>
              </p:cNvPicPr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6386048" y="676656"/>
                <a:ext cx="786384" cy="548640"/>
              </a:xfrm>
              <a:prstGeom prst="rect">
                <a:avLst/>
              </a:prstGeom>
            </p:spPr>
          </p:pic>
          <p:pic>
            <p:nvPicPr>
              <p:cNvPr id="3627" name="Noise example 3" descr="Noise example 3.png"/>
              <p:cNvPicPr>
                <a:picLocks noChangeAspect="1"/>
              </p:cNvPicPr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5553944" y="1271016"/>
                <a:ext cx="786384" cy="539496"/>
              </a:xfrm>
              <a:prstGeom prst="rect">
                <a:avLst/>
              </a:prstGeom>
            </p:spPr>
          </p:pic>
          <p:pic>
            <p:nvPicPr>
              <p:cNvPr id="3628" name="Noise example 4" descr="Noise example 4.png"/>
              <p:cNvPicPr>
                <a:picLocks noChangeAspect="1"/>
              </p:cNvPicPr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6386048" y="1271016"/>
                <a:ext cx="786384" cy="539496"/>
              </a:xfrm>
              <a:prstGeom prst="rect">
                <a:avLst/>
              </a:prstGeom>
            </p:spPr>
          </p:pic>
          <p:pic>
            <p:nvPicPr>
              <p:cNvPr id="3629" name="Noise example 5" descr="Noise example 5.png"/>
              <p:cNvPicPr>
                <a:picLocks noChangeAspect="1"/>
              </p:cNvPicPr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5553944" y="1856232"/>
                <a:ext cx="786384" cy="539496"/>
              </a:xfrm>
              <a:prstGeom prst="rect">
                <a:avLst/>
              </a:prstGeom>
            </p:spPr>
          </p:pic>
          <p:pic>
            <p:nvPicPr>
              <p:cNvPr id="3630" name="Noise example 6" descr="Noise example 6.png"/>
              <p:cNvPicPr>
                <a:picLocks noChangeAspect="1"/>
              </p:cNvPicPr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6386048" y="1856232"/>
                <a:ext cx="786384" cy="539496"/>
              </a:xfrm>
              <a:prstGeom prst="rect">
                <a:avLst/>
              </a:prstGeom>
            </p:spPr>
          </p:pic>
        </p:grpSp>
        <p:grpSp>
          <p:nvGrpSpPr>
            <p:cNvPr id="3631" name="Mixture degraded images"/>
            <p:cNvGrpSpPr/>
            <p:nvPr/>
          </p:nvGrpSpPr>
          <p:grpSpPr>
            <a:xfrm>
              <a:off x="13158216" y="2523744"/>
              <a:ext cx="4142232" cy="1874520"/>
              <a:chOff x="13158216" y="2523744"/>
              <a:chExt cx="4142232" cy="1874520"/>
            </a:xfrm>
          </p:grpSpPr>
          <p:sp>
            <p:nvSpPr>
              <p:cNvPr id="3632" name="rectangle-3614"/>
              <p:cNvSpPr/>
              <p:nvPr/>
            </p:nvSpPr>
            <p:spPr>
              <a:xfrm>
                <a:off x="13222224" y="2587752"/>
                <a:ext cx="4078224" cy="1810512"/>
              </a:xfrm>
              <a:prstGeom prst="roundRect">
                <a:avLst>
                  <a:gd name="adj" fmla="val 505"/>
                </a:avLst>
              </a:prstGeom>
              <a:solidFill>
                <a:srgbClr val="000000">
                  <a:alpha val="25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33" name="rectangle-3615"/>
              <p:cNvSpPr/>
              <p:nvPr/>
            </p:nvSpPr>
            <p:spPr>
              <a:xfrm>
                <a:off x="13203936" y="2569464"/>
                <a:ext cx="4078224" cy="1810512"/>
              </a:xfrm>
              <a:prstGeom prst="roundRect">
                <a:avLst>
                  <a:gd name="adj" fmla="val 505"/>
                </a:avLst>
              </a:prstGeom>
              <a:solidFill>
                <a:srgbClr val="000000">
                  <a:alpha val="4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34" name="rectangle-3616"/>
              <p:cNvSpPr/>
              <p:nvPr/>
            </p:nvSpPr>
            <p:spPr>
              <a:xfrm>
                <a:off x="13185648" y="2551176"/>
                <a:ext cx="4078224" cy="1810512"/>
              </a:xfrm>
              <a:prstGeom prst="roundRect">
                <a:avLst>
                  <a:gd name="adj" fmla="val 505"/>
                </a:avLst>
              </a:prstGeom>
              <a:solidFill>
                <a:srgbClr val="000000">
                  <a:alpha val="8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35" name="rectangle-3617"/>
              <p:cNvSpPr/>
              <p:nvPr/>
            </p:nvSpPr>
            <p:spPr>
              <a:xfrm>
                <a:off x="13158216" y="2523744"/>
                <a:ext cx="4078224" cy="1810512"/>
              </a:xfrm>
              <a:prstGeom prst="rect">
                <a:avLst/>
              </a:prstGeom>
              <a:solidFill>
                <a:srgbClr val="F3EEE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pic>
            <p:nvPicPr>
              <p:cNvPr id="3636" name="Mixture main infrared and thermal" descr="Mixture main infrared and thermal.png"/>
              <p:cNvPicPr>
                <a:picLocks noChangeAspect="1"/>
              </p:cNvPicPr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3222224" y="2578608"/>
                <a:ext cx="2276856" cy="1700784"/>
              </a:xfrm>
              <a:prstGeom prst="rect">
                <a:avLst/>
              </a:prstGeom>
            </p:spPr>
          </p:pic>
          <p:pic>
            <p:nvPicPr>
              <p:cNvPr id="3637" name="Mixture example 1" descr="Mixture example 1.png"/>
              <p:cNvPicPr>
                <a:picLocks noChangeAspect="1"/>
              </p:cNvPicPr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5553944" y="2578608"/>
                <a:ext cx="786384" cy="539496"/>
              </a:xfrm>
              <a:prstGeom prst="rect">
                <a:avLst/>
              </a:prstGeom>
            </p:spPr>
          </p:pic>
          <p:pic>
            <p:nvPicPr>
              <p:cNvPr id="3638" name="Mixture example 2" descr="Mixture example 2.png"/>
              <p:cNvPicPr>
                <a:picLocks noChangeAspect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6386048" y="2578608"/>
                <a:ext cx="786384" cy="539496"/>
              </a:xfrm>
              <a:prstGeom prst="rect">
                <a:avLst/>
              </a:prstGeom>
            </p:spPr>
          </p:pic>
          <p:pic>
            <p:nvPicPr>
              <p:cNvPr id="3639" name="Mixture example 3" descr="Mixture example 3.png"/>
              <p:cNvPicPr>
                <a:picLocks noChangeAspect="1"/>
              </p:cNvPicPr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5553944" y="3163824"/>
                <a:ext cx="786384" cy="539496"/>
              </a:xfrm>
              <a:prstGeom prst="rect">
                <a:avLst/>
              </a:prstGeom>
            </p:spPr>
          </p:pic>
          <p:pic>
            <p:nvPicPr>
              <p:cNvPr id="3640" name="Mixture example 4" descr="Mixture example 4.png"/>
              <p:cNvPicPr>
                <a:picLocks noChangeAspect="1"/>
              </p:cNvPicPr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6386048" y="3163824"/>
                <a:ext cx="786384" cy="539496"/>
              </a:xfrm>
              <a:prstGeom prst="rect">
                <a:avLst/>
              </a:prstGeom>
            </p:spPr>
          </p:pic>
          <p:pic>
            <p:nvPicPr>
              <p:cNvPr id="3641" name="Mixture example 5" descr="Mixture example 5.png"/>
              <p:cNvPicPr>
                <a:picLocks noChangeAspect="1"/>
              </p:cNvPicPr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5553944" y="3749040"/>
                <a:ext cx="786384" cy="530352"/>
              </a:xfrm>
              <a:prstGeom prst="rect">
                <a:avLst/>
              </a:prstGeom>
            </p:spPr>
          </p:pic>
          <p:pic>
            <p:nvPicPr>
              <p:cNvPr id="3642" name="Mixture example 6" descr="Mixture example 6.png"/>
              <p:cNvPicPr>
                <a:picLocks noChangeAspect="1"/>
              </p:cNvPicPr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6386048" y="3749040"/>
                <a:ext cx="786384" cy="530352"/>
              </a:xfrm>
              <a:prstGeom prst="rect">
                <a:avLst/>
              </a:prstGeom>
            </p:spPr>
          </p:pic>
        </p:grpSp>
      </p:grpSp>
      <p:grpSp>
        <p:nvGrpSpPr>
          <p:cNvPr id="3643" name="(b) Dual Prompt Processing"/>
          <p:cNvGrpSpPr/>
          <p:nvPr/>
        </p:nvGrpSpPr>
        <p:grpSpPr>
          <a:xfrm>
            <a:off x="-704088" y="5248656"/>
            <a:ext cx="5376672" cy="3611880"/>
            <a:chOff x="-704088" y="5248656"/>
            <a:chExt cx="5376672" cy="3611880"/>
          </a:xfrm>
        </p:grpSpPr>
        <p:sp>
          <p:nvSpPr>
            <p:cNvPr id="3644" name="Text: Degradation Descriptor"/>
            <p:cNvSpPr txBox="1"/>
            <p:nvPr/>
          </p:nvSpPr>
          <p:spPr>
            <a:xfrm>
              <a:off x="1810512" y="5248656"/>
              <a:ext cx="1892808" cy="2286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24" b="1" i="0">
                  <a:solidFill>
                    <a:srgbClr val="000000"/>
                  </a:solidFill>
                  <a:latin typeface="Liberation Serif"/>
                </a:rPr>
                <a:t>Degradation Descriptor</a:t>
              </a:r>
            </a:p>
          </p:txBody>
        </p:sp>
        <p:sp>
          <p:nvSpPr>
            <p:cNvPr id="3645" name="Text: Type/Degradation-specific&#10;Prompts"/>
            <p:cNvSpPr txBox="1"/>
            <p:nvPr/>
          </p:nvSpPr>
          <p:spPr>
            <a:xfrm rot="5400000">
              <a:off x="-704088" y="6830568"/>
              <a:ext cx="2295144" cy="4846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1" i="0">
                  <a:solidFill>
                    <a:srgbClr val="000000"/>
                  </a:solidFill>
                  <a:latin typeface="Liberation Serif"/>
                </a:rPr>
                <a:t>Type/Degradation-specific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1" i="0">
                  <a:solidFill>
                    <a:srgbClr val="000000"/>
                  </a:solidFill>
                  <a:latin typeface="Liberation Serif"/>
                </a:rPr>
                <a:t>Prompts</a:t>
              </a:r>
            </a:p>
          </p:txBody>
        </p:sp>
        <p:sp>
          <p:nvSpPr>
            <p:cNvPr id="3646" name="rectangle-3626"/>
            <p:cNvSpPr/>
            <p:nvPr/>
          </p:nvSpPr>
          <p:spPr>
            <a:xfrm>
              <a:off x="813816" y="5486400"/>
              <a:ext cx="585216" cy="1051560"/>
            </a:xfrm>
            <a:prstGeom prst="roundRect">
              <a:avLst>
                <a:gd name="adj" fmla="val 18750"/>
              </a:avLst>
            </a:prstGeom>
            <a:noFill/>
            <a:ln w="27432">
              <a:solidFill>
                <a:srgbClr val="1A335A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47" name="rectangle-3627"/>
            <p:cNvSpPr/>
            <p:nvPr/>
          </p:nvSpPr>
          <p:spPr>
            <a:xfrm>
              <a:off x="896112" y="5586984"/>
              <a:ext cx="420624" cy="402336"/>
            </a:xfrm>
            <a:prstGeom prst="roundRect">
              <a:avLst>
                <a:gd name="adj" fmla="val 18181"/>
              </a:avLst>
            </a:prstGeom>
            <a:solidFill>
              <a:srgbClr val="E6BEBC"/>
            </a:solidFill>
            <a:ln w="18288">
              <a:solidFill>
                <a:srgbClr val="1A33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48" name="Text: S"/>
            <p:cNvSpPr txBox="1"/>
            <p:nvPr/>
          </p:nvSpPr>
          <p:spPr>
            <a:xfrm>
              <a:off x="896112" y="5596128"/>
              <a:ext cx="420624" cy="38404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692" b="0" i="0">
                  <a:solidFill>
                    <a:srgbClr val="FFFFFF"/>
                  </a:solidFill>
                  <a:latin typeface="Liberation Serif"/>
                </a:rPr>
                <a:t>S</a:t>
              </a:r>
            </a:p>
          </p:txBody>
        </p:sp>
        <p:sp>
          <p:nvSpPr>
            <p:cNvPr id="3649" name="rectangle-3628"/>
            <p:cNvSpPr/>
            <p:nvPr/>
          </p:nvSpPr>
          <p:spPr>
            <a:xfrm>
              <a:off x="896112" y="6035040"/>
              <a:ext cx="420624" cy="402336"/>
            </a:xfrm>
            <a:prstGeom prst="roundRect">
              <a:avLst>
                <a:gd name="adj" fmla="val 18181"/>
              </a:avLst>
            </a:prstGeom>
            <a:solidFill>
              <a:srgbClr val="F5D0A6"/>
            </a:solidFill>
            <a:ln w="18288">
              <a:solidFill>
                <a:srgbClr val="1A33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50" name="Text: H"/>
            <p:cNvSpPr txBox="1"/>
            <p:nvPr/>
          </p:nvSpPr>
          <p:spPr>
            <a:xfrm>
              <a:off x="896112" y="6044184"/>
              <a:ext cx="420624" cy="38404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692" b="0" i="0">
                  <a:solidFill>
                    <a:srgbClr val="FFFFFF"/>
                  </a:solidFill>
                  <a:latin typeface="Liberation Serif"/>
                </a:rPr>
                <a:t>H</a:t>
              </a:r>
            </a:p>
          </p:txBody>
        </p:sp>
        <p:sp>
          <p:nvSpPr>
            <p:cNvPr id="3651" name="rectangle-3629"/>
            <p:cNvSpPr/>
            <p:nvPr/>
          </p:nvSpPr>
          <p:spPr>
            <a:xfrm>
              <a:off x="813816" y="7086600"/>
              <a:ext cx="585216" cy="1399032"/>
            </a:xfrm>
            <a:prstGeom prst="roundRect">
              <a:avLst>
                <a:gd name="adj" fmla="val 18750"/>
              </a:avLst>
            </a:prstGeom>
            <a:noFill/>
            <a:ln w="27432">
              <a:solidFill>
                <a:srgbClr val="1A335A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52" name="rectangle-3630"/>
            <p:cNvSpPr/>
            <p:nvPr/>
          </p:nvSpPr>
          <p:spPr>
            <a:xfrm>
              <a:off x="886968" y="7187184"/>
              <a:ext cx="429768" cy="384048"/>
            </a:xfrm>
            <a:prstGeom prst="roundRect">
              <a:avLst>
                <a:gd name="adj" fmla="val 19047"/>
              </a:avLst>
            </a:prstGeom>
            <a:solidFill>
              <a:srgbClr val="D4D8A2"/>
            </a:solidFill>
            <a:ln w="18288">
              <a:solidFill>
                <a:srgbClr val="1A33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53" name="Text: N"/>
            <p:cNvSpPr txBox="1"/>
            <p:nvPr/>
          </p:nvSpPr>
          <p:spPr>
            <a:xfrm>
              <a:off x="886968" y="7196328"/>
              <a:ext cx="429768" cy="36576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70" b="0" i="0">
                  <a:solidFill>
                    <a:srgbClr val="FFFFFF"/>
                  </a:solidFill>
                  <a:latin typeface="Liberation Serif"/>
                </a:rPr>
                <a:t>N</a:t>
              </a:r>
            </a:p>
          </p:txBody>
        </p:sp>
        <p:sp>
          <p:nvSpPr>
            <p:cNvPr id="3654" name="rectangle-3631"/>
            <p:cNvSpPr/>
            <p:nvPr/>
          </p:nvSpPr>
          <p:spPr>
            <a:xfrm>
              <a:off x="886968" y="7607808"/>
              <a:ext cx="429768" cy="365760"/>
            </a:xfrm>
            <a:prstGeom prst="roundRect">
              <a:avLst>
                <a:gd name="adj" fmla="val 20000"/>
              </a:avLst>
            </a:prstGeom>
            <a:solidFill>
              <a:srgbClr val="A1D4CE"/>
            </a:solidFill>
            <a:ln w="18288">
              <a:solidFill>
                <a:srgbClr val="1A33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55" name="Text: B"/>
            <p:cNvSpPr txBox="1"/>
            <p:nvPr/>
          </p:nvSpPr>
          <p:spPr>
            <a:xfrm>
              <a:off x="886968" y="7616952"/>
              <a:ext cx="429768" cy="34747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448" b="0" i="0">
                  <a:solidFill>
                    <a:srgbClr val="FFFFFF"/>
                  </a:solidFill>
                  <a:latin typeface="Liberation Serif"/>
                </a:rPr>
                <a:t>B</a:t>
              </a:r>
            </a:p>
          </p:txBody>
        </p:sp>
        <p:sp>
          <p:nvSpPr>
            <p:cNvPr id="3656" name="rectangle-3632"/>
            <p:cNvSpPr/>
            <p:nvPr/>
          </p:nvSpPr>
          <p:spPr>
            <a:xfrm>
              <a:off x="886968" y="8028432"/>
              <a:ext cx="429768" cy="365760"/>
            </a:xfrm>
            <a:prstGeom prst="roundRect">
              <a:avLst>
                <a:gd name="adj" fmla="val 20000"/>
              </a:avLst>
            </a:prstGeom>
            <a:solidFill>
              <a:srgbClr val="A9BECB"/>
            </a:solidFill>
            <a:ln w="18288">
              <a:solidFill>
                <a:srgbClr val="1A33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57" name="Text: C"/>
            <p:cNvSpPr txBox="1"/>
            <p:nvPr/>
          </p:nvSpPr>
          <p:spPr>
            <a:xfrm>
              <a:off x="886968" y="8037576"/>
              <a:ext cx="429768" cy="34747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448" b="0" i="0">
                  <a:solidFill>
                    <a:srgbClr val="FFFFFF"/>
                  </a:solidFill>
                  <a:latin typeface="Liberation Serif"/>
                </a:rPr>
                <a:t>C</a:t>
              </a:r>
            </a:p>
          </p:txBody>
        </p:sp>
        <p:cxnSp>
          <p:nvCxnSpPr>
            <p:cNvPr id="3658" name="line-3633"/>
            <p:cNvCxnSpPr/>
            <p:nvPr/>
          </p:nvCxnSpPr>
          <p:spPr>
            <a:xfrm>
              <a:off x="1399032" y="6007608"/>
              <a:ext cx="109728" cy="0"/>
            </a:xfrm>
            <a:prstGeom prst="line">
              <a:avLst/>
            </a:prstGeom>
            <a:ln w="27432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9" name="line-3634"/>
            <p:cNvCxnSpPr/>
            <p:nvPr/>
          </p:nvCxnSpPr>
          <p:spPr>
            <a:xfrm>
              <a:off x="1508760" y="6007608"/>
              <a:ext cx="0" cy="804672"/>
            </a:xfrm>
            <a:prstGeom prst="line">
              <a:avLst/>
            </a:prstGeom>
            <a:ln w="27432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0" name="line-3635"/>
            <p:cNvCxnSpPr/>
            <p:nvPr/>
          </p:nvCxnSpPr>
          <p:spPr>
            <a:xfrm>
              <a:off x="1508760" y="6812280"/>
              <a:ext cx="905256" cy="0"/>
            </a:xfrm>
            <a:prstGeom prst="line">
              <a:avLst/>
            </a:prstGeom>
            <a:ln w="27432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61" name="ellipse-3636"/>
            <p:cNvSpPr/>
            <p:nvPr/>
          </p:nvSpPr>
          <p:spPr>
            <a:xfrm>
              <a:off x="2368296" y="6757416"/>
              <a:ext cx="109728" cy="109728"/>
            </a:xfrm>
            <a:prstGeom prst="ellipse">
              <a:avLst/>
            </a:prstGeom>
            <a:solidFill>
              <a:srgbClr val="FFFFFF"/>
            </a:solidFill>
            <a:ln w="27432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662" name="line-3637"/>
            <p:cNvCxnSpPr/>
            <p:nvPr/>
          </p:nvCxnSpPr>
          <p:spPr>
            <a:xfrm flipV="1">
              <a:off x="2478024" y="6574536"/>
              <a:ext cx="182880" cy="201168"/>
            </a:xfrm>
            <a:prstGeom prst="line">
              <a:avLst/>
            </a:prstGeom>
            <a:ln w="22859">
              <a:solidFill>
                <a:srgbClr val="7A7A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3" name="line-3638"/>
            <p:cNvCxnSpPr/>
            <p:nvPr/>
          </p:nvCxnSpPr>
          <p:spPr>
            <a:xfrm>
              <a:off x="3502152" y="6601968"/>
              <a:ext cx="557784" cy="0"/>
            </a:xfrm>
            <a:prstGeom prst="line">
              <a:avLst/>
            </a:prstGeom>
            <a:ln w="27432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4" name="line-3639"/>
            <p:cNvCxnSpPr/>
            <p:nvPr/>
          </p:nvCxnSpPr>
          <p:spPr>
            <a:xfrm flipV="1">
              <a:off x="4059936" y="6272784"/>
              <a:ext cx="0" cy="329184"/>
            </a:xfrm>
            <a:prstGeom prst="line">
              <a:avLst/>
            </a:prstGeom>
            <a:ln w="27432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5" name="line-3640"/>
            <p:cNvCxnSpPr/>
            <p:nvPr/>
          </p:nvCxnSpPr>
          <p:spPr>
            <a:xfrm>
              <a:off x="4059936" y="6272784"/>
              <a:ext cx="173736" cy="0"/>
            </a:xfrm>
            <a:prstGeom prst="line">
              <a:avLst/>
            </a:prstGeom>
            <a:ln w="27432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66" name="polygon-3641"/>
            <p:cNvSpPr/>
            <p:nvPr/>
          </p:nvSpPr>
          <p:spPr>
            <a:xfrm>
              <a:off x="4123944" y="6217920"/>
              <a:ext cx="109728" cy="109728"/>
            </a:xfrm>
            <a:custGeom>
              <a:avLst/>
              <a:gdLst/>
              <a:ahLst/>
              <a:cxnLst/>
              <a:rect l="l" t="t" r="r" b="b"/>
              <a:pathLst>
                <a:path w="12" h="12">
                  <a:moveTo>
                    <a:pt x="12" y="6"/>
                  </a:moveTo>
                  <a:lnTo>
                    <a:pt x="0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67" name="rectangle-3642"/>
            <p:cNvSpPr/>
            <p:nvPr/>
          </p:nvSpPr>
          <p:spPr>
            <a:xfrm>
              <a:off x="1975104" y="5486400"/>
              <a:ext cx="2020824" cy="1005840"/>
            </a:xfrm>
            <a:prstGeom prst="roundRect">
              <a:avLst>
                <a:gd name="adj" fmla="val 11818"/>
              </a:avLst>
            </a:prstGeom>
            <a:solidFill>
              <a:srgbClr val="FBECDF">
                <a:alpha val="43000"/>
              </a:srgbClr>
            </a:solidFill>
            <a:ln w="16459">
              <a:solidFill>
                <a:srgbClr val="FFB17F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668" name="line-3643"/>
            <p:cNvCxnSpPr/>
            <p:nvPr/>
          </p:nvCxnSpPr>
          <p:spPr>
            <a:xfrm>
              <a:off x="2176272" y="5843016"/>
              <a:ext cx="0" cy="557784"/>
            </a:xfrm>
            <a:prstGeom prst="line">
              <a:avLst/>
            </a:prstGeom>
            <a:ln w="27432">
              <a:solidFill>
                <a:srgbClr val="C0C0B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69" name="ellipse-3644"/>
            <p:cNvSpPr/>
            <p:nvPr/>
          </p:nvSpPr>
          <p:spPr>
            <a:xfrm>
              <a:off x="2125980" y="6345936"/>
              <a:ext cx="100584" cy="100584"/>
            </a:xfrm>
            <a:prstGeom prst="ellipse">
              <a:avLst/>
            </a:prstGeom>
            <a:solidFill>
              <a:srgbClr val="FBECDF"/>
            </a:solidFill>
            <a:ln w="27432">
              <a:solidFill>
                <a:srgbClr val="BDBD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70" name="rectangle-3645"/>
            <p:cNvSpPr/>
            <p:nvPr/>
          </p:nvSpPr>
          <p:spPr>
            <a:xfrm>
              <a:off x="2039112" y="5586984"/>
              <a:ext cx="283464" cy="265176"/>
            </a:xfrm>
            <a:prstGeom prst="roundRect">
              <a:avLst>
                <a:gd name="adj" fmla="val 17241"/>
              </a:avLst>
            </a:prstGeom>
            <a:solidFill>
              <a:srgbClr val="C9C4D3">
                <a:alpha val="65000"/>
              </a:srgbClr>
            </a:solidFill>
            <a:ln w="16459">
              <a:solidFill>
                <a:srgbClr val="1A33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71" name="Text: 0"/>
            <p:cNvSpPr txBox="1"/>
            <p:nvPr/>
          </p:nvSpPr>
          <p:spPr>
            <a:xfrm>
              <a:off x="2039112" y="5596128"/>
              <a:ext cx="283464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1" i="0">
                  <a:solidFill>
                    <a:srgbClr val="000000"/>
                  </a:solidFill>
                  <a:latin typeface="Liberation Serif"/>
                </a:rPr>
                <a:t>0</a:t>
              </a:r>
            </a:p>
          </p:txBody>
        </p:sp>
        <p:cxnSp>
          <p:nvCxnSpPr>
            <p:cNvPr id="3672" name="line-3646"/>
            <p:cNvCxnSpPr/>
            <p:nvPr/>
          </p:nvCxnSpPr>
          <p:spPr>
            <a:xfrm>
              <a:off x="2487168" y="5843016"/>
              <a:ext cx="0" cy="557784"/>
            </a:xfrm>
            <a:prstGeom prst="line">
              <a:avLst/>
            </a:prstGeom>
            <a:ln w="27432">
              <a:solidFill>
                <a:srgbClr val="C0C0B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73" name="ellipse-3647"/>
            <p:cNvSpPr/>
            <p:nvPr/>
          </p:nvSpPr>
          <p:spPr>
            <a:xfrm>
              <a:off x="2436876" y="6345936"/>
              <a:ext cx="100584" cy="100584"/>
            </a:xfrm>
            <a:prstGeom prst="ellipse">
              <a:avLst/>
            </a:prstGeom>
            <a:solidFill>
              <a:srgbClr val="FBECDF"/>
            </a:solidFill>
            <a:ln w="27432">
              <a:solidFill>
                <a:srgbClr val="BDBD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74" name="rectangle-3648"/>
            <p:cNvSpPr/>
            <p:nvPr/>
          </p:nvSpPr>
          <p:spPr>
            <a:xfrm>
              <a:off x="2350008" y="5586984"/>
              <a:ext cx="283464" cy="265176"/>
            </a:xfrm>
            <a:prstGeom prst="roundRect">
              <a:avLst>
                <a:gd name="adj" fmla="val 17241"/>
              </a:avLst>
            </a:prstGeom>
            <a:solidFill>
              <a:srgbClr val="B9CEDD">
                <a:alpha val="65000"/>
              </a:srgbClr>
            </a:solidFill>
            <a:ln w="16459">
              <a:solidFill>
                <a:srgbClr val="1A33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75" name="Text: 0"/>
            <p:cNvSpPr txBox="1"/>
            <p:nvPr/>
          </p:nvSpPr>
          <p:spPr>
            <a:xfrm>
              <a:off x="2350008" y="5596128"/>
              <a:ext cx="283464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1" i="0">
                  <a:solidFill>
                    <a:srgbClr val="000000"/>
                  </a:solidFill>
                  <a:latin typeface="Liberation Serif"/>
                </a:rPr>
                <a:t>0</a:t>
              </a:r>
            </a:p>
          </p:txBody>
        </p:sp>
        <p:cxnSp>
          <p:nvCxnSpPr>
            <p:cNvPr id="3676" name="line-3649"/>
            <p:cNvCxnSpPr/>
            <p:nvPr/>
          </p:nvCxnSpPr>
          <p:spPr>
            <a:xfrm>
              <a:off x="2798064" y="5843016"/>
              <a:ext cx="0" cy="557784"/>
            </a:xfrm>
            <a:prstGeom prst="line">
              <a:avLst/>
            </a:prstGeom>
            <a:ln w="27432">
              <a:solidFill>
                <a:srgbClr val="C0C0B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77" name="ellipse-3650"/>
            <p:cNvSpPr/>
            <p:nvPr/>
          </p:nvSpPr>
          <p:spPr>
            <a:xfrm>
              <a:off x="2747772" y="6345936"/>
              <a:ext cx="100584" cy="100584"/>
            </a:xfrm>
            <a:prstGeom prst="ellipse">
              <a:avLst/>
            </a:prstGeom>
            <a:solidFill>
              <a:srgbClr val="FBECDF"/>
            </a:solidFill>
            <a:ln w="27432">
              <a:solidFill>
                <a:srgbClr val="BDBD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78" name="rectangle-3651"/>
            <p:cNvSpPr/>
            <p:nvPr/>
          </p:nvSpPr>
          <p:spPr>
            <a:xfrm>
              <a:off x="2660904" y="5586984"/>
              <a:ext cx="283464" cy="265176"/>
            </a:xfrm>
            <a:prstGeom prst="roundRect">
              <a:avLst>
                <a:gd name="adj" fmla="val 17241"/>
              </a:avLst>
            </a:prstGeom>
            <a:solidFill>
              <a:srgbClr val="B2D8D6">
                <a:alpha val="65000"/>
              </a:srgbClr>
            </a:solidFill>
            <a:ln w="16459">
              <a:solidFill>
                <a:srgbClr val="1A33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79" name="Text: 0"/>
            <p:cNvSpPr txBox="1"/>
            <p:nvPr/>
          </p:nvSpPr>
          <p:spPr>
            <a:xfrm>
              <a:off x="2660904" y="5596128"/>
              <a:ext cx="283464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1" i="0">
                  <a:solidFill>
                    <a:srgbClr val="000000"/>
                  </a:solidFill>
                  <a:latin typeface="Liberation Serif"/>
                </a:rPr>
                <a:t>0</a:t>
              </a:r>
            </a:p>
          </p:txBody>
        </p:sp>
        <p:cxnSp>
          <p:nvCxnSpPr>
            <p:cNvPr id="3680" name="line-3652"/>
            <p:cNvCxnSpPr/>
            <p:nvPr/>
          </p:nvCxnSpPr>
          <p:spPr>
            <a:xfrm>
              <a:off x="3108960" y="5843016"/>
              <a:ext cx="0" cy="557784"/>
            </a:xfrm>
            <a:prstGeom prst="line">
              <a:avLst/>
            </a:prstGeom>
            <a:ln w="27432">
              <a:solidFill>
                <a:srgbClr val="C0C0B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81" name="ellipse-3653"/>
            <p:cNvSpPr/>
            <p:nvPr/>
          </p:nvSpPr>
          <p:spPr>
            <a:xfrm>
              <a:off x="3058668" y="6345936"/>
              <a:ext cx="100584" cy="100584"/>
            </a:xfrm>
            <a:prstGeom prst="ellipse">
              <a:avLst/>
            </a:prstGeom>
            <a:solidFill>
              <a:srgbClr val="FBECDF"/>
            </a:solidFill>
            <a:ln w="27432">
              <a:solidFill>
                <a:srgbClr val="BDBD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82" name="rectangle-3654"/>
            <p:cNvSpPr/>
            <p:nvPr/>
          </p:nvSpPr>
          <p:spPr>
            <a:xfrm>
              <a:off x="2971800" y="5586984"/>
              <a:ext cx="283464" cy="265176"/>
            </a:xfrm>
            <a:prstGeom prst="roundRect">
              <a:avLst>
                <a:gd name="adj" fmla="val 17241"/>
              </a:avLst>
            </a:prstGeom>
            <a:solidFill>
              <a:srgbClr val="D3D6AA">
                <a:alpha val="65000"/>
              </a:srgbClr>
            </a:solidFill>
            <a:ln w="16459">
              <a:solidFill>
                <a:srgbClr val="1A33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83" name="Text: 0"/>
            <p:cNvSpPr txBox="1"/>
            <p:nvPr/>
          </p:nvSpPr>
          <p:spPr>
            <a:xfrm>
              <a:off x="2971800" y="5596128"/>
              <a:ext cx="283464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1" i="0">
                  <a:solidFill>
                    <a:srgbClr val="000000"/>
                  </a:solidFill>
                  <a:latin typeface="Liberation Serif"/>
                </a:rPr>
                <a:t>0</a:t>
              </a:r>
            </a:p>
          </p:txBody>
        </p:sp>
        <p:cxnSp>
          <p:nvCxnSpPr>
            <p:cNvPr id="3684" name="line-3655"/>
            <p:cNvCxnSpPr/>
            <p:nvPr/>
          </p:nvCxnSpPr>
          <p:spPr>
            <a:xfrm>
              <a:off x="3419856" y="5843016"/>
              <a:ext cx="0" cy="557784"/>
            </a:xfrm>
            <a:prstGeom prst="line">
              <a:avLst/>
            </a:prstGeom>
            <a:ln w="27432">
              <a:solidFill>
                <a:srgbClr val="C0C0B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85" name="ellipse-3656"/>
            <p:cNvSpPr/>
            <p:nvPr/>
          </p:nvSpPr>
          <p:spPr>
            <a:xfrm>
              <a:off x="3369564" y="6345936"/>
              <a:ext cx="100584" cy="100584"/>
            </a:xfrm>
            <a:prstGeom prst="ellipse">
              <a:avLst/>
            </a:prstGeom>
            <a:solidFill>
              <a:srgbClr val="FBECDF"/>
            </a:solidFill>
            <a:ln w="27432">
              <a:solidFill>
                <a:srgbClr val="BDBD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86" name="rectangle-3657"/>
            <p:cNvSpPr/>
            <p:nvPr/>
          </p:nvSpPr>
          <p:spPr>
            <a:xfrm>
              <a:off x="3282696" y="5586984"/>
              <a:ext cx="283464" cy="265176"/>
            </a:xfrm>
            <a:prstGeom prst="roundRect">
              <a:avLst>
                <a:gd name="adj" fmla="val 17241"/>
              </a:avLst>
            </a:prstGeom>
            <a:solidFill>
              <a:srgbClr val="F4D1A5">
                <a:alpha val="65000"/>
              </a:srgbClr>
            </a:solidFill>
            <a:ln w="16459">
              <a:solidFill>
                <a:srgbClr val="1A33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87" name="Text: 0"/>
            <p:cNvSpPr txBox="1"/>
            <p:nvPr/>
          </p:nvSpPr>
          <p:spPr>
            <a:xfrm>
              <a:off x="3282696" y="5596128"/>
              <a:ext cx="283464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1" i="0">
                  <a:solidFill>
                    <a:srgbClr val="000000"/>
                  </a:solidFill>
                  <a:latin typeface="Liberation Serif"/>
                </a:rPr>
                <a:t>0</a:t>
              </a:r>
            </a:p>
          </p:txBody>
        </p:sp>
        <p:cxnSp>
          <p:nvCxnSpPr>
            <p:cNvPr id="3688" name="line-3658"/>
            <p:cNvCxnSpPr/>
            <p:nvPr/>
          </p:nvCxnSpPr>
          <p:spPr>
            <a:xfrm>
              <a:off x="3730752" y="5843016"/>
              <a:ext cx="0" cy="557784"/>
            </a:xfrm>
            <a:prstGeom prst="line">
              <a:avLst/>
            </a:prstGeom>
            <a:ln w="27432">
              <a:solidFill>
                <a:srgbClr val="C0C0B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89" name="ellipse-3659"/>
            <p:cNvSpPr/>
            <p:nvPr/>
          </p:nvSpPr>
          <p:spPr>
            <a:xfrm>
              <a:off x="3680460" y="6345936"/>
              <a:ext cx="100584" cy="100584"/>
            </a:xfrm>
            <a:prstGeom prst="ellipse">
              <a:avLst/>
            </a:prstGeom>
            <a:solidFill>
              <a:srgbClr val="FBECDF"/>
            </a:solidFill>
            <a:ln w="27432">
              <a:solidFill>
                <a:srgbClr val="BDBD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90" name="rectangle-3660"/>
            <p:cNvSpPr/>
            <p:nvPr/>
          </p:nvSpPr>
          <p:spPr>
            <a:xfrm>
              <a:off x="3593592" y="5586984"/>
              <a:ext cx="283464" cy="265176"/>
            </a:xfrm>
            <a:prstGeom prst="roundRect">
              <a:avLst>
                <a:gd name="adj" fmla="val 17241"/>
              </a:avLst>
            </a:prstGeom>
            <a:solidFill>
              <a:srgbClr val="E3BEBD">
                <a:alpha val="65000"/>
              </a:srgbClr>
            </a:solidFill>
            <a:ln w="16459">
              <a:solidFill>
                <a:srgbClr val="1A33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91" name="Text: 1"/>
            <p:cNvSpPr txBox="1"/>
            <p:nvPr/>
          </p:nvSpPr>
          <p:spPr>
            <a:xfrm>
              <a:off x="3593592" y="5596128"/>
              <a:ext cx="283464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1" i="0">
                  <a:solidFill>
                    <a:srgbClr val="000000"/>
                  </a:solidFill>
                  <a:latin typeface="Liberation Serif"/>
                </a:rPr>
                <a:t>1</a:t>
              </a:r>
            </a:p>
          </p:txBody>
        </p:sp>
        <p:sp>
          <p:nvSpPr>
            <p:cNvPr id="3692" name="rectangle-3661"/>
            <p:cNvSpPr/>
            <p:nvPr/>
          </p:nvSpPr>
          <p:spPr>
            <a:xfrm>
              <a:off x="1627632" y="5888736"/>
              <a:ext cx="2020824" cy="832104"/>
            </a:xfrm>
            <a:prstGeom prst="roundRect">
              <a:avLst>
                <a:gd name="adj" fmla="val 14285"/>
              </a:avLst>
            </a:prstGeom>
            <a:solidFill>
              <a:srgbClr val="FAE5D5">
                <a:alpha val="77000"/>
              </a:srgbClr>
            </a:solidFill>
            <a:ln w="16459">
              <a:solidFill>
                <a:srgbClr val="EEA27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693" name="line-3662"/>
            <p:cNvCxnSpPr/>
            <p:nvPr/>
          </p:nvCxnSpPr>
          <p:spPr>
            <a:xfrm>
              <a:off x="1828800" y="6245352"/>
              <a:ext cx="0" cy="301752"/>
            </a:xfrm>
            <a:prstGeom prst="line">
              <a:avLst/>
            </a:prstGeom>
            <a:ln w="27432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94" name="ellipse-3663"/>
            <p:cNvSpPr/>
            <p:nvPr/>
          </p:nvSpPr>
          <p:spPr>
            <a:xfrm>
              <a:off x="1778508" y="6492240"/>
              <a:ext cx="100584" cy="100584"/>
            </a:xfrm>
            <a:prstGeom prst="ellipse">
              <a:avLst/>
            </a:prstGeom>
            <a:solidFill>
              <a:srgbClr val="FAE5D5"/>
            </a:solidFill>
            <a:ln w="2743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95" name="rectangle-3664"/>
            <p:cNvSpPr/>
            <p:nvPr/>
          </p:nvSpPr>
          <p:spPr>
            <a:xfrm>
              <a:off x="1691640" y="5989320"/>
              <a:ext cx="283464" cy="265176"/>
            </a:xfrm>
            <a:prstGeom prst="roundRect">
              <a:avLst>
                <a:gd name="adj" fmla="val 17241"/>
              </a:avLst>
            </a:prstGeom>
            <a:solidFill>
              <a:srgbClr val="C9C4D3"/>
            </a:solidFill>
            <a:ln w="16459">
              <a:solidFill>
                <a:srgbClr val="1A33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96" name="Text: 0"/>
            <p:cNvSpPr txBox="1"/>
            <p:nvPr/>
          </p:nvSpPr>
          <p:spPr>
            <a:xfrm>
              <a:off x="1691640" y="5998464"/>
              <a:ext cx="283464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1" i="0">
                  <a:solidFill>
                    <a:srgbClr val="000000"/>
                  </a:solidFill>
                  <a:latin typeface="Liberation Serif"/>
                </a:rPr>
                <a:t>0</a:t>
              </a:r>
            </a:p>
          </p:txBody>
        </p:sp>
        <p:cxnSp>
          <p:nvCxnSpPr>
            <p:cNvPr id="3697" name="line-3665"/>
            <p:cNvCxnSpPr/>
            <p:nvPr/>
          </p:nvCxnSpPr>
          <p:spPr>
            <a:xfrm>
              <a:off x="2139696" y="6245352"/>
              <a:ext cx="0" cy="301752"/>
            </a:xfrm>
            <a:prstGeom prst="line">
              <a:avLst/>
            </a:prstGeom>
            <a:ln w="27432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98" name="ellipse-3666"/>
            <p:cNvSpPr/>
            <p:nvPr/>
          </p:nvSpPr>
          <p:spPr>
            <a:xfrm>
              <a:off x="2089404" y="6492240"/>
              <a:ext cx="100584" cy="100584"/>
            </a:xfrm>
            <a:prstGeom prst="ellipse">
              <a:avLst/>
            </a:prstGeom>
            <a:solidFill>
              <a:srgbClr val="FAE5D5"/>
            </a:solidFill>
            <a:ln w="2743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99" name="rectangle-3667"/>
            <p:cNvSpPr/>
            <p:nvPr/>
          </p:nvSpPr>
          <p:spPr>
            <a:xfrm>
              <a:off x="2002536" y="5989320"/>
              <a:ext cx="283464" cy="265176"/>
            </a:xfrm>
            <a:prstGeom prst="roundRect">
              <a:avLst>
                <a:gd name="adj" fmla="val 17241"/>
              </a:avLst>
            </a:prstGeom>
            <a:solidFill>
              <a:srgbClr val="B9CEDD"/>
            </a:solidFill>
            <a:ln w="16459">
              <a:solidFill>
                <a:srgbClr val="1A33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00" name="Text: 0"/>
            <p:cNvSpPr txBox="1"/>
            <p:nvPr/>
          </p:nvSpPr>
          <p:spPr>
            <a:xfrm>
              <a:off x="2002536" y="5998464"/>
              <a:ext cx="283464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1" i="0">
                  <a:solidFill>
                    <a:srgbClr val="000000"/>
                  </a:solidFill>
                  <a:latin typeface="Liberation Serif"/>
                </a:rPr>
                <a:t>0</a:t>
              </a:r>
            </a:p>
          </p:txBody>
        </p:sp>
        <p:cxnSp>
          <p:nvCxnSpPr>
            <p:cNvPr id="3701" name="line-3668"/>
            <p:cNvCxnSpPr/>
            <p:nvPr/>
          </p:nvCxnSpPr>
          <p:spPr>
            <a:xfrm>
              <a:off x="2450592" y="6245352"/>
              <a:ext cx="0" cy="301752"/>
            </a:xfrm>
            <a:prstGeom prst="line">
              <a:avLst/>
            </a:prstGeom>
            <a:ln w="27432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02" name="ellipse-3669"/>
            <p:cNvSpPr/>
            <p:nvPr/>
          </p:nvSpPr>
          <p:spPr>
            <a:xfrm>
              <a:off x="2400300" y="6492240"/>
              <a:ext cx="100584" cy="100584"/>
            </a:xfrm>
            <a:prstGeom prst="ellipse">
              <a:avLst/>
            </a:prstGeom>
            <a:solidFill>
              <a:srgbClr val="FAE5D5"/>
            </a:solidFill>
            <a:ln w="2743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03" name="rectangle-3670"/>
            <p:cNvSpPr/>
            <p:nvPr/>
          </p:nvSpPr>
          <p:spPr>
            <a:xfrm>
              <a:off x="2313432" y="5989320"/>
              <a:ext cx="283464" cy="265176"/>
            </a:xfrm>
            <a:prstGeom prst="roundRect">
              <a:avLst>
                <a:gd name="adj" fmla="val 17241"/>
              </a:avLst>
            </a:prstGeom>
            <a:solidFill>
              <a:srgbClr val="B2D8D6"/>
            </a:solidFill>
            <a:ln w="16459">
              <a:solidFill>
                <a:srgbClr val="1A33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04" name="Text: 0"/>
            <p:cNvSpPr txBox="1"/>
            <p:nvPr/>
          </p:nvSpPr>
          <p:spPr>
            <a:xfrm>
              <a:off x="2313432" y="5998464"/>
              <a:ext cx="283464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1" i="0">
                  <a:solidFill>
                    <a:srgbClr val="000000"/>
                  </a:solidFill>
                  <a:latin typeface="Liberation Serif"/>
                </a:rPr>
                <a:t>0</a:t>
              </a:r>
            </a:p>
          </p:txBody>
        </p:sp>
        <p:cxnSp>
          <p:nvCxnSpPr>
            <p:cNvPr id="3705" name="line-3671"/>
            <p:cNvCxnSpPr/>
            <p:nvPr/>
          </p:nvCxnSpPr>
          <p:spPr>
            <a:xfrm>
              <a:off x="2761488" y="6245352"/>
              <a:ext cx="0" cy="301752"/>
            </a:xfrm>
            <a:prstGeom prst="line">
              <a:avLst/>
            </a:prstGeom>
            <a:ln w="27432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06" name="ellipse-3672"/>
            <p:cNvSpPr/>
            <p:nvPr/>
          </p:nvSpPr>
          <p:spPr>
            <a:xfrm>
              <a:off x="2711196" y="6492240"/>
              <a:ext cx="100584" cy="100584"/>
            </a:xfrm>
            <a:prstGeom prst="ellipse">
              <a:avLst/>
            </a:prstGeom>
            <a:solidFill>
              <a:srgbClr val="FAE5D5"/>
            </a:solidFill>
            <a:ln w="2743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07" name="rectangle-3673"/>
            <p:cNvSpPr/>
            <p:nvPr/>
          </p:nvSpPr>
          <p:spPr>
            <a:xfrm>
              <a:off x="2624328" y="5989320"/>
              <a:ext cx="283464" cy="265176"/>
            </a:xfrm>
            <a:prstGeom prst="roundRect">
              <a:avLst>
                <a:gd name="adj" fmla="val 17241"/>
              </a:avLst>
            </a:prstGeom>
            <a:solidFill>
              <a:srgbClr val="D3D6AA"/>
            </a:solidFill>
            <a:ln w="16459">
              <a:solidFill>
                <a:srgbClr val="1A33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08" name="Text: 0"/>
            <p:cNvSpPr txBox="1"/>
            <p:nvPr/>
          </p:nvSpPr>
          <p:spPr>
            <a:xfrm>
              <a:off x="2624328" y="5998464"/>
              <a:ext cx="283464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1" i="0">
                  <a:solidFill>
                    <a:srgbClr val="000000"/>
                  </a:solidFill>
                  <a:latin typeface="Liberation Serif"/>
                </a:rPr>
                <a:t>0</a:t>
              </a:r>
            </a:p>
          </p:txBody>
        </p:sp>
        <p:cxnSp>
          <p:nvCxnSpPr>
            <p:cNvPr id="3709" name="line-3674"/>
            <p:cNvCxnSpPr/>
            <p:nvPr/>
          </p:nvCxnSpPr>
          <p:spPr>
            <a:xfrm>
              <a:off x="3072384" y="6245352"/>
              <a:ext cx="0" cy="301752"/>
            </a:xfrm>
            <a:prstGeom prst="line">
              <a:avLst/>
            </a:prstGeom>
            <a:ln w="27432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10" name="ellipse-3675"/>
            <p:cNvSpPr/>
            <p:nvPr/>
          </p:nvSpPr>
          <p:spPr>
            <a:xfrm>
              <a:off x="3022092" y="6492240"/>
              <a:ext cx="100584" cy="100584"/>
            </a:xfrm>
            <a:prstGeom prst="ellipse">
              <a:avLst/>
            </a:prstGeom>
            <a:solidFill>
              <a:srgbClr val="FAE5D5"/>
            </a:solidFill>
            <a:ln w="2743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11" name="rectangle-3676"/>
            <p:cNvSpPr/>
            <p:nvPr/>
          </p:nvSpPr>
          <p:spPr>
            <a:xfrm>
              <a:off x="2935224" y="5989320"/>
              <a:ext cx="283464" cy="265176"/>
            </a:xfrm>
            <a:prstGeom prst="roundRect">
              <a:avLst>
                <a:gd name="adj" fmla="val 17241"/>
              </a:avLst>
            </a:prstGeom>
            <a:solidFill>
              <a:srgbClr val="F4D1A5"/>
            </a:solidFill>
            <a:ln w="16459">
              <a:solidFill>
                <a:srgbClr val="1A33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12" name="Text: 1"/>
            <p:cNvSpPr txBox="1"/>
            <p:nvPr/>
          </p:nvSpPr>
          <p:spPr>
            <a:xfrm>
              <a:off x="2935224" y="5998464"/>
              <a:ext cx="283464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1" i="0">
                  <a:solidFill>
                    <a:srgbClr val="000000"/>
                  </a:solidFill>
                  <a:latin typeface="Liberation Serif"/>
                </a:rPr>
                <a:t>1</a:t>
              </a:r>
            </a:p>
          </p:txBody>
        </p:sp>
        <p:cxnSp>
          <p:nvCxnSpPr>
            <p:cNvPr id="3713" name="line-3677"/>
            <p:cNvCxnSpPr/>
            <p:nvPr/>
          </p:nvCxnSpPr>
          <p:spPr>
            <a:xfrm>
              <a:off x="3383280" y="6245352"/>
              <a:ext cx="0" cy="301752"/>
            </a:xfrm>
            <a:prstGeom prst="line">
              <a:avLst/>
            </a:prstGeom>
            <a:ln w="27432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14" name="ellipse-3678"/>
            <p:cNvSpPr/>
            <p:nvPr/>
          </p:nvSpPr>
          <p:spPr>
            <a:xfrm>
              <a:off x="3332988" y="6492240"/>
              <a:ext cx="100584" cy="100584"/>
            </a:xfrm>
            <a:prstGeom prst="ellipse">
              <a:avLst/>
            </a:prstGeom>
            <a:solidFill>
              <a:srgbClr val="FAE5D5"/>
            </a:solidFill>
            <a:ln w="2743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15" name="rectangle-3679"/>
            <p:cNvSpPr/>
            <p:nvPr/>
          </p:nvSpPr>
          <p:spPr>
            <a:xfrm>
              <a:off x="3246120" y="5989320"/>
              <a:ext cx="283464" cy="265176"/>
            </a:xfrm>
            <a:prstGeom prst="roundRect">
              <a:avLst>
                <a:gd name="adj" fmla="val 17241"/>
              </a:avLst>
            </a:prstGeom>
            <a:solidFill>
              <a:srgbClr val="E3BEBD"/>
            </a:solidFill>
            <a:ln w="16459">
              <a:solidFill>
                <a:srgbClr val="1A33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16" name="Text: 0"/>
            <p:cNvSpPr txBox="1"/>
            <p:nvPr/>
          </p:nvSpPr>
          <p:spPr>
            <a:xfrm>
              <a:off x="3246120" y="5998464"/>
              <a:ext cx="283464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1" i="0">
                  <a:solidFill>
                    <a:srgbClr val="000000"/>
                  </a:solidFill>
                  <a:latin typeface="Liberation Serif"/>
                </a:rPr>
                <a:t>0</a:t>
              </a:r>
            </a:p>
          </p:txBody>
        </p:sp>
        <p:sp>
          <p:nvSpPr>
            <p:cNvPr id="3717" name="rectangle-3680"/>
            <p:cNvSpPr/>
            <p:nvPr/>
          </p:nvSpPr>
          <p:spPr>
            <a:xfrm>
              <a:off x="1929384" y="6967728"/>
              <a:ext cx="2020824" cy="1014984"/>
            </a:xfrm>
            <a:prstGeom prst="roundRect">
              <a:avLst>
                <a:gd name="adj" fmla="val 11711"/>
              </a:avLst>
            </a:prstGeom>
            <a:solidFill>
              <a:srgbClr val="EDF4F7">
                <a:alpha val="43000"/>
              </a:srgbClr>
            </a:solidFill>
            <a:ln w="16459">
              <a:solidFill>
                <a:srgbClr val="BBDAEC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18" name="rectangle-3681"/>
            <p:cNvSpPr/>
            <p:nvPr/>
          </p:nvSpPr>
          <p:spPr>
            <a:xfrm>
              <a:off x="1993392" y="7068312"/>
              <a:ext cx="283464" cy="265176"/>
            </a:xfrm>
            <a:prstGeom prst="roundRect">
              <a:avLst>
                <a:gd name="adj" fmla="val 17241"/>
              </a:avLst>
            </a:prstGeom>
            <a:solidFill>
              <a:srgbClr val="C9C4D3">
                <a:alpha val="65000"/>
              </a:srgbClr>
            </a:solidFill>
            <a:ln w="16459">
              <a:solidFill>
                <a:srgbClr val="1A33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19" name="rectangle-3682"/>
            <p:cNvSpPr/>
            <p:nvPr/>
          </p:nvSpPr>
          <p:spPr>
            <a:xfrm>
              <a:off x="2304288" y="7068312"/>
              <a:ext cx="283464" cy="265176"/>
            </a:xfrm>
            <a:prstGeom prst="roundRect">
              <a:avLst>
                <a:gd name="adj" fmla="val 17241"/>
              </a:avLst>
            </a:prstGeom>
            <a:solidFill>
              <a:srgbClr val="B9CEDD">
                <a:alpha val="65000"/>
              </a:srgbClr>
            </a:solidFill>
            <a:ln w="16459">
              <a:solidFill>
                <a:srgbClr val="1A33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20" name="rectangle-3683"/>
            <p:cNvSpPr/>
            <p:nvPr/>
          </p:nvSpPr>
          <p:spPr>
            <a:xfrm>
              <a:off x="2615184" y="7068312"/>
              <a:ext cx="283464" cy="265176"/>
            </a:xfrm>
            <a:prstGeom prst="roundRect">
              <a:avLst>
                <a:gd name="adj" fmla="val 17241"/>
              </a:avLst>
            </a:prstGeom>
            <a:solidFill>
              <a:srgbClr val="B2D8D6">
                <a:alpha val="65000"/>
              </a:srgbClr>
            </a:solidFill>
            <a:ln w="16459">
              <a:solidFill>
                <a:srgbClr val="1A33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21" name="rectangle-3684"/>
            <p:cNvSpPr/>
            <p:nvPr/>
          </p:nvSpPr>
          <p:spPr>
            <a:xfrm>
              <a:off x="2926080" y="7068312"/>
              <a:ext cx="283464" cy="265176"/>
            </a:xfrm>
            <a:prstGeom prst="roundRect">
              <a:avLst>
                <a:gd name="adj" fmla="val 17241"/>
              </a:avLst>
            </a:prstGeom>
            <a:solidFill>
              <a:srgbClr val="D3D6AA">
                <a:alpha val="65000"/>
              </a:srgbClr>
            </a:solidFill>
            <a:ln w="16459">
              <a:solidFill>
                <a:srgbClr val="1A33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22" name="rectangle-3685"/>
            <p:cNvSpPr/>
            <p:nvPr/>
          </p:nvSpPr>
          <p:spPr>
            <a:xfrm>
              <a:off x="3236976" y="7068312"/>
              <a:ext cx="283464" cy="265176"/>
            </a:xfrm>
            <a:prstGeom prst="roundRect">
              <a:avLst>
                <a:gd name="adj" fmla="val 17241"/>
              </a:avLst>
            </a:prstGeom>
            <a:solidFill>
              <a:srgbClr val="F4D1A5">
                <a:alpha val="65000"/>
              </a:srgbClr>
            </a:solidFill>
            <a:ln w="16459">
              <a:solidFill>
                <a:srgbClr val="1A33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23" name="rectangle-3686"/>
            <p:cNvSpPr/>
            <p:nvPr/>
          </p:nvSpPr>
          <p:spPr>
            <a:xfrm>
              <a:off x="3547872" y="7068312"/>
              <a:ext cx="283464" cy="265176"/>
            </a:xfrm>
            <a:prstGeom prst="roundRect">
              <a:avLst>
                <a:gd name="adj" fmla="val 17241"/>
              </a:avLst>
            </a:prstGeom>
            <a:solidFill>
              <a:srgbClr val="E3BEBD">
                <a:alpha val="65000"/>
              </a:srgbClr>
            </a:solidFill>
            <a:ln w="16459">
              <a:solidFill>
                <a:srgbClr val="1A33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24" name="rectangle-3687"/>
            <p:cNvSpPr/>
            <p:nvPr/>
          </p:nvSpPr>
          <p:spPr>
            <a:xfrm>
              <a:off x="1783080" y="7342632"/>
              <a:ext cx="2020824" cy="1014984"/>
            </a:xfrm>
            <a:prstGeom prst="roundRect">
              <a:avLst>
                <a:gd name="adj" fmla="val 11711"/>
              </a:avLst>
            </a:prstGeom>
            <a:solidFill>
              <a:srgbClr val="D7E4F1">
                <a:alpha val="43000"/>
              </a:srgbClr>
            </a:solidFill>
            <a:ln w="16459">
              <a:solidFill>
                <a:srgbClr val="8BB7DF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725" name="line-3688"/>
            <p:cNvCxnSpPr/>
            <p:nvPr/>
          </p:nvCxnSpPr>
          <p:spPr>
            <a:xfrm>
              <a:off x="1984248" y="7699248"/>
              <a:ext cx="0" cy="301752"/>
            </a:xfrm>
            <a:prstGeom prst="line">
              <a:avLst/>
            </a:prstGeom>
            <a:ln w="27432">
              <a:solidFill>
                <a:srgbClr val="C0C0B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26" name="ellipse-3689"/>
            <p:cNvSpPr/>
            <p:nvPr/>
          </p:nvSpPr>
          <p:spPr>
            <a:xfrm>
              <a:off x="1933956" y="7946136"/>
              <a:ext cx="100584" cy="100584"/>
            </a:xfrm>
            <a:prstGeom prst="ellipse">
              <a:avLst/>
            </a:prstGeom>
            <a:solidFill>
              <a:srgbClr val="D7E4F1"/>
            </a:solidFill>
            <a:ln w="27432">
              <a:solidFill>
                <a:srgbClr val="BDBD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27" name="rectangle-3690"/>
            <p:cNvSpPr/>
            <p:nvPr/>
          </p:nvSpPr>
          <p:spPr>
            <a:xfrm>
              <a:off x="1847088" y="7443216"/>
              <a:ext cx="283464" cy="265176"/>
            </a:xfrm>
            <a:prstGeom prst="roundRect">
              <a:avLst>
                <a:gd name="adj" fmla="val 17241"/>
              </a:avLst>
            </a:prstGeom>
            <a:solidFill>
              <a:srgbClr val="C9C4D3">
                <a:alpha val="65000"/>
              </a:srgbClr>
            </a:solidFill>
            <a:ln w="16459">
              <a:solidFill>
                <a:srgbClr val="1A33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28" name="Text: 0"/>
            <p:cNvSpPr txBox="1"/>
            <p:nvPr/>
          </p:nvSpPr>
          <p:spPr>
            <a:xfrm>
              <a:off x="1847088" y="7452360"/>
              <a:ext cx="283464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1" i="0">
                  <a:solidFill>
                    <a:srgbClr val="000000"/>
                  </a:solidFill>
                  <a:latin typeface="Liberation Serif"/>
                </a:rPr>
                <a:t>0</a:t>
              </a:r>
            </a:p>
          </p:txBody>
        </p:sp>
        <p:cxnSp>
          <p:nvCxnSpPr>
            <p:cNvPr id="3729" name="line-3691"/>
            <p:cNvCxnSpPr/>
            <p:nvPr/>
          </p:nvCxnSpPr>
          <p:spPr>
            <a:xfrm>
              <a:off x="2295144" y="7699248"/>
              <a:ext cx="0" cy="301752"/>
            </a:xfrm>
            <a:prstGeom prst="line">
              <a:avLst/>
            </a:prstGeom>
            <a:ln w="27432">
              <a:solidFill>
                <a:srgbClr val="C0C0B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30" name="ellipse-3692"/>
            <p:cNvSpPr/>
            <p:nvPr/>
          </p:nvSpPr>
          <p:spPr>
            <a:xfrm>
              <a:off x="2244852" y="7946136"/>
              <a:ext cx="100584" cy="100584"/>
            </a:xfrm>
            <a:prstGeom prst="ellipse">
              <a:avLst/>
            </a:prstGeom>
            <a:solidFill>
              <a:srgbClr val="D7E4F1"/>
            </a:solidFill>
            <a:ln w="27432">
              <a:solidFill>
                <a:srgbClr val="BDBD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31" name="rectangle-3693"/>
            <p:cNvSpPr/>
            <p:nvPr/>
          </p:nvSpPr>
          <p:spPr>
            <a:xfrm>
              <a:off x="2157984" y="7443216"/>
              <a:ext cx="283464" cy="265176"/>
            </a:xfrm>
            <a:prstGeom prst="roundRect">
              <a:avLst>
                <a:gd name="adj" fmla="val 17241"/>
              </a:avLst>
            </a:prstGeom>
            <a:solidFill>
              <a:srgbClr val="B9CEDD">
                <a:alpha val="65000"/>
              </a:srgbClr>
            </a:solidFill>
            <a:ln w="16459">
              <a:solidFill>
                <a:srgbClr val="1A33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32" name="Text: 0"/>
            <p:cNvSpPr txBox="1"/>
            <p:nvPr/>
          </p:nvSpPr>
          <p:spPr>
            <a:xfrm>
              <a:off x="2157984" y="7452360"/>
              <a:ext cx="283464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1" i="0">
                  <a:solidFill>
                    <a:srgbClr val="000000"/>
                  </a:solidFill>
                  <a:latin typeface="Liberation Serif"/>
                </a:rPr>
                <a:t>0</a:t>
              </a:r>
            </a:p>
          </p:txBody>
        </p:sp>
        <p:cxnSp>
          <p:nvCxnSpPr>
            <p:cNvPr id="3733" name="line-3694"/>
            <p:cNvCxnSpPr/>
            <p:nvPr/>
          </p:nvCxnSpPr>
          <p:spPr>
            <a:xfrm>
              <a:off x="2606040" y="7699248"/>
              <a:ext cx="0" cy="301752"/>
            </a:xfrm>
            <a:prstGeom prst="line">
              <a:avLst/>
            </a:prstGeom>
            <a:ln w="27432">
              <a:solidFill>
                <a:srgbClr val="C0C0B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34" name="ellipse-3695"/>
            <p:cNvSpPr/>
            <p:nvPr/>
          </p:nvSpPr>
          <p:spPr>
            <a:xfrm>
              <a:off x="2555748" y="7946136"/>
              <a:ext cx="100584" cy="100584"/>
            </a:xfrm>
            <a:prstGeom prst="ellipse">
              <a:avLst/>
            </a:prstGeom>
            <a:solidFill>
              <a:srgbClr val="D7E4F1"/>
            </a:solidFill>
            <a:ln w="27432">
              <a:solidFill>
                <a:srgbClr val="BDBD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35" name="rectangle-3696"/>
            <p:cNvSpPr/>
            <p:nvPr/>
          </p:nvSpPr>
          <p:spPr>
            <a:xfrm>
              <a:off x="2468880" y="7443216"/>
              <a:ext cx="283464" cy="265176"/>
            </a:xfrm>
            <a:prstGeom prst="roundRect">
              <a:avLst>
                <a:gd name="adj" fmla="val 17241"/>
              </a:avLst>
            </a:prstGeom>
            <a:solidFill>
              <a:srgbClr val="B2D8D6">
                <a:alpha val="65000"/>
              </a:srgbClr>
            </a:solidFill>
            <a:ln w="16459">
              <a:solidFill>
                <a:srgbClr val="1A33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36" name="Text: 0"/>
            <p:cNvSpPr txBox="1"/>
            <p:nvPr/>
          </p:nvSpPr>
          <p:spPr>
            <a:xfrm>
              <a:off x="2468880" y="7452360"/>
              <a:ext cx="283464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1" i="0">
                  <a:solidFill>
                    <a:srgbClr val="000000"/>
                  </a:solidFill>
                  <a:latin typeface="Liberation Serif"/>
                </a:rPr>
                <a:t>0</a:t>
              </a:r>
            </a:p>
          </p:txBody>
        </p:sp>
        <p:cxnSp>
          <p:nvCxnSpPr>
            <p:cNvPr id="3737" name="line-3697"/>
            <p:cNvCxnSpPr/>
            <p:nvPr/>
          </p:nvCxnSpPr>
          <p:spPr>
            <a:xfrm>
              <a:off x="2916936" y="7699248"/>
              <a:ext cx="0" cy="301752"/>
            </a:xfrm>
            <a:prstGeom prst="line">
              <a:avLst/>
            </a:prstGeom>
            <a:ln w="27432">
              <a:solidFill>
                <a:srgbClr val="C0C0B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38" name="ellipse-3698"/>
            <p:cNvSpPr/>
            <p:nvPr/>
          </p:nvSpPr>
          <p:spPr>
            <a:xfrm>
              <a:off x="2866644" y="7946136"/>
              <a:ext cx="100584" cy="100584"/>
            </a:xfrm>
            <a:prstGeom prst="ellipse">
              <a:avLst/>
            </a:prstGeom>
            <a:solidFill>
              <a:srgbClr val="D7E4F1"/>
            </a:solidFill>
            <a:ln w="27432">
              <a:solidFill>
                <a:srgbClr val="BDBD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39" name="rectangle-3699"/>
            <p:cNvSpPr/>
            <p:nvPr/>
          </p:nvSpPr>
          <p:spPr>
            <a:xfrm>
              <a:off x="2779776" y="7443216"/>
              <a:ext cx="283464" cy="265176"/>
            </a:xfrm>
            <a:prstGeom prst="roundRect">
              <a:avLst>
                <a:gd name="adj" fmla="val 17241"/>
              </a:avLst>
            </a:prstGeom>
            <a:solidFill>
              <a:srgbClr val="D3D6AA">
                <a:alpha val="65000"/>
              </a:srgbClr>
            </a:solidFill>
            <a:ln w="16459">
              <a:solidFill>
                <a:srgbClr val="1A33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40" name="Text: 0"/>
            <p:cNvSpPr txBox="1"/>
            <p:nvPr/>
          </p:nvSpPr>
          <p:spPr>
            <a:xfrm>
              <a:off x="2779776" y="7452360"/>
              <a:ext cx="283464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1" i="0">
                  <a:solidFill>
                    <a:srgbClr val="000000"/>
                  </a:solidFill>
                  <a:latin typeface="Liberation Serif"/>
                </a:rPr>
                <a:t>0</a:t>
              </a:r>
            </a:p>
          </p:txBody>
        </p:sp>
        <p:cxnSp>
          <p:nvCxnSpPr>
            <p:cNvPr id="3741" name="line-3700"/>
            <p:cNvCxnSpPr/>
            <p:nvPr/>
          </p:nvCxnSpPr>
          <p:spPr>
            <a:xfrm>
              <a:off x="3227832" y="7699248"/>
              <a:ext cx="0" cy="301752"/>
            </a:xfrm>
            <a:prstGeom prst="line">
              <a:avLst/>
            </a:prstGeom>
            <a:ln w="27432">
              <a:solidFill>
                <a:srgbClr val="C0C0B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42" name="ellipse-3701"/>
            <p:cNvSpPr/>
            <p:nvPr/>
          </p:nvSpPr>
          <p:spPr>
            <a:xfrm>
              <a:off x="3177540" y="7946136"/>
              <a:ext cx="100584" cy="100584"/>
            </a:xfrm>
            <a:prstGeom prst="ellipse">
              <a:avLst/>
            </a:prstGeom>
            <a:solidFill>
              <a:srgbClr val="D7E4F1"/>
            </a:solidFill>
            <a:ln w="27432">
              <a:solidFill>
                <a:srgbClr val="BDBD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43" name="rectangle-3702"/>
            <p:cNvSpPr/>
            <p:nvPr/>
          </p:nvSpPr>
          <p:spPr>
            <a:xfrm>
              <a:off x="3090672" y="7443216"/>
              <a:ext cx="283464" cy="265176"/>
            </a:xfrm>
            <a:prstGeom prst="roundRect">
              <a:avLst>
                <a:gd name="adj" fmla="val 17241"/>
              </a:avLst>
            </a:prstGeom>
            <a:solidFill>
              <a:srgbClr val="F4D1A5">
                <a:alpha val="65000"/>
              </a:srgbClr>
            </a:solidFill>
            <a:ln w="16459">
              <a:solidFill>
                <a:srgbClr val="1A33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44" name="Text: 0"/>
            <p:cNvSpPr txBox="1"/>
            <p:nvPr/>
          </p:nvSpPr>
          <p:spPr>
            <a:xfrm>
              <a:off x="3090672" y="7452360"/>
              <a:ext cx="283464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1" i="0">
                  <a:solidFill>
                    <a:srgbClr val="000000"/>
                  </a:solidFill>
                  <a:latin typeface="Liberation Serif"/>
                </a:rPr>
                <a:t>0</a:t>
              </a:r>
            </a:p>
          </p:txBody>
        </p:sp>
        <p:cxnSp>
          <p:nvCxnSpPr>
            <p:cNvPr id="3745" name="line-3703"/>
            <p:cNvCxnSpPr/>
            <p:nvPr/>
          </p:nvCxnSpPr>
          <p:spPr>
            <a:xfrm>
              <a:off x="3538728" y="7699248"/>
              <a:ext cx="0" cy="301752"/>
            </a:xfrm>
            <a:prstGeom prst="line">
              <a:avLst/>
            </a:prstGeom>
            <a:ln w="27432">
              <a:solidFill>
                <a:srgbClr val="C0C0B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46" name="ellipse-3704"/>
            <p:cNvSpPr/>
            <p:nvPr/>
          </p:nvSpPr>
          <p:spPr>
            <a:xfrm>
              <a:off x="3488436" y="7946136"/>
              <a:ext cx="100584" cy="100584"/>
            </a:xfrm>
            <a:prstGeom prst="ellipse">
              <a:avLst/>
            </a:prstGeom>
            <a:solidFill>
              <a:srgbClr val="D7E4F1"/>
            </a:solidFill>
            <a:ln w="27432">
              <a:solidFill>
                <a:srgbClr val="BDBD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47" name="rectangle-3705"/>
            <p:cNvSpPr/>
            <p:nvPr/>
          </p:nvSpPr>
          <p:spPr>
            <a:xfrm>
              <a:off x="3401568" y="7443216"/>
              <a:ext cx="283464" cy="265176"/>
            </a:xfrm>
            <a:prstGeom prst="roundRect">
              <a:avLst>
                <a:gd name="adj" fmla="val 17241"/>
              </a:avLst>
            </a:prstGeom>
            <a:solidFill>
              <a:srgbClr val="E3BEBD">
                <a:alpha val="65000"/>
              </a:srgbClr>
            </a:solidFill>
            <a:ln w="16459">
              <a:solidFill>
                <a:srgbClr val="1A33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48" name="Text: 1"/>
            <p:cNvSpPr txBox="1"/>
            <p:nvPr/>
          </p:nvSpPr>
          <p:spPr>
            <a:xfrm>
              <a:off x="3401568" y="7452360"/>
              <a:ext cx="283464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1" i="0">
                  <a:solidFill>
                    <a:srgbClr val="000000"/>
                  </a:solidFill>
                  <a:latin typeface="Liberation Serif"/>
                </a:rPr>
                <a:t>1</a:t>
              </a:r>
            </a:p>
          </p:txBody>
        </p:sp>
        <p:cxnSp>
          <p:nvCxnSpPr>
            <p:cNvPr id="3749" name="line-3706"/>
            <p:cNvCxnSpPr/>
            <p:nvPr/>
          </p:nvCxnSpPr>
          <p:spPr>
            <a:xfrm>
              <a:off x="1399032" y="7799832"/>
              <a:ext cx="146304" cy="0"/>
            </a:xfrm>
            <a:prstGeom prst="line">
              <a:avLst/>
            </a:prstGeom>
            <a:ln w="27432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0" name="line-3707"/>
            <p:cNvCxnSpPr/>
            <p:nvPr/>
          </p:nvCxnSpPr>
          <p:spPr>
            <a:xfrm>
              <a:off x="1545336" y="7799832"/>
              <a:ext cx="0" cy="905256"/>
            </a:xfrm>
            <a:prstGeom prst="line">
              <a:avLst/>
            </a:prstGeom>
            <a:ln w="27432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1" name="line-3708"/>
            <p:cNvCxnSpPr/>
            <p:nvPr/>
          </p:nvCxnSpPr>
          <p:spPr>
            <a:xfrm>
              <a:off x="1545336" y="8705088"/>
              <a:ext cx="832104" cy="0"/>
            </a:xfrm>
            <a:prstGeom prst="line">
              <a:avLst/>
            </a:prstGeom>
            <a:ln w="27432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52" name="ellipse-3709"/>
            <p:cNvSpPr/>
            <p:nvPr/>
          </p:nvSpPr>
          <p:spPr>
            <a:xfrm>
              <a:off x="2322576" y="8650224"/>
              <a:ext cx="109728" cy="109728"/>
            </a:xfrm>
            <a:prstGeom prst="ellipse">
              <a:avLst/>
            </a:prstGeom>
            <a:solidFill>
              <a:srgbClr val="FFFFFF"/>
            </a:solidFill>
            <a:ln w="27432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753" name="line-3710"/>
            <p:cNvCxnSpPr/>
            <p:nvPr/>
          </p:nvCxnSpPr>
          <p:spPr>
            <a:xfrm flipV="1">
              <a:off x="2441448" y="8476488"/>
              <a:ext cx="192024" cy="192024"/>
            </a:xfrm>
            <a:prstGeom prst="line">
              <a:avLst/>
            </a:prstGeom>
            <a:ln w="22859">
              <a:solidFill>
                <a:srgbClr val="6C7D8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4" name="line-3711"/>
            <p:cNvCxnSpPr/>
            <p:nvPr/>
          </p:nvCxnSpPr>
          <p:spPr>
            <a:xfrm>
              <a:off x="3602736" y="8439912"/>
              <a:ext cx="384048" cy="0"/>
            </a:xfrm>
            <a:prstGeom prst="line">
              <a:avLst/>
            </a:prstGeom>
            <a:ln w="27432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5" name="line-3712"/>
            <p:cNvCxnSpPr/>
            <p:nvPr/>
          </p:nvCxnSpPr>
          <p:spPr>
            <a:xfrm flipV="1">
              <a:off x="3986784" y="7863840"/>
              <a:ext cx="0" cy="576072"/>
            </a:xfrm>
            <a:prstGeom prst="line">
              <a:avLst/>
            </a:prstGeom>
            <a:ln w="27432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6" name="line-3713"/>
            <p:cNvCxnSpPr/>
            <p:nvPr/>
          </p:nvCxnSpPr>
          <p:spPr>
            <a:xfrm>
              <a:off x="3986784" y="7863840"/>
              <a:ext cx="237744" cy="0"/>
            </a:xfrm>
            <a:prstGeom prst="line">
              <a:avLst/>
            </a:prstGeom>
            <a:ln w="27432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57" name="polygon-3714"/>
            <p:cNvSpPr/>
            <p:nvPr/>
          </p:nvSpPr>
          <p:spPr>
            <a:xfrm>
              <a:off x="4114800" y="7808976"/>
              <a:ext cx="109728" cy="109728"/>
            </a:xfrm>
            <a:custGeom>
              <a:avLst/>
              <a:gdLst/>
              <a:ahLst/>
              <a:cxnLst/>
              <a:rect l="l" t="t" r="r" b="b"/>
              <a:pathLst>
                <a:path w="12" h="12">
                  <a:moveTo>
                    <a:pt x="12" y="6"/>
                  </a:moveTo>
                  <a:lnTo>
                    <a:pt x="0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58" name="rectangle-3715"/>
            <p:cNvSpPr/>
            <p:nvPr/>
          </p:nvSpPr>
          <p:spPr>
            <a:xfrm>
              <a:off x="1627632" y="7744968"/>
              <a:ext cx="2020824" cy="832104"/>
            </a:xfrm>
            <a:prstGeom prst="roundRect">
              <a:avLst>
                <a:gd name="adj" fmla="val 14285"/>
              </a:avLst>
            </a:prstGeom>
            <a:solidFill>
              <a:srgbClr val="C7DFED">
                <a:alpha val="77000"/>
              </a:srgbClr>
            </a:solidFill>
            <a:ln w="16459">
              <a:solidFill>
                <a:srgbClr val="4DA1D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759" name="line-3716"/>
            <p:cNvCxnSpPr/>
            <p:nvPr/>
          </p:nvCxnSpPr>
          <p:spPr>
            <a:xfrm>
              <a:off x="1828800" y="8101584"/>
              <a:ext cx="0" cy="301752"/>
            </a:xfrm>
            <a:prstGeom prst="line">
              <a:avLst/>
            </a:prstGeom>
            <a:ln w="27432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60" name="ellipse-3717"/>
            <p:cNvSpPr/>
            <p:nvPr/>
          </p:nvSpPr>
          <p:spPr>
            <a:xfrm>
              <a:off x="1778508" y="8348472"/>
              <a:ext cx="100584" cy="100584"/>
            </a:xfrm>
            <a:prstGeom prst="ellipse">
              <a:avLst/>
            </a:prstGeom>
            <a:solidFill>
              <a:srgbClr val="C7DFED"/>
            </a:solidFill>
            <a:ln w="2743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61" name="rectangle-3718"/>
            <p:cNvSpPr/>
            <p:nvPr/>
          </p:nvSpPr>
          <p:spPr>
            <a:xfrm>
              <a:off x="1691640" y="7845552"/>
              <a:ext cx="283464" cy="265176"/>
            </a:xfrm>
            <a:prstGeom prst="roundRect">
              <a:avLst>
                <a:gd name="adj" fmla="val 17241"/>
              </a:avLst>
            </a:prstGeom>
            <a:solidFill>
              <a:srgbClr val="C9C4D3"/>
            </a:solidFill>
            <a:ln w="16459">
              <a:solidFill>
                <a:srgbClr val="1A33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62" name="Text: 0"/>
            <p:cNvSpPr txBox="1"/>
            <p:nvPr/>
          </p:nvSpPr>
          <p:spPr>
            <a:xfrm>
              <a:off x="1691640" y="7854696"/>
              <a:ext cx="283464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1" i="0">
                  <a:solidFill>
                    <a:srgbClr val="000000"/>
                  </a:solidFill>
                  <a:latin typeface="Liberation Serif"/>
                </a:rPr>
                <a:t>0</a:t>
              </a:r>
            </a:p>
          </p:txBody>
        </p:sp>
        <p:cxnSp>
          <p:nvCxnSpPr>
            <p:cNvPr id="3763" name="line-3719"/>
            <p:cNvCxnSpPr/>
            <p:nvPr/>
          </p:nvCxnSpPr>
          <p:spPr>
            <a:xfrm>
              <a:off x="2139696" y="8101584"/>
              <a:ext cx="0" cy="301752"/>
            </a:xfrm>
            <a:prstGeom prst="line">
              <a:avLst/>
            </a:prstGeom>
            <a:ln w="27432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64" name="ellipse-3720"/>
            <p:cNvSpPr/>
            <p:nvPr/>
          </p:nvSpPr>
          <p:spPr>
            <a:xfrm>
              <a:off x="2089404" y="8348472"/>
              <a:ext cx="100584" cy="100584"/>
            </a:xfrm>
            <a:prstGeom prst="ellipse">
              <a:avLst/>
            </a:prstGeom>
            <a:solidFill>
              <a:srgbClr val="C7DFED"/>
            </a:solidFill>
            <a:ln w="2743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65" name="rectangle-3721"/>
            <p:cNvSpPr/>
            <p:nvPr/>
          </p:nvSpPr>
          <p:spPr>
            <a:xfrm>
              <a:off x="2002536" y="7845552"/>
              <a:ext cx="283464" cy="265176"/>
            </a:xfrm>
            <a:prstGeom prst="roundRect">
              <a:avLst>
                <a:gd name="adj" fmla="val 17241"/>
              </a:avLst>
            </a:prstGeom>
            <a:solidFill>
              <a:srgbClr val="B9CEDD"/>
            </a:solidFill>
            <a:ln w="16459">
              <a:solidFill>
                <a:srgbClr val="1A33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66" name="Text: 0"/>
            <p:cNvSpPr txBox="1"/>
            <p:nvPr/>
          </p:nvSpPr>
          <p:spPr>
            <a:xfrm>
              <a:off x="2002536" y="7854696"/>
              <a:ext cx="283464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1" i="0">
                  <a:solidFill>
                    <a:srgbClr val="000000"/>
                  </a:solidFill>
                  <a:latin typeface="Liberation Serif"/>
                </a:rPr>
                <a:t>0</a:t>
              </a:r>
            </a:p>
          </p:txBody>
        </p:sp>
        <p:cxnSp>
          <p:nvCxnSpPr>
            <p:cNvPr id="3767" name="line-3722"/>
            <p:cNvCxnSpPr/>
            <p:nvPr/>
          </p:nvCxnSpPr>
          <p:spPr>
            <a:xfrm>
              <a:off x="2450592" y="8101584"/>
              <a:ext cx="0" cy="301752"/>
            </a:xfrm>
            <a:prstGeom prst="line">
              <a:avLst/>
            </a:prstGeom>
            <a:ln w="27432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68" name="ellipse-3723"/>
            <p:cNvSpPr/>
            <p:nvPr/>
          </p:nvSpPr>
          <p:spPr>
            <a:xfrm>
              <a:off x="2400300" y="8348472"/>
              <a:ext cx="100584" cy="100584"/>
            </a:xfrm>
            <a:prstGeom prst="ellipse">
              <a:avLst/>
            </a:prstGeom>
            <a:solidFill>
              <a:srgbClr val="C7DFED"/>
            </a:solidFill>
            <a:ln w="2743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69" name="rectangle-3724"/>
            <p:cNvSpPr/>
            <p:nvPr/>
          </p:nvSpPr>
          <p:spPr>
            <a:xfrm>
              <a:off x="2313432" y="7845552"/>
              <a:ext cx="283464" cy="265176"/>
            </a:xfrm>
            <a:prstGeom prst="roundRect">
              <a:avLst>
                <a:gd name="adj" fmla="val 17241"/>
              </a:avLst>
            </a:prstGeom>
            <a:solidFill>
              <a:srgbClr val="B2D8D6"/>
            </a:solidFill>
            <a:ln w="16459">
              <a:solidFill>
                <a:srgbClr val="1A33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70" name="Text: 0"/>
            <p:cNvSpPr txBox="1"/>
            <p:nvPr/>
          </p:nvSpPr>
          <p:spPr>
            <a:xfrm>
              <a:off x="2313432" y="7854696"/>
              <a:ext cx="283464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1" i="0">
                  <a:solidFill>
                    <a:srgbClr val="000000"/>
                  </a:solidFill>
                  <a:latin typeface="Liberation Serif"/>
                </a:rPr>
                <a:t>0</a:t>
              </a:r>
            </a:p>
          </p:txBody>
        </p:sp>
        <p:cxnSp>
          <p:nvCxnSpPr>
            <p:cNvPr id="3771" name="line-3725"/>
            <p:cNvCxnSpPr/>
            <p:nvPr/>
          </p:nvCxnSpPr>
          <p:spPr>
            <a:xfrm>
              <a:off x="2761488" y="8101584"/>
              <a:ext cx="0" cy="301752"/>
            </a:xfrm>
            <a:prstGeom prst="line">
              <a:avLst/>
            </a:prstGeom>
            <a:ln w="27432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72" name="ellipse-3726"/>
            <p:cNvSpPr/>
            <p:nvPr/>
          </p:nvSpPr>
          <p:spPr>
            <a:xfrm>
              <a:off x="2711196" y="8348472"/>
              <a:ext cx="100584" cy="100584"/>
            </a:xfrm>
            <a:prstGeom prst="ellipse">
              <a:avLst/>
            </a:prstGeom>
            <a:solidFill>
              <a:srgbClr val="C7DFED"/>
            </a:solidFill>
            <a:ln w="2743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73" name="rectangle-3727"/>
            <p:cNvSpPr/>
            <p:nvPr/>
          </p:nvSpPr>
          <p:spPr>
            <a:xfrm>
              <a:off x="2624328" y="7845552"/>
              <a:ext cx="283464" cy="265176"/>
            </a:xfrm>
            <a:prstGeom prst="roundRect">
              <a:avLst>
                <a:gd name="adj" fmla="val 17241"/>
              </a:avLst>
            </a:prstGeom>
            <a:solidFill>
              <a:srgbClr val="D3D6AA"/>
            </a:solidFill>
            <a:ln w="16459">
              <a:solidFill>
                <a:srgbClr val="1A33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74" name="Text: 0"/>
            <p:cNvSpPr txBox="1"/>
            <p:nvPr/>
          </p:nvSpPr>
          <p:spPr>
            <a:xfrm>
              <a:off x="2624328" y="7854696"/>
              <a:ext cx="283464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1" i="0">
                  <a:solidFill>
                    <a:srgbClr val="000000"/>
                  </a:solidFill>
                  <a:latin typeface="Liberation Serif"/>
                </a:rPr>
                <a:t>0</a:t>
              </a:r>
            </a:p>
          </p:txBody>
        </p:sp>
        <p:cxnSp>
          <p:nvCxnSpPr>
            <p:cNvPr id="3775" name="line-3728"/>
            <p:cNvCxnSpPr/>
            <p:nvPr/>
          </p:nvCxnSpPr>
          <p:spPr>
            <a:xfrm>
              <a:off x="3072384" y="8101584"/>
              <a:ext cx="0" cy="301752"/>
            </a:xfrm>
            <a:prstGeom prst="line">
              <a:avLst/>
            </a:prstGeom>
            <a:ln w="27432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76" name="ellipse-3729"/>
            <p:cNvSpPr/>
            <p:nvPr/>
          </p:nvSpPr>
          <p:spPr>
            <a:xfrm>
              <a:off x="3022092" y="8348472"/>
              <a:ext cx="100584" cy="100584"/>
            </a:xfrm>
            <a:prstGeom prst="ellipse">
              <a:avLst/>
            </a:prstGeom>
            <a:solidFill>
              <a:srgbClr val="C7DFED"/>
            </a:solidFill>
            <a:ln w="2743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77" name="rectangle-3730"/>
            <p:cNvSpPr/>
            <p:nvPr/>
          </p:nvSpPr>
          <p:spPr>
            <a:xfrm>
              <a:off x="2935224" y="7845552"/>
              <a:ext cx="283464" cy="265176"/>
            </a:xfrm>
            <a:prstGeom prst="roundRect">
              <a:avLst>
                <a:gd name="adj" fmla="val 17241"/>
              </a:avLst>
            </a:prstGeom>
            <a:solidFill>
              <a:srgbClr val="F4D1A5"/>
            </a:solidFill>
            <a:ln w="16459">
              <a:solidFill>
                <a:srgbClr val="1A33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78" name="Text: 1"/>
            <p:cNvSpPr txBox="1"/>
            <p:nvPr/>
          </p:nvSpPr>
          <p:spPr>
            <a:xfrm>
              <a:off x="2935224" y="7854696"/>
              <a:ext cx="283464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1" i="0">
                  <a:solidFill>
                    <a:srgbClr val="000000"/>
                  </a:solidFill>
                  <a:latin typeface="Liberation Serif"/>
                </a:rPr>
                <a:t>1</a:t>
              </a:r>
            </a:p>
          </p:txBody>
        </p:sp>
        <p:cxnSp>
          <p:nvCxnSpPr>
            <p:cNvPr id="3779" name="line-3731"/>
            <p:cNvCxnSpPr/>
            <p:nvPr/>
          </p:nvCxnSpPr>
          <p:spPr>
            <a:xfrm>
              <a:off x="3383280" y="8101584"/>
              <a:ext cx="0" cy="301752"/>
            </a:xfrm>
            <a:prstGeom prst="line">
              <a:avLst/>
            </a:prstGeom>
            <a:ln w="27432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80" name="ellipse-3732"/>
            <p:cNvSpPr/>
            <p:nvPr/>
          </p:nvSpPr>
          <p:spPr>
            <a:xfrm>
              <a:off x="3332988" y="8348472"/>
              <a:ext cx="100584" cy="100584"/>
            </a:xfrm>
            <a:prstGeom prst="ellipse">
              <a:avLst/>
            </a:prstGeom>
            <a:solidFill>
              <a:srgbClr val="C7DFED"/>
            </a:solidFill>
            <a:ln w="2743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81" name="rectangle-3733"/>
            <p:cNvSpPr/>
            <p:nvPr/>
          </p:nvSpPr>
          <p:spPr>
            <a:xfrm>
              <a:off x="3246120" y="7845552"/>
              <a:ext cx="283464" cy="265176"/>
            </a:xfrm>
            <a:prstGeom prst="roundRect">
              <a:avLst>
                <a:gd name="adj" fmla="val 17241"/>
              </a:avLst>
            </a:prstGeom>
            <a:solidFill>
              <a:srgbClr val="E3BEBD"/>
            </a:solidFill>
            <a:ln w="16459">
              <a:solidFill>
                <a:srgbClr val="1A33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82" name="Text: 0"/>
            <p:cNvSpPr txBox="1"/>
            <p:nvPr/>
          </p:nvSpPr>
          <p:spPr>
            <a:xfrm>
              <a:off x="3246120" y="7854696"/>
              <a:ext cx="283464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1" i="0">
                  <a:solidFill>
                    <a:srgbClr val="000000"/>
                  </a:solidFill>
                  <a:latin typeface="Liberation Serif"/>
                </a:rPr>
                <a:t>0</a:t>
              </a:r>
            </a:p>
          </p:txBody>
        </p:sp>
        <p:sp>
          <p:nvSpPr>
            <p:cNvPr id="3783" name="Text: TP"/>
            <p:cNvSpPr txBox="1"/>
            <p:nvPr/>
          </p:nvSpPr>
          <p:spPr>
            <a:xfrm>
              <a:off x="4242816" y="5303520"/>
              <a:ext cx="384048" cy="2468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 i="0">
                  <a:solidFill>
                    <a:srgbClr val="305A9A"/>
                  </a:solidFill>
                  <a:latin typeface="Liberation Serif"/>
                </a:rPr>
                <a:t>TP</a:t>
              </a:r>
            </a:p>
          </p:txBody>
        </p:sp>
        <p:sp>
          <p:nvSpPr>
            <p:cNvPr id="3784" name="rectangle-3734"/>
            <p:cNvSpPr/>
            <p:nvPr/>
          </p:nvSpPr>
          <p:spPr>
            <a:xfrm>
              <a:off x="4315968" y="5614416"/>
              <a:ext cx="356616" cy="1380744"/>
            </a:xfrm>
            <a:prstGeom prst="roundRect">
              <a:avLst>
                <a:gd name="adj" fmla="val 12820"/>
              </a:avLst>
            </a:prstGeom>
            <a:solidFill>
              <a:srgbClr val="000000">
                <a:alpha val="25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85" name="rectangle-3735"/>
            <p:cNvSpPr/>
            <p:nvPr/>
          </p:nvSpPr>
          <p:spPr>
            <a:xfrm>
              <a:off x="4297680" y="5596128"/>
              <a:ext cx="356616" cy="1380744"/>
            </a:xfrm>
            <a:prstGeom prst="roundRect">
              <a:avLst>
                <a:gd name="adj" fmla="val 12820"/>
              </a:avLst>
            </a:prstGeom>
            <a:solidFill>
              <a:srgbClr val="000000">
                <a:alpha val="4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86" name="rectangle-3736"/>
            <p:cNvSpPr/>
            <p:nvPr/>
          </p:nvSpPr>
          <p:spPr>
            <a:xfrm>
              <a:off x="4279392" y="5577840"/>
              <a:ext cx="356616" cy="1380744"/>
            </a:xfrm>
            <a:prstGeom prst="roundRect">
              <a:avLst>
                <a:gd name="adj" fmla="val 12820"/>
              </a:avLst>
            </a:prstGeom>
            <a:solidFill>
              <a:srgbClr val="000000">
                <a:alpha val="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87" name="rectangle-3737"/>
            <p:cNvSpPr/>
            <p:nvPr/>
          </p:nvSpPr>
          <p:spPr>
            <a:xfrm>
              <a:off x="4251960" y="5550408"/>
              <a:ext cx="356616" cy="1380744"/>
            </a:xfrm>
            <a:prstGeom prst="roundRect">
              <a:avLst>
                <a:gd name="adj" fmla="val 15384"/>
              </a:avLst>
            </a:prstGeom>
            <a:solidFill>
              <a:srgbClr val="F9EAD8"/>
            </a:solidFill>
            <a:ln w="16459">
              <a:solidFill>
                <a:srgbClr val="1A335A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88" name="polygon-3738"/>
            <p:cNvSpPr/>
            <p:nvPr/>
          </p:nvSpPr>
          <p:spPr>
            <a:xfrm>
              <a:off x="4325112" y="5669280"/>
              <a:ext cx="201168" cy="201168"/>
            </a:xfrm>
            <a:custGeom>
              <a:avLst/>
              <a:gdLst/>
              <a:ahLst/>
              <a:cxnLst/>
              <a:rect l="l" t="t" r="r" b="b"/>
              <a:pathLst>
                <a:path w="22" h="22">
                  <a:moveTo>
                    <a:pt x="11" y="0"/>
                  </a:moveTo>
                  <a:lnTo>
                    <a:pt x="22" y="8"/>
                  </a:lnTo>
                  <a:lnTo>
                    <a:pt x="18" y="22"/>
                  </a:lnTo>
                  <a:lnTo>
                    <a:pt x="4" y="22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D4E6FA"/>
            </a:solidFill>
            <a:ln w="18288">
              <a:solidFill>
                <a:srgbClr val="9DBCE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89" name="polygon-3739"/>
            <p:cNvSpPr/>
            <p:nvPr/>
          </p:nvSpPr>
          <p:spPr>
            <a:xfrm>
              <a:off x="4325112" y="5934456"/>
              <a:ext cx="201168" cy="201168"/>
            </a:xfrm>
            <a:custGeom>
              <a:avLst/>
              <a:gdLst/>
              <a:ahLst/>
              <a:cxnLst/>
              <a:rect l="l" t="t" r="r" b="b"/>
              <a:pathLst>
                <a:path w="22" h="22">
                  <a:moveTo>
                    <a:pt x="11" y="0"/>
                  </a:moveTo>
                  <a:lnTo>
                    <a:pt x="22" y="8"/>
                  </a:lnTo>
                  <a:lnTo>
                    <a:pt x="18" y="22"/>
                  </a:lnTo>
                  <a:lnTo>
                    <a:pt x="4" y="22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FBD8DE"/>
            </a:solidFill>
            <a:ln w="18288">
              <a:solidFill>
                <a:srgbClr val="F8C8D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90" name="polygon-3740"/>
            <p:cNvSpPr/>
            <p:nvPr/>
          </p:nvSpPr>
          <p:spPr>
            <a:xfrm>
              <a:off x="4325112" y="6199632"/>
              <a:ext cx="201168" cy="201168"/>
            </a:xfrm>
            <a:custGeom>
              <a:avLst/>
              <a:gdLst/>
              <a:ahLst/>
              <a:cxnLst/>
              <a:rect l="l" t="t" r="r" b="b"/>
              <a:pathLst>
                <a:path w="22" h="22">
                  <a:moveTo>
                    <a:pt x="11" y="0"/>
                  </a:moveTo>
                  <a:lnTo>
                    <a:pt x="22" y="8"/>
                  </a:lnTo>
                  <a:lnTo>
                    <a:pt x="18" y="22"/>
                  </a:lnTo>
                  <a:lnTo>
                    <a:pt x="4" y="22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E7F4CB"/>
            </a:solidFill>
            <a:ln w="18288">
              <a:solidFill>
                <a:srgbClr val="B4D49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91" name="polygon-3741"/>
            <p:cNvSpPr/>
            <p:nvPr/>
          </p:nvSpPr>
          <p:spPr>
            <a:xfrm>
              <a:off x="4325112" y="6620256"/>
              <a:ext cx="201168" cy="201168"/>
            </a:xfrm>
            <a:custGeom>
              <a:avLst/>
              <a:gdLst/>
              <a:ahLst/>
              <a:cxnLst/>
              <a:rect l="l" t="t" r="r" b="b"/>
              <a:pathLst>
                <a:path w="22" h="22">
                  <a:moveTo>
                    <a:pt x="11" y="0"/>
                  </a:moveTo>
                  <a:lnTo>
                    <a:pt x="22" y="8"/>
                  </a:lnTo>
                  <a:lnTo>
                    <a:pt x="18" y="22"/>
                  </a:lnTo>
                  <a:lnTo>
                    <a:pt x="4" y="22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FFDE60"/>
            </a:solidFill>
            <a:ln w="18288">
              <a:solidFill>
                <a:srgbClr val="FFC6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92" name="ellipse-3742"/>
            <p:cNvSpPr/>
            <p:nvPr/>
          </p:nvSpPr>
          <p:spPr>
            <a:xfrm>
              <a:off x="4416552" y="6464808"/>
              <a:ext cx="24689" cy="24689"/>
            </a:xfrm>
            <a:prstGeom prst="ellipse">
              <a:avLst/>
            </a:prstGeom>
            <a:solidFill>
              <a:srgbClr val="22222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93" name="ellipse-3743"/>
            <p:cNvSpPr/>
            <p:nvPr/>
          </p:nvSpPr>
          <p:spPr>
            <a:xfrm>
              <a:off x="4416552" y="6537960"/>
              <a:ext cx="24689" cy="24689"/>
            </a:xfrm>
            <a:prstGeom prst="ellipse">
              <a:avLst/>
            </a:prstGeom>
            <a:solidFill>
              <a:srgbClr val="22222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94" name="ellipse-3744"/>
            <p:cNvSpPr/>
            <p:nvPr/>
          </p:nvSpPr>
          <p:spPr>
            <a:xfrm>
              <a:off x="4416552" y="6611112"/>
              <a:ext cx="24689" cy="24689"/>
            </a:xfrm>
            <a:prstGeom prst="ellipse">
              <a:avLst/>
            </a:prstGeom>
            <a:solidFill>
              <a:srgbClr val="22222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95" name="Text: 64×1×1"/>
            <p:cNvSpPr txBox="1"/>
            <p:nvPr/>
          </p:nvSpPr>
          <p:spPr>
            <a:xfrm rot="16200000">
              <a:off x="3867912" y="6784848"/>
              <a:ext cx="68580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2" b="1" i="0">
                  <a:solidFill>
                    <a:srgbClr val="000000"/>
                  </a:solidFill>
                  <a:latin typeface="Liberation Serif"/>
                </a:rPr>
                <a:t>64×1×1</a:t>
              </a:r>
            </a:p>
          </p:txBody>
        </p:sp>
        <p:sp>
          <p:nvSpPr>
            <p:cNvPr id="3796" name="rectangle-3745"/>
            <p:cNvSpPr/>
            <p:nvPr/>
          </p:nvSpPr>
          <p:spPr>
            <a:xfrm>
              <a:off x="4306824" y="7205472"/>
              <a:ext cx="365760" cy="1453896"/>
            </a:xfrm>
            <a:prstGeom prst="roundRect">
              <a:avLst>
                <a:gd name="adj" fmla="val 12500"/>
              </a:avLst>
            </a:prstGeom>
            <a:solidFill>
              <a:srgbClr val="000000">
                <a:alpha val="25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97" name="rectangle-3746"/>
            <p:cNvSpPr/>
            <p:nvPr/>
          </p:nvSpPr>
          <p:spPr>
            <a:xfrm>
              <a:off x="4288536" y="7187184"/>
              <a:ext cx="365760" cy="1453896"/>
            </a:xfrm>
            <a:prstGeom prst="roundRect">
              <a:avLst>
                <a:gd name="adj" fmla="val 12500"/>
              </a:avLst>
            </a:prstGeom>
            <a:solidFill>
              <a:srgbClr val="000000">
                <a:alpha val="4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98" name="rectangle-3747"/>
            <p:cNvSpPr/>
            <p:nvPr/>
          </p:nvSpPr>
          <p:spPr>
            <a:xfrm>
              <a:off x="4270248" y="7168896"/>
              <a:ext cx="365760" cy="1453896"/>
            </a:xfrm>
            <a:prstGeom prst="roundRect">
              <a:avLst>
                <a:gd name="adj" fmla="val 12500"/>
              </a:avLst>
            </a:prstGeom>
            <a:solidFill>
              <a:srgbClr val="000000">
                <a:alpha val="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99" name="rectangle-3748"/>
            <p:cNvSpPr/>
            <p:nvPr/>
          </p:nvSpPr>
          <p:spPr>
            <a:xfrm>
              <a:off x="4242816" y="7141464"/>
              <a:ext cx="365760" cy="1453896"/>
            </a:xfrm>
            <a:prstGeom prst="roundRect">
              <a:avLst>
                <a:gd name="adj" fmla="val 15000"/>
              </a:avLst>
            </a:prstGeom>
            <a:solidFill>
              <a:srgbClr val="D8EBF6"/>
            </a:solidFill>
            <a:ln w="16459">
              <a:solidFill>
                <a:srgbClr val="1A335A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00" name="ellipse-3749"/>
            <p:cNvSpPr/>
            <p:nvPr/>
          </p:nvSpPr>
          <p:spPr>
            <a:xfrm>
              <a:off x="4325112" y="7260336"/>
              <a:ext cx="210312" cy="210312"/>
            </a:xfrm>
            <a:prstGeom prst="ellipse">
              <a:avLst/>
            </a:prstGeom>
            <a:solidFill>
              <a:srgbClr val="E7F4CB"/>
            </a:solidFill>
            <a:ln w="18288">
              <a:solidFill>
                <a:srgbClr val="B4D49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01" name="ellipse-3750"/>
            <p:cNvSpPr/>
            <p:nvPr/>
          </p:nvSpPr>
          <p:spPr>
            <a:xfrm>
              <a:off x="4325112" y="7525512"/>
              <a:ext cx="210312" cy="210312"/>
            </a:xfrm>
            <a:prstGeom prst="ellipse">
              <a:avLst/>
            </a:prstGeom>
            <a:solidFill>
              <a:srgbClr val="FBD8DE"/>
            </a:solidFill>
            <a:ln w="18288">
              <a:solidFill>
                <a:srgbClr val="F8C8D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02" name="ellipse-3751"/>
            <p:cNvSpPr/>
            <p:nvPr/>
          </p:nvSpPr>
          <p:spPr>
            <a:xfrm>
              <a:off x="4325112" y="7790688"/>
              <a:ext cx="210312" cy="210312"/>
            </a:xfrm>
            <a:prstGeom prst="ellipse">
              <a:avLst/>
            </a:prstGeom>
            <a:solidFill>
              <a:srgbClr val="D4E6FA"/>
            </a:solidFill>
            <a:ln w="18288">
              <a:solidFill>
                <a:srgbClr val="9DBCE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03" name="ellipse-3752"/>
            <p:cNvSpPr/>
            <p:nvPr/>
          </p:nvSpPr>
          <p:spPr>
            <a:xfrm>
              <a:off x="4325112" y="8311896"/>
              <a:ext cx="210312" cy="210312"/>
            </a:xfrm>
            <a:prstGeom prst="ellipse">
              <a:avLst/>
            </a:prstGeom>
            <a:solidFill>
              <a:srgbClr val="FFDE60"/>
            </a:solidFill>
            <a:ln w="18288">
              <a:solidFill>
                <a:srgbClr val="FFC6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04" name="ellipse-3753"/>
            <p:cNvSpPr/>
            <p:nvPr/>
          </p:nvSpPr>
          <p:spPr>
            <a:xfrm>
              <a:off x="4416552" y="8092440"/>
              <a:ext cx="24689" cy="24689"/>
            </a:xfrm>
            <a:prstGeom prst="ellipse">
              <a:avLst/>
            </a:prstGeom>
            <a:solidFill>
              <a:srgbClr val="22222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05" name="ellipse-3754"/>
            <p:cNvSpPr/>
            <p:nvPr/>
          </p:nvSpPr>
          <p:spPr>
            <a:xfrm>
              <a:off x="4416552" y="8183880"/>
              <a:ext cx="24689" cy="24689"/>
            </a:xfrm>
            <a:prstGeom prst="ellipse">
              <a:avLst/>
            </a:prstGeom>
            <a:solidFill>
              <a:srgbClr val="22222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06" name="ellipse-3755"/>
            <p:cNvSpPr/>
            <p:nvPr/>
          </p:nvSpPr>
          <p:spPr>
            <a:xfrm>
              <a:off x="4416552" y="8275320"/>
              <a:ext cx="24689" cy="24689"/>
            </a:xfrm>
            <a:prstGeom prst="ellipse">
              <a:avLst/>
            </a:prstGeom>
            <a:solidFill>
              <a:srgbClr val="22222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07" name="Text: DSP"/>
            <p:cNvSpPr txBox="1"/>
            <p:nvPr/>
          </p:nvSpPr>
          <p:spPr>
            <a:xfrm>
              <a:off x="4151376" y="8622792"/>
              <a:ext cx="512064" cy="23774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 i="0">
                  <a:solidFill>
                    <a:srgbClr val="305A9A"/>
                  </a:solidFill>
                  <a:latin typeface="Liberation Serif"/>
                </a:rPr>
                <a:t>DSP</a:t>
              </a:r>
            </a:p>
          </p:txBody>
        </p:sp>
      </p:grpSp>
      <p:grpSp>
        <p:nvGrpSpPr>
          <p:cNvPr id="3808" name="(c) Restoration Network and SPT paths"/>
          <p:cNvGrpSpPr/>
          <p:nvPr/>
        </p:nvGrpSpPr>
        <p:grpSpPr>
          <a:xfrm>
            <a:off x="4599432" y="5248656"/>
            <a:ext cx="9674352" cy="3474720"/>
            <a:chOff x="4599432" y="5248656"/>
            <a:chExt cx="9674352" cy="3474720"/>
          </a:xfrm>
        </p:grpSpPr>
        <p:cxnSp>
          <p:nvCxnSpPr>
            <p:cNvPr id="3809" name="line-3757"/>
            <p:cNvCxnSpPr/>
            <p:nvPr/>
          </p:nvCxnSpPr>
          <p:spPr>
            <a:xfrm>
              <a:off x="4599432" y="6245352"/>
              <a:ext cx="283464" cy="0"/>
            </a:xfrm>
            <a:prstGeom prst="line">
              <a:avLst/>
            </a:prstGeom>
            <a:ln w="36576">
              <a:solidFill>
                <a:srgbClr val="F0A16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0" name="line-3758"/>
            <p:cNvCxnSpPr/>
            <p:nvPr/>
          </p:nvCxnSpPr>
          <p:spPr>
            <a:xfrm flipV="1">
              <a:off x="4882896" y="5312664"/>
              <a:ext cx="0" cy="932688"/>
            </a:xfrm>
            <a:prstGeom prst="line">
              <a:avLst/>
            </a:prstGeom>
            <a:ln w="36576">
              <a:solidFill>
                <a:srgbClr val="F0A16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1" name="line-3759"/>
            <p:cNvCxnSpPr/>
            <p:nvPr/>
          </p:nvCxnSpPr>
          <p:spPr>
            <a:xfrm>
              <a:off x="4882896" y="5312664"/>
              <a:ext cx="3474720" cy="0"/>
            </a:xfrm>
            <a:prstGeom prst="line">
              <a:avLst/>
            </a:prstGeom>
            <a:ln w="36576">
              <a:solidFill>
                <a:srgbClr val="F0A16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12" name="polygon-3760"/>
            <p:cNvSpPr/>
            <p:nvPr/>
          </p:nvSpPr>
          <p:spPr>
            <a:xfrm>
              <a:off x="8247888" y="5257800"/>
              <a:ext cx="109728" cy="109728"/>
            </a:xfrm>
            <a:custGeom>
              <a:avLst/>
              <a:gdLst/>
              <a:ahLst/>
              <a:cxnLst/>
              <a:rect l="l" t="t" r="r" b="b"/>
              <a:pathLst>
                <a:path w="12" h="12">
                  <a:moveTo>
                    <a:pt x="12" y="6"/>
                  </a:moveTo>
                  <a:lnTo>
                    <a:pt x="0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0A16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813" name="line-3761"/>
            <p:cNvCxnSpPr/>
            <p:nvPr/>
          </p:nvCxnSpPr>
          <p:spPr>
            <a:xfrm>
              <a:off x="4599432" y="7872984"/>
              <a:ext cx="402336" cy="0"/>
            </a:xfrm>
            <a:prstGeom prst="line">
              <a:avLst/>
            </a:prstGeom>
            <a:ln w="36576">
              <a:solidFill>
                <a:srgbClr val="4474C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4" name="line-3762"/>
            <p:cNvCxnSpPr/>
            <p:nvPr/>
          </p:nvCxnSpPr>
          <p:spPr>
            <a:xfrm flipV="1">
              <a:off x="5001768" y="5705856"/>
              <a:ext cx="0" cy="2167128"/>
            </a:xfrm>
            <a:prstGeom prst="line">
              <a:avLst/>
            </a:prstGeom>
            <a:ln w="36576">
              <a:solidFill>
                <a:srgbClr val="4474C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5" name="line-3763"/>
            <p:cNvCxnSpPr/>
            <p:nvPr/>
          </p:nvCxnSpPr>
          <p:spPr>
            <a:xfrm>
              <a:off x="5001768" y="5705856"/>
              <a:ext cx="3099816" cy="0"/>
            </a:xfrm>
            <a:prstGeom prst="line">
              <a:avLst/>
            </a:prstGeom>
            <a:ln w="36576">
              <a:solidFill>
                <a:srgbClr val="4474C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16" name="polygon-3764"/>
            <p:cNvSpPr/>
            <p:nvPr/>
          </p:nvSpPr>
          <p:spPr>
            <a:xfrm>
              <a:off x="7991856" y="5650992"/>
              <a:ext cx="109728" cy="109728"/>
            </a:xfrm>
            <a:custGeom>
              <a:avLst/>
              <a:gdLst/>
              <a:ahLst/>
              <a:cxnLst/>
              <a:rect l="l" t="t" r="r" b="b"/>
              <a:pathLst>
                <a:path w="12" h="12">
                  <a:moveTo>
                    <a:pt x="12" y="6"/>
                  </a:moveTo>
                  <a:lnTo>
                    <a:pt x="0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4474C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817" name="line-3765"/>
            <p:cNvCxnSpPr/>
            <p:nvPr/>
          </p:nvCxnSpPr>
          <p:spPr>
            <a:xfrm>
              <a:off x="10323576" y="5340096"/>
              <a:ext cx="2203704" cy="0"/>
            </a:xfrm>
            <a:prstGeom prst="line">
              <a:avLst/>
            </a:prstGeom>
            <a:ln w="36576">
              <a:solidFill>
                <a:srgbClr val="F0A16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8" name="line-3766"/>
            <p:cNvCxnSpPr/>
            <p:nvPr/>
          </p:nvCxnSpPr>
          <p:spPr>
            <a:xfrm>
              <a:off x="12527280" y="5340096"/>
              <a:ext cx="0" cy="832104"/>
            </a:xfrm>
            <a:prstGeom prst="line">
              <a:avLst/>
            </a:prstGeom>
            <a:ln w="36576">
              <a:solidFill>
                <a:srgbClr val="F0A16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19" name="polygon-3767"/>
            <p:cNvSpPr/>
            <p:nvPr/>
          </p:nvSpPr>
          <p:spPr>
            <a:xfrm>
              <a:off x="12472416" y="6053328"/>
              <a:ext cx="109728" cy="118872"/>
            </a:xfrm>
            <a:custGeom>
              <a:avLst/>
              <a:gdLst/>
              <a:ahLst/>
              <a:cxnLst/>
              <a:rect l="l" t="t" r="r" b="b"/>
              <a:pathLst>
                <a:path w="12" h="13">
                  <a:moveTo>
                    <a:pt x="6" y="13"/>
                  </a:moveTo>
                  <a:lnTo>
                    <a:pt x="1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A16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820" name="line-3768"/>
            <p:cNvCxnSpPr/>
            <p:nvPr/>
          </p:nvCxnSpPr>
          <p:spPr>
            <a:xfrm>
              <a:off x="9939528" y="5705856"/>
              <a:ext cx="2322576" cy="0"/>
            </a:xfrm>
            <a:prstGeom prst="line">
              <a:avLst/>
            </a:prstGeom>
            <a:ln w="36576">
              <a:solidFill>
                <a:srgbClr val="4474C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1" name="line-3769"/>
            <p:cNvCxnSpPr/>
            <p:nvPr/>
          </p:nvCxnSpPr>
          <p:spPr>
            <a:xfrm>
              <a:off x="12262104" y="5705856"/>
              <a:ext cx="0" cy="475488"/>
            </a:xfrm>
            <a:prstGeom prst="line">
              <a:avLst/>
            </a:prstGeom>
            <a:ln w="36576">
              <a:solidFill>
                <a:srgbClr val="4474C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22" name="polygon-3770"/>
            <p:cNvSpPr/>
            <p:nvPr/>
          </p:nvSpPr>
          <p:spPr>
            <a:xfrm>
              <a:off x="12207240" y="6062472"/>
              <a:ext cx="109728" cy="118872"/>
            </a:xfrm>
            <a:custGeom>
              <a:avLst/>
              <a:gdLst/>
              <a:ahLst/>
              <a:cxnLst/>
              <a:rect l="l" t="t" r="r" b="b"/>
              <a:pathLst>
                <a:path w="12" h="13">
                  <a:moveTo>
                    <a:pt x="6" y="13"/>
                  </a:moveTo>
                  <a:lnTo>
                    <a:pt x="1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4C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23" name="ellipse-3771"/>
            <p:cNvSpPr/>
            <p:nvPr/>
          </p:nvSpPr>
          <p:spPr>
            <a:xfrm>
              <a:off x="7424928" y="5257800"/>
              <a:ext cx="109728" cy="109728"/>
            </a:xfrm>
            <a:prstGeom prst="ellipse">
              <a:avLst/>
            </a:prstGeom>
            <a:solidFill>
              <a:srgbClr val="F0A16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824" name="line-3772"/>
            <p:cNvCxnSpPr/>
            <p:nvPr/>
          </p:nvCxnSpPr>
          <p:spPr>
            <a:xfrm>
              <a:off x="7479792" y="5312664"/>
              <a:ext cx="0" cy="868680"/>
            </a:xfrm>
            <a:prstGeom prst="line">
              <a:avLst/>
            </a:prstGeom>
            <a:ln w="36576">
              <a:solidFill>
                <a:srgbClr val="F0A16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25" name="polygon-3773"/>
            <p:cNvSpPr/>
            <p:nvPr/>
          </p:nvSpPr>
          <p:spPr>
            <a:xfrm>
              <a:off x="7424928" y="6062472"/>
              <a:ext cx="109728" cy="118872"/>
            </a:xfrm>
            <a:custGeom>
              <a:avLst/>
              <a:gdLst/>
              <a:ahLst/>
              <a:cxnLst/>
              <a:rect l="l" t="t" r="r" b="b"/>
              <a:pathLst>
                <a:path w="12" h="13">
                  <a:moveTo>
                    <a:pt x="6" y="13"/>
                  </a:moveTo>
                  <a:lnTo>
                    <a:pt x="1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A16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26" name="ellipse-3774"/>
            <p:cNvSpPr/>
            <p:nvPr/>
          </p:nvSpPr>
          <p:spPr>
            <a:xfrm>
              <a:off x="7114032" y="5650992"/>
              <a:ext cx="109728" cy="109728"/>
            </a:xfrm>
            <a:prstGeom prst="ellipse">
              <a:avLst/>
            </a:prstGeom>
            <a:solidFill>
              <a:srgbClr val="4474C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827" name="line-3775"/>
            <p:cNvCxnSpPr/>
            <p:nvPr/>
          </p:nvCxnSpPr>
          <p:spPr>
            <a:xfrm>
              <a:off x="7168896" y="5705856"/>
              <a:ext cx="0" cy="594360"/>
            </a:xfrm>
            <a:prstGeom prst="line">
              <a:avLst/>
            </a:prstGeom>
            <a:ln w="36576">
              <a:solidFill>
                <a:srgbClr val="4474C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28" name="polygon-3776"/>
            <p:cNvSpPr/>
            <p:nvPr/>
          </p:nvSpPr>
          <p:spPr>
            <a:xfrm>
              <a:off x="7114032" y="6181344"/>
              <a:ext cx="109728" cy="118872"/>
            </a:xfrm>
            <a:custGeom>
              <a:avLst/>
              <a:gdLst/>
              <a:ahLst/>
              <a:cxnLst/>
              <a:rect l="l" t="t" r="r" b="b"/>
              <a:pathLst>
                <a:path w="12" h="13">
                  <a:moveTo>
                    <a:pt x="6" y="13"/>
                  </a:moveTo>
                  <a:lnTo>
                    <a:pt x="1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4C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29" name="ellipse-3777"/>
            <p:cNvSpPr/>
            <p:nvPr/>
          </p:nvSpPr>
          <p:spPr>
            <a:xfrm>
              <a:off x="11201400" y="5285232"/>
              <a:ext cx="109728" cy="109728"/>
            </a:xfrm>
            <a:prstGeom prst="ellipse">
              <a:avLst/>
            </a:prstGeom>
            <a:solidFill>
              <a:srgbClr val="F0A16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830" name="line-3778"/>
            <p:cNvCxnSpPr/>
            <p:nvPr/>
          </p:nvCxnSpPr>
          <p:spPr>
            <a:xfrm>
              <a:off x="11256264" y="5340096"/>
              <a:ext cx="0" cy="1124712"/>
            </a:xfrm>
            <a:prstGeom prst="line">
              <a:avLst/>
            </a:prstGeom>
            <a:ln w="36576">
              <a:solidFill>
                <a:srgbClr val="F0A16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31" name="polygon-3779"/>
            <p:cNvSpPr/>
            <p:nvPr/>
          </p:nvSpPr>
          <p:spPr>
            <a:xfrm>
              <a:off x="11201400" y="6345936"/>
              <a:ext cx="109728" cy="118872"/>
            </a:xfrm>
            <a:custGeom>
              <a:avLst/>
              <a:gdLst/>
              <a:ahLst/>
              <a:cxnLst/>
              <a:rect l="l" t="t" r="r" b="b"/>
              <a:pathLst>
                <a:path w="12" h="13">
                  <a:moveTo>
                    <a:pt x="6" y="13"/>
                  </a:moveTo>
                  <a:lnTo>
                    <a:pt x="1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A16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32" name="ellipse-3780"/>
            <p:cNvSpPr/>
            <p:nvPr/>
          </p:nvSpPr>
          <p:spPr>
            <a:xfrm>
              <a:off x="10899648" y="5650992"/>
              <a:ext cx="109728" cy="109728"/>
            </a:xfrm>
            <a:prstGeom prst="ellipse">
              <a:avLst/>
            </a:prstGeom>
            <a:solidFill>
              <a:srgbClr val="4474C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833" name="line-3781"/>
            <p:cNvCxnSpPr/>
            <p:nvPr/>
          </p:nvCxnSpPr>
          <p:spPr>
            <a:xfrm>
              <a:off x="10954512" y="5705856"/>
              <a:ext cx="0" cy="859536"/>
            </a:xfrm>
            <a:prstGeom prst="line">
              <a:avLst/>
            </a:prstGeom>
            <a:ln w="36576">
              <a:solidFill>
                <a:srgbClr val="4474C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34" name="polygon-3782"/>
            <p:cNvSpPr/>
            <p:nvPr/>
          </p:nvSpPr>
          <p:spPr>
            <a:xfrm>
              <a:off x="10899648" y="6446520"/>
              <a:ext cx="109728" cy="118872"/>
            </a:xfrm>
            <a:custGeom>
              <a:avLst/>
              <a:gdLst/>
              <a:ahLst/>
              <a:cxnLst/>
              <a:rect l="l" t="t" r="r" b="b"/>
              <a:pathLst>
                <a:path w="12" h="13">
                  <a:moveTo>
                    <a:pt x="6" y="13"/>
                  </a:moveTo>
                  <a:lnTo>
                    <a:pt x="1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4C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835" name="line-3783"/>
            <p:cNvCxnSpPr/>
            <p:nvPr/>
          </p:nvCxnSpPr>
          <p:spPr>
            <a:xfrm>
              <a:off x="6272784" y="7040880"/>
              <a:ext cx="137160" cy="0"/>
            </a:xfrm>
            <a:prstGeom prst="line">
              <a:avLst/>
            </a:prstGeom>
            <a:ln w="30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6" name="line-3784"/>
            <p:cNvCxnSpPr/>
            <p:nvPr/>
          </p:nvCxnSpPr>
          <p:spPr>
            <a:xfrm>
              <a:off x="6409944" y="7040880"/>
              <a:ext cx="0" cy="1078992"/>
            </a:xfrm>
            <a:prstGeom prst="line">
              <a:avLst/>
            </a:prstGeom>
            <a:ln w="30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7" name="line-3785"/>
            <p:cNvCxnSpPr/>
            <p:nvPr/>
          </p:nvCxnSpPr>
          <p:spPr>
            <a:xfrm>
              <a:off x="6409944" y="8119872"/>
              <a:ext cx="6446520" cy="0"/>
            </a:xfrm>
            <a:prstGeom prst="line">
              <a:avLst/>
            </a:prstGeom>
            <a:ln w="30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8" name="line-3786"/>
            <p:cNvCxnSpPr/>
            <p:nvPr/>
          </p:nvCxnSpPr>
          <p:spPr>
            <a:xfrm flipV="1">
              <a:off x="12856464" y="7168896"/>
              <a:ext cx="0" cy="950976"/>
            </a:xfrm>
            <a:prstGeom prst="line">
              <a:avLst/>
            </a:prstGeom>
            <a:ln w="30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39" name="polygon-3787"/>
            <p:cNvSpPr/>
            <p:nvPr/>
          </p:nvSpPr>
          <p:spPr>
            <a:xfrm>
              <a:off x="12801600" y="7168896"/>
              <a:ext cx="109728" cy="109728"/>
            </a:xfrm>
            <a:custGeom>
              <a:avLst/>
              <a:gdLst/>
              <a:ahLst/>
              <a:cxnLst/>
              <a:rect l="l" t="t" r="r" b="b"/>
              <a:pathLst>
                <a:path w="12" h="12">
                  <a:moveTo>
                    <a:pt x="6" y="0"/>
                  </a:moveTo>
                  <a:lnTo>
                    <a:pt x="0" y="12"/>
                  </a:lnTo>
                  <a:lnTo>
                    <a:pt x="12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840" name="line-3788"/>
            <p:cNvCxnSpPr/>
            <p:nvPr/>
          </p:nvCxnSpPr>
          <p:spPr>
            <a:xfrm>
              <a:off x="5760720" y="7498080"/>
              <a:ext cx="0" cy="1161288"/>
            </a:xfrm>
            <a:prstGeom prst="line">
              <a:avLst/>
            </a:prstGeom>
            <a:ln w="36576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1" name="line-3789"/>
            <p:cNvCxnSpPr/>
            <p:nvPr/>
          </p:nvCxnSpPr>
          <p:spPr>
            <a:xfrm>
              <a:off x="5760720" y="8659368"/>
              <a:ext cx="3584448" cy="0"/>
            </a:xfrm>
            <a:prstGeom prst="line">
              <a:avLst/>
            </a:prstGeom>
            <a:ln w="36576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2" name="line-3790"/>
            <p:cNvCxnSpPr/>
            <p:nvPr/>
          </p:nvCxnSpPr>
          <p:spPr>
            <a:xfrm>
              <a:off x="13706856" y="7498080"/>
              <a:ext cx="0" cy="832104"/>
            </a:xfrm>
            <a:prstGeom prst="line">
              <a:avLst/>
            </a:prstGeom>
            <a:ln w="36576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3" name="line-3791"/>
            <p:cNvCxnSpPr/>
            <p:nvPr/>
          </p:nvCxnSpPr>
          <p:spPr>
            <a:xfrm flipH="1">
              <a:off x="9784080" y="8330184"/>
              <a:ext cx="3922776" cy="0"/>
            </a:xfrm>
            <a:prstGeom prst="line">
              <a:avLst/>
            </a:prstGeom>
            <a:ln w="36576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4" name="line-3792"/>
            <p:cNvCxnSpPr/>
            <p:nvPr/>
          </p:nvCxnSpPr>
          <p:spPr>
            <a:xfrm flipV="1">
              <a:off x="9345168" y="8494776"/>
              <a:ext cx="0" cy="164592"/>
            </a:xfrm>
            <a:prstGeom prst="line">
              <a:avLst/>
            </a:prstGeom>
            <a:ln w="32004">
              <a:solidFill>
                <a:srgbClr val="C9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5" name="line-3793"/>
            <p:cNvCxnSpPr/>
            <p:nvPr/>
          </p:nvCxnSpPr>
          <p:spPr>
            <a:xfrm>
              <a:off x="9345168" y="8494776"/>
              <a:ext cx="146304" cy="0"/>
            </a:xfrm>
            <a:prstGeom prst="line">
              <a:avLst/>
            </a:prstGeom>
            <a:ln w="32004">
              <a:solidFill>
                <a:srgbClr val="C9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6" name="line-3794"/>
            <p:cNvCxnSpPr/>
            <p:nvPr/>
          </p:nvCxnSpPr>
          <p:spPr>
            <a:xfrm>
              <a:off x="9582912" y="8494776"/>
              <a:ext cx="201168" cy="0"/>
            </a:xfrm>
            <a:prstGeom prst="line">
              <a:avLst/>
            </a:prstGeom>
            <a:ln w="32004">
              <a:solidFill>
                <a:srgbClr val="C9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7" name="line-3795"/>
            <p:cNvCxnSpPr/>
            <p:nvPr/>
          </p:nvCxnSpPr>
          <p:spPr>
            <a:xfrm flipV="1">
              <a:off x="9784080" y="8330184"/>
              <a:ext cx="0" cy="164592"/>
            </a:xfrm>
            <a:prstGeom prst="line">
              <a:avLst/>
            </a:prstGeom>
            <a:ln w="32004">
              <a:solidFill>
                <a:srgbClr val="C9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8" name="line-3796"/>
            <p:cNvCxnSpPr/>
            <p:nvPr/>
          </p:nvCxnSpPr>
          <p:spPr>
            <a:xfrm>
              <a:off x="9491472" y="8430768"/>
              <a:ext cx="0" cy="128016"/>
            </a:xfrm>
            <a:prstGeom prst="line">
              <a:avLst/>
            </a:prstGeom>
            <a:ln w="36576">
              <a:solidFill>
                <a:srgbClr val="C9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9" name="line-3797"/>
            <p:cNvCxnSpPr/>
            <p:nvPr/>
          </p:nvCxnSpPr>
          <p:spPr>
            <a:xfrm>
              <a:off x="9582912" y="8430768"/>
              <a:ext cx="0" cy="128016"/>
            </a:xfrm>
            <a:prstGeom prst="line">
              <a:avLst/>
            </a:prstGeom>
            <a:ln w="36576">
              <a:solidFill>
                <a:srgbClr val="C9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50" name="ellipse-3798"/>
            <p:cNvSpPr/>
            <p:nvPr/>
          </p:nvSpPr>
          <p:spPr>
            <a:xfrm>
              <a:off x="9281160" y="8595360"/>
              <a:ext cx="128016" cy="128016"/>
            </a:xfrm>
            <a:prstGeom prst="ellipse">
              <a:avLst/>
            </a:prstGeom>
            <a:solidFill>
              <a:srgbClr val="C9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51" name="ellipse-3799"/>
            <p:cNvSpPr/>
            <p:nvPr/>
          </p:nvSpPr>
          <p:spPr>
            <a:xfrm>
              <a:off x="9720072" y="8266176"/>
              <a:ext cx="128016" cy="128016"/>
            </a:xfrm>
            <a:prstGeom prst="ellipse">
              <a:avLst/>
            </a:prstGeom>
            <a:solidFill>
              <a:srgbClr val="C9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52" name="Text: Selective Progressive Training(SPT)"/>
            <p:cNvSpPr txBox="1"/>
            <p:nvPr/>
          </p:nvSpPr>
          <p:spPr>
            <a:xfrm>
              <a:off x="10607040" y="8421624"/>
              <a:ext cx="3547872" cy="2743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 i="0">
                  <a:solidFill>
                    <a:srgbClr val="000000"/>
                  </a:solidFill>
                  <a:latin typeface="Liberation Serif"/>
                </a:rPr>
                <a:t>Selective Progressive Training(SPT)</a:t>
              </a:r>
            </a:p>
          </p:txBody>
        </p:sp>
        <p:sp>
          <p:nvSpPr>
            <p:cNvPr id="3853" name="Text: Degraded&#10;Inf. Image"/>
            <p:cNvSpPr txBox="1"/>
            <p:nvPr/>
          </p:nvSpPr>
          <p:spPr>
            <a:xfrm>
              <a:off x="5148072" y="6144768"/>
              <a:ext cx="1234440" cy="36576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2" b="1" i="0">
                  <a:solidFill>
                    <a:srgbClr val="000000"/>
                  </a:solidFill>
                  <a:latin typeface="Liberation Serif"/>
                </a:rPr>
                <a:t>Degraded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2" b="1" i="0">
                  <a:solidFill>
                    <a:srgbClr val="000000"/>
                  </a:solidFill>
                  <a:latin typeface="Liberation Serif"/>
                </a:rPr>
                <a:t>Inf. Image</a:t>
              </a:r>
            </a:p>
          </p:txBody>
        </p:sp>
        <p:pic>
          <p:nvPicPr>
            <p:cNvPr id="3854" name="Degraded input infrared image" descr="Degraded input infrared image.png"/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5212080" y="6583680"/>
              <a:ext cx="1106424" cy="923544"/>
            </a:xfrm>
            <a:prstGeom prst="rect">
              <a:avLst/>
            </a:prstGeom>
          </p:spPr>
        </p:pic>
        <p:sp>
          <p:nvSpPr>
            <p:cNvPr id="3855" name="Text: Restored&#10;Inf. Image"/>
            <p:cNvSpPr txBox="1"/>
            <p:nvPr/>
          </p:nvSpPr>
          <p:spPr>
            <a:xfrm>
              <a:off x="13112496" y="6144768"/>
              <a:ext cx="1161288" cy="36576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2" b="1" i="0">
                  <a:solidFill>
                    <a:srgbClr val="000000"/>
                  </a:solidFill>
                  <a:latin typeface="Liberation Serif"/>
                </a:rPr>
                <a:t>Restored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2" b="1" i="0">
                  <a:solidFill>
                    <a:srgbClr val="000000"/>
                  </a:solidFill>
                  <a:latin typeface="Liberation Serif"/>
                </a:rPr>
                <a:t>Inf. Image</a:t>
              </a:r>
            </a:p>
          </p:txBody>
        </p:sp>
        <p:pic>
          <p:nvPicPr>
            <p:cNvPr id="3856" name="Restored output infrared image" descr="Restored output infrared image.png"/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13139928" y="6583680"/>
              <a:ext cx="1133856" cy="923544"/>
            </a:xfrm>
            <a:prstGeom prst="rect">
              <a:avLst/>
            </a:prstGeom>
          </p:spPr>
        </p:pic>
        <p:grpSp>
          <p:nvGrpSpPr>
            <p:cNvPr id="3857" name="Editable feature tensor"/>
            <p:cNvGrpSpPr/>
            <p:nvPr/>
          </p:nvGrpSpPr>
          <p:grpSpPr>
            <a:xfrm>
              <a:off x="6574536" y="6053328"/>
              <a:ext cx="1069848" cy="1810512"/>
              <a:chOff x="6574536" y="6053328"/>
              <a:chExt cx="1069848" cy="1810512"/>
            </a:xfrm>
          </p:grpSpPr>
          <p:sp>
            <p:nvSpPr>
              <p:cNvPr id="3858" name="polygon-3803"/>
              <p:cNvSpPr/>
              <p:nvPr/>
            </p:nvSpPr>
            <p:spPr>
              <a:xfrm>
                <a:off x="6574536" y="6053328"/>
                <a:ext cx="1069848" cy="438912"/>
              </a:xfrm>
              <a:custGeom>
                <a:avLst/>
                <a:gdLst/>
                <a:ahLst/>
                <a:cxnLst/>
                <a:rect l="l" t="t" r="r" b="b"/>
                <a:pathLst>
                  <a:path w="117" h="48">
                    <a:moveTo>
                      <a:pt x="0" y="48"/>
                    </a:moveTo>
                    <a:lnTo>
                      <a:pt x="68" y="48"/>
                    </a:lnTo>
                    <a:lnTo>
                      <a:pt x="117" y="0"/>
                    </a:lnTo>
                    <a:lnTo>
                      <a:pt x="49" y="0"/>
                    </a:lnTo>
                    <a:close/>
                  </a:path>
                </a:pathLst>
              </a:custGeom>
              <a:solidFill>
                <a:srgbClr val="F0F0F0">
                  <a:alpha val="57999"/>
                </a:srgbClr>
              </a:solidFill>
              <a:ln w="18288">
                <a:solidFill>
                  <a:srgbClr val="D6D6D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59" name="polygon-3804"/>
              <p:cNvSpPr/>
              <p:nvPr/>
            </p:nvSpPr>
            <p:spPr>
              <a:xfrm>
                <a:off x="7196328" y="6053328"/>
                <a:ext cx="448056" cy="1810512"/>
              </a:xfrm>
              <a:custGeom>
                <a:avLst/>
                <a:gdLst/>
                <a:ahLst/>
                <a:cxnLst/>
                <a:rect l="l" t="t" r="r" b="b"/>
                <a:pathLst>
                  <a:path w="49" h="198">
                    <a:moveTo>
                      <a:pt x="0" y="48"/>
                    </a:moveTo>
                    <a:lnTo>
                      <a:pt x="49" y="0"/>
                    </a:lnTo>
                    <a:lnTo>
                      <a:pt x="49" y="150"/>
                    </a:lnTo>
                    <a:lnTo>
                      <a:pt x="0" y="198"/>
                    </a:lnTo>
                    <a:close/>
                  </a:path>
                </a:pathLst>
              </a:custGeom>
              <a:solidFill>
                <a:srgbClr val="CCCCCC">
                  <a:alpha val="45000"/>
                </a:srgbClr>
              </a:solidFill>
              <a:ln w="18288">
                <a:solidFill>
                  <a:srgbClr val="D6D6D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60" name="rectangle-3805"/>
              <p:cNvSpPr/>
              <p:nvPr/>
            </p:nvSpPr>
            <p:spPr>
              <a:xfrm>
                <a:off x="6574536" y="6492240"/>
                <a:ext cx="621792" cy="1371600"/>
              </a:xfrm>
              <a:prstGeom prst="rect">
                <a:avLst/>
              </a:prstGeom>
              <a:solidFill>
                <a:srgbClr val="EEEEEE">
                  <a:alpha val="40000"/>
                </a:srgbClr>
              </a:solidFill>
              <a:ln w="18288">
                <a:solidFill>
                  <a:srgbClr val="D3D3D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61" name="polygon-3806"/>
              <p:cNvSpPr/>
              <p:nvPr/>
            </p:nvSpPr>
            <p:spPr>
              <a:xfrm>
                <a:off x="6656832" y="6135624"/>
                <a:ext cx="630936" cy="438912"/>
              </a:xfrm>
              <a:custGeom>
                <a:avLst/>
                <a:gdLst/>
                <a:ahLst/>
                <a:cxnLst/>
                <a:rect l="l" t="t" r="r" b="b"/>
                <a:pathLst>
                  <a:path w="69" h="48">
                    <a:moveTo>
                      <a:pt x="0" y="48"/>
                    </a:moveTo>
                    <a:lnTo>
                      <a:pt x="49" y="0"/>
                    </a:lnTo>
                    <a:lnTo>
                      <a:pt x="69" y="0"/>
                    </a:lnTo>
                    <a:lnTo>
                      <a:pt x="20" y="48"/>
                    </a:lnTo>
                    <a:close/>
                  </a:path>
                </a:pathLst>
              </a:custGeom>
              <a:solidFill>
                <a:srgbClr val="A8C7DF"/>
              </a:solidFill>
              <a:ln w="18288">
                <a:solidFill>
                  <a:srgbClr val="4B4B4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62" name="polygon-3807"/>
              <p:cNvSpPr/>
              <p:nvPr/>
            </p:nvSpPr>
            <p:spPr>
              <a:xfrm>
                <a:off x="6839712" y="6135624"/>
                <a:ext cx="448056" cy="1636776"/>
              </a:xfrm>
              <a:custGeom>
                <a:avLst/>
                <a:gdLst/>
                <a:ahLst/>
                <a:cxnLst/>
                <a:rect l="l" t="t" r="r" b="b"/>
                <a:pathLst>
                  <a:path w="49" h="179">
                    <a:moveTo>
                      <a:pt x="0" y="48"/>
                    </a:moveTo>
                    <a:lnTo>
                      <a:pt x="49" y="0"/>
                    </a:lnTo>
                    <a:lnTo>
                      <a:pt x="49" y="131"/>
                    </a:lnTo>
                    <a:lnTo>
                      <a:pt x="0" y="179"/>
                    </a:lnTo>
                    <a:close/>
                  </a:path>
                </a:pathLst>
              </a:custGeom>
              <a:solidFill>
                <a:srgbClr val="6189A8"/>
              </a:solidFill>
              <a:ln w="18288">
                <a:solidFill>
                  <a:srgbClr val="4B4B4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63" name="rectangle-3808"/>
              <p:cNvSpPr/>
              <p:nvPr/>
            </p:nvSpPr>
            <p:spPr>
              <a:xfrm>
                <a:off x="6656832" y="6574536"/>
                <a:ext cx="182880" cy="1197864"/>
              </a:xfrm>
              <a:prstGeom prst="rect">
                <a:avLst/>
              </a:prstGeom>
              <a:solidFill>
                <a:srgbClr val="7FA8C7"/>
              </a:solidFill>
              <a:ln w="18288">
                <a:solidFill>
                  <a:srgbClr val="4B4B4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64" name="polygon-3809"/>
              <p:cNvSpPr/>
              <p:nvPr/>
            </p:nvSpPr>
            <p:spPr>
              <a:xfrm>
                <a:off x="6912864" y="6135624"/>
                <a:ext cx="630936" cy="438912"/>
              </a:xfrm>
              <a:custGeom>
                <a:avLst/>
                <a:gdLst/>
                <a:ahLst/>
                <a:cxnLst/>
                <a:rect l="l" t="t" r="r" b="b"/>
                <a:pathLst>
                  <a:path w="69" h="48">
                    <a:moveTo>
                      <a:pt x="0" y="48"/>
                    </a:moveTo>
                    <a:lnTo>
                      <a:pt x="49" y="0"/>
                    </a:lnTo>
                    <a:lnTo>
                      <a:pt x="69" y="0"/>
                    </a:lnTo>
                    <a:lnTo>
                      <a:pt x="20" y="48"/>
                    </a:lnTo>
                    <a:close/>
                  </a:path>
                </a:pathLst>
              </a:custGeom>
              <a:solidFill>
                <a:srgbClr val="A8C7DF"/>
              </a:solidFill>
              <a:ln w="18288">
                <a:solidFill>
                  <a:srgbClr val="4B4B4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65" name="polygon-3810"/>
              <p:cNvSpPr/>
              <p:nvPr/>
            </p:nvSpPr>
            <p:spPr>
              <a:xfrm>
                <a:off x="7095744" y="6135624"/>
                <a:ext cx="448056" cy="1636776"/>
              </a:xfrm>
              <a:custGeom>
                <a:avLst/>
                <a:gdLst/>
                <a:ahLst/>
                <a:cxnLst/>
                <a:rect l="l" t="t" r="r" b="b"/>
                <a:pathLst>
                  <a:path w="49" h="179">
                    <a:moveTo>
                      <a:pt x="0" y="48"/>
                    </a:moveTo>
                    <a:lnTo>
                      <a:pt x="49" y="0"/>
                    </a:lnTo>
                    <a:lnTo>
                      <a:pt x="49" y="131"/>
                    </a:lnTo>
                    <a:lnTo>
                      <a:pt x="0" y="179"/>
                    </a:lnTo>
                    <a:close/>
                  </a:path>
                </a:pathLst>
              </a:custGeom>
              <a:solidFill>
                <a:srgbClr val="6189A8"/>
              </a:solidFill>
              <a:ln w="18288">
                <a:solidFill>
                  <a:srgbClr val="4B4B4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66" name="rectangle-3811"/>
              <p:cNvSpPr/>
              <p:nvPr/>
            </p:nvSpPr>
            <p:spPr>
              <a:xfrm>
                <a:off x="6912864" y="6574536"/>
                <a:ext cx="182880" cy="1197864"/>
              </a:xfrm>
              <a:prstGeom prst="rect">
                <a:avLst/>
              </a:prstGeom>
              <a:solidFill>
                <a:srgbClr val="7FA8C7"/>
              </a:solidFill>
              <a:ln w="18288">
                <a:solidFill>
                  <a:srgbClr val="4B4B4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3867" name="line-3812"/>
              <p:cNvCxnSpPr/>
              <p:nvPr/>
            </p:nvCxnSpPr>
            <p:spPr>
              <a:xfrm>
                <a:off x="6574536" y="6492240"/>
                <a:ext cx="621792" cy="0"/>
              </a:xfrm>
              <a:prstGeom prst="line">
                <a:avLst/>
              </a:prstGeom>
              <a:ln w="18288">
                <a:solidFill>
                  <a:srgbClr val="DEDED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68" name="line-3813"/>
              <p:cNvCxnSpPr/>
              <p:nvPr/>
            </p:nvCxnSpPr>
            <p:spPr>
              <a:xfrm>
                <a:off x="7196328" y="6492240"/>
                <a:ext cx="0" cy="1371600"/>
              </a:xfrm>
              <a:prstGeom prst="line">
                <a:avLst/>
              </a:prstGeom>
              <a:ln w="18288">
                <a:solidFill>
                  <a:srgbClr val="DEDED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69" name="line-3814"/>
              <p:cNvCxnSpPr/>
              <p:nvPr/>
            </p:nvCxnSpPr>
            <p:spPr>
              <a:xfrm flipV="1">
                <a:off x="7196328" y="6053328"/>
                <a:ext cx="448056" cy="438912"/>
              </a:xfrm>
              <a:prstGeom prst="line">
                <a:avLst/>
              </a:prstGeom>
              <a:ln w="18288">
                <a:solidFill>
                  <a:srgbClr val="E3E3DC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70" name="Editable feature tensor"/>
            <p:cNvGrpSpPr/>
            <p:nvPr/>
          </p:nvGrpSpPr>
          <p:grpSpPr>
            <a:xfrm>
              <a:off x="10515600" y="6300216"/>
              <a:ext cx="923544" cy="1353312"/>
              <a:chOff x="10515600" y="6300216"/>
              <a:chExt cx="923544" cy="1353312"/>
            </a:xfrm>
          </p:grpSpPr>
          <p:sp>
            <p:nvSpPr>
              <p:cNvPr id="3871" name="polygon-3816"/>
              <p:cNvSpPr/>
              <p:nvPr/>
            </p:nvSpPr>
            <p:spPr>
              <a:xfrm>
                <a:off x="10515600" y="6300216"/>
                <a:ext cx="923544" cy="411480"/>
              </a:xfrm>
              <a:custGeom>
                <a:avLst/>
                <a:gdLst/>
                <a:ahLst/>
                <a:cxnLst/>
                <a:rect l="l" t="t" r="r" b="b"/>
                <a:pathLst>
                  <a:path w="101" h="45">
                    <a:moveTo>
                      <a:pt x="0" y="45"/>
                    </a:moveTo>
                    <a:lnTo>
                      <a:pt x="66" y="45"/>
                    </a:lnTo>
                    <a:lnTo>
                      <a:pt x="101" y="0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F0F0F0">
                  <a:alpha val="57999"/>
                </a:srgbClr>
              </a:solidFill>
              <a:ln w="18288">
                <a:solidFill>
                  <a:srgbClr val="D6D6D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72" name="polygon-3817"/>
              <p:cNvSpPr/>
              <p:nvPr/>
            </p:nvSpPr>
            <p:spPr>
              <a:xfrm>
                <a:off x="11119104" y="6300216"/>
                <a:ext cx="320040" cy="1353312"/>
              </a:xfrm>
              <a:custGeom>
                <a:avLst/>
                <a:gdLst/>
                <a:ahLst/>
                <a:cxnLst/>
                <a:rect l="l" t="t" r="r" b="b"/>
                <a:pathLst>
                  <a:path w="35" h="148">
                    <a:moveTo>
                      <a:pt x="0" y="45"/>
                    </a:moveTo>
                    <a:lnTo>
                      <a:pt x="35" y="0"/>
                    </a:lnTo>
                    <a:lnTo>
                      <a:pt x="35" y="103"/>
                    </a:lnTo>
                    <a:lnTo>
                      <a:pt x="0" y="148"/>
                    </a:lnTo>
                    <a:close/>
                  </a:path>
                </a:pathLst>
              </a:custGeom>
              <a:solidFill>
                <a:srgbClr val="CCCCCC">
                  <a:alpha val="45000"/>
                </a:srgbClr>
              </a:solidFill>
              <a:ln w="18288">
                <a:solidFill>
                  <a:srgbClr val="D6D6D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73" name="rectangle-3818"/>
              <p:cNvSpPr/>
              <p:nvPr/>
            </p:nvSpPr>
            <p:spPr>
              <a:xfrm>
                <a:off x="10515600" y="6711696"/>
                <a:ext cx="603504" cy="941832"/>
              </a:xfrm>
              <a:prstGeom prst="rect">
                <a:avLst/>
              </a:prstGeom>
              <a:solidFill>
                <a:srgbClr val="EEEEEE">
                  <a:alpha val="40000"/>
                </a:srgbClr>
              </a:solidFill>
              <a:ln w="18288">
                <a:solidFill>
                  <a:srgbClr val="D3D3D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74" name="polygon-3819"/>
              <p:cNvSpPr/>
              <p:nvPr/>
            </p:nvSpPr>
            <p:spPr>
              <a:xfrm>
                <a:off x="10597896" y="6382512"/>
                <a:ext cx="493776" cy="411480"/>
              </a:xfrm>
              <a:custGeom>
                <a:avLst/>
                <a:gdLst/>
                <a:ahLst/>
                <a:cxnLst/>
                <a:rect l="l" t="t" r="r" b="b"/>
                <a:pathLst>
                  <a:path w="54" h="45">
                    <a:moveTo>
                      <a:pt x="0" y="45"/>
                    </a:moveTo>
                    <a:lnTo>
                      <a:pt x="35" y="0"/>
                    </a:lnTo>
                    <a:lnTo>
                      <a:pt x="54" y="0"/>
                    </a:lnTo>
                    <a:lnTo>
                      <a:pt x="19" y="45"/>
                    </a:lnTo>
                    <a:close/>
                  </a:path>
                </a:pathLst>
              </a:custGeom>
              <a:solidFill>
                <a:srgbClr val="A8C7DF"/>
              </a:solidFill>
              <a:ln w="18288">
                <a:solidFill>
                  <a:srgbClr val="4B4B4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75" name="polygon-3820"/>
              <p:cNvSpPr/>
              <p:nvPr/>
            </p:nvSpPr>
            <p:spPr>
              <a:xfrm>
                <a:off x="10771632" y="6382512"/>
                <a:ext cx="320040" cy="1179576"/>
              </a:xfrm>
              <a:custGeom>
                <a:avLst/>
                <a:gdLst/>
                <a:ahLst/>
                <a:cxnLst/>
                <a:rect l="l" t="t" r="r" b="b"/>
                <a:pathLst>
                  <a:path w="35" h="129">
                    <a:moveTo>
                      <a:pt x="0" y="45"/>
                    </a:moveTo>
                    <a:lnTo>
                      <a:pt x="35" y="0"/>
                    </a:lnTo>
                    <a:lnTo>
                      <a:pt x="35" y="84"/>
                    </a:lnTo>
                    <a:lnTo>
                      <a:pt x="0" y="129"/>
                    </a:lnTo>
                    <a:close/>
                  </a:path>
                </a:pathLst>
              </a:custGeom>
              <a:solidFill>
                <a:srgbClr val="6189A8"/>
              </a:solidFill>
              <a:ln w="18288">
                <a:solidFill>
                  <a:srgbClr val="4B4B4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76" name="rectangle-3821"/>
              <p:cNvSpPr/>
              <p:nvPr/>
            </p:nvSpPr>
            <p:spPr>
              <a:xfrm>
                <a:off x="10597896" y="6793992"/>
                <a:ext cx="173736" cy="768096"/>
              </a:xfrm>
              <a:prstGeom prst="rect">
                <a:avLst/>
              </a:prstGeom>
              <a:solidFill>
                <a:srgbClr val="7FA8C7"/>
              </a:solidFill>
              <a:ln w="18288">
                <a:solidFill>
                  <a:srgbClr val="4B4B4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77" name="polygon-3822"/>
              <p:cNvSpPr/>
              <p:nvPr/>
            </p:nvSpPr>
            <p:spPr>
              <a:xfrm>
                <a:off x="10844784" y="6382512"/>
                <a:ext cx="493776" cy="411480"/>
              </a:xfrm>
              <a:custGeom>
                <a:avLst/>
                <a:gdLst/>
                <a:ahLst/>
                <a:cxnLst/>
                <a:rect l="l" t="t" r="r" b="b"/>
                <a:pathLst>
                  <a:path w="54" h="45">
                    <a:moveTo>
                      <a:pt x="0" y="45"/>
                    </a:moveTo>
                    <a:lnTo>
                      <a:pt x="35" y="0"/>
                    </a:lnTo>
                    <a:lnTo>
                      <a:pt x="54" y="0"/>
                    </a:lnTo>
                    <a:lnTo>
                      <a:pt x="19" y="45"/>
                    </a:lnTo>
                    <a:close/>
                  </a:path>
                </a:pathLst>
              </a:custGeom>
              <a:solidFill>
                <a:srgbClr val="A8C7DF"/>
              </a:solidFill>
              <a:ln w="18288">
                <a:solidFill>
                  <a:srgbClr val="4B4B4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78" name="polygon-3823"/>
              <p:cNvSpPr/>
              <p:nvPr/>
            </p:nvSpPr>
            <p:spPr>
              <a:xfrm>
                <a:off x="11018520" y="6382512"/>
                <a:ext cx="320040" cy="1179576"/>
              </a:xfrm>
              <a:custGeom>
                <a:avLst/>
                <a:gdLst/>
                <a:ahLst/>
                <a:cxnLst/>
                <a:rect l="l" t="t" r="r" b="b"/>
                <a:pathLst>
                  <a:path w="35" h="129">
                    <a:moveTo>
                      <a:pt x="0" y="45"/>
                    </a:moveTo>
                    <a:lnTo>
                      <a:pt x="35" y="0"/>
                    </a:lnTo>
                    <a:lnTo>
                      <a:pt x="35" y="84"/>
                    </a:lnTo>
                    <a:lnTo>
                      <a:pt x="0" y="129"/>
                    </a:lnTo>
                    <a:close/>
                  </a:path>
                </a:pathLst>
              </a:custGeom>
              <a:solidFill>
                <a:srgbClr val="6189A8"/>
              </a:solidFill>
              <a:ln w="18288">
                <a:solidFill>
                  <a:srgbClr val="4B4B4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79" name="rectangle-3824"/>
              <p:cNvSpPr/>
              <p:nvPr/>
            </p:nvSpPr>
            <p:spPr>
              <a:xfrm>
                <a:off x="10844784" y="6793992"/>
                <a:ext cx="173736" cy="768096"/>
              </a:xfrm>
              <a:prstGeom prst="rect">
                <a:avLst/>
              </a:prstGeom>
              <a:solidFill>
                <a:srgbClr val="7FA8C7"/>
              </a:solidFill>
              <a:ln w="18288">
                <a:solidFill>
                  <a:srgbClr val="4B4B4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3880" name="line-3825"/>
              <p:cNvCxnSpPr/>
              <p:nvPr/>
            </p:nvCxnSpPr>
            <p:spPr>
              <a:xfrm>
                <a:off x="10515600" y="6711696"/>
                <a:ext cx="603504" cy="0"/>
              </a:xfrm>
              <a:prstGeom prst="line">
                <a:avLst/>
              </a:prstGeom>
              <a:ln w="18288">
                <a:solidFill>
                  <a:srgbClr val="DEDED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81" name="line-3826"/>
              <p:cNvCxnSpPr/>
              <p:nvPr/>
            </p:nvCxnSpPr>
            <p:spPr>
              <a:xfrm>
                <a:off x="11119104" y="6711696"/>
                <a:ext cx="0" cy="941832"/>
              </a:xfrm>
              <a:prstGeom prst="line">
                <a:avLst/>
              </a:prstGeom>
              <a:ln w="18288">
                <a:solidFill>
                  <a:srgbClr val="DEDED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82" name="line-3827"/>
              <p:cNvCxnSpPr/>
              <p:nvPr/>
            </p:nvCxnSpPr>
            <p:spPr>
              <a:xfrm flipV="1">
                <a:off x="11119104" y="6300216"/>
                <a:ext cx="320040" cy="411480"/>
              </a:xfrm>
              <a:prstGeom prst="line">
                <a:avLst/>
              </a:prstGeom>
              <a:ln w="18288">
                <a:solidFill>
                  <a:srgbClr val="E3E3DC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83" name="Editable feature tensor"/>
            <p:cNvGrpSpPr/>
            <p:nvPr/>
          </p:nvGrpSpPr>
          <p:grpSpPr>
            <a:xfrm>
              <a:off x="11594592" y="5998464"/>
              <a:ext cx="1060704" cy="1865376"/>
              <a:chOff x="11594592" y="5998464"/>
              <a:chExt cx="1060704" cy="1865376"/>
            </a:xfrm>
          </p:grpSpPr>
          <p:sp>
            <p:nvSpPr>
              <p:cNvPr id="3884" name="polygon-3829"/>
              <p:cNvSpPr/>
              <p:nvPr/>
            </p:nvSpPr>
            <p:spPr>
              <a:xfrm>
                <a:off x="11594592" y="5998464"/>
                <a:ext cx="1060704" cy="493776"/>
              </a:xfrm>
              <a:custGeom>
                <a:avLst/>
                <a:gdLst/>
                <a:ahLst/>
                <a:cxnLst/>
                <a:rect l="l" t="t" r="r" b="b"/>
                <a:pathLst>
                  <a:path w="116" h="54">
                    <a:moveTo>
                      <a:pt x="0" y="54"/>
                    </a:moveTo>
                    <a:lnTo>
                      <a:pt x="68" y="54"/>
                    </a:lnTo>
                    <a:lnTo>
                      <a:pt x="116" y="0"/>
                    </a:lnTo>
                    <a:lnTo>
                      <a:pt x="48" y="0"/>
                    </a:lnTo>
                    <a:close/>
                  </a:path>
                </a:pathLst>
              </a:custGeom>
              <a:solidFill>
                <a:srgbClr val="F0F0F0">
                  <a:alpha val="57999"/>
                </a:srgbClr>
              </a:solidFill>
              <a:ln w="18288">
                <a:solidFill>
                  <a:srgbClr val="D6D6D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85" name="polygon-3830"/>
              <p:cNvSpPr/>
              <p:nvPr/>
            </p:nvSpPr>
            <p:spPr>
              <a:xfrm>
                <a:off x="12216384" y="5998464"/>
                <a:ext cx="438912" cy="1865376"/>
              </a:xfrm>
              <a:custGeom>
                <a:avLst/>
                <a:gdLst/>
                <a:ahLst/>
                <a:cxnLst/>
                <a:rect l="l" t="t" r="r" b="b"/>
                <a:pathLst>
                  <a:path w="48" h="204">
                    <a:moveTo>
                      <a:pt x="0" y="54"/>
                    </a:moveTo>
                    <a:lnTo>
                      <a:pt x="48" y="0"/>
                    </a:lnTo>
                    <a:lnTo>
                      <a:pt x="48" y="150"/>
                    </a:lnTo>
                    <a:lnTo>
                      <a:pt x="0" y="204"/>
                    </a:lnTo>
                    <a:close/>
                  </a:path>
                </a:pathLst>
              </a:custGeom>
              <a:solidFill>
                <a:srgbClr val="CCCCCC">
                  <a:alpha val="45000"/>
                </a:srgbClr>
              </a:solidFill>
              <a:ln w="18288">
                <a:solidFill>
                  <a:srgbClr val="D6D6D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86" name="rectangle-3831"/>
              <p:cNvSpPr/>
              <p:nvPr/>
            </p:nvSpPr>
            <p:spPr>
              <a:xfrm>
                <a:off x="11594592" y="6492240"/>
                <a:ext cx="621792" cy="1371600"/>
              </a:xfrm>
              <a:prstGeom prst="rect">
                <a:avLst/>
              </a:prstGeom>
              <a:solidFill>
                <a:srgbClr val="EEEEEE">
                  <a:alpha val="40000"/>
                </a:srgbClr>
              </a:solidFill>
              <a:ln w="18288">
                <a:solidFill>
                  <a:srgbClr val="D3D3D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87" name="polygon-3832"/>
              <p:cNvSpPr/>
              <p:nvPr/>
            </p:nvSpPr>
            <p:spPr>
              <a:xfrm>
                <a:off x="11676888" y="6080760"/>
                <a:ext cx="621792" cy="493776"/>
              </a:xfrm>
              <a:custGeom>
                <a:avLst/>
                <a:gdLst/>
                <a:ahLst/>
                <a:cxnLst/>
                <a:rect l="l" t="t" r="r" b="b"/>
                <a:pathLst>
                  <a:path w="68" h="54">
                    <a:moveTo>
                      <a:pt x="0" y="54"/>
                    </a:moveTo>
                    <a:lnTo>
                      <a:pt x="48" y="0"/>
                    </a:lnTo>
                    <a:lnTo>
                      <a:pt x="68" y="0"/>
                    </a:lnTo>
                    <a:lnTo>
                      <a:pt x="20" y="54"/>
                    </a:lnTo>
                    <a:close/>
                  </a:path>
                </a:pathLst>
              </a:custGeom>
              <a:solidFill>
                <a:srgbClr val="A8C7DF"/>
              </a:solidFill>
              <a:ln w="18288">
                <a:solidFill>
                  <a:srgbClr val="4B4B4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88" name="polygon-3833"/>
              <p:cNvSpPr/>
              <p:nvPr/>
            </p:nvSpPr>
            <p:spPr>
              <a:xfrm>
                <a:off x="11859768" y="6080760"/>
                <a:ext cx="438912" cy="1691640"/>
              </a:xfrm>
              <a:custGeom>
                <a:avLst/>
                <a:gdLst/>
                <a:ahLst/>
                <a:cxnLst/>
                <a:rect l="l" t="t" r="r" b="b"/>
                <a:pathLst>
                  <a:path w="48" h="185">
                    <a:moveTo>
                      <a:pt x="0" y="54"/>
                    </a:moveTo>
                    <a:lnTo>
                      <a:pt x="48" y="0"/>
                    </a:lnTo>
                    <a:lnTo>
                      <a:pt x="48" y="131"/>
                    </a:lnTo>
                    <a:lnTo>
                      <a:pt x="0" y="185"/>
                    </a:lnTo>
                    <a:close/>
                  </a:path>
                </a:pathLst>
              </a:custGeom>
              <a:solidFill>
                <a:srgbClr val="6189A8"/>
              </a:solidFill>
              <a:ln w="18288">
                <a:solidFill>
                  <a:srgbClr val="4B4B4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89" name="rectangle-3834"/>
              <p:cNvSpPr/>
              <p:nvPr/>
            </p:nvSpPr>
            <p:spPr>
              <a:xfrm>
                <a:off x="11676888" y="6574536"/>
                <a:ext cx="182880" cy="1197864"/>
              </a:xfrm>
              <a:prstGeom prst="rect">
                <a:avLst/>
              </a:prstGeom>
              <a:solidFill>
                <a:srgbClr val="7FA8C7"/>
              </a:solidFill>
              <a:ln w="18288">
                <a:solidFill>
                  <a:srgbClr val="4B4B4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90" name="polygon-3835"/>
              <p:cNvSpPr/>
              <p:nvPr/>
            </p:nvSpPr>
            <p:spPr>
              <a:xfrm>
                <a:off x="11932920" y="6080760"/>
                <a:ext cx="621792" cy="493776"/>
              </a:xfrm>
              <a:custGeom>
                <a:avLst/>
                <a:gdLst/>
                <a:ahLst/>
                <a:cxnLst/>
                <a:rect l="l" t="t" r="r" b="b"/>
                <a:pathLst>
                  <a:path w="68" h="54">
                    <a:moveTo>
                      <a:pt x="0" y="54"/>
                    </a:moveTo>
                    <a:lnTo>
                      <a:pt x="48" y="0"/>
                    </a:lnTo>
                    <a:lnTo>
                      <a:pt x="68" y="0"/>
                    </a:lnTo>
                    <a:lnTo>
                      <a:pt x="20" y="54"/>
                    </a:lnTo>
                    <a:close/>
                  </a:path>
                </a:pathLst>
              </a:custGeom>
              <a:solidFill>
                <a:srgbClr val="A8C7DF"/>
              </a:solidFill>
              <a:ln w="18288">
                <a:solidFill>
                  <a:srgbClr val="4B4B4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91" name="polygon-3836"/>
              <p:cNvSpPr/>
              <p:nvPr/>
            </p:nvSpPr>
            <p:spPr>
              <a:xfrm>
                <a:off x="12115800" y="6080760"/>
                <a:ext cx="438912" cy="1691640"/>
              </a:xfrm>
              <a:custGeom>
                <a:avLst/>
                <a:gdLst/>
                <a:ahLst/>
                <a:cxnLst/>
                <a:rect l="l" t="t" r="r" b="b"/>
                <a:pathLst>
                  <a:path w="48" h="185">
                    <a:moveTo>
                      <a:pt x="0" y="54"/>
                    </a:moveTo>
                    <a:lnTo>
                      <a:pt x="48" y="0"/>
                    </a:lnTo>
                    <a:lnTo>
                      <a:pt x="48" y="131"/>
                    </a:lnTo>
                    <a:lnTo>
                      <a:pt x="0" y="185"/>
                    </a:lnTo>
                    <a:close/>
                  </a:path>
                </a:pathLst>
              </a:custGeom>
              <a:solidFill>
                <a:srgbClr val="6189A8"/>
              </a:solidFill>
              <a:ln w="18288">
                <a:solidFill>
                  <a:srgbClr val="4B4B4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92" name="rectangle-3837"/>
              <p:cNvSpPr/>
              <p:nvPr/>
            </p:nvSpPr>
            <p:spPr>
              <a:xfrm>
                <a:off x="11932920" y="6574536"/>
                <a:ext cx="182880" cy="1197864"/>
              </a:xfrm>
              <a:prstGeom prst="rect">
                <a:avLst/>
              </a:prstGeom>
              <a:solidFill>
                <a:srgbClr val="7FA8C7"/>
              </a:solidFill>
              <a:ln w="18288">
                <a:solidFill>
                  <a:srgbClr val="4B4B4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3893" name="line-3838"/>
              <p:cNvCxnSpPr/>
              <p:nvPr/>
            </p:nvCxnSpPr>
            <p:spPr>
              <a:xfrm>
                <a:off x="11594592" y="6492240"/>
                <a:ext cx="621792" cy="0"/>
              </a:xfrm>
              <a:prstGeom prst="line">
                <a:avLst/>
              </a:prstGeom>
              <a:ln w="18288">
                <a:solidFill>
                  <a:srgbClr val="DEDED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4" name="line-3839"/>
              <p:cNvCxnSpPr/>
              <p:nvPr/>
            </p:nvCxnSpPr>
            <p:spPr>
              <a:xfrm>
                <a:off x="12216384" y="6492240"/>
                <a:ext cx="0" cy="1371600"/>
              </a:xfrm>
              <a:prstGeom prst="line">
                <a:avLst/>
              </a:prstGeom>
              <a:ln w="18288">
                <a:solidFill>
                  <a:srgbClr val="DEDED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5" name="line-3840"/>
              <p:cNvCxnSpPr/>
              <p:nvPr/>
            </p:nvCxnSpPr>
            <p:spPr>
              <a:xfrm flipV="1">
                <a:off x="12216384" y="5998464"/>
                <a:ext cx="438912" cy="493776"/>
              </a:xfrm>
              <a:prstGeom prst="line">
                <a:avLst/>
              </a:prstGeom>
              <a:ln w="18288">
                <a:solidFill>
                  <a:srgbClr val="E3E3DC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896" name="line-3841"/>
            <p:cNvCxnSpPr/>
            <p:nvPr/>
          </p:nvCxnSpPr>
          <p:spPr>
            <a:xfrm>
              <a:off x="7168896" y="5952744"/>
              <a:ext cx="0" cy="329184"/>
            </a:xfrm>
            <a:prstGeom prst="line">
              <a:avLst/>
            </a:prstGeom>
            <a:ln w="36576">
              <a:solidFill>
                <a:srgbClr val="4474C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97" name="polygon-3842"/>
            <p:cNvSpPr/>
            <p:nvPr/>
          </p:nvSpPr>
          <p:spPr>
            <a:xfrm>
              <a:off x="7114032" y="6163056"/>
              <a:ext cx="109728" cy="118872"/>
            </a:xfrm>
            <a:custGeom>
              <a:avLst/>
              <a:gdLst/>
              <a:ahLst/>
              <a:cxnLst/>
              <a:rect l="l" t="t" r="r" b="b"/>
              <a:pathLst>
                <a:path w="12" h="13">
                  <a:moveTo>
                    <a:pt x="6" y="13"/>
                  </a:moveTo>
                  <a:lnTo>
                    <a:pt x="1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4C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898" name="line-3843"/>
            <p:cNvCxnSpPr/>
            <p:nvPr/>
          </p:nvCxnSpPr>
          <p:spPr>
            <a:xfrm>
              <a:off x="7479792" y="5952744"/>
              <a:ext cx="0" cy="219456"/>
            </a:xfrm>
            <a:prstGeom prst="line">
              <a:avLst/>
            </a:prstGeom>
            <a:ln w="36576">
              <a:solidFill>
                <a:srgbClr val="F0A16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99" name="polygon-3844"/>
            <p:cNvSpPr/>
            <p:nvPr/>
          </p:nvSpPr>
          <p:spPr>
            <a:xfrm>
              <a:off x="7424928" y="6053328"/>
              <a:ext cx="109728" cy="118872"/>
            </a:xfrm>
            <a:custGeom>
              <a:avLst/>
              <a:gdLst/>
              <a:ahLst/>
              <a:cxnLst/>
              <a:rect l="l" t="t" r="r" b="b"/>
              <a:pathLst>
                <a:path w="12" h="13">
                  <a:moveTo>
                    <a:pt x="6" y="13"/>
                  </a:moveTo>
                  <a:lnTo>
                    <a:pt x="1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A16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900" name="line-3845"/>
            <p:cNvCxnSpPr/>
            <p:nvPr/>
          </p:nvCxnSpPr>
          <p:spPr>
            <a:xfrm>
              <a:off x="10954512" y="6190488"/>
              <a:ext cx="0" cy="374904"/>
            </a:xfrm>
            <a:prstGeom prst="line">
              <a:avLst/>
            </a:prstGeom>
            <a:ln w="36576">
              <a:solidFill>
                <a:srgbClr val="4474C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01" name="polygon-3846"/>
            <p:cNvSpPr/>
            <p:nvPr/>
          </p:nvSpPr>
          <p:spPr>
            <a:xfrm>
              <a:off x="10899648" y="6446520"/>
              <a:ext cx="109728" cy="118872"/>
            </a:xfrm>
            <a:custGeom>
              <a:avLst/>
              <a:gdLst/>
              <a:ahLst/>
              <a:cxnLst/>
              <a:rect l="l" t="t" r="r" b="b"/>
              <a:pathLst>
                <a:path w="12" h="13">
                  <a:moveTo>
                    <a:pt x="6" y="13"/>
                  </a:moveTo>
                  <a:lnTo>
                    <a:pt x="1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4C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902" name="line-3847"/>
            <p:cNvCxnSpPr/>
            <p:nvPr/>
          </p:nvCxnSpPr>
          <p:spPr>
            <a:xfrm>
              <a:off x="11256264" y="6190488"/>
              <a:ext cx="0" cy="283464"/>
            </a:xfrm>
            <a:prstGeom prst="line">
              <a:avLst/>
            </a:prstGeom>
            <a:ln w="36576">
              <a:solidFill>
                <a:srgbClr val="F0A16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03" name="polygon-3848"/>
            <p:cNvSpPr/>
            <p:nvPr/>
          </p:nvSpPr>
          <p:spPr>
            <a:xfrm>
              <a:off x="11201400" y="6355080"/>
              <a:ext cx="109728" cy="118872"/>
            </a:xfrm>
            <a:custGeom>
              <a:avLst/>
              <a:gdLst/>
              <a:ahLst/>
              <a:cxnLst/>
              <a:rect l="l" t="t" r="r" b="b"/>
              <a:pathLst>
                <a:path w="12" h="13">
                  <a:moveTo>
                    <a:pt x="6" y="13"/>
                  </a:moveTo>
                  <a:lnTo>
                    <a:pt x="1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A16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904" name="line-3849"/>
            <p:cNvCxnSpPr/>
            <p:nvPr/>
          </p:nvCxnSpPr>
          <p:spPr>
            <a:xfrm>
              <a:off x="12262104" y="5907024"/>
              <a:ext cx="0" cy="274320"/>
            </a:xfrm>
            <a:prstGeom prst="line">
              <a:avLst/>
            </a:prstGeom>
            <a:ln w="36576">
              <a:solidFill>
                <a:srgbClr val="4474C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05" name="polygon-3850"/>
            <p:cNvSpPr/>
            <p:nvPr/>
          </p:nvSpPr>
          <p:spPr>
            <a:xfrm>
              <a:off x="12207240" y="6062472"/>
              <a:ext cx="109728" cy="118872"/>
            </a:xfrm>
            <a:custGeom>
              <a:avLst/>
              <a:gdLst/>
              <a:ahLst/>
              <a:cxnLst/>
              <a:rect l="l" t="t" r="r" b="b"/>
              <a:pathLst>
                <a:path w="12" h="13">
                  <a:moveTo>
                    <a:pt x="6" y="13"/>
                  </a:moveTo>
                  <a:lnTo>
                    <a:pt x="1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4C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906" name="line-3851"/>
            <p:cNvCxnSpPr/>
            <p:nvPr/>
          </p:nvCxnSpPr>
          <p:spPr>
            <a:xfrm>
              <a:off x="12527280" y="5907024"/>
              <a:ext cx="0" cy="265176"/>
            </a:xfrm>
            <a:prstGeom prst="line">
              <a:avLst/>
            </a:prstGeom>
            <a:ln w="36576">
              <a:solidFill>
                <a:srgbClr val="F0A16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07" name="polygon-3852"/>
            <p:cNvSpPr/>
            <p:nvPr/>
          </p:nvSpPr>
          <p:spPr>
            <a:xfrm>
              <a:off x="12472416" y="6053328"/>
              <a:ext cx="109728" cy="118872"/>
            </a:xfrm>
            <a:custGeom>
              <a:avLst/>
              <a:gdLst/>
              <a:ahLst/>
              <a:cxnLst/>
              <a:rect l="l" t="t" r="r" b="b"/>
              <a:pathLst>
                <a:path w="12" h="13">
                  <a:moveTo>
                    <a:pt x="6" y="13"/>
                  </a:moveTo>
                  <a:lnTo>
                    <a:pt x="1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A16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08" name="rectangle-3853"/>
            <p:cNvSpPr/>
            <p:nvPr/>
          </p:nvSpPr>
          <p:spPr>
            <a:xfrm>
              <a:off x="7891272" y="6245352"/>
              <a:ext cx="2542032" cy="1737360"/>
            </a:xfrm>
            <a:prstGeom prst="roundRect">
              <a:avLst>
                <a:gd name="adj" fmla="val 9473"/>
              </a:avLst>
            </a:prstGeom>
            <a:solidFill>
              <a:srgbClr val="000000">
                <a:alpha val="25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09" name="rectangle-3854"/>
            <p:cNvSpPr/>
            <p:nvPr/>
          </p:nvSpPr>
          <p:spPr>
            <a:xfrm>
              <a:off x="7872984" y="6227064"/>
              <a:ext cx="2542032" cy="1737360"/>
            </a:xfrm>
            <a:prstGeom prst="roundRect">
              <a:avLst>
                <a:gd name="adj" fmla="val 9473"/>
              </a:avLst>
            </a:prstGeom>
            <a:solidFill>
              <a:srgbClr val="000000">
                <a:alpha val="4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10" name="rectangle-3855"/>
            <p:cNvSpPr/>
            <p:nvPr/>
          </p:nvSpPr>
          <p:spPr>
            <a:xfrm>
              <a:off x="7854696" y="6208776"/>
              <a:ext cx="2542032" cy="1737360"/>
            </a:xfrm>
            <a:prstGeom prst="roundRect">
              <a:avLst>
                <a:gd name="adj" fmla="val 9473"/>
              </a:avLst>
            </a:prstGeom>
            <a:solidFill>
              <a:srgbClr val="000000">
                <a:alpha val="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3911" name="Editable beveled panel"/>
            <p:cNvGrpSpPr/>
            <p:nvPr/>
          </p:nvGrpSpPr>
          <p:grpSpPr>
            <a:xfrm>
              <a:off x="7827264" y="6181344"/>
              <a:ext cx="2542032" cy="1737360"/>
              <a:chOff x="7827264" y="6181344"/>
              <a:chExt cx="2542032" cy="1737360"/>
            </a:xfrm>
          </p:grpSpPr>
          <p:sp>
            <p:nvSpPr>
              <p:cNvPr id="3912" name="rectangle-3857"/>
              <p:cNvSpPr/>
              <p:nvPr/>
            </p:nvSpPr>
            <p:spPr>
              <a:xfrm>
                <a:off x="7827264" y="6181344"/>
                <a:ext cx="2542032" cy="1737360"/>
              </a:xfrm>
              <a:prstGeom prst="roundRect">
                <a:avLst>
                  <a:gd name="adj" fmla="val 9473"/>
                </a:avLst>
              </a:prstGeom>
              <a:solidFill>
                <a:srgbClr val="81818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13" name="polygon-3858"/>
              <p:cNvSpPr/>
              <p:nvPr/>
            </p:nvSpPr>
            <p:spPr>
              <a:xfrm>
                <a:off x="7927848" y="6181344"/>
                <a:ext cx="2340864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56" h="1">
                    <a:moveTo>
                      <a:pt x="7" y="0"/>
                    </a:moveTo>
                    <a:lnTo>
                      <a:pt x="249" y="0"/>
                    </a:lnTo>
                    <a:lnTo>
                      <a:pt x="25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878787"/>
              </a:solidFill>
              <a:ln w="13716">
                <a:solidFill>
                  <a:srgbClr val="87878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14" name="polygon-3859"/>
              <p:cNvSpPr/>
              <p:nvPr/>
            </p:nvSpPr>
            <p:spPr>
              <a:xfrm>
                <a:off x="7909560" y="6190488"/>
                <a:ext cx="23774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60" h="1">
                    <a:moveTo>
                      <a:pt x="2" y="0"/>
                    </a:moveTo>
                    <a:lnTo>
                      <a:pt x="258" y="0"/>
                    </a:lnTo>
                    <a:lnTo>
                      <a:pt x="26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949494"/>
              </a:solidFill>
              <a:ln w="13716">
                <a:solidFill>
                  <a:srgbClr val="94949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15" name="polygon-3860"/>
              <p:cNvSpPr/>
              <p:nvPr/>
            </p:nvSpPr>
            <p:spPr>
              <a:xfrm>
                <a:off x="7891272" y="6199632"/>
                <a:ext cx="241401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64" h="2">
                    <a:moveTo>
                      <a:pt x="2" y="0"/>
                    </a:moveTo>
                    <a:lnTo>
                      <a:pt x="262" y="0"/>
                    </a:lnTo>
                    <a:lnTo>
                      <a:pt x="264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A1A1A1"/>
              </a:solidFill>
              <a:ln w="13716">
                <a:solidFill>
                  <a:srgbClr val="A1A1A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16" name="polygon-3861"/>
              <p:cNvSpPr/>
              <p:nvPr/>
            </p:nvSpPr>
            <p:spPr>
              <a:xfrm>
                <a:off x="7882128" y="6217920"/>
                <a:ext cx="2432304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1">
                    <a:moveTo>
                      <a:pt x="1" y="0"/>
                    </a:moveTo>
                    <a:lnTo>
                      <a:pt x="265" y="0"/>
                    </a:lnTo>
                    <a:lnTo>
                      <a:pt x="26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AEAEAE"/>
              </a:solidFill>
              <a:ln w="13716">
                <a:solidFill>
                  <a:srgbClr val="AEAEA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17" name="polygon-3862"/>
              <p:cNvSpPr/>
              <p:nvPr/>
            </p:nvSpPr>
            <p:spPr>
              <a:xfrm>
                <a:off x="7863840" y="6227064"/>
                <a:ext cx="246888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0" h="1">
                    <a:moveTo>
                      <a:pt x="2" y="0"/>
                    </a:moveTo>
                    <a:lnTo>
                      <a:pt x="268" y="0"/>
                    </a:lnTo>
                    <a:lnTo>
                      <a:pt x="27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BBBBBB"/>
              </a:solidFill>
              <a:ln w="13716">
                <a:solidFill>
                  <a:srgbClr val="BBBBB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18" name="polygon-3863"/>
              <p:cNvSpPr/>
              <p:nvPr/>
            </p:nvSpPr>
            <p:spPr>
              <a:xfrm>
                <a:off x="7854696" y="6236208"/>
                <a:ext cx="248716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72" h="2">
                    <a:moveTo>
                      <a:pt x="1" y="0"/>
                    </a:moveTo>
                    <a:lnTo>
                      <a:pt x="271" y="0"/>
                    </a:lnTo>
                    <a:lnTo>
                      <a:pt x="272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C7C7C7"/>
              </a:solidFill>
              <a:ln w="13716">
                <a:solidFill>
                  <a:srgbClr val="C7C7C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19" name="polygon-3864"/>
              <p:cNvSpPr/>
              <p:nvPr/>
            </p:nvSpPr>
            <p:spPr>
              <a:xfrm>
                <a:off x="7854696" y="6254496"/>
                <a:ext cx="2487168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2" h="1">
                    <a:moveTo>
                      <a:pt x="0" y="0"/>
                    </a:moveTo>
                    <a:lnTo>
                      <a:pt x="272" y="0"/>
                    </a:lnTo>
                    <a:lnTo>
                      <a:pt x="27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D4D4D4"/>
              </a:solidFill>
              <a:ln w="13716">
                <a:solidFill>
                  <a:srgbClr val="D4D4D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20" name="polygon-3865"/>
              <p:cNvSpPr/>
              <p:nvPr/>
            </p:nvSpPr>
            <p:spPr>
              <a:xfrm>
                <a:off x="7845552" y="6263640"/>
                <a:ext cx="250545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4" h="1">
                    <a:moveTo>
                      <a:pt x="1" y="0"/>
                    </a:moveTo>
                    <a:lnTo>
                      <a:pt x="273" y="0"/>
                    </a:lnTo>
                    <a:lnTo>
                      <a:pt x="274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1E1E1"/>
              </a:solidFill>
              <a:ln w="13716">
                <a:solidFill>
                  <a:srgbClr val="E1E1E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21" name="polygon-3866"/>
              <p:cNvSpPr/>
              <p:nvPr/>
            </p:nvSpPr>
            <p:spPr>
              <a:xfrm>
                <a:off x="7836408" y="6272784"/>
                <a:ext cx="2523744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6" h="1">
                    <a:moveTo>
                      <a:pt x="1" y="0"/>
                    </a:moveTo>
                    <a:lnTo>
                      <a:pt x="275" y="0"/>
                    </a:lnTo>
                    <a:lnTo>
                      <a:pt x="27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DEDED"/>
              </a:solidFill>
              <a:ln w="13716">
                <a:solidFill>
                  <a:srgbClr val="EDEDE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22" name="polygon-3867"/>
              <p:cNvSpPr/>
              <p:nvPr/>
            </p:nvSpPr>
            <p:spPr>
              <a:xfrm>
                <a:off x="7836408" y="6281928"/>
                <a:ext cx="2523744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6" h="1">
                    <a:moveTo>
                      <a:pt x="0" y="0"/>
                    </a:moveTo>
                    <a:lnTo>
                      <a:pt x="276" y="0"/>
                    </a:lnTo>
                    <a:lnTo>
                      <a:pt x="27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AFAFA"/>
              </a:solidFill>
              <a:ln w="13716">
                <a:solidFill>
                  <a:srgbClr val="FAFAF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23" name="polygon-3868"/>
              <p:cNvSpPr/>
              <p:nvPr/>
            </p:nvSpPr>
            <p:spPr>
              <a:xfrm>
                <a:off x="7836408" y="6291072"/>
                <a:ext cx="2523744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76" h="2">
                    <a:moveTo>
                      <a:pt x="0" y="0"/>
                    </a:moveTo>
                    <a:lnTo>
                      <a:pt x="276" y="0"/>
                    </a:lnTo>
                    <a:lnTo>
                      <a:pt x="276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DFDFD"/>
              </a:solidFill>
              <a:ln w="13716">
                <a:solidFill>
                  <a:srgbClr val="FDFDF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24" name="polygon-3869"/>
              <p:cNvSpPr/>
              <p:nvPr/>
            </p:nvSpPr>
            <p:spPr>
              <a:xfrm>
                <a:off x="7827264" y="6309360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1" y="0"/>
                    </a:moveTo>
                    <a:lnTo>
                      <a:pt x="277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BFBFB"/>
              </a:solidFill>
              <a:ln w="13716">
                <a:solidFill>
                  <a:srgbClr val="FBFBF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25" name="polygon-3870"/>
              <p:cNvSpPr/>
              <p:nvPr/>
            </p:nvSpPr>
            <p:spPr>
              <a:xfrm>
                <a:off x="7827264" y="6318504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9F9F9"/>
              </a:solidFill>
              <a:ln w="13716">
                <a:solidFill>
                  <a:srgbClr val="F9F9F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26" name="polygon-3871"/>
              <p:cNvSpPr/>
              <p:nvPr/>
            </p:nvSpPr>
            <p:spPr>
              <a:xfrm>
                <a:off x="7827264" y="6327648"/>
                <a:ext cx="2542032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78" h="2">
                    <a:moveTo>
                      <a:pt x="0" y="0"/>
                    </a:moveTo>
                    <a:lnTo>
                      <a:pt x="278" y="0"/>
                    </a:lnTo>
                    <a:lnTo>
                      <a:pt x="278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6F6F6"/>
              </a:solidFill>
              <a:ln w="13716">
                <a:solidFill>
                  <a:srgbClr val="F6F6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27" name="polygon-3872"/>
              <p:cNvSpPr/>
              <p:nvPr/>
            </p:nvSpPr>
            <p:spPr>
              <a:xfrm>
                <a:off x="7827264" y="6345936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4F4F4"/>
              </a:solidFill>
              <a:ln w="13716">
                <a:solidFill>
                  <a:srgbClr val="F4F4F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28" name="polygon-3873"/>
              <p:cNvSpPr/>
              <p:nvPr/>
            </p:nvSpPr>
            <p:spPr>
              <a:xfrm>
                <a:off x="7827264" y="6355080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1F1F1"/>
              </a:solidFill>
              <a:ln w="13716">
                <a:solidFill>
                  <a:srgbClr val="F1F1F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29" name="polygon-3874"/>
              <p:cNvSpPr/>
              <p:nvPr/>
            </p:nvSpPr>
            <p:spPr>
              <a:xfrm>
                <a:off x="7827264" y="6364224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FEFEF"/>
              </a:solidFill>
              <a:ln w="13716">
                <a:solidFill>
                  <a:srgbClr val="EFEFE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30" name="polygon-3875"/>
              <p:cNvSpPr/>
              <p:nvPr/>
            </p:nvSpPr>
            <p:spPr>
              <a:xfrm>
                <a:off x="7827264" y="6373368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CECEC"/>
              </a:solidFill>
              <a:ln w="13716">
                <a:solidFill>
                  <a:srgbClr val="ECECE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31" name="polygon-3876"/>
              <p:cNvSpPr/>
              <p:nvPr/>
            </p:nvSpPr>
            <p:spPr>
              <a:xfrm>
                <a:off x="7827264" y="6382512"/>
                <a:ext cx="2542032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78" h="2">
                    <a:moveTo>
                      <a:pt x="0" y="0"/>
                    </a:moveTo>
                    <a:lnTo>
                      <a:pt x="278" y="0"/>
                    </a:lnTo>
                    <a:lnTo>
                      <a:pt x="278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EAEAEA"/>
              </a:solidFill>
              <a:ln w="13716">
                <a:solidFill>
                  <a:srgbClr val="EAEAE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32" name="polygon-3877"/>
              <p:cNvSpPr/>
              <p:nvPr/>
            </p:nvSpPr>
            <p:spPr>
              <a:xfrm>
                <a:off x="7827264" y="6400800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8E8E8"/>
              </a:solidFill>
              <a:ln w="13716">
                <a:solidFill>
                  <a:srgbClr val="E8E8E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33" name="polygon-3878"/>
              <p:cNvSpPr/>
              <p:nvPr/>
            </p:nvSpPr>
            <p:spPr>
              <a:xfrm>
                <a:off x="7827264" y="6409944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8E8E8"/>
              </a:solidFill>
              <a:ln w="13716">
                <a:solidFill>
                  <a:srgbClr val="E8E8E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34" name="polygon-3879"/>
              <p:cNvSpPr/>
              <p:nvPr/>
            </p:nvSpPr>
            <p:spPr>
              <a:xfrm>
                <a:off x="7827264" y="6419088"/>
                <a:ext cx="2542032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78" h="2">
                    <a:moveTo>
                      <a:pt x="0" y="0"/>
                    </a:moveTo>
                    <a:lnTo>
                      <a:pt x="278" y="0"/>
                    </a:lnTo>
                    <a:lnTo>
                      <a:pt x="278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EAEAEA"/>
              </a:solidFill>
              <a:ln w="13716">
                <a:solidFill>
                  <a:srgbClr val="EAEAE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35" name="polygon-3880"/>
              <p:cNvSpPr/>
              <p:nvPr/>
            </p:nvSpPr>
            <p:spPr>
              <a:xfrm>
                <a:off x="7827264" y="6437376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CECEC"/>
              </a:solidFill>
              <a:ln w="13716">
                <a:solidFill>
                  <a:srgbClr val="ECECE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36" name="polygon-3881"/>
              <p:cNvSpPr/>
              <p:nvPr/>
            </p:nvSpPr>
            <p:spPr>
              <a:xfrm>
                <a:off x="7827264" y="6446520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EEEEE"/>
              </a:solidFill>
              <a:ln w="13716">
                <a:solidFill>
                  <a:srgbClr val="EEEEE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37" name="polygon-3882"/>
              <p:cNvSpPr/>
              <p:nvPr/>
            </p:nvSpPr>
            <p:spPr>
              <a:xfrm>
                <a:off x="7827264" y="6455664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FEFEF"/>
              </a:solidFill>
              <a:ln w="13716">
                <a:solidFill>
                  <a:srgbClr val="EFEFE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38" name="polygon-3883"/>
              <p:cNvSpPr/>
              <p:nvPr/>
            </p:nvSpPr>
            <p:spPr>
              <a:xfrm>
                <a:off x="7827264" y="6464808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1F1F1"/>
              </a:solidFill>
              <a:ln w="13716">
                <a:solidFill>
                  <a:srgbClr val="F1F1F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39" name="polygon-3884"/>
              <p:cNvSpPr/>
              <p:nvPr/>
            </p:nvSpPr>
            <p:spPr>
              <a:xfrm>
                <a:off x="7827264" y="6473952"/>
                <a:ext cx="2542032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78" h="2">
                    <a:moveTo>
                      <a:pt x="0" y="0"/>
                    </a:moveTo>
                    <a:lnTo>
                      <a:pt x="278" y="0"/>
                    </a:lnTo>
                    <a:lnTo>
                      <a:pt x="278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3F3F3"/>
              </a:solidFill>
              <a:ln w="13716">
                <a:solidFill>
                  <a:srgbClr val="F3F3F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40" name="polygon-3885"/>
              <p:cNvSpPr/>
              <p:nvPr/>
            </p:nvSpPr>
            <p:spPr>
              <a:xfrm>
                <a:off x="7827264" y="6492240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/>
              </a:solidFill>
              <a:ln w="13716">
                <a:solidFill>
                  <a:srgbClr val="F5F5F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41" name="polygon-3886"/>
              <p:cNvSpPr/>
              <p:nvPr/>
            </p:nvSpPr>
            <p:spPr>
              <a:xfrm>
                <a:off x="7827264" y="6501384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6F6F6"/>
              </a:solidFill>
              <a:ln w="13716">
                <a:solidFill>
                  <a:srgbClr val="F6F6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42" name="polygon-3887"/>
              <p:cNvSpPr/>
              <p:nvPr/>
            </p:nvSpPr>
            <p:spPr>
              <a:xfrm>
                <a:off x="7827264" y="6510528"/>
                <a:ext cx="2542032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78" h="2">
                    <a:moveTo>
                      <a:pt x="0" y="0"/>
                    </a:moveTo>
                    <a:lnTo>
                      <a:pt x="278" y="0"/>
                    </a:lnTo>
                    <a:lnTo>
                      <a:pt x="278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8F8F8"/>
              </a:solidFill>
              <a:ln w="13716">
                <a:solidFill>
                  <a:srgbClr val="F8F8F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43" name="polygon-3888"/>
              <p:cNvSpPr/>
              <p:nvPr/>
            </p:nvSpPr>
            <p:spPr>
              <a:xfrm>
                <a:off x="7827264" y="6528816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AFAFA"/>
              </a:solidFill>
              <a:ln w="13716">
                <a:solidFill>
                  <a:srgbClr val="FAFAF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44" name="polygon-3889"/>
              <p:cNvSpPr/>
              <p:nvPr/>
            </p:nvSpPr>
            <p:spPr>
              <a:xfrm>
                <a:off x="7827264" y="6537960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CFCFC"/>
              </a:solidFill>
              <a:ln w="13716">
                <a:solidFill>
                  <a:srgbClr val="FCFCF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45" name="polygon-3890"/>
              <p:cNvSpPr/>
              <p:nvPr/>
            </p:nvSpPr>
            <p:spPr>
              <a:xfrm>
                <a:off x="7827264" y="6547104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DFDFD"/>
              </a:solidFill>
              <a:ln w="13716">
                <a:solidFill>
                  <a:srgbClr val="FDFDF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46" name="polygon-3891"/>
              <p:cNvSpPr/>
              <p:nvPr/>
            </p:nvSpPr>
            <p:spPr>
              <a:xfrm>
                <a:off x="7827264" y="6556248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47" name="polygon-3892"/>
              <p:cNvSpPr/>
              <p:nvPr/>
            </p:nvSpPr>
            <p:spPr>
              <a:xfrm>
                <a:off x="7827264" y="6565392"/>
                <a:ext cx="2542032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78" h="2">
                    <a:moveTo>
                      <a:pt x="0" y="0"/>
                    </a:moveTo>
                    <a:lnTo>
                      <a:pt x="278" y="0"/>
                    </a:lnTo>
                    <a:lnTo>
                      <a:pt x="278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48" name="polygon-3893"/>
              <p:cNvSpPr/>
              <p:nvPr/>
            </p:nvSpPr>
            <p:spPr>
              <a:xfrm>
                <a:off x="7827264" y="6583680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49" name="polygon-3894"/>
              <p:cNvSpPr/>
              <p:nvPr/>
            </p:nvSpPr>
            <p:spPr>
              <a:xfrm>
                <a:off x="7827264" y="6592824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50" name="polygon-3895"/>
              <p:cNvSpPr/>
              <p:nvPr/>
            </p:nvSpPr>
            <p:spPr>
              <a:xfrm>
                <a:off x="7827264" y="6601968"/>
                <a:ext cx="2542032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78" h="2">
                    <a:moveTo>
                      <a:pt x="0" y="0"/>
                    </a:moveTo>
                    <a:lnTo>
                      <a:pt x="278" y="0"/>
                    </a:lnTo>
                    <a:lnTo>
                      <a:pt x="278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51" name="polygon-3896"/>
              <p:cNvSpPr/>
              <p:nvPr/>
            </p:nvSpPr>
            <p:spPr>
              <a:xfrm>
                <a:off x="7827264" y="6620256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52" name="polygon-3897"/>
              <p:cNvSpPr/>
              <p:nvPr/>
            </p:nvSpPr>
            <p:spPr>
              <a:xfrm>
                <a:off x="7827264" y="6629400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53" name="polygon-3898"/>
              <p:cNvSpPr/>
              <p:nvPr/>
            </p:nvSpPr>
            <p:spPr>
              <a:xfrm>
                <a:off x="7827264" y="6638544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54" name="polygon-3899"/>
              <p:cNvSpPr/>
              <p:nvPr/>
            </p:nvSpPr>
            <p:spPr>
              <a:xfrm>
                <a:off x="7827264" y="6647688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55" name="polygon-3900"/>
              <p:cNvSpPr/>
              <p:nvPr/>
            </p:nvSpPr>
            <p:spPr>
              <a:xfrm>
                <a:off x="7827264" y="6656832"/>
                <a:ext cx="2542032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78" h="2">
                    <a:moveTo>
                      <a:pt x="0" y="0"/>
                    </a:moveTo>
                    <a:lnTo>
                      <a:pt x="278" y="0"/>
                    </a:lnTo>
                    <a:lnTo>
                      <a:pt x="278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56" name="polygon-3901"/>
              <p:cNvSpPr/>
              <p:nvPr/>
            </p:nvSpPr>
            <p:spPr>
              <a:xfrm>
                <a:off x="7827264" y="6675120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57" name="polygon-3902"/>
              <p:cNvSpPr/>
              <p:nvPr/>
            </p:nvSpPr>
            <p:spPr>
              <a:xfrm>
                <a:off x="7827264" y="6684264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58" name="polygon-3903"/>
              <p:cNvSpPr/>
              <p:nvPr/>
            </p:nvSpPr>
            <p:spPr>
              <a:xfrm>
                <a:off x="7827264" y="6693408"/>
                <a:ext cx="2542032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78" h="2">
                    <a:moveTo>
                      <a:pt x="0" y="0"/>
                    </a:moveTo>
                    <a:lnTo>
                      <a:pt x="278" y="0"/>
                    </a:lnTo>
                    <a:lnTo>
                      <a:pt x="278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59" name="polygon-3904"/>
              <p:cNvSpPr/>
              <p:nvPr/>
            </p:nvSpPr>
            <p:spPr>
              <a:xfrm>
                <a:off x="7827264" y="6711696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60" name="polygon-3905"/>
              <p:cNvSpPr/>
              <p:nvPr/>
            </p:nvSpPr>
            <p:spPr>
              <a:xfrm>
                <a:off x="7827264" y="6720840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61" name="polygon-3906"/>
              <p:cNvSpPr/>
              <p:nvPr/>
            </p:nvSpPr>
            <p:spPr>
              <a:xfrm>
                <a:off x="7827264" y="6729984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62" name="polygon-3907"/>
              <p:cNvSpPr/>
              <p:nvPr/>
            </p:nvSpPr>
            <p:spPr>
              <a:xfrm>
                <a:off x="7827264" y="6739128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63" name="polygon-3908"/>
              <p:cNvSpPr/>
              <p:nvPr/>
            </p:nvSpPr>
            <p:spPr>
              <a:xfrm>
                <a:off x="7827264" y="6748272"/>
                <a:ext cx="2542032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78" h="2">
                    <a:moveTo>
                      <a:pt x="0" y="0"/>
                    </a:moveTo>
                    <a:lnTo>
                      <a:pt x="278" y="0"/>
                    </a:lnTo>
                    <a:lnTo>
                      <a:pt x="278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64" name="polygon-3909"/>
              <p:cNvSpPr/>
              <p:nvPr/>
            </p:nvSpPr>
            <p:spPr>
              <a:xfrm>
                <a:off x="7827264" y="6766560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65" name="polygon-3910"/>
              <p:cNvSpPr/>
              <p:nvPr/>
            </p:nvSpPr>
            <p:spPr>
              <a:xfrm>
                <a:off x="7827264" y="6775704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66" name="polygon-3911"/>
              <p:cNvSpPr/>
              <p:nvPr/>
            </p:nvSpPr>
            <p:spPr>
              <a:xfrm>
                <a:off x="7827264" y="6784848"/>
                <a:ext cx="2542032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78" h="2">
                    <a:moveTo>
                      <a:pt x="0" y="0"/>
                    </a:moveTo>
                    <a:lnTo>
                      <a:pt x="278" y="0"/>
                    </a:lnTo>
                    <a:lnTo>
                      <a:pt x="278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67" name="polygon-3912"/>
              <p:cNvSpPr/>
              <p:nvPr/>
            </p:nvSpPr>
            <p:spPr>
              <a:xfrm>
                <a:off x="7827264" y="6803136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68" name="polygon-3913"/>
              <p:cNvSpPr/>
              <p:nvPr/>
            </p:nvSpPr>
            <p:spPr>
              <a:xfrm>
                <a:off x="7827264" y="6812280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69" name="polygon-3914"/>
              <p:cNvSpPr/>
              <p:nvPr/>
            </p:nvSpPr>
            <p:spPr>
              <a:xfrm>
                <a:off x="7827264" y="6821424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70" name="polygon-3915"/>
              <p:cNvSpPr/>
              <p:nvPr/>
            </p:nvSpPr>
            <p:spPr>
              <a:xfrm>
                <a:off x="7827264" y="6830568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71" name="polygon-3916"/>
              <p:cNvSpPr/>
              <p:nvPr/>
            </p:nvSpPr>
            <p:spPr>
              <a:xfrm>
                <a:off x="7827264" y="6839712"/>
                <a:ext cx="2542032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78" h="2">
                    <a:moveTo>
                      <a:pt x="0" y="0"/>
                    </a:moveTo>
                    <a:lnTo>
                      <a:pt x="278" y="0"/>
                    </a:lnTo>
                    <a:lnTo>
                      <a:pt x="278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72" name="polygon-3917"/>
              <p:cNvSpPr/>
              <p:nvPr/>
            </p:nvSpPr>
            <p:spPr>
              <a:xfrm>
                <a:off x="7827264" y="6858000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73" name="polygon-3918"/>
              <p:cNvSpPr/>
              <p:nvPr/>
            </p:nvSpPr>
            <p:spPr>
              <a:xfrm>
                <a:off x="7827264" y="6867144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74" name="polygon-3919"/>
              <p:cNvSpPr/>
              <p:nvPr/>
            </p:nvSpPr>
            <p:spPr>
              <a:xfrm>
                <a:off x="7827264" y="6876288"/>
                <a:ext cx="2542032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78" h="2">
                    <a:moveTo>
                      <a:pt x="0" y="0"/>
                    </a:moveTo>
                    <a:lnTo>
                      <a:pt x="278" y="0"/>
                    </a:lnTo>
                    <a:lnTo>
                      <a:pt x="278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75" name="polygon-3920"/>
              <p:cNvSpPr/>
              <p:nvPr/>
            </p:nvSpPr>
            <p:spPr>
              <a:xfrm>
                <a:off x="7827264" y="6894576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76" name="polygon-3921"/>
              <p:cNvSpPr/>
              <p:nvPr/>
            </p:nvSpPr>
            <p:spPr>
              <a:xfrm>
                <a:off x="7827264" y="6903720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77" name="polygon-3922"/>
              <p:cNvSpPr/>
              <p:nvPr/>
            </p:nvSpPr>
            <p:spPr>
              <a:xfrm>
                <a:off x="7827264" y="6912864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78" name="polygon-3923"/>
              <p:cNvSpPr/>
              <p:nvPr/>
            </p:nvSpPr>
            <p:spPr>
              <a:xfrm>
                <a:off x="7827264" y="6922008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79" name="polygon-3924"/>
              <p:cNvSpPr/>
              <p:nvPr/>
            </p:nvSpPr>
            <p:spPr>
              <a:xfrm>
                <a:off x="7827264" y="6931152"/>
                <a:ext cx="2542032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78" h="2">
                    <a:moveTo>
                      <a:pt x="0" y="0"/>
                    </a:moveTo>
                    <a:lnTo>
                      <a:pt x="278" y="0"/>
                    </a:lnTo>
                    <a:lnTo>
                      <a:pt x="278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80" name="polygon-3925"/>
              <p:cNvSpPr/>
              <p:nvPr/>
            </p:nvSpPr>
            <p:spPr>
              <a:xfrm>
                <a:off x="7827264" y="6949440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81" name="polygon-3926"/>
              <p:cNvSpPr/>
              <p:nvPr/>
            </p:nvSpPr>
            <p:spPr>
              <a:xfrm>
                <a:off x="7827264" y="6958584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82" name="polygon-3927"/>
              <p:cNvSpPr/>
              <p:nvPr/>
            </p:nvSpPr>
            <p:spPr>
              <a:xfrm>
                <a:off x="7827264" y="6967728"/>
                <a:ext cx="2542032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78" h="2">
                    <a:moveTo>
                      <a:pt x="0" y="0"/>
                    </a:moveTo>
                    <a:lnTo>
                      <a:pt x="278" y="0"/>
                    </a:lnTo>
                    <a:lnTo>
                      <a:pt x="278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83" name="polygon-3928"/>
              <p:cNvSpPr/>
              <p:nvPr/>
            </p:nvSpPr>
            <p:spPr>
              <a:xfrm>
                <a:off x="7827264" y="6986016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84" name="polygon-3929"/>
              <p:cNvSpPr/>
              <p:nvPr/>
            </p:nvSpPr>
            <p:spPr>
              <a:xfrm>
                <a:off x="7827264" y="6995160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85" name="polygon-3930"/>
              <p:cNvSpPr/>
              <p:nvPr/>
            </p:nvSpPr>
            <p:spPr>
              <a:xfrm>
                <a:off x="7827264" y="7004304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86" name="polygon-3931"/>
              <p:cNvSpPr/>
              <p:nvPr/>
            </p:nvSpPr>
            <p:spPr>
              <a:xfrm>
                <a:off x="7827264" y="7013448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87" name="polygon-3932"/>
              <p:cNvSpPr/>
              <p:nvPr/>
            </p:nvSpPr>
            <p:spPr>
              <a:xfrm>
                <a:off x="7827264" y="7022592"/>
                <a:ext cx="2542032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78" h="2">
                    <a:moveTo>
                      <a:pt x="0" y="0"/>
                    </a:moveTo>
                    <a:lnTo>
                      <a:pt x="278" y="0"/>
                    </a:lnTo>
                    <a:lnTo>
                      <a:pt x="278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88" name="polygon-3933"/>
              <p:cNvSpPr/>
              <p:nvPr/>
            </p:nvSpPr>
            <p:spPr>
              <a:xfrm>
                <a:off x="7827264" y="7040880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89" name="polygon-3934"/>
              <p:cNvSpPr/>
              <p:nvPr/>
            </p:nvSpPr>
            <p:spPr>
              <a:xfrm>
                <a:off x="7827264" y="7050024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90" name="polygon-3935"/>
              <p:cNvSpPr/>
              <p:nvPr/>
            </p:nvSpPr>
            <p:spPr>
              <a:xfrm>
                <a:off x="7827264" y="7059168"/>
                <a:ext cx="2542032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78" h="2">
                    <a:moveTo>
                      <a:pt x="0" y="0"/>
                    </a:moveTo>
                    <a:lnTo>
                      <a:pt x="278" y="0"/>
                    </a:lnTo>
                    <a:lnTo>
                      <a:pt x="278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91" name="polygon-3936"/>
              <p:cNvSpPr/>
              <p:nvPr/>
            </p:nvSpPr>
            <p:spPr>
              <a:xfrm>
                <a:off x="7827264" y="7077456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92" name="polygon-3937"/>
              <p:cNvSpPr/>
              <p:nvPr/>
            </p:nvSpPr>
            <p:spPr>
              <a:xfrm>
                <a:off x="7827264" y="7086600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93" name="polygon-3938"/>
              <p:cNvSpPr/>
              <p:nvPr/>
            </p:nvSpPr>
            <p:spPr>
              <a:xfrm>
                <a:off x="7827264" y="7095744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94" name="polygon-3939"/>
              <p:cNvSpPr/>
              <p:nvPr/>
            </p:nvSpPr>
            <p:spPr>
              <a:xfrm>
                <a:off x="7827264" y="7104888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95" name="polygon-3940"/>
              <p:cNvSpPr/>
              <p:nvPr/>
            </p:nvSpPr>
            <p:spPr>
              <a:xfrm>
                <a:off x="7827264" y="7114032"/>
                <a:ext cx="2542032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78" h="2">
                    <a:moveTo>
                      <a:pt x="0" y="0"/>
                    </a:moveTo>
                    <a:lnTo>
                      <a:pt x="278" y="0"/>
                    </a:lnTo>
                    <a:lnTo>
                      <a:pt x="278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96" name="polygon-3941"/>
              <p:cNvSpPr/>
              <p:nvPr/>
            </p:nvSpPr>
            <p:spPr>
              <a:xfrm>
                <a:off x="7827264" y="7132320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97" name="polygon-3942"/>
              <p:cNvSpPr/>
              <p:nvPr/>
            </p:nvSpPr>
            <p:spPr>
              <a:xfrm>
                <a:off x="7827264" y="7141464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98" name="polygon-3943"/>
              <p:cNvSpPr/>
              <p:nvPr/>
            </p:nvSpPr>
            <p:spPr>
              <a:xfrm>
                <a:off x="7827264" y="7150608"/>
                <a:ext cx="2542032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78" h="2">
                    <a:moveTo>
                      <a:pt x="0" y="0"/>
                    </a:moveTo>
                    <a:lnTo>
                      <a:pt x="278" y="0"/>
                    </a:lnTo>
                    <a:lnTo>
                      <a:pt x="278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99" name="polygon-3944"/>
              <p:cNvSpPr/>
              <p:nvPr/>
            </p:nvSpPr>
            <p:spPr>
              <a:xfrm>
                <a:off x="7827264" y="7168896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00" name="polygon-3945"/>
              <p:cNvSpPr/>
              <p:nvPr/>
            </p:nvSpPr>
            <p:spPr>
              <a:xfrm>
                <a:off x="7827264" y="7178040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01" name="polygon-3946"/>
              <p:cNvSpPr/>
              <p:nvPr/>
            </p:nvSpPr>
            <p:spPr>
              <a:xfrm>
                <a:off x="7827264" y="7187184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02" name="polygon-3947"/>
              <p:cNvSpPr/>
              <p:nvPr/>
            </p:nvSpPr>
            <p:spPr>
              <a:xfrm>
                <a:off x="7827264" y="7196328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03" name="polygon-3948"/>
              <p:cNvSpPr/>
              <p:nvPr/>
            </p:nvSpPr>
            <p:spPr>
              <a:xfrm>
                <a:off x="7827264" y="7205472"/>
                <a:ext cx="2542032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78" h="2">
                    <a:moveTo>
                      <a:pt x="0" y="0"/>
                    </a:moveTo>
                    <a:lnTo>
                      <a:pt x="278" y="0"/>
                    </a:lnTo>
                    <a:lnTo>
                      <a:pt x="278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04" name="polygon-3949"/>
              <p:cNvSpPr/>
              <p:nvPr/>
            </p:nvSpPr>
            <p:spPr>
              <a:xfrm>
                <a:off x="7827264" y="7223760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05" name="polygon-3950"/>
              <p:cNvSpPr/>
              <p:nvPr/>
            </p:nvSpPr>
            <p:spPr>
              <a:xfrm>
                <a:off x="7827264" y="7232904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06" name="polygon-3951"/>
              <p:cNvSpPr/>
              <p:nvPr/>
            </p:nvSpPr>
            <p:spPr>
              <a:xfrm>
                <a:off x="7827264" y="7242048"/>
                <a:ext cx="2542032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78" h="2">
                    <a:moveTo>
                      <a:pt x="0" y="0"/>
                    </a:moveTo>
                    <a:lnTo>
                      <a:pt x="278" y="0"/>
                    </a:lnTo>
                    <a:lnTo>
                      <a:pt x="278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07" name="polygon-3952"/>
              <p:cNvSpPr/>
              <p:nvPr/>
            </p:nvSpPr>
            <p:spPr>
              <a:xfrm>
                <a:off x="7827264" y="7260336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08" name="polygon-3953"/>
              <p:cNvSpPr/>
              <p:nvPr/>
            </p:nvSpPr>
            <p:spPr>
              <a:xfrm>
                <a:off x="7827264" y="7269480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09" name="polygon-3954"/>
              <p:cNvSpPr/>
              <p:nvPr/>
            </p:nvSpPr>
            <p:spPr>
              <a:xfrm>
                <a:off x="7827264" y="7278624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10" name="polygon-3955"/>
              <p:cNvSpPr/>
              <p:nvPr/>
            </p:nvSpPr>
            <p:spPr>
              <a:xfrm>
                <a:off x="7827264" y="7287768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11" name="polygon-3956"/>
              <p:cNvSpPr/>
              <p:nvPr/>
            </p:nvSpPr>
            <p:spPr>
              <a:xfrm>
                <a:off x="7827264" y="7296912"/>
                <a:ext cx="2542032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78" h="2">
                    <a:moveTo>
                      <a:pt x="0" y="0"/>
                    </a:moveTo>
                    <a:lnTo>
                      <a:pt x="278" y="0"/>
                    </a:lnTo>
                    <a:lnTo>
                      <a:pt x="278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12" name="polygon-3957"/>
              <p:cNvSpPr/>
              <p:nvPr/>
            </p:nvSpPr>
            <p:spPr>
              <a:xfrm>
                <a:off x="7827264" y="7315200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13" name="polygon-3958"/>
              <p:cNvSpPr/>
              <p:nvPr/>
            </p:nvSpPr>
            <p:spPr>
              <a:xfrm>
                <a:off x="7827264" y="7324344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14" name="polygon-3959"/>
              <p:cNvSpPr/>
              <p:nvPr/>
            </p:nvSpPr>
            <p:spPr>
              <a:xfrm>
                <a:off x="7827264" y="7333488"/>
                <a:ext cx="2542032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78" h="2">
                    <a:moveTo>
                      <a:pt x="0" y="0"/>
                    </a:moveTo>
                    <a:lnTo>
                      <a:pt x="278" y="0"/>
                    </a:lnTo>
                    <a:lnTo>
                      <a:pt x="278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15" name="polygon-3960"/>
              <p:cNvSpPr/>
              <p:nvPr/>
            </p:nvSpPr>
            <p:spPr>
              <a:xfrm>
                <a:off x="7827264" y="7351776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16" name="polygon-3961"/>
              <p:cNvSpPr/>
              <p:nvPr/>
            </p:nvSpPr>
            <p:spPr>
              <a:xfrm>
                <a:off x="7827264" y="7360920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17" name="polygon-3962"/>
              <p:cNvSpPr/>
              <p:nvPr/>
            </p:nvSpPr>
            <p:spPr>
              <a:xfrm>
                <a:off x="7827264" y="7370064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18" name="polygon-3963"/>
              <p:cNvSpPr/>
              <p:nvPr/>
            </p:nvSpPr>
            <p:spPr>
              <a:xfrm>
                <a:off x="7827264" y="7379208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19" name="polygon-3964"/>
              <p:cNvSpPr/>
              <p:nvPr/>
            </p:nvSpPr>
            <p:spPr>
              <a:xfrm>
                <a:off x="7827264" y="7388352"/>
                <a:ext cx="2542032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78" h="2">
                    <a:moveTo>
                      <a:pt x="0" y="0"/>
                    </a:moveTo>
                    <a:lnTo>
                      <a:pt x="278" y="0"/>
                    </a:lnTo>
                    <a:lnTo>
                      <a:pt x="278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20" name="polygon-3965"/>
              <p:cNvSpPr/>
              <p:nvPr/>
            </p:nvSpPr>
            <p:spPr>
              <a:xfrm>
                <a:off x="7827264" y="7406640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21" name="polygon-3966"/>
              <p:cNvSpPr/>
              <p:nvPr/>
            </p:nvSpPr>
            <p:spPr>
              <a:xfrm>
                <a:off x="7827264" y="7415784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22" name="polygon-3967"/>
              <p:cNvSpPr/>
              <p:nvPr/>
            </p:nvSpPr>
            <p:spPr>
              <a:xfrm>
                <a:off x="7827264" y="7424928"/>
                <a:ext cx="2542032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78" h="2">
                    <a:moveTo>
                      <a:pt x="0" y="0"/>
                    </a:moveTo>
                    <a:lnTo>
                      <a:pt x="278" y="0"/>
                    </a:lnTo>
                    <a:lnTo>
                      <a:pt x="278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23" name="polygon-3968"/>
              <p:cNvSpPr/>
              <p:nvPr/>
            </p:nvSpPr>
            <p:spPr>
              <a:xfrm>
                <a:off x="7827264" y="7443216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24" name="polygon-3969"/>
              <p:cNvSpPr/>
              <p:nvPr/>
            </p:nvSpPr>
            <p:spPr>
              <a:xfrm>
                <a:off x="7827264" y="7452360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25" name="polygon-3970"/>
              <p:cNvSpPr/>
              <p:nvPr/>
            </p:nvSpPr>
            <p:spPr>
              <a:xfrm>
                <a:off x="7827264" y="7461504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26" name="polygon-3971"/>
              <p:cNvSpPr/>
              <p:nvPr/>
            </p:nvSpPr>
            <p:spPr>
              <a:xfrm>
                <a:off x="7827264" y="7470648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27" name="polygon-3972"/>
              <p:cNvSpPr/>
              <p:nvPr/>
            </p:nvSpPr>
            <p:spPr>
              <a:xfrm>
                <a:off x="7827264" y="7479792"/>
                <a:ext cx="2542032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78" h="2">
                    <a:moveTo>
                      <a:pt x="0" y="0"/>
                    </a:moveTo>
                    <a:lnTo>
                      <a:pt x="278" y="0"/>
                    </a:lnTo>
                    <a:lnTo>
                      <a:pt x="278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28" name="polygon-3973"/>
              <p:cNvSpPr/>
              <p:nvPr/>
            </p:nvSpPr>
            <p:spPr>
              <a:xfrm>
                <a:off x="7827264" y="7498080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29" name="polygon-3974"/>
              <p:cNvSpPr/>
              <p:nvPr/>
            </p:nvSpPr>
            <p:spPr>
              <a:xfrm>
                <a:off x="7827264" y="7507224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30" name="polygon-3975"/>
              <p:cNvSpPr/>
              <p:nvPr/>
            </p:nvSpPr>
            <p:spPr>
              <a:xfrm>
                <a:off x="7827264" y="7516368"/>
                <a:ext cx="2542032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78" h="2">
                    <a:moveTo>
                      <a:pt x="0" y="0"/>
                    </a:moveTo>
                    <a:lnTo>
                      <a:pt x="278" y="0"/>
                    </a:lnTo>
                    <a:lnTo>
                      <a:pt x="278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31" name="polygon-3976"/>
              <p:cNvSpPr/>
              <p:nvPr/>
            </p:nvSpPr>
            <p:spPr>
              <a:xfrm>
                <a:off x="7827264" y="7534656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32" name="polygon-3977"/>
              <p:cNvSpPr/>
              <p:nvPr/>
            </p:nvSpPr>
            <p:spPr>
              <a:xfrm>
                <a:off x="7827264" y="7543800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33" name="polygon-3978"/>
              <p:cNvSpPr/>
              <p:nvPr/>
            </p:nvSpPr>
            <p:spPr>
              <a:xfrm>
                <a:off x="7827264" y="7552944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34" name="polygon-3979"/>
              <p:cNvSpPr/>
              <p:nvPr/>
            </p:nvSpPr>
            <p:spPr>
              <a:xfrm>
                <a:off x="7827264" y="7562088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35" name="polygon-3980"/>
              <p:cNvSpPr/>
              <p:nvPr/>
            </p:nvSpPr>
            <p:spPr>
              <a:xfrm>
                <a:off x="7827264" y="7571232"/>
                <a:ext cx="2542032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78" h="2">
                    <a:moveTo>
                      <a:pt x="0" y="0"/>
                    </a:moveTo>
                    <a:lnTo>
                      <a:pt x="278" y="0"/>
                    </a:lnTo>
                    <a:lnTo>
                      <a:pt x="278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36" name="polygon-3981"/>
              <p:cNvSpPr/>
              <p:nvPr/>
            </p:nvSpPr>
            <p:spPr>
              <a:xfrm>
                <a:off x="7827264" y="7589520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37" name="polygon-3982"/>
              <p:cNvSpPr/>
              <p:nvPr/>
            </p:nvSpPr>
            <p:spPr>
              <a:xfrm>
                <a:off x="7827264" y="7598664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38" name="polygon-3983"/>
              <p:cNvSpPr/>
              <p:nvPr/>
            </p:nvSpPr>
            <p:spPr>
              <a:xfrm>
                <a:off x="7827264" y="7607808"/>
                <a:ext cx="2542032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78" h="2">
                    <a:moveTo>
                      <a:pt x="0" y="0"/>
                    </a:moveTo>
                    <a:lnTo>
                      <a:pt x="278" y="0"/>
                    </a:lnTo>
                    <a:lnTo>
                      <a:pt x="278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39" name="polygon-3984"/>
              <p:cNvSpPr/>
              <p:nvPr/>
            </p:nvSpPr>
            <p:spPr>
              <a:xfrm>
                <a:off x="7827264" y="7626096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40" name="polygon-3985"/>
              <p:cNvSpPr/>
              <p:nvPr/>
            </p:nvSpPr>
            <p:spPr>
              <a:xfrm>
                <a:off x="7827264" y="7635240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41" name="polygon-3986"/>
              <p:cNvSpPr/>
              <p:nvPr/>
            </p:nvSpPr>
            <p:spPr>
              <a:xfrm>
                <a:off x="7827264" y="7644384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42" name="polygon-3987"/>
              <p:cNvSpPr/>
              <p:nvPr/>
            </p:nvSpPr>
            <p:spPr>
              <a:xfrm>
                <a:off x="7827264" y="7653528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43" name="polygon-3988"/>
              <p:cNvSpPr/>
              <p:nvPr/>
            </p:nvSpPr>
            <p:spPr>
              <a:xfrm>
                <a:off x="7827264" y="7662672"/>
                <a:ext cx="2542032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78" h="2">
                    <a:moveTo>
                      <a:pt x="0" y="0"/>
                    </a:moveTo>
                    <a:lnTo>
                      <a:pt x="278" y="0"/>
                    </a:lnTo>
                    <a:lnTo>
                      <a:pt x="278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44" name="polygon-3989"/>
              <p:cNvSpPr/>
              <p:nvPr/>
            </p:nvSpPr>
            <p:spPr>
              <a:xfrm>
                <a:off x="7827264" y="7680960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FEFE"/>
              </a:solidFill>
              <a:ln w="13716">
                <a:solidFill>
                  <a:srgbClr val="FEFEF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45" name="polygon-3990"/>
              <p:cNvSpPr/>
              <p:nvPr/>
            </p:nvSpPr>
            <p:spPr>
              <a:xfrm>
                <a:off x="7827264" y="7690104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CFCFC"/>
              </a:solidFill>
              <a:ln w="13716">
                <a:solidFill>
                  <a:srgbClr val="FCFCF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46" name="polygon-3991"/>
              <p:cNvSpPr/>
              <p:nvPr/>
            </p:nvSpPr>
            <p:spPr>
              <a:xfrm>
                <a:off x="7827264" y="7699248"/>
                <a:ext cx="2542032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78" h="2">
                    <a:moveTo>
                      <a:pt x="0" y="0"/>
                    </a:moveTo>
                    <a:lnTo>
                      <a:pt x="278" y="0"/>
                    </a:lnTo>
                    <a:lnTo>
                      <a:pt x="278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AFAFA"/>
              </a:solidFill>
              <a:ln w="13716">
                <a:solidFill>
                  <a:srgbClr val="FAFAF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47" name="polygon-3992"/>
              <p:cNvSpPr/>
              <p:nvPr/>
            </p:nvSpPr>
            <p:spPr>
              <a:xfrm>
                <a:off x="7827264" y="7717536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8F8F8"/>
              </a:solidFill>
              <a:ln w="13716">
                <a:solidFill>
                  <a:srgbClr val="F8F8F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48" name="polygon-3993"/>
              <p:cNvSpPr/>
              <p:nvPr/>
            </p:nvSpPr>
            <p:spPr>
              <a:xfrm>
                <a:off x="7827264" y="7726680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6F6F6"/>
              </a:solidFill>
              <a:ln w="13716">
                <a:solidFill>
                  <a:srgbClr val="F6F6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49" name="polygon-3994"/>
              <p:cNvSpPr/>
              <p:nvPr/>
            </p:nvSpPr>
            <p:spPr>
              <a:xfrm>
                <a:off x="7827264" y="7735824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4F4F4"/>
              </a:solidFill>
              <a:ln w="13716">
                <a:solidFill>
                  <a:srgbClr val="F4F4F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50" name="polygon-3995"/>
              <p:cNvSpPr/>
              <p:nvPr/>
            </p:nvSpPr>
            <p:spPr>
              <a:xfrm>
                <a:off x="7827264" y="7744968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2F2F2"/>
              </a:solidFill>
              <a:ln w="13716">
                <a:solidFill>
                  <a:srgbClr val="F2F2F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51" name="polygon-3996"/>
              <p:cNvSpPr/>
              <p:nvPr/>
            </p:nvSpPr>
            <p:spPr>
              <a:xfrm>
                <a:off x="7827264" y="7754112"/>
                <a:ext cx="2542032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78" h="2">
                    <a:moveTo>
                      <a:pt x="0" y="0"/>
                    </a:moveTo>
                    <a:lnTo>
                      <a:pt x="278" y="0"/>
                    </a:lnTo>
                    <a:lnTo>
                      <a:pt x="278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0F0F0"/>
              </a:solidFill>
              <a:ln w="13716">
                <a:solidFill>
                  <a:srgbClr val="F0F0F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52" name="polygon-3997"/>
              <p:cNvSpPr/>
              <p:nvPr/>
            </p:nvSpPr>
            <p:spPr>
              <a:xfrm>
                <a:off x="7827264" y="7772400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EEEEE"/>
              </a:solidFill>
              <a:ln w="13716">
                <a:solidFill>
                  <a:srgbClr val="EEEEE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53" name="polygon-3998"/>
              <p:cNvSpPr/>
              <p:nvPr/>
            </p:nvSpPr>
            <p:spPr>
              <a:xfrm>
                <a:off x="7827264" y="7781544"/>
                <a:ext cx="254203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">
                    <a:moveTo>
                      <a:pt x="0" y="0"/>
                    </a:moveTo>
                    <a:lnTo>
                      <a:pt x="278" y="0"/>
                    </a:lnTo>
                    <a:lnTo>
                      <a:pt x="27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EDEDED"/>
              </a:solidFill>
              <a:ln w="13716">
                <a:solidFill>
                  <a:srgbClr val="EDEDE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54" name="polygon-3999"/>
              <p:cNvSpPr/>
              <p:nvPr/>
            </p:nvSpPr>
            <p:spPr>
              <a:xfrm>
                <a:off x="7836408" y="7790688"/>
                <a:ext cx="2523744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76" h="2">
                    <a:moveTo>
                      <a:pt x="0" y="0"/>
                    </a:moveTo>
                    <a:lnTo>
                      <a:pt x="276" y="0"/>
                    </a:lnTo>
                    <a:lnTo>
                      <a:pt x="276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EBEBEB"/>
              </a:solidFill>
              <a:ln w="13716">
                <a:solidFill>
                  <a:srgbClr val="EBEBE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55" name="polygon-4000"/>
              <p:cNvSpPr/>
              <p:nvPr/>
            </p:nvSpPr>
            <p:spPr>
              <a:xfrm>
                <a:off x="7836408" y="7808976"/>
                <a:ext cx="2523744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6" h="1">
                    <a:moveTo>
                      <a:pt x="0" y="0"/>
                    </a:moveTo>
                    <a:lnTo>
                      <a:pt x="276" y="0"/>
                    </a:lnTo>
                    <a:lnTo>
                      <a:pt x="27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9E9E9"/>
              </a:solidFill>
              <a:ln w="13716">
                <a:solidFill>
                  <a:srgbClr val="E9E9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56" name="polygon-4001"/>
              <p:cNvSpPr/>
              <p:nvPr/>
            </p:nvSpPr>
            <p:spPr>
              <a:xfrm>
                <a:off x="7836408" y="7818120"/>
                <a:ext cx="2523744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6" h="1">
                    <a:moveTo>
                      <a:pt x="0" y="0"/>
                    </a:moveTo>
                    <a:lnTo>
                      <a:pt x="276" y="0"/>
                    </a:lnTo>
                    <a:lnTo>
                      <a:pt x="27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E7E7E7"/>
              </a:solidFill>
              <a:ln w="13716">
                <a:solidFill>
                  <a:srgbClr val="E7E7E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57" name="polygon-4002"/>
              <p:cNvSpPr/>
              <p:nvPr/>
            </p:nvSpPr>
            <p:spPr>
              <a:xfrm>
                <a:off x="7845552" y="7827264"/>
                <a:ext cx="250545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4" h="1">
                    <a:moveTo>
                      <a:pt x="0" y="0"/>
                    </a:moveTo>
                    <a:lnTo>
                      <a:pt x="274" y="0"/>
                    </a:lnTo>
                    <a:lnTo>
                      <a:pt x="27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E5E5E5"/>
              </a:solidFill>
              <a:ln w="13716">
                <a:solidFill>
                  <a:srgbClr val="E5E5E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58" name="polygon-4003"/>
              <p:cNvSpPr/>
              <p:nvPr/>
            </p:nvSpPr>
            <p:spPr>
              <a:xfrm>
                <a:off x="7854696" y="7836408"/>
                <a:ext cx="2487168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2" h="1">
                    <a:moveTo>
                      <a:pt x="0" y="0"/>
                    </a:moveTo>
                    <a:lnTo>
                      <a:pt x="272" y="0"/>
                    </a:lnTo>
                    <a:lnTo>
                      <a:pt x="27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3E3E3"/>
              </a:solidFill>
              <a:ln w="13716">
                <a:solidFill>
                  <a:srgbClr val="E3E3E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59" name="polygon-4004"/>
              <p:cNvSpPr/>
              <p:nvPr/>
            </p:nvSpPr>
            <p:spPr>
              <a:xfrm>
                <a:off x="7854696" y="7845552"/>
                <a:ext cx="2487168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72" h="2">
                    <a:moveTo>
                      <a:pt x="0" y="0"/>
                    </a:moveTo>
                    <a:lnTo>
                      <a:pt x="272" y="0"/>
                    </a:lnTo>
                    <a:lnTo>
                      <a:pt x="271" y="2"/>
                    </a:lnTo>
                    <a:lnTo>
                      <a:pt x="1" y="2"/>
                    </a:lnTo>
                    <a:close/>
                  </a:path>
                </a:pathLst>
              </a:custGeom>
              <a:solidFill>
                <a:srgbClr val="E1E1E1"/>
              </a:solidFill>
              <a:ln w="13716">
                <a:solidFill>
                  <a:srgbClr val="E1E1E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60" name="polygon-4005"/>
              <p:cNvSpPr/>
              <p:nvPr/>
            </p:nvSpPr>
            <p:spPr>
              <a:xfrm>
                <a:off x="7863840" y="7863840"/>
                <a:ext cx="246888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70" h="1">
                    <a:moveTo>
                      <a:pt x="0" y="0"/>
                    </a:moveTo>
                    <a:lnTo>
                      <a:pt x="270" y="0"/>
                    </a:lnTo>
                    <a:lnTo>
                      <a:pt x="268" y="1"/>
                    </a:lnTo>
                    <a:lnTo>
                      <a:pt x="2" y="1"/>
                    </a:lnTo>
                    <a:close/>
                  </a:path>
                </a:pathLst>
              </a:custGeom>
              <a:solidFill>
                <a:srgbClr val="D0D0D0"/>
              </a:solidFill>
              <a:ln w="13716">
                <a:solidFill>
                  <a:srgbClr val="D0D0D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61" name="polygon-4006"/>
              <p:cNvSpPr/>
              <p:nvPr/>
            </p:nvSpPr>
            <p:spPr>
              <a:xfrm>
                <a:off x="7882128" y="7872984"/>
                <a:ext cx="2432304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1">
                    <a:moveTo>
                      <a:pt x="0" y="0"/>
                    </a:moveTo>
                    <a:lnTo>
                      <a:pt x="266" y="0"/>
                    </a:lnTo>
                    <a:lnTo>
                      <a:pt x="26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BCBCBC"/>
              </a:solidFill>
              <a:ln w="13716">
                <a:solidFill>
                  <a:srgbClr val="BCBCB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62" name="polygon-4007"/>
              <p:cNvSpPr/>
              <p:nvPr/>
            </p:nvSpPr>
            <p:spPr>
              <a:xfrm>
                <a:off x="7891272" y="7882128"/>
                <a:ext cx="241401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64" h="2">
                    <a:moveTo>
                      <a:pt x="0" y="0"/>
                    </a:moveTo>
                    <a:lnTo>
                      <a:pt x="264" y="0"/>
                    </a:lnTo>
                    <a:lnTo>
                      <a:pt x="262" y="2"/>
                    </a:lnTo>
                    <a:lnTo>
                      <a:pt x="2" y="2"/>
                    </a:lnTo>
                    <a:close/>
                  </a:path>
                </a:pathLst>
              </a:custGeom>
              <a:solidFill>
                <a:srgbClr val="A7A7A7"/>
              </a:solidFill>
              <a:ln w="13716">
                <a:solidFill>
                  <a:srgbClr val="A7A7A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63" name="polygon-4008"/>
              <p:cNvSpPr/>
              <p:nvPr/>
            </p:nvSpPr>
            <p:spPr>
              <a:xfrm>
                <a:off x="7909560" y="7900416"/>
                <a:ext cx="23774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60" h="1">
                    <a:moveTo>
                      <a:pt x="0" y="0"/>
                    </a:moveTo>
                    <a:lnTo>
                      <a:pt x="260" y="0"/>
                    </a:lnTo>
                    <a:lnTo>
                      <a:pt x="258" y="1"/>
                    </a:lnTo>
                    <a:lnTo>
                      <a:pt x="2" y="1"/>
                    </a:lnTo>
                    <a:close/>
                  </a:path>
                </a:pathLst>
              </a:custGeom>
              <a:solidFill>
                <a:srgbClr val="939393"/>
              </a:solidFill>
              <a:ln w="13716">
                <a:solidFill>
                  <a:srgbClr val="93939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64" name="polygon-4009"/>
              <p:cNvSpPr/>
              <p:nvPr/>
            </p:nvSpPr>
            <p:spPr>
              <a:xfrm>
                <a:off x="7927848" y="7909560"/>
                <a:ext cx="2340864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56" h="1">
                    <a:moveTo>
                      <a:pt x="0" y="0"/>
                    </a:moveTo>
                    <a:lnTo>
                      <a:pt x="256" y="0"/>
                    </a:lnTo>
                    <a:lnTo>
                      <a:pt x="249" y="1"/>
                    </a:lnTo>
                    <a:lnTo>
                      <a:pt x="7" y="1"/>
                    </a:lnTo>
                    <a:close/>
                  </a:path>
                </a:pathLst>
              </a:custGeom>
              <a:solidFill>
                <a:srgbClr val="7E7E7E"/>
              </a:solidFill>
              <a:ln w="13716">
                <a:solidFill>
                  <a:srgbClr val="7E7E7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65" name="rectangle-4010"/>
              <p:cNvSpPr/>
              <p:nvPr/>
            </p:nvSpPr>
            <p:spPr>
              <a:xfrm>
                <a:off x="7827264" y="6181344"/>
                <a:ext cx="2542032" cy="1737360"/>
              </a:xfrm>
              <a:prstGeom prst="roundRect">
                <a:avLst>
                  <a:gd name="adj" fmla="val 9473"/>
                </a:avLst>
              </a:prstGeom>
              <a:noFill/>
              <a:ln w="18288">
                <a:solidFill>
                  <a:srgbClr val="77777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4066" name="Editable feature tensor"/>
            <p:cNvGrpSpPr/>
            <p:nvPr/>
          </p:nvGrpSpPr>
          <p:grpSpPr>
            <a:xfrm>
              <a:off x="7982712" y="6391656"/>
              <a:ext cx="777240" cy="1179576"/>
              <a:chOff x="7982712" y="6391656"/>
              <a:chExt cx="777240" cy="1179576"/>
            </a:xfrm>
          </p:grpSpPr>
          <p:sp>
            <p:nvSpPr>
              <p:cNvPr id="4067" name="polygon-4012"/>
              <p:cNvSpPr/>
              <p:nvPr/>
            </p:nvSpPr>
            <p:spPr>
              <a:xfrm>
                <a:off x="7982712" y="6391656"/>
                <a:ext cx="548640" cy="384048"/>
              </a:xfrm>
              <a:custGeom>
                <a:avLst/>
                <a:gdLst/>
                <a:ahLst/>
                <a:cxnLst/>
                <a:rect l="l" t="t" r="r" b="b"/>
                <a:pathLst>
                  <a:path w="60" h="42">
                    <a:moveTo>
                      <a:pt x="0" y="42"/>
                    </a:moveTo>
                    <a:lnTo>
                      <a:pt x="43" y="0"/>
                    </a:lnTo>
                    <a:lnTo>
                      <a:pt x="60" y="0"/>
                    </a:lnTo>
                    <a:lnTo>
                      <a:pt x="17" y="42"/>
                    </a:lnTo>
                    <a:close/>
                  </a:path>
                </a:pathLst>
              </a:custGeom>
              <a:solidFill>
                <a:srgbClr val="A8C7DF"/>
              </a:solidFill>
              <a:ln w="18288">
                <a:solidFill>
                  <a:srgbClr val="4B4B4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68" name="polygon-4013"/>
              <p:cNvSpPr/>
              <p:nvPr/>
            </p:nvSpPr>
            <p:spPr>
              <a:xfrm>
                <a:off x="8138160" y="6391656"/>
                <a:ext cx="393192" cy="1179576"/>
              </a:xfrm>
              <a:custGeom>
                <a:avLst/>
                <a:gdLst/>
                <a:ahLst/>
                <a:cxnLst/>
                <a:rect l="l" t="t" r="r" b="b"/>
                <a:pathLst>
                  <a:path w="43" h="129">
                    <a:moveTo>
                      <a:pt x="0" y="42"/>
                    </a:moveTo>
                    <a:lnTo>
                      <a:pt x="43" y="0"/>
                    </a:lnTo>
                    <a:lnTo>
                      <a:pt x="43" y="87"/>
                    </a:lnTo>
                    <a:lnTo>
                      <a:pt x="0" y="129"/>
                    </a:lnTo>
                    <a:close/>
                  </a:path>
                </a:pathLst>
              </a:custGeom>
              <a:solidFill>
                <a:srgbClr val="6189A8"/>
              </a:solidFill>
              <a:ln w="18288">
                <a:solidFill>
                  <a:srgbClr val="4B4B4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69" name="rectangle-4014"/>
              <p:cNvSpPr/>
              <p:nvPr/>
            </p:nvSpPr>
            <p:spPr>
              <a:xfrm>
                <a:off x="7982712" y="6775704"/>
                <a:ext cx="155448" cy="795528"/>
              </a:xfrm>
              <a:prstGeom prst="rect">
                <a:avLst/>
              </a:prstGeom>
              <a:solidFill>
                <a:srgbClr val="7FA8C7"/>
              </a:solidFill>
              <a:ln w="18288">
                <a:solidFill>
                  <a:srgbClr val="4B4B4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70" name="polygon-4015"/>
              <p:cNvSpPr/>
              <p:nvPr/>
            </p:nvSpPr>
            <p:spPr>
              <a:xfrm>
                <a:off x="8211312" y="6391656"/>
                <a:ext cx="548640" cy="384048"/>
              </a:xfrm>
              <a:custGeom>
                <a:avLst/>
                <a:gdLst/>
                <a:ahLst/>
                <a:cxnLst/>
                <a:rect l="l" t="t" r="r" b="b"/>
                <a:pathLst>
                  <a:path w="60" h="42">
                    <a:moveTo>
                      <a:pt x="0" y="42"/>
                    </a:moveTo>
                    <a:lnTo>
                      <a:pt x="43" y="0"/>
                    </a:lnTo>
                    <a:lnTo>
                      <a:pt x="60" y="0"/>
                    </a:lnTo>
                    <a:lnTo>
                      <a:pt x="17" y="42"/>
                    </a:lnTo>
                    <a:close/>
                  </a:path>
                </a:pathLst>
              </a:custGeom>
              <a:solidFill>
                <a:srgbClr val="A8C7DF"/>
              </a:solidFill>
              <a:ln w="18288">
                <a:solidFill>
                  <a:srgbClr val="4B4B4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71" name="polygon-4016"/>
              <p:cNvSpPr/>
              <p:nvPr/>
            </p:nvSpPr>
            <p:spPr>
              <a:xfrm>
                <a:off x="8366760" y="6391656"/>
                <a:ext cx="393192" cy="1179576"/>
              </a:xfrm>
              <a:custGeom>
                <a:avLst/>
                <a:gdLst/>
                <a:ahLst/>
                <a:cxnLst/>
                <a:rect l="l" t="t" r="r" b="b"/>
                <a:pathLst>
                  <a:path w="43" h="129">
                    <a:moveTo>
                      <a:pt x="0" y="42"/>
                    </a:moveTo>
                    <a:lnTo>
                      <a:pt x="43" y="0"/>
                    </a:lnTo>
                    <a:lnTo>
                      <a:pt x="43" y="87"/>
                    </a:lnTo>
                    <a:lnTo>
                      <a:pt x="0" y="129"/>
                    </a:lnTo>
                    <a:close/>
                  </a:path>
                </a:pathLst>
              </a:custGeom>
              <a:solidFill>
                <a:srgbClr val="6189A8"/>
              </a:solidFill>
              <a:ln w="18288">
                <a:solidFill>
                  <a:srgbClr val="4B4B4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72" name="rectangle-4017"/>
              <p:cNvSpPr/>
              <p:nvPr/>
            </p:nvSpPr>
            <p:spPr>
              <a:xfrm>
                <a:off x="8211312" y="6775704"/>
                <a:ext cx="155448" cy="795528"/>
              </a:xfrm>
              <a:prstGeom prst="rect">
                <a:avLst/>
              </a:prstGeom>
              <a:solidFill>
                <a:srgbClr val="7FA8C7"/>
              </a:solidFill>
              <a:ln w="18288">
                <a:solidFill>
                  <a:srgbClr val="4B4B4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4073" name="Text: IR Block"/>
            <p:cNvSpPr txBox="1"/>
            <p:nvPr/>
          </p:nvSpPr>
          <p:spPr>
            <a:xfrm>
              <a:off x="9363456" y="7635240"/>
              <a:ext cx="896112" cy="26517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1" i="0">
                  <a:solidFill>
                    <a:srgbClr val="000000"/>
                  </a:solidFill>
                  <a:latin typeface="Liberation Serif"/>
                </a:rPr>
                <a:t>IR Block</a:t>
              </a:r>
            </a:p>
          </p:txBody>
        </p:sp>
        <p:sp>
          <p:nvSpPr>
            <p:cNvPr id="4074" name="rectangle-4018"/>
            <p:cNvSpPr/>
            <p:nvPr/>
          </p:nvSpPr>
          <p:spPr>
            <a:xfrm>
              <a:off x="8467344" y="5248656"/>
              <a:ext cx="1865376" cy="676656"/>
            </a:xfrm>
            <a:prstGeom prst="roundRect">
              <a:avLst>
                <a:gd name="adj" fmla="val 10810"/>
              </a:avLst>
            </a:prstGeom>
            <a:solidFill>
              <a:srgbClr val="E5EDF6">
                <a:alpha val="50000"/>
              </a:srgbClr>
            </a:solidFill>
            <a:ln w="16459">
              <a:solidFill>
                <a:srgbClr val="4474C9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75" name="polygon-4019"/>
            <p:cNvSpPr/>
            <p:nvPr/>
          </p:nvSpPr>
          <p:spPr>
            <a:xfrm>
              <a:off x="8586216" y="5330952"/>
              <a:ext cx="612648" cy="566928"/>
            </a:xfrm>
            <a:custGeom>
              <a:avLst/>
              <a:gdLst/>
              <a:ahLst/>
              <a:cxnLst/>
              <a:rect l="l" t="t" r="r" b="b"/>
              <a:pathLst>
                <a:path w="67" h="62">
                  <a:moveTo>
                    <a:pt x="0" y="0"/>
                  </a:moveTo>
                  <a:lnTo>
                    <a:pt x="67" y="21"/>
                  </a:lnTo>
                  <a:lnTo>
                    <a:pt x="67" y="42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A6BED0">
                <a:alpha val="62000"/>
              </a:srgbClr>
            </a:solidFill>
            <a:ln w="18288">
              <a:solidFill>
                <a:srgbClr val="777B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76" name="polygon-4020"/>
            <p:cNvSpPr/>
            <p:nvPr/>
          </p:nvSpPr>
          <p:spPr>
            <a:xfrm>
              <a:off x="9573768" y="5330952"/>
              <a:ext cx="612648" cy="566928"/>
            </a:xfrm>
            <a:custGeom>
              <a:avLst/>
              <a:gdLst/>
              <a:ahLst/>
              <a:cxnLst/>
              <a:rect l="l" t="t" r="r" b="b"/>
              <a:pathLst>
                <a:path w="67" h="62">
                  <a:moveTo>
                    <a:pt x="0" y="21"/>
                  </a:moveTo>
                  <a:lnTo>
                    <a:pt x="67" y="0"/>
                  </a:lnTo>
                  <a:lnTo>
                    <a:pt x="67" y="62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A6BED0">
                <a:alpha val="62000"/>
              </a:srgbClr>
            </a:solidFill>
            <a:ln w="18288">
              <a:solidFill>
                <a:srgbClr val="777B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77" name="polygon-4021"/>
            <p:cNvSpPr/>
            <p:nvPr/>
          </p:nvSpPr>
          <p:spPr>
            <a:xfrm>
              <a:off x="9262872" y="5330952"/>
              <a:ext cx="256032" cy="566928"/>
            </a:xfrm>
            <a:custGeom>
              <a:avLst/>
              <a:gdLst/>
              <a:ahLst/>
              <a:cxnLst/>
              <a:rect l="l" t="t" r="r" b="b"/>
              <a:pathLst>
                <a:path w="28" h="62">
                  <a:moveTo>
                    <a:pt x="0" y="22"/>
                  </a:moveTo>
                  <a:lnTo>
                    <a:pt x="0" y="62"/>
                  </a:lnTo>
                  <a:lnTo>
                    <a:pt x="7" y="62"/>
                  </a:lnTo>
                  <a:lnTo>
                    <a:pt x="28" y="41"/>
                  </a:lnTo>
                  <a:lnTo>
                    <a:pt x="28" y="0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B7C7D7">
                <a:alpha val="65000"/>
              </a:srgbClr>
            </a:solidFill>
            <a:ln w="14630">
              <a:solidFill>
                <a:srgbClr val="777B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078" name="line-4022"/>
            <p:cNvCxnSpPr/>
            <p:nvPr/>
          </p:nvCxnSpPr>
          <p:spPr>
            <a:xfrm>
              <a:off x="9262872" y="5532120"/>
              <a:ext cx="64008" cy="0"/>
            </a:xfrm>
            <a:prstGeom prst="line">
              <a:avLst/>
            </a:prstGeom>
            <a:ln w="14630">
              <a:solidFill>
                <a:srgbClr val="777B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9" name="line-4023"/>
            <p:cNvCxnSpPr/>
            <p:nvPr/>
          </p:nvCxnSpPr>
          <p:spPr>
            <a:xfrm flipV="1">
              <a:off x="9326880" y="5330952"/>
              <a:ext cx="192024" cy="201168"/>
            </a:xfrm>
            <a:prstGeom prst="line">
              <a:avLst/>
            </a:prstGeom>
            <a:ln w="14630">
              <a:solidFill>
                <a:srgbClr val="777B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0" name="line-4024"/>
            <p:cNvCxnSpPr/>
            <p:nvPr/>
          </p:nvCxnSpPr>
          <p:spPr>
            <a:xfrm>
              <a:off x="9326880" y="5532120"/>
              <a:ext cx="0" cy="365760"/>
            </a:xfrm>
            <a:prstGeom prst="line">
              <a:avLst/>
            </a:prstGeom>
            <a:ln w="14630">
              <a:solidFill>
                <a:srgbClr val="777B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81" name="rectangle-4025"/>
            <p:cNvSpPr/>
            <p:nvPr/>
          </p:nvSpPr>
          <p:spPr>
            <a:xfrm>
              <a:off x="8101584" y="5367528"/>
              <a:ext cx="1865376" cy="676656"/>
            </a:xfrm>
            <a:prstGeom prst="roundRect">
              <a:avLst>
                <a:gd name="adj" fmla="val 10810"/>
              </a:avLst>
            </a:prstGeom>
            <a:solidFill>
              <a:srgbClr val="E5EDF6">
                <a:alpha val="50000"/>
              </a:srgbClr>
            </a:solidFill>
            <a:ln w="16459">
              <a:solidFill>
                <a:srgbClr val="4474C9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82" name="polygon-4026"/>
            <p:cNvSpPr/>
            <p:nvPr/>
          </p:nvSpPr>
          <p:spPr>
            <a:xfrm>
              <a:off x="8220456" y="5449824"/>
              <a:ext cx="612648" cy="566928"/>
            </a:xfrm>
            <a:custGeom>
              <a:avLst/>
              <a:gdLst/>
              <a:ahLst/>
              <a:cxnLst/>
              <a:rect l="l" t="t" r="r" b="b"/>
              <a:pathLst>
                <a:path w="67" h="62">
                  <a:moveTo>
                    <a:pt x="0" y="0"/>
                  </a:moveTo>
                  <a:lnTo>
                    <a:pt x="67" y="21"/>
                  </a:lnTo>
                  <a:lnTo>
                    <a:pt x="67" y="42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A6BED0">
                <a:alpha val="62000"/>
              </a:srgbClr>
            </a:solidFill>
            <a:ln w="18288">
              <a:solidFill>
                <a:srgbClr val="777B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83" name="polygon-4027"/>
            <p:cNvSpPr/>
            <p:nvPr/>
          </p:nvSpPr>
          <p:spPr>
            <a:xfrm>
              <a:off x="9208008" y="5449824"/>
              <a:ext cx="612648" cy="566928"/>
            </a:xfrm>
            <a:custGeom>
              <a:avLst/>
              <a:gdLst/>
              <a:ahLst/>
              <a:cxnLst/>
              <a:rect l="l" t="t" r="r" b="b"/>
              <a:pathLst>
                <a:path w="67" h="62">
                  <a:moveTo>
                    <a:pt x="0" y="21"/>
                  </a:moveTo>
                  <a:lnTo>
                    <a:pt x="67" y="0"/>
                  </a:lnTo>
                  <a:lnTo>
                    <a:pt x="67" y="62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A6BED0">
                <a:alpha val="62000"/>
              </a:srgbClr>
            </a:solidFill>
            <a:ln w="18288">
              <a:solidFill>
                <a:srgbClr val="777B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84" name="polygon-4028"/>
            <p:cNvSpPr/>
            <p:nvPr/>
          </p:nvSpPr>
          <p:spPr>
            <a:xfrm>
              <a:off x="8897112" y="5449824"/>
              <a:ext cx="256032" cy="566928"/>
            </a:xfrm>
            <a:custGeom>
              <a:avLst/>
              <a:gdLst/>
              <a:ahLst/>
              <a:cxnLst/>
              <a:rect l="l" t="t" r="r" b="b"/>
              <a:pathLst>
                <a:path w="28" h="62">
                  <a:moveTo>
                    <a:pt x="0" y="22"/>
                  </a:moveTo>
                  <a:lnTo>
                    <a:pt x="0" y="62"/>
                  </a:lnTo>
                  <a:lnTo>
                    <a:pt x="7" y="62"/>
                  </a:lnTo>
                  <a:lnTo>
                    <a:pt x="28" y="41"/>
                  </a:lnTo>
                  <a:lnTo>
                    <a:pt x="28" y="0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B7C7D7">
                <a:alpha val="65000"/>
              </a:srgbClr>
            </a:solidFill>
            <a:ln w="14630">
              <a:solidFill>
                <a:srgbClr val="777B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085" name="line-4029"/>
            <p:cNvCxnSpPr/>
            <p:nvPr/>
          </p:nvCxnSpPr>
          <p:spPr>
            <a:xfrm>
              <a:off x="8897112" y="5650992"/>
              <a:ext cx="64008" cy="0"/>
            </a:xfrm>
            <a:prstGeom prst="line">
              <a:avLst/>
            </a:prstGeom>
            <a:ln w="14630">
              <a:solidFill>
                <a:srgbClr val="777B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6" name="line-4030"/>
            <p:cNvCxnSpPr/>
            <p:nvPr/>
          </p:nvCxnSpPr>
          <p:spPr>
            <a:xfrm flipV="1">
              <a:off x="8961120" y="5449824"/>
              <a:ext cx="192024" cy="201168"/>
            </a:xfrm>
            <a:prstGeom prst="line">
              <a:avLst/>
            </a:prstGeom>
            <a:ln w="14630">
              <a:solidFill>
                <a:srgbClr val="777B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7" name="line-4031"/>
            <p:cNvCxnSpPr/>
            <p:nvPr/>
          </p:nvCxnSpPr>
          <p:spPr>
            <a:xfrm>
              <a:off x="8961120" y="5650992"/>
              <a:ext cx="0" cy="365760"/>
            </a:xfrm>
            <a:prstGeom prst="line">
              <a:avLst/>
            </a:prstGeom>
            <a:ln w="14630">
              <a:solidFill>
                <a:srgbClr val="777B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8" name="line-4032"/>
            <p:cNvCxnSpPr/>
            <p:nvPr/>
          </p:nvCxnSpPr>
          <p:spPr>
            <a:xfrm>
              <a:off x="9052560" y="6053328"/>
              <a:ext cx="0" cy="301752"/>
            </a:xfrm>
            <a:prstGeom prst="line">
              <a:avLst/>
            </a:prstGeom>
            <a:ln w="54864">
              <a:solidFill>
                <a:srgbClr val="4474C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89" name="polygon-4033"/>
            <p:cNvSpPr/>
            <p:nvPr/>
          </p:nvSpPr>
          <p:spPr>
            <a:xfrm>
              <a:off x="8961120" y="6172200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20" h="20">
                  <a:moveTo>
                    <a:pt x="10" y="20"/>
                  </a:move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4C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090" name="line-4034"/>
            <p:cNvCxnSpPr/>
            <p:nvPr/>
          </p:nvCxnSpPr>
          <p:spPr>
            <a:xfrm>
              <a:off x="9637776" y="5989320"/>
              <a:ext cx="0" cy="365760"/>
            </a:xfrm>
            <a:prstGeom prst="line">
              <a:avLst/>
            </a:prstGeom>
            <a:ln w="54864">
              <a:solidFill>
                <a:srgbClr val="F0A16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91" name="polygon-4035"/>
            <p:cNvSpPr/>
            <p:nvPr/>
          </p:nvSpPr>
          <p:spPr>
            <a:xfrm>
              <a:off x="9546336" y="6172200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20" h="20">
                  <a:moveTo>
                    <a:pt x="10" y="20"/>
                  </a:move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A16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92" name="rectangle-4036"/>
            <p:cNvSpPr/>
            <p:nvPr/>
          </p:nvSpPr>
          <p:spPr>
            <a:xfrm>
              <a:off x="8887968" y="6409944"/>
              <a:ext cx="1152144" cy="338328"/>
            </a:xfrm>
            <a:prstGeom prst="rect">
              <a:avLst/>
            </a:prstGeom>
            <a:solidFill>
              <a:srgbClr val="000000">
                <a:alpha val="25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93" name="rectangle-4037"/>
            <p:cNvSpPr/>
            <p:nvPr/>
          </p:nvSpPr>
          <p:spPr>
            <a:xfrm>
              <a:off x="8869680" y="6391656"/>
              <a:ext cx="1152144" cy="338328"/>
            </a:xfrm>
            <a:prstGeom prst="rect">
              <a:avLst/>
            </a:prstGeom>
            <a:solidFill>
              <a:srgbClr val="000000">
                <a:alpha val="4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94" name="rectangle-4038"/>
            <p:cNvSpPr/>
            <p:nvPr/>
          </p:nvSpPr>
          <p:spPr>
            <a:xfrm>
              <a:off x="8851392" y="6373368"/>
              <a:ext cx="1152144" cy="338328"/>
            </a:xfrm>
            <a:prstGeom prst="rect">
              <a:avLst/>
            </a:prstGeom>
            <a:solidFill>
              <a:srgbClr val="000000">
                <a:alpha val="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95" name="rectangle-4039"/>
            <p:cNvSpPr/>
            <p:nvPr/>
          </p:nvSpPr>
          <p:spPr>
            <a:xfrm>
              <a:off x="8823960" y="6345936"/>
              <a:ext cx="1152144" cy="338328"/>
            </a:xfrm>
            <a:prstGeom prst="rect">
              <a:avLst/>
            </a:prstGeom>
            <a:solidFill>
              <a:srgbClr val="FFFFFF"/>
            </a:solidFill>
            <a:ln w="18288">
              <a:solidFill>
                <a:srgbClr val="EC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96" name="Text: Prompt Fusion"/>
            <p:cNvSpPr txBox="1"/>
            <p:nvPr/>
          </p:nvSpPr>
          <p:spPr>
            <a:xfrm>
              <a:off x="8860536" y="6382512"/>
              <a:ext cx="1078992" cy="2468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2" b="1" i="0">
                  <a:solidFill>
                    <a:srgbClr val="000000"/>
                  </a:solidFill>
                  <a:latin typeface="Liberation Serif"/>
                </a:rPr>
                <a:t>Prompt Fusion</a:t>
              </a:r>
            </a:p>
          </p:txBody>
        </p:sp>
        <p:cxnSp>
          <p:nvCxnSpPr>
            <p:cNvPr id="4097" name="line-4040"/>
            <p:cNvCxnSpPr/>
            <p:nvPr/>
          </p:nvCxnSpPr>
          <p:spPr>
            <a:xfrm>
              <a:off x="9052560" y="6693408"/>
              <a:ext cx="0" cy="192024"/>
            </a:xfrm>
            <a:prstGeom prst="line">
              <a:avLst/>
            </a:prstGeom>
            <a:ln w="27432">
              <a:solidFill>
                <a:srgbClr val="C9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98" name="polygon-4041"/>
            <p:cNvSpPr/>
            <p:nvPr/>
          </p:nvSpPr>
          <p:spPr>
            <a:xfrm>
              <a:off x="8997696" y="6775704"/>
              <a:ext cx="109728" cy="109728"/>
            </a:xfrm>
            <a:custGeom>
              <a:avLst/>
              <a:gdLst/>
              <a:ahLst/>
              <a:cxnLst/>
              <a:rect l="l" t="t" r="r" b="b"/>
              <a:pathLst>
                <a:path w="12" h="12">
                  <a:moveTo>
                    <a:pt x="6" y="12"/>
                  </a:moveTo>
                  <a:lnTo>
                    <a:pt x="1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099" name="line-4042"/>
            <p:cNvCxnSpPr/>
            <p:nvPr/>
          </p:nvCxnSpPr>
          <p:spPr>
            <a:xfrm>
              <a:off x="9628632" y="6693408"/>
              <a:ext cx="0" cy="192024"/>
            </a:xfrm>
            <a:prstGeom prst="line">
              <a:avLst/>
            </a:prstGeom>
            <a:ln w="27432">
              <a:solidFill>
                <a:srgbClr val="C9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00" name="polygon-4043"/>
            <p:cNvSpPr/>
            <p:nvPr/>
          </p:nvSpPr>
          <p:spPr>
            <a:xfrm>
              <a:off x="9573768" y="6775704"/>
              <a:ext cx="109728" cy="109728"/>
            </a:xfrm>
            <a:custGeom>
              <a:avLst/>
              <a:gdLst/>
              <a:ahLst/>
              <a:cxnLst/>
              <a:rect l="l" t="t" r="r" b="b"/>
              <a:pathLst>
                <a:path w="12" h="12">
                  <a:moveTo>
                    <a:pt x="6" y="12"/>
                  </a:moveTo>
                  <a:lnTo>
                    <a:pt x="1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101" name="line-4044"/>
            <p:cNvCxnSpPr/>
            <p:nvPr/>
          </p:nvCxnSpPr>
          <p:spPr>
            <a:xfrm>
              <a:off x="8695944" y="7022592"/>
              <a:ext cx="18288" cy="0"/>
            </a:xfrm>
            <a:prstGeom prst="line">
              <a:avLst/>
            </a:prstGeom>
            <a:ln w="27432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2" name="line-4045"/>
            <p:cNvCxnSpPr/>
            <p:nvPr/>
          </p:nvCxnSpPr>
          <p:spPr>
            <a:xfrm>
              <a:off x="8714232" y="7022592"/>
              <a:ext cx="0" cy="457200"/>
            </a:xfrm>
            <a:prstGeom prst="line">
              <a:avLst/>
            </a:prstGeom>
            <a:ln w="27432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3" name="line-4046"/>
            <p:cNvCxnSpPr/>
            <p:nvPr/>
          </p:nvCxnSpPr>
          <p:spPr>
            <a:xfrm>
              <a:off x="8714232" y="7479792"/>
              <a:ext cx="1444752" cy="0"/>
            </a:xfrm>
            <a:prstGeom prst="line">
              <a:avLst/>
            </a:prstGeom>
            <a:ln w="27432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4" name="line-4047"/>
            <p:cNvCxnSpPr/>
            <p:nvPr/>
          </p:nvCxnSpPr>
          <p:spPr>
            <a:xfrm flipV="1">
              <a:off x="10158984" y="7159752"/>
              <a:ext cx="0" cy="320040"/>
            </a:xfrm>
            <a:prstGeom prst="line">
              <a:avLst/>
            </a:prstGeom>
            <a:ln w="27432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05" name="polygon-4048"/>
            <p:cNvSpPr/>
            <p:nvPr/>
          </p:nvSpPr>
          <p:spPr>
            <a:xfrm>
              <a:off x="10113264" y="7159752"/>
              <a:ext cx="91440" cy="100584"/>
            </a:xfrm>
            <a:custGeom>
              <a:avLst/>
              <a:gdLst/>
              <a:ahLst/>
              <a:cxnLst/>
              <a:rect l="l" t="t" r="r" b="b"/>
              <a:pathLst>
                <a:path w="10" h="11">
                  <a:moveTo>
                    <a:pt x="5" y="0"/>
                  </a:moveTo>
                  <a:lnTo>
                    <a:pt x="0" y="11"/>
                  </a:lnTo>
                  <a:lnTo>
                    <a:pt x="10" y="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106" name="line-4049"/>
            <p:cNvCxnSpPr/>
            <p:nvPr/>
          </p:nvCxnSpPr>
          <p:spPr>
            <a:xfrm>
              <a:off x="6309360" y="7040880"/>
              <a:ext cx="301752" cy="0"/>
            </a:xfrm>
            <a:prstGeom prst="line">
              <a:avLst/>
            </a:prstGeom>
            <a:ln w="36576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07" name="polygon-4050"/>
            <p:cNvSpPr/>
            <p:nvPr/>
          </p:nvSpPr>
          <p:spPr>
            <a:xfrm>
              <a:off x="6501384" y="6986016"/>
              <a:ext cx="109728" cy="109728"/>
            </a:xfrm>
            <a:custGeom>
              <a:avLst/>
              <a:gdLst/>
              <a:ahLst/>
              <a:cxnLst/>
              <a:rect l="l" t="t" r="r" b="b"/>
              <a:pathLst>
                <a:path w="12" h="12">
                  <a:moveTo>
                    <a:pt x="12" y="6"/>
                  </a:moveTo>
                  <a:lnTo>
                    <a:pt x="0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108" name="line-4051"/>
            <p:cNvCxnSpPr/>
            <p:nvPr/>
          </p:nvCxnSpPr>
          <p:spPr>
            <a:xfrm>
              <a:off x="7397496" y="7022592"/>
              <a:ext cx="548640" cy="0"/>
            </a:xfrm>
            <a:prstGeom prst="line">
              <a:avLst/>
            </a:prstGeom>
            <a:ln w="36576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09" name="polygon-4052"/>
            <p:cNvSpPr/>
            <p:nvPr/>
          </p:nvSpPr>
          <p:spPr>
            <a:xfrm>
              <a:off x="7836408" y="6967728"/>
              <a:ext cx="109728" cy="109728"/>
            </a:xfrm>
            <a:custGeom>
              <a:avLst/>
              <a:gdLst/>
              <a:ahLst/>
              <a:cxnLst/>
              <a:rect l="l" t="t" r="r" b="b"/>
              <a:pathLst>
                <a:path w="12" h="12">
                  <a:moveTo>
                    <a:pt x="12" y="6"/>
                  </a:moveTo>
                  <a:lnTo>
                    <a:pt x="0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110" name="line-4053"/>
            <p:cNvCxnSpPr/>
            <p:nvPr/>
          </p:nvCxnSpPr>
          <p:spPr>
            <a:xfrm>
              <a:off x="8558784" y="7022592"/>
              <a:ext cx="356616" cy="0"/>
            </a:xfrm>
            <a:prstGeom prst="line">
              <a:avLst/>
            </a:prstGeom>
            <a:ln w="36576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11" name="polygon-4054"/>
            <p:cNvSpPr/>
            <p:nvPr/>
          </p:nvSpPr>
          <p:spPr>
            <a:xfrm>
              <a:off x="8805672" y="6967728"/>
              <a:ext cx="109728" cy="109728"/>
            </a:xfrm>
            <a:custGeom>
              <a:avLst/>
              <a:gdLst/>
              <a:ahLst/>
              <a:cxnLst/>
              <a:rect l="l" t="t" r="r" b="b"/>
              <a:pathLst>
                <a:path w="12" h="12">
                  <a:moveTo>
                    <a:pt x="12" y="6"/>
                  </a:moveTo>
                  <a:lnTo>
                    <a:pt x="0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112" name="line-4055"/>
            <p:cNvCxnSpPr/>
            <p:nvPr/>
          </p:nvCxnSpPr>
          <p:spPr>
            <a:xfrm>
              <a:off x="9189720" y="7022592"/>
              <a:ext cx="310896" cy="0"/>
            </a:xfrm>
            <a:prstGeom prst="line">
              <a:avLst/>
            </a:prstGeom>
            <a:ln w="36576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13" name="polygon-4056"/>
            <p:cNvSpPr/>
            <p:nvPr/>
          </p:nvSpPr>
          <p:spPr>
            <a:xfrm>
              <a:off x="9390888" y="6967728"/>
              <a:ext cx="109728" cy="109728"/>
            </a:xfrm>
            <a:custGeom>
              <a:avLst/>
              <a:gdLst/>
              <a:ahLst/>
              <a:cxnLst/>
              <a:rect l="l" t="t" r="r" b="b"/>
              <a:pathLst>
                <a:path w="12" h="12">
                  <a:moveTo>
                    <a:pt x="12" y="6"/>
                  </a:moveTo>
                  <a:lnTo>
                    <a:pt x="0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114" name="line-4057"/>
            <p:cNvCxnSpPr/>
            <p:nvPr/>
          </p:nvCxnSpPr>
          <p:spPr>
            <a:xfrm>
              <a:off x="9765792" y="7022592"/>
              <a:ext cx="274320" cy="0"/>
            </a:xfrm>
            <a:prstGeom prst="line">
              <a:avLst/>
            </a:prstGeom>
            <a:ln w="36576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15" name="polygon-4058"/>
            <p:cNvSpPr/>
            <p:nvPr/>
          </p:nvSpPr>
          <p:spPr>
            <a:xfrm>
              <a:off x="9930384" y="6967728"/>
              <a:ext cx="109728" cy="109728"/>
            </a:xfrm>
            <a:custGeom>
              <a:avLst/>
              <a:gdLst/>
              <a:ahLst/>
              <a:cxnLst/>
              <a:rect l="l" t="t" r="r" b="b"/>
              <a:pathLst>
                <a:path w="12" h="12">
                  <a:moveTo>
                    <a:pt x="12" y="6"/>
                  </a:moveTo>
                  <a:lnTo>
                    <a:pt x="0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116" name="line-4059"/>
            <p:cNvCxnSpPr/>
            <p:nvPr/>
          </p:nvCxnSpPr>
          <p:spPr>
            <a:xfrm>
              <a:off x="10296144" y="7031736"/>
              <a:ext cx="384048" cy="0"/>
            </a:xfrm>
            <a:prstGeom prst="line">
              <a:avLst/>
            </a:prstGeom>
            <a:ln w="36576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17" name="polygon-4060"/>
            <p:cNvSpPr/>
            <p:nvPr/>
          </p:nvSpPr>
          <p:spPr>
            <a:xfrm>
              <a:off x="10570464" y="6976872"/>
              <a:ext cx="109728" cy="109728"/>
            </a:xfrm>
            <a:custGeom>
              <a:avLst/>
              <a:gdLst/>
              <a:ahLst/>
              <a:cxnLst/>
              <a:rect l="l" t="t" r="r" b="b"/>
              <a:pathLst>
                <a:path w="12" h="12">
                  <a:moveTo>
                    <a:pt x="12" y="6"/>
                  </a:moveTo>
                  <a:lnTo>
                    <a:pt x="0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118" name="line-4061"/>
            <p:cNvCxnSpPr/>
            <p:nvPr/>
          </p:nvCxnSpPr>
          <p:spPr>
            <a:xfrm>
              <a:off x="11347704" y="7050024"/>
              <a:ext cx="512064" cy="0"/>
            </a:xfrm>
            <a:prstGeom prst="line">
              <a:avLst/>
            </a:prstGeom>
            <a:ln w="36576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19" name="polygon-4062"/>
            <p:cNvSpPr/>
            <p:nvPr/>
          </p:nvSpPr>
          <p:spPr>
            <a:xfrm>
              <a:off x="11750040" y="6995160"/>
              <a:ext cx="109728" cy="109728"/>
            </a:xfrm>
            <a:custGeom>
              <a:avLst/>
              <a:gdLst/>
              <a:ahLst/>
              <a:cxnLst/>
              <a:rect l="l" t="t" r="r" b="b"/>
              <a:pathLst>
                <a:path w="12" h="12">
                  <a:moveTo>
                    <a:pt x="12" y="6"/>
                  </a:moveTo>
                  <a:lnTo>
                    <a:pt x="0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120" name="line-4063"/>
            <p:cNvCxnSpPr/>
            <p:nvPr/>
          </p:nvCxnSpPr>
          <p:spPr>
            <a:xfrm>
              <a:off x="12426696" y="7050024"/>
              <a:ext cx="301752" cy="0"/>
            </a:xfrm>
            <a:prstGeom prst="line">
              <a:avLst/>
            </a:prstGeom>
            <a:ln w="36576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21" name="polygon-4064"/>
            <p:cNvSpPr/>
            <p:nvPr/>
          </p:nvSpPr>
          <p:spPr>
            <a:xfrm>
              <a:off x="12618720" y="6995160"/>
              <a:ext cx="109728" cy="109728"/>
            </a:xfrm>
            <a:custGeom>
              <a:avLst/>
              <a:gdLst/>
              <a:ahLst/>
              <a:cxnLst/>
              <a:rect l="l" t="t" r="r" b="b"/>
              <a:pathLst>
                <a:path w="12" h="12">
                  <a:moveTo>
                    <a:pt x="12" y="6"/>
                  </a:moveTo>
                  <a:lnTo>
                    <a:pt x="0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122" name="line-4065"/>
            <p:cNvCxnSpPr/>
            <p:nvPr/>
          </p:nvCxnSpPr>
          <p:spPr>
            <a:xfrm>
              <a:off x="13002768" y="7050024"/>
              <a:ext cx="137160" cy="0"/>
            </a:xfrm>
            <a:prstGeom prst="line">
              <a:avLst/>
            </a:prstGeom>
            <a:ln w="36576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23" name="polygon-4066"/>
            <p:cNvSpPr/>
            <p:nvPr/>
          </p:nvSpPr>
          <p:spPr>
            <a:xfrm>
              <a:off x="13030200" y="6995160"/>
              <a:ext cx="109728" cy="109728"/>
            </a:xfrm>
            <a:custGeom>
              <a:avLst/>
              <a:gdLst/>
              <a:ahLst/>
              <a:cxnLst/>
              <a:rect l="l" t="t" r="r" b="b"/>
              <a:pathLst>
                <a:path w="12" h="12">
                  <a:moveTo>
                    <a:pt x="12" y="6"/>
                  </a:moveTo>
                  <a:lnTo>
                    <a:pt x="0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24" name="ellipse-4067"/>
            <p:cNvSpPr/>
            <p:nvPr/>
          </p:nvSpPr>
          <p:spPr>
            <a:xfrm>
              <a:off x="8924544" y="6894576"/>
              <a:ext cx="256032" cy="256032"/>
            </a:xfrm>
            <a:prstGeom prst="ellipse">
              <a:avLst/>
            </a:prstGeom>
            <a:solidFill>
              <a:srgbClr val="FFFFFF"/>
            </a:solidFill>
            <a:ln w="32004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125" name="line-4068"/>
            <p:cNvCxnSpPr/>
            <p:nvPr/>
          </p:nvCxnSpPr>
          <p:spPr>
            <a:xfrm>
              <a:off x="8970264" y="6931152"/>
              <a:ext cx="164592" cy="182880"/>
            </a:xfrm>
            <a:prstGeom prst="line">
              <a:avLst/>
            </a:prstGeom>
            <a:ln w="32004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6" name="line-4069"/>
            <p:cNvCxnSpPr/>
            <p:nvPr/>
          </p:nvCxnSpPr>
          <p:spPr>
            <a:xfrm flipV="1">
              <a:off x="8970264" y="6931152"/>
              <a:ext cx="164592" cy="182880"/>
            </a:xfrm>
            <a:prstGeom prst="line">
              <a:avLst/>
            </a:prstGeom>
            <a:ln w="32004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27" name="ellipse-4070"/>
            <p:cNvSpPr/>
            <p:nvPr/>
          </p:nvSpPr>
          <p:spPr>
            <a:xfrm>
              <a:off x="9500616" y="6894576"/>
              <a:ext cx="256032" cy="256032"/>
            </a:xfrm>
            <a:prstGeom prst="ellipse">
              <a:avLst/>
            </a:prstGeom>
            <a:solidFill>
              <a:srgbClr val="FFFFFF"/>
            </a:solidFill>
            <a:ln w="32004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128" name="line-4071"/>
            <p:cNvCxnSpPr/>
            <p:nvPr/>
          </p:nvCxnSpPr>
          <p:spPr>
            <a:xfrm>
              <a:off x="9509760" y="7022592"/>
              <a:ext cx="237744" cy="0"/>
            </a:xfrm>
            <a:prstGeom prst="line">
              <a:avLst/>
            </a:prstGeom>
            <a:ln w="32004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9" name="line-4072"/>
            <p:cNvCxnSpPr/>
            <p:nvPr/>
          </p:nvCxnSpPr>
          <p:spPr>
            <a:xfrm>
              <a:off x="9628632" y="6903720"/>
              <a:ext cx="0" cy="237744"/>
            </a:xfrm>
            <a:prstGeom prst="line">
              <a:avLst/>
            </a:prstGeom>
            <a:ln w="32004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30" name="ellipse-4073"/>
            <p:cNvSpPr/>
            <p:nvPr/>
          </p:nvSpPr>
          <p:spPr>
            <a:xfrm>
              <a:off x="10030968" y="6894576"/>
              <a:ext cx="256032" cy="256032"/>
            </a:xfrm>
            <a:prstGeom prst="ellipse">
              <a:avLst/>
            </a:prstGeom>
            <a:solidFill>
              <a:srgbClr val="FFFFFF"/>
            </a:solidFill>
            <a:ln w="32004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131" name="line-4074"/>
            <p:cNvCxnSpPr/>
            <p:nvPr/>
          </p:nvCxnSpPr>
          <p:spPr>
            <a:xfrm>
              <a:off x="10040112" y="7022592"/>
              <a:ext cx="237744" cy="0"/>
            </a:xfrm>
            <a:prstGeom prst="line">
              <a:avLst/>
            </a:prstGeom>
            <a:ln w="32004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2" name="line-4075"/>
            <p:cNvCxnSpPr/>
            <p:nvPr/>
          </p:nvCxnSpPr>
          <p:spPr>
            <a:xfrm>
              <a:off x="10158984" y="6903720"/>
              <a:ext cx="0" cy="237744"/>
            </a:xfrm>
            <a:prstGeom prst="line">
              <a:avLst/>
            </a:prstGeom>
            <a:ln w="32004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33" name="ellipse-4076"/>
            <p:cNvSpPr/>
            <p:nvPr/>
          </p:nvSpPr>
          <p:spPr>
            <a:xfrm>
              <a:off x="12737592" y="6922008"/>
              <a:ext cx="256032" cy="256032"/>
            </a:xfrm>
            <a:prstGeom prst="ellipse">
              <a:avLst/>
            </a:prstGeom>
            <a:solidFill>
              <a:srgbClr val="FFFFFF"/>
            </a:solidFill>
            <a:ln w="32004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134" name="line-4077"/>
            <p:cNvCxnSpPr/>
            <p:nvPr/>
          </p:nvCxnSpPr>
          <p:spPr>
            <a:xfrm>
              <a:off x="12746736" y="7050024"/>
              <a:ext cx="237744" cy="0"/>
            </a:xfrm>
            <a:prstGeom prst="line">
              <a:avLst/>
            </a:prstGeom>
            <a:ln w="32004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5" name="line-4078"/>
            <p:cNvCxnSpPr/>
            <p:nvPr/>
          </p:nvCxnSpPr>
          <p:spPr>
            <a:xfrm>
              <a:off x="12865608" y="6931152"/>
              <a:ext cx="0" cy="237744"/>
            </a:xfrm>
            <a:prstGeom prst="line">
              <a:avLst/>
            </a:prstGeom>
            <a:ln w="32004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36" name="Text: γ"/>
            <p:cNvSpPr txBox="1"/>
            <p:nvPr/>
          </p:nvSpPr>
          <p:spPr>
            <a:xfrm>
              <a:off x="9189720" y="6757416"/>
              <a:ext cx="265176" cy="23774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 i="1">
                  <a:solidFill>
                    <a:srgbClr val="000000"/>
                  </a:solidFill>
                  <a:latin typeface="Liberation Serif"/>
                </a:rPr>
                <a:t>γ</a:t>
              </a:r>
            </a:p>
          </p:txBody>
        </p:sp>
        <p:sp>
          <p:nvSpPr>
            <p:cNvPr id="4137" name="Text: β"/>
            <p:cNvSpPr txBox="1"/>
            <p:nvPr/>
          </p:nvSpPr>
          <p:spPr>
            <a:xfrm>
              <a:off x="9765792" y="6757416"/>
              <a:ext cx="246888" cy="23774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 i="1">
                  <a:solidFill>
                    <a:srgbClr val="000000"/>
                  </a:solidFill>
                  <a:latin typeface="Liberation Serif"/>
                </a:rPr>
                <a:t>β</a:t>
              </a:r>
            </a:p>
          </p:txBody>
        </p:sp>
      </p:grpSp>
      <p:grpSp>
        <p:nvGrpSpPr>
          <p:cNvPr id="4138" name="(d) Selective Progressive Training"/>
          <p:cNvGrpSpPr/>
          <p:nvPr/>
        </p:nvGrpSpPr>
        <p:grpSpPr>
          <a:xfrm>
            <a:off x="14246352" y="5202936"/>
            <a:ext cx="3063240" cy="3538728"/>
            <a:chOff x="14246352" y="5202936"/>
            <a:chExt cx="3063240" cy="3538728"/>
          </a:xfrm>
        </p:grpSpPr>
        <p:cxnSp>
          <p:nvCxnSpPr>
            <p:cNvPr id="4139" name="line-4080"/>
            <p:cNvCxnSpPr/>
            <p:nvPr/>
          </p:nvCxnSpPr>
          <p:spPr>
            <a:xfrm>
              <a:off x="15937992" y="8494776"/>
              <a:ext cx="0" cy="246888"/>
            </a:xfrm>
            <a:prstGeom prst="line">
              <a:avLst/>
            </a:prstGeom>
            <a:ln w="32004">
              <a:solidFill>
                <a:srgbClr val="002667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0" name="line-4081"/>
            <p:cNvCxnSpPr/>
            <p:nvPr/>
          </p:nvCxnSpPr>
          <p:spPr>
            <a:xfrm flipH="1">
              <a:off x="14776704" y="8741664"/>
              <a:ext cx="1161288" cy="0"/>
            </a:xfrm>
            <a:prstGeom prst="line">
              <a:avLst/>
            </a:prstGeom>
            <a:ln w="32004">
              <a:solidFill>
                <a:srgbClr val="002667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1" name="line-4082"/>
            <p:cNvCxnSpPr/>
            <p:nvPr/>
          </p:nvCxnSpPr>
          <p:spPr>
            <a:xfrm flipV="1">
              <a:off x="14776704" y="5202936"/>
              <a:ext cx="0" cy="3538728"/>
            </a:xfrm>
            <a:prstGeom prst="line">
              <a:avLst/>
            </a:prstGeom>
            <a:ln w="32004">
              <a:solidFill>
                <a:srgbClr val="002667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2" name="line-4083"/>
            <p:cNvCxnSpPr/>
            <p:nvPr/>
          </p:nvCxnSpPr>
          <p:spPr>
            <a:xfrm>
              <a:off x="14776704" y="5202936"/>
              <a:ext cx="1298448" cy="0"/>
            </a:xfrm>
            <a:prstGeom prst="line">
              <a:avLst/>
            </a:prstGeom>
            <a:ln w="32004">
              <a:solidFill>
                <a:srgbClr val="002667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3" name="line-4084"/>
            <p:cNvCxnSpPr/>
            <p:nvPr/>
          </p:nvCxnSpPr>
          <p:spPr>
            <a:xfrm>
              <a:off x="16075152" y="5202936"/>
              <a:ext cx="0" cy="182880"/>
            </a:xfrm>
            <a:prstGeom prst="line">
              <a:avLst/>
            </a:prstGeom>
            <a:ln w="32004">
              <a:solidFill>
                <a:srgbClr val="002667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44" name="polygon-4085"/>
            <p:cNvSpPr/>
            <p:nvPr/>
          </p:nvSpPr>
          <p:spPr>
            <a:xfrm>
              <a:off x="16020288" y="5276088"/>
              <a:ext cx="109728" cy="109728"/>
            </a:xfrm>
            <a:custGeom>
              <a:avLst/>
              <a:gdLst/>
              <a:ahLst/>
              <a:cxnLst/>
              <a:rect l="l" t="t" r="r" b="b"/>
              <a:pathLst>
                <a:path w="12" h="12">
                  <a:moveTo>
                    <a:pt x="6" y="12"/>
                  </a:moveTo>
                  <a:lnTo>
                    <a:pt x="1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66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45" name="Text: Iterative"/>
            <p:cNvSpPr txBox="1"/>
            <p:nvPr/>
          </p:nvSpPr>
          <p:spPr>
            <a:xfrm rot="16200000">
              <a:off x="14246352" y="6739128"/>
              <a:ext cx="896112" cy="23774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24" b="1" i="0">
                  <a:solidFill>
                    <a:srgbClr val="000000"/>
                  </a:solidFill>
                  <a:latin typeface="Liberation Serif"/>
                </a:rPr>
                <a:t>Iterative</a:t>
              </a:r>
            </a:p>
          </p:txBody>
        </p:sp>
        <p:grpSp>
          <p:nvGrpSpPr>
            <p:cNvPr id="4146" name="Editable beveled panel"/>
            <p:cNvGrpSpPr/>
            <p:nvPr/>
          </p:nvGrpSpPr>
          <p:grpSpPr>
            <a:xfrm>
              <a:off x="15032736" y="5413248"/>
              <a:ext cx="1920240" cy="1115568"/>
              <a:chOff x="15032736" y="5413248"/>
              <a:chExt cx="1920240" cy="1115568"/>
            </a:xfrm>
          </p:grpSpPr>
          <p:sp>
            <p:nvSpPr>
              <p:cNvPr id="4147" name="rectangle-4087"/>
              <p:cNvSpPr/>
              <p:nvPr/>
            </p:nvSpPr>
            <p:spPr>
              <a:xfrm>
                <a:off x="15032736" y="5413248"/>
                <a:ext cx="1920240" cy="1115568"/>
              </a:xfrm>
              <a:prstGeom prst="roundRect">
                <a:avLst>
                  <a:gd name="adj" fmla="val 12295"/>
                </a:avLst>
              </a:prstGeom>
              <a:solidFill>
                <a:srgbClr val="81818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48" name="polygon-4088"/>
              <p:cNvSpPr/>
              <p:nvPr/>
            </p:nvSpPr>
            <p:spPr>
              <a:xfrm>
                <a:off x="15115032" y="5413248"/>
                <a:ext cx="1755648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192" h="1">
                    <a:moveTo>
                      <a:pt x="6" y="0"/>
                    </a:moveTo>
                    <a:lnTo>
                      <a:pt x="186" y="0"/>
                    </a:lnTo>
                    <a:lnTo>
                      <a:pt x="19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8B8B8B"/>
              </a:solidFill>
              <a:ln w="13716">
                <a:solidFill>
                  <a:srgbClr val="8B8B8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49" name="polygon-4089"/>
              <p:cNvSpPr/>
              <p:nvPr/>
            </p:nvSpPr>
            <p:spPr>
              <a:xfrm>
                <a:off x="15096744" y="5422392"/>
                <a:ext cx="1792224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">
                    <a:moveTo>
                      <a:pt x="2" y="0"/>
                    </a:moveTo>
                    <a:lnTo>
                      <a:pt x="194" y="0"/>
                    </a:lnTo>
                    <a:lnTo>
                      <a:pt x="19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9F9F9F"/>
              </a:solidFill>
              <a:ln w="13716">
                <a:solidFill>
                  <a:srgbClr val="9F9F9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50" name="polygon-4090"/>
              <p:cNvSpPr/>
              <p:nvPr/>
            </p:nvSpPr>
            <p:spPr>
              <a:xfrm>
                <a:off x="15078456" y="5431536"/>
                <a:ext cx="182880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00" h="2">
                    <a:moveTo>
                      <a:pt x="2" y="0"/>
                    </a:moveTo>
                    <a:lnTo>
                      <a:pt x="198" y="0"/>
                    </a:lnTo>
                    <a:lnTo>
                      <a:pt x="20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B3B3B3"/>
              </a:solidFill>
              <a:ln w="13716">
                <a:solidFill>
                  <a:srgbClr val="B3B3B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51" name="polygon-4091"/>
              <p:cNvSpPr/>
              <p:nvPr/>
            </p:nvSpPr>
            <p:spPr>
              <a:xfrm>
                <a:off x="15069312" y="5449824"/>
                <a:ext cx="1847088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02" h="1">
                    <a:moveTo>
                      <a:pt x="1" y="0"/>
                    </a:moveTo>
                    <a:lnTo>
                      <a:pt x="201" y="0"/>
                    </a:lnTo>
                    <a:lnTo>
                      <a:pt x="20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C6C6C6"/>
              </a:solidFill>
              <a:ln w="13716">
                <a:solidFill>
                  <a:srgbClr val="C6C6C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52" name="polygon-4092"/>
              <p:cNvSpPr/>
              <p:nvPr/>
            </p:nvSpPr>
            <p:spPr>
              <a:xfrm>
                <a:off x="15060168" y="5458968"/>
                <a:ext cx="18653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04" h="1">
                    <a:moveTo>
                      <a:pt x="1" y="0"/>
                    </a:moveTo>
                    <a:lnTo>
                      <a:pt x="203" y="0"/>
                    </a:lnTo>
                    <a:lnTo>
                      <a:pt x="204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DADADA"/>
              </a:solidFill>
              <a:ln w="13716">
                <a:solidFill>
                  <a:srgbClr val="DADAD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53" name="polygon-4093"/>
              <p:cNvSpPr/>
              <p:nvPr/>
            </p:nvSpPr>
            <p:spPr>
              <a:xfrm>
                <a:off x="15051024" y="5468112"/>
                <a:ext cx="1883664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06" h="1">
                    <a:moveTo>
                      <a:pt x="1" y="0"/>
                    </a:moveTo>
                    <a:lnTo>
                      <a:pt x="205" y="0"/>
                    </a:lnTo>
                    <a:lnTo>
                      <a:pt x="2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EEEEE"/>
              </a:solidFill>
              <a:ln w="13716">
                <a:solidFill>
                  <a:srgbClr val="EEEEE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54" name="polygon-4094"/>
              <p:cNvSpPr/>
              <p:nvPr/>
            </p:nvSpPr>
            <p:spPr>
              <a:xfrm>
                <a:off x="15041880" y="5477256"/>
                <a:ext cx="1901952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08" h="2">
                    <a:moveTo>
                      <a:pt x="1" y="0"/>
                    </a:moveTo>
                    <a:lnTo>
                      <a:pt x="207" y="0"/>
                    </a:lnTo>
                    <a:lnTo>
                      <a:pt x="208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55" name="polygon-4095"/>
              <p:cNvSpPr/>
              <p:nvPr/>
            </p:nvSpPr>
            <p:spPr>
              <a:xfrm>
                <a:off x="15041880" y="5495544"/>
                <a:ext cx="190195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08" h="1">
                    <a:moveTo>
                      <a:pt x="0" y="0"/>
                    </a:moveTo>
                    <a:lnTo>
                      <a:pt x="208" y="0"/>
                    </a:lnTo>
                    <a:lnTo>
                      <a:pt x="20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BFBFB"/>
              </a:solidFill>
              <a:ln w="13716">
                <a:solidFill>
                  <a:srgbClr val="FBFBF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56" name="polygon-4096"/>
              <p:cNvSpPr/>
              <p:nvPr/>
            </p:nvSpPr>
            <p:spPr>
              <a:xfrm>
                <a:off x="15032736" y="5504688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1" y="0"/>
                    </a:moveTo>
                    <a:lnTo>
                      <a:pt x="209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7F7F7"/>
              </a:solidFill>
              <a:ln w="13716">
                <a:solidFill>
                  <a:srgbClr val="F7F7F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57" name="polygon-4097"/>
              <p:cNvSpPr/>
              <p:nvPr/>
            </p:nvSpPr>
            <p:spPr>
              <a:xfrm>
                <a:off x="15032736" y="5513832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3F3F3"/>
              </a:solidFill>
              <a:ln w="13716">
                <a:solidFill>
                  <a:srgbClr val="F3F3F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58" name="polygon-4098"/>
              <p:cNvSpPr/>
              <p:nvPr/>
            </p:nvSpPr>
            <p:spPr>
              <a:xfrm>
                <a:off x="15032736" y="5522976"/>
                <a:ext cx="192024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">
                    <a:moveTo>
                      <a:pt x="0" y="0"/>
                    </a:moveTo>
                    <a:lnTo>
                      <a:pt x="210" y="0"/>
                    </a:lnTo>
                    <a:lnTo>
                      <a:pt x="21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EFEFEF"/>
              </a:solidFill>
              <a:ln w="13716">
                <a:solidFill>
                  <a:srgbClr val="EFEFE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59" name="polygon-4099"/>
              <p:cNvSpPr/>
              <p:nvPr/>
            </p:nvSpPr>
            <p:spPr>
              <a:xfrm>
                <a:off x="15032736" y="5541264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CECEC"/>
              </a:solidFill>
              <a:ln w="13716">
                <a:solidFill>
                  <a:srgbClr val="ECECE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60" name="polygon-4100"/>
              <p:cNvSpPr/>
              <p:nvPr/>
            </p:nvSpPr>
            <p:spPr>
              <a:xfrm>
                <a:off x="15032736" y="5550408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8E8E8"/>
              </a:solidFill>
              <a:ln w="13716">
                <a:solidFill>
                  <a:srgbClr val="E8E8E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61" name="polygon-4101"/>
              <p:cNvSpPr/>
              <p:nvPr/>
            </p:nvSpPr>
            <p:spPr>
              <a:xfrm>
                <a:off x="15032736" y="5559552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9E9E9"/>
              </a:solidFill>
              <a:ln w="13716">
                <a:solidFill>
                  <a:srgbClr val="E9E9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62" name="polygon-4102"/>
              <p:cNvSpPr/>
              <p:nvPr/>
            </p:nvSpPr>
            <p:spPr>
              <a:xfrm>
                <a:off x="15032736" y="5568696"/>
                <a:ext cx="192024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">
                    <a:moveTo>
                      <a:pt x="0" y="0"/>
                    </a:moveTo>
                    <a:lnTo>
                      <a:pt x="210" y="0"/>
                    </a:lnTo>
                    <a:lnTo>
                      <a:pt x="21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ECECEC"/>
              </a:solidFill>
              <a:ln w="13716">
                <a:solidFill>
                  <a:srgbClr val="ECECE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63" name="polygon-4103"/>
              <p:cNvSpPr/>
              <p:nvPr/>
            </p:nvSpPr>
            <p:spPr>
              <a:xfrm>
                <a:off x="15032736" y="5586984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FEFEF"/>
              </a:solidFill>
              <a:ln w="13716">
                <a:solidFill>
                  <a:srgbClr val="EFEFE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64" name="polygon-4104"/>
              <p:cNvSpPr/>
              <p:nvPr/>
            </p:nvSpPr>
            <p:spPr>
              <a:xfrm>
                <a:off x="15032736" y="5596128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1F1F1"/>
              </a:solidFill>
              <a:ln w="13716">
                <a:solidFill>
                  <a:srgbClr val="F1F1F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65" name="polygon-4105"/>
              <p:cNvSpPr/>
              <p:nvPr/>
            </p:nvSpPr>
            <p:spPr>
              <a:xfrm>
                <a:off x="15032736" y="5605272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4F4F4"/>
              </a:solidFill>
              <a:ln w="13716">
                <a:solidFill>
                  <a:srgbClr val="F4F4F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66" name="polygon-4106"/>
              <p:cNvSpPr/>
              <p:nvPr/>
            </p:nvSpPr>
            <p:spPr>
              <a:xfrm>
                <a:off x="15032736" y="5614416"/>
                <a:ext cx="192024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">
                    <a:moveTo>
                      <a:pt x="0" y="0"/>
                    </a:moveTo>
                    <a:lnTo>
                      <a:pt x="210" y="0"/>
                    </a:lnTo>
                    <a:lnTo>
                      <a:pt x="21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7F7F7"/>
              </a:solidFill>
              <a:ln w="13716">
                <a:solidFill>
                  <a:srgbClr val="F7F7F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67" name="polygon-4107"/>
              <p:cNvSpPr/>
              <p:nvPr/>
            </p:nvSpPr>
            <p:spPr>
              <a:xfrm>
                <a:off x="15032736" y="5632704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9F9F9"/>
              </a:solidFill>
              <a:ln w="13716">
                <a:solidFill>
                  <a:srgbClr val="F9F9F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68" name="polygon-4108"/>
              <p:cNvSpPr/>
              <p:nvPr/>
            </p:nvSpPr>
            <p:spPr>
              <a:xfrm>
                <a:off x="15032736" y="5641848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CFCFC"/>
              </a:solidFill>
              <a:ln w="13716">
                <a:solidFill>
                  <a:srgbClr val="FCFCF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69" name="polygon-4109"/>
              <p:cNvSpPr/>
              <p:nvPr/>
            </p:nvSpPr>
            <p:spPr>
              <a:xfrm>
                <a:off x="15032736" y="5650992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70" name="polygon-4110"/>
              <p:cNvSpPr/>
              <p:nvPr/>
            </p:nvSpPr>
            <p:spPr>
              <a:xfrm>
                <a:off x="15032736" y="5660136"/>
                <a:ext cx="192024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">
                    <a:moveTo>
                      <a:pt x="0" y="0"/>
                    </a:moveTo>
                    <a:lnTo>
                      <a:pt x="210" y="0"/>
                    </a:lnTo>
                    <a:lnTo>
                      <a:pt x="21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71" name="polygon-4111"/>
              <p:cNvSpPr/>
              <p:nvPr/>
            </p:nvSpPr>
            <p:spPr>
              <a:xfrm>
                <a:off x="15032736" y="5678424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72" name="polygon-4112"/>
              <p:cNvSpPr/>
              <p:nvPr/>
            </p:nvSpPr>
            <p:spPr>
              <a:xfrm>
                <a:off x="15032736" y="5687568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73" name="polygon-4113"/>
              <p:cNvSpPr/>
              <p:nvPr/>
            </p:nvSpPr>
            <p:spPr>
              <a:xfrm>
                <a:off x="15032736" y="5696712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74" name="polygon-4114"/>
              <p:cNvSpPr/>
              <p:nvPr/>
            </p:nvSpPr>
            <p:spPr>
              <a:xfrm>
                <a:off x="15032736" y="5705856"/>
                <a:ext cx="192024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">
                    <a:moveTo>
                      <a:pt x="0" y="0"/>
                    </a:moveTo>
                    <a:lnTo>
                      <a:pt x="210" y="0"/>
                    </a:lnTo>
                    <a:lnTo>
                      <a:pt x="21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75" name="polygon-4115"/>
              <p:cNvSpPr/>
              <p:nvPr/>
            </p:nvSpPr>
            <p:spPr>
              <a:xfrm>
                <a:off x="15032736" y="5724144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76" name="polygon-4116"/>
              <p:cNvSpPr/>
              <p:nvPr/>
            </p:nvSpPr>
            <p:spPr>
              <a:xfrm>
                <a:off x="15032736" y="5733288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77" name="polygon-4117"/>
              <p:cNvSpPr/>
              <p:nvPr/>
            </p:nvSpPr>
            <p:spPr>
              <a:xfrm>
                <a:off x="15032736" y="5742432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78" name="polygon-4118"/>
              <p:cNvSpPr/>
              <p:nvPr/>
            </p:nvSpPr>
            <p:spPr>
              <a:xfrm>
                <a:off x="15032736" y="5751576"/>
                <a:ext cx="192024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">
                    <a:moveTo>
                      <a:pt x="0" y="0"/>
                    </a:moveTo>
                    <a:lnTo>
                      <a:pt x="210" y="0"/>
                    </a:lnTo>
                    <a:lnTo>
                      <a:pt x="21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79" name="polygon-4119"/>
              <p:cNvSpPr/>
              <p:nvPr/>
            </p:nvSpPr>
            <p:spPr>
              <a:xfrm>
                <a:off x="15032736" y="5769864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80" name="polygon-4120"/>
              <p:cNvSpPr/>
              <p:nvPr/>
            </p:nvSpPr>
            <p:spPr>
              <a:xfrm>
                <a:off x="15032736" y="5779008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81" name="polygon-4121"/>
              <p:cNvSpPr/>
              <p:nvPr/>
            </p:nvSpPr>
            <p:spPr>
              <a:xfrm>
                <a:off x="15032736" y="5788152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82" name="polygon-4122"/>
              <p:cNvSpPr/>
              <p:nvPr/>
            </p:nvSpPr>
            <p:spPr>
              <a:xfrm>
                <a:off x="15032736" y="5797296"/>
                <a:ext cx="192024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">
                    <a:moveTo>
                      <a:pt x="0" y="0"/>
                    </a:moveTo>
                    <a:lnTo>
                      <a:pt x="210" y="0"/>
                    </a:lnTo>
                    <a:lnTo>
                      <a:pt x="21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83" name="polygon-4123"/>
              <p:cNvSpPr/>
              <p:nvPr/>
            </p:nvSpPr>
            <p:spPr>
              <a:xfrm>
                <a:off x="15032736" y="5815584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84" name="polygon-4124"/>
              <p:cNvSpPr/>
              <p:nvPr/>
            </p:nvSpPr>
            <p:spPr>
              <a:xfrm>
                <a:off x="15032736" y="5824728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85" name="polygon-4125"/>
              <p:cNvSpPr/>
              <p:nvPr/>
            </p:nvSpPr>
            <p:spPr>
              <a:xfrm>
                <a:off x="15032736" y="5833872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86" name="polygon-4126"/>
              <p:cNvSpPr/>
              <p:nvPr/>
            </p:nvSpPr>
            <p:spPr>
              <a:xfrm>
                <a:off x="15032736" y="5843016"/>
                <a:ext cx="192024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">
                    <a:moveTo>
                      <a:pt x="0" y="0"/>
                    </a:moveTo>
                    <a:lnTo>
                      <a:pt x="210" y="0"/>
                    </a:lnTo>
                    <a:lnTo>
                      <a:pt x="21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87" name="polygon-4127"/>
              <p:cNvSpPr/>
              <p:nvPr/>
            </p:nvSpPr>
            <p:spPr>
              <a:xfrm>
                <a:off x="15032736" y="5861304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88" name="polygon-4128"/>
              <p:cNvSpPr/>
              <p:nvPr/>
            </p:nvSpPr>
            <p:spPr>
              <a:xfrm>
                <a:off x="15032736" y="5870448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89" name="polygon-4129"/>
              <p:cNvSpPr/>
              <p:nvPr/>
            </p:nvSpPr>
            <p:spPr>
              <a:xfrm>
                <a:off x="15032736" y="5879592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90" name="polygon-4130"/>
              <p:cNvSpPr/>
              <p:nvPr/>
            </p:nvSpPr>
            <p:spPr>
              <a:xfrm>
                <a:off x="15032736" y="5888736"/>
                <a:ext cx="192024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">
                    <a:moveTo>
                      <a:pt x="0" y="0"/>
                    </a:moveTo>
                    <a:lnTo>
                      <a:pt x="210" y="0"/>
                    </a:lnTo>
                    <a:lnTo>
                      <a:pt x="21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91" name="polygon-4131"/>
              <p:cNvSpPr/>
              <p:nvPr/>
            </p:nvSpPr>
            <p:spPr>
              <a:xfrm>
                <a:off x="15032736" y="5907024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92" name="polygon-4132"/>
              <p:cNvSpPr/>
              <p:nvPr/>
            </p:nvSpPr>
            <p:spPr>
              <a:xfrm>
                <a:off x="15032736" y="5916168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93" name="polygon-4133"/>
              <p:cNvSpPr/>
              <p:nvPr/>
            </p:nvSpPr>
            <p:spPr>
              <a:xfrm>
                <a:off x="15032736" y="5925312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94" name="polygon-4134"/>
              <p:cNvSpPr/>
              <p:nvPr/>
            </p:nvSpPr>
            <p:spPr>
              <a:xfrm>
                <a:off x="15032736" y="5934456"/>
                <a:ext cx="192024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">
                    <a:moveTo>
                      <a:pt x="0" y="0"/>
                    </a:moveTo>
                    <a:lnTo>
                      <a:pt x="210" y="0"/>
                    </a:lnTo>
                    <a:lnTo>
                      <a:pt x="21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95" name="polygon-4135"/>
              <p:cNvSpPr/>
              <p:nvPr/>
            </p:nvSpPr>
            <p:spPr>
              <a:xfrm>
                <a:off x="15032736" y="5952744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96" name="polygon-4136"/>
              <p:cNvSpPr/>
              <p:nvPr/>
            </p:nvSpPr>
            <p:spPr>
              <a:xfrm>
                <a:off x="15032736" y="5961888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97" name="polygon-4137"/>
              <p:cNvSpPr/>
              <p:nvPr/>
            </p:nvSpPr>
            <p:spPr>
              <a:xfrm>
                <a:off x="15032736" y="5971032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98" name="polygon-4138"/>
              <p:cNvSpPr/>
              <p:nvPr/>
            </p:nvSpPr>
            <p:spPr>
              <a:xfrm>
                <a:off x="15032736" y="5980176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99" name="polygon-4139"/>
              <p:cNvSpPr/>
              <p:nvPr/>
            </p:nvSpPr>
            <p:spPr>
              <a:xfrm>
                <a:off x="15032736" y="5989320"/>
                <a:ext cx="192024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">
                    <a:moveTo>
                      <a:pt x="0" y="0"/>
                    </a:moveTo>
                    <a:lnTo>
                      <a:pt x="210" y="0"/>
                    </a:lnTo>
                    <a:lnTo>
                      <a:pt x="21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00" name="polygon-4140"/>
              <p:cNvSpPr/>
              <p:nvPr/>
            </p:nvSpPr>
            <p:spPr>
              <a:xfrm>
                <a:off x="15032736" y="6007608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01" name="polygon-4141"/>
              <p:cNvSpPr/>
              <p:nvPr/>
            </p:nvSpPr>
            <p:spPr>
              <a:xfrm>
                <a:off x="15032736" y="6016752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02" name="polygon-4142"/>
              <p:cNvSpPr/>
              <p:nvPr/>
            </p:nvSpPr>
            <p:spPr>
              <a:xfrm>
                <a:off x="15032736" y="6025896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03" name="polygon-4143"/>
              <p:cNvSpPr/>
              <p:nvPr/>
            </p:nvSpPr>
            <p:spPr>
              <a:xfrm>
                <a:off x="15032736" y="6035040"/>
                <a:ext cx="192024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">
                    <a:moveTo>
                      <a:pt x="0" y="0"/>
                    </a:moveTo>
                    <a:lnTo>
                      <a:pt x="210" y="0"/>
                    </a:lnTo>
                    <a:lnTo>
                      <a:pt x="21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04" name="polygon-4144"/>
              <p:cNvSpPr/>
              <p:nvPr/>
            </p:nvSpPr>
            <p:spPr>
              <a:xfrm>
                <a:off x="15032736" y="6053328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05" name="polygon-4145"/>
              <p:cNvSpPr/>
              <p:nvPr/>
            </p:nvSpPr>
            <p:spPr>
              <a:xfrm>
                <a:off x="15032736" y="6062472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06" name="polygon-4146"/>
              <p:cNvSpPr/>
              <p:nvPr/>
            </p:nvSpPr>
            <p:spPr>
              <a:xfrm>
                <a:off x="15032736" y="6071616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07" name="polygon-4147"/>
              <p:cNvSpPr/>
              <p:nvPr/>
            </p:nvSpPr>
            <p:spPr>
              <a:xfrm>
                <a:off x="15032736" y="6080760"/>
                <a:ext cx="192024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">
                    <a:moveTo>
                      <a:pt x="0" y="0"/>
                    </a:moveTo>
                    <a:lnTo>
                      <a:pt x="210" y="0"/>
                    </a:lnTo>
                    <a:lnTo>
                      <a:pt x="21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08" name="polygon-4148"/>
              <p:cNvSpPr/>
              <p:nvPr/>
            </p:nvSpPr>
            <p:spPr>
              <a:xfrm>
                <a:off x="15032736" y="6099048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09" name="polygon-4149"/>
              <p:cNvSpPr/>
              <p:nvPr/>
            </p:nvSpPr>
            <p:spPr>
              <a:xfrm>
                <a:off x="15032736" y="6108192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10" name="polygon-4150"/>
              <p:cNvSpPr/>
              <p:nvPr/>
            </p:nvSpPr>
            <p:spPr>
              <a:xfrm>
                <a:off x="15032736" y="6117336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11" name="polygon-4151"/>
              <p:cNvSpPr/>
              <p:nvPr/>
            </p:nvSpPr>
            <p:spPr>
              <a:xfrm>
                <a:off x="15032736" y="6126480"/>
                <a:ext cx="192024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">
                    <a:moveTo>
                      <a:pt x="0" y="0"/>
                    </a:moveTo>
                    <a:lnTo>
                      <a:pt x="210" y="0"/>
                    </a:lnTo>
                    <a:lnTo>
                      <a:pt x="21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12" name="polygon-4152"/>
              <p:cNvSpPr/>
              <p:nvPr/>
            </p:nvSpPr>
            <p:spPr>
              <a:xfrm>
                <a:off x="15032736" y="6144768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13" name="polygon-4153"/>
              <p:cNvSpPr/>
              <p:nvPr/>
            </p:nvSpPr>
            <p:spPr>
              <a:xfrm>
                <a:off x="15032736" y="6153912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14" name="polygon-4154"/>
              <p:cNvSpPr/>
              <p:nvPr/>
            </p:nvSpPr>
            <p:spPr>
              <a:xfrm>
                <a:off x="15032736" y="6163056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15" name="polygon-4155"/>
              <p:cNvSpPr/>
              <p:nvPr/>
            </p:nvSpPr>
            <p:spPr>
              <a:xfrm>
                <a:off x="15032736" y="6172200"/>
                <a:ext cx="192024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">
                    <a:moveTo>
                      <a:pt x="0" y="0"/>
                    </a:moveTo>
                    <a:lnTo>
                      <a:pt x="210" y="0"/>
                    </a:lnTo>
                    <a:lnTo>
                      <a:pt x="21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16" name="polygon-4156"/>
              <p:cNvSpPr/>
              <p:nvPr/>
            </p:nvSpPr>
            <p:spPr>
              <a:xfrm>
                <a:off x="15032736" y="6190488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17" name="polygon-4157"/>
              <p:cNvSpPr/>
              <p:nvPr/>
            </p:nvSpPr>
            <p:spPr>
              <a:xfrm>
                <a:off x="15032736" y="6199632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18" name="polygon-4158"/>
              <p:cNvSpPr/>
              <p:nvPr/>
            </p:nvSpPr>
            <p:spPr>
              <a:xfrm>
                <a:off x="15032736" y="6208776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19" name="polygon-4159"/>
              <p:cNvSpPr/>
              <p:nvPr/>
            </p:nvSpPr>
            <p:spPr>
              <a:xfrm>
                <a:off x="15032736" y="6217920"/>
                <a:ext cx="192024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">
                    <a:moveTo>
                      <a:pt x="0" y="0"/>
                    </a:moveTo>
                    <a:lnTo>
                      <a:pt x="210" y="0"/>
                    </a:lnTo>
                    <a:lnTo>
                      <a:pt x="21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20" name="polygon-4160"/>
              <p:cNvSpPr/>
              <p:nvPr/>
            </p:nvSpPr>
            <p:spPr>
              <a:xfrm>
                <a:off x="15032736" y="6236208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21" name="polygon-4161"/>
              <p:cNvSpPr/>
              <p:nvPr/>
            </p:nvSpPr>
            <p:spPr>
              <a:xfrm>
                <a:off x="15032736" y="6245352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22" name="polygon-4162"/>
              <p:cNvSpPr/>
              <p:nvPr/>
            </p:nvSpPr>
            <p:spPr>
              <a:xfrm>
                <a:off x="15032736" y="6254496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23" name="polygon-4163"/>
              <p:cNvSpPr/>
              <p:nvPr/>
            </p:nvSpPr>
            <p:spPr>
              <a:xfrm>
                <a:off x="15032736" y="6263640"/>
                <a:ext cx="192024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">
                    <a:moveTo>
                      <a:pt x="0" y="0"/>
                    </a:moveTo>
                    <a:lnTo>
                      <a:pt x="210" y="0"/>
                    </a:lnTo>
                    <a:lnTo>
                      <a:pt x="21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24" name="polygon-4164"/>
              <p:cNvSpPr/>
              <p:nvPr/>
            </p:nvSpPr>
            <p:spPr>
              <a:xfrm>
                <a:off x="15032736" y="6281928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25" name="polygon-4165"/>
              <p:cNvSpPr/>
              <p:nvPr/>
            </p:nvSpPr>
            <p:spPr>
              <a:xfrm>
                <a:off x="15032736" y="6291072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26" name="polygon-4166"/>
              <p:cNvSpPr/>
              <p:nvPr/>
            </p:nvSpPr>
            <p:spPr>
              <a:xfrm>
                <a:off x="15032736" y="6300216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27" name="polygon-4167"/>
              <p:cNvSpPr/>
              <p:nvPr/>
            </p:nvSpPr>
            <p:spPr>
              <a:xfrm>
                <a:off x="15032736" y="6309360"/>
                <a:ext cx="192024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">
                    <a:moveTo>
                      <a:pt x="0" y="0"/>
                    </a:moveTo>
                    <a:lnTo>
                      <a:pt x="210" y="0"/>
                    </a:lnTo>
                    <a:lnTo>
                      <a:pt x="21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28" name="polygon-4168"/>
              <p:cNvSpPr/>
              <p:nvPr/>
            </p:nvSpPr>
            <p:spPr>
              <a:xfrm>
                <a:off x="15032736" y="6327648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29" name="polygon-4169"/>
              <p:cNvSpPr/>
              <p:nvPr/>
            </p:nvSpPr>
            <p:spPr>
              <a:xfrm>
                <a:off x="15032736" y="6336792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30" name="polygon-4170"/>
              <p:cNvSpPr/>
              <p:nvPr/>
            </p:nvSpPr>
            <p:spPr>
              <a:xfrm>
                <a:off x="15032736" y="6345936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31" name="polygon-4171"/>
              <p:cNvSpPr/>
              <p:nvPr/>
            </p:nvSpPr>
            <p:spPr>
              <a:xfrm>
                <a:off x="15032736" y="6355080"/>
                <a:ext cx="192024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">
                    <a:moveTo>
                      <a:pt x="0" y="0"/>
                    </a:moveTo>
                    <a:lnTo>
                      <a:pt x="210" y="0"/>
                    </a:lnTo>
                    <a:lnTo>
                      <a:pt x="21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32" name="polygon-4172"/>
              <p:cNvSpPr/>
              <p:nvPr/>
            </p:nvSpPr>
            <p:spPr>
              <a:xfrm>
                <a:off x="15032736" y="6373368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FEFE"/>
              </a:solidFill>
              <a:ln w="13716">
                <a:solidFill>
                  <a:srgbClr val="FEFEF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33" name="polygon-4173"/>
              <p:cNvSpPr/>
              <p:nvPr/>
            </p:nvSpPr>
            <p:spPr>
              <a:xfrm>
                <a:off x="15032736" y="6382512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BFBFB"/>
              </a:solidFill>
              <a:ln w="13716">
                <a:solidFill>
                  <a:srgbClr val="FBFBF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34" name="polygon-4174"/>
              <p:cNvSpPr/>
              <p:nvPr/>
            </p:nvSpPr>
            <p:spPr>
              <a:xfrm>
                <a:off x="15032736" y="6391656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9F9F9"/>
              </a:solidFill>
              <a:ln w="13716">
                <a:solidFill>
                  <a:srgbClr val="F9F9F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35" name="polygon-4175"/>
              <p:cNvSpPr/>
              <p:nvPr/>
            </p:nvSpPr>
            <p:spPr>
              <a:xfrm>
                <a:off x="15032736" y="6400800"/>
                <a:ext cx="192024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">
                    <a:moveTo>
                      <a:pt x="0" y="0"/>
                    </a:moveTo>
                    <a:lnTo>
                      <a:pt x="210" y="0"/>
                    </a:lnTo>
                    <a:lnTo>
                      <a:pt x="21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6F6F6"/>
              </a:solidFill>
              <a:ln w="13716">
                <a:solidFill>
                  <a:srgbClr val="F6F6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36" name="polygon-4176"/>
              <p:cNvSpPr/>
              <p:nvPr/>
            </p:nvSpPr>
            <p:spPr>
              <a:xfrm>
                <a:off x="15032736" y="6419088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3F3F3"/>
              </a:solidFill>
              <a:ln w="13716">
                <a:solidFill>
                  <a:srgbClr val="F3F3F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37" name="polygon-4177"/>
              <p:cNvSpPr/>
              <p:nvPr/>
            </p:nvSpPr>
            <p:spPr>
              <a:xfrm>
                <a:off x="15032736" y="6428232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09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0F0F0"/>
              </a:solidFill>
              <a:ln w="13716">
                <a:solidFill>
                  <a:srgbClr val="F0F0F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38" name="polygon-4178"/>
              <p:cNvSpPr/>
              <p:nvPr/>
            </p:nvSpPr>
            <p:spPr>
              <a:xfrm>
                <a:off x="15041880" y="6437376"/>
                <a:ext cx="190195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08" h="1">
                    <a:moveTo>
                      <a:pt x="0" y="0"/>
                    </a:moveTo>
                    <a:lnTo>
                      <a:pt x="208" y="0"/>
                    </a:lnTo>
                    <a:lnTo>
                      <a:pt x="20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DEDED"/>
              </a:solidFill>
              <a:ln w="13716">
                <a:solidFill>
                  <a:srgbClr val="EDEDE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39" name="polygon-4179"/>
              <p:cNvSpPr/>
              <p:nvPr/>
            </p:nvSpPr>
            <p:spPr>
              <a:xfrm>
                <a:off x="15041880" y="6446520"/>
                <a:ext cx="1901952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08" h="2">
                    <a:moveTo>
                      <a:pt x="0" y="0"/>
                    </a:moveTo>
                    <a:lnTo>
                      <a:pt x="208" y="0"/>
                    </a:lnTo>
                    <a:lnTo>
                      <a:pt x="207" y="2"/>
                    </a:lnTo>
                    <a:lnTo>
                      <a:pt x="1" y="2"/>
                    </a:lnTo>
                    <a:close/>
                  </a:path>
                </a:pathLst>
              </a:custGeom>
              <a:solidFill>
                <a:srgbClr val="EAEAEA"/>
              </a:solidFill>
              <a:ln w="13716">
                <a:solidFill>
                  <a:srgbClr val="EAEAE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40" name="polygon-4180"/>
              <p:cNvSpPr/>
              <p:nvPr/>
            </p:nvSpPr>
            <p:spPr>
              <a:xfrm>
                <a:off x="15051024" y="6464808"/>
                <a:ext cx="1883664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06" h="1">
                    <a:moveTo>
                      <a:pt x="0" y="0"/>
                    </a:moveTo>
                    <a:lnTo>
                      <a:pt x="206" y="0"/>
                    </a:lnTo>
                    <a:lnTo>
                      <a:pt x="20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E7E7E7"/>
              </a:solidFill>
              <a:ln w="13716">
                <a:solidFill>
                  <a:srgbClr val="E7E7E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41" name="polygon-4181"/>
              <p:cNvSpPr/>
              <p:nvPr/>
            </p:nvSpPr>
            <p:spPr>
              <a:xfrm>
                <a:off x="15060168" y="6473952"/>
                <a:ext cx="18653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04" h="1">
                    <a:moveTo>
                      <a:pt x="0" y="0"/>
                    </a:moveTo>
                    <a:lnTo>
                      <a:pt x="204" y="0"/>
                    </a:lnTo>
                    <a:lnTo>
                      <a:pt x="20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E4E4E4"/>
              </a:solidFill>
              <a:ln w="13716">
                <a:solidFill>
                  <a:srgbClr val="E4E4E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42" name="polygon-4182"/>
              <p:cNvSpPr/>
              <p:nvPr/>
            </p:nvSpPr>
            <p:spPr>
              <a:xfrm>
                <a:off x="15069312" y="6483096"/>
                <a:ext cx="1847088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02" h="1">
                    <a:moveTo>
                      <a:pt x="0" y="0"/>
                    </a:moveTo>
                    <a:lnTo>
                      <a:pt x="202" y="0"/>
                    </a:lnTo>
                    <a:lnTo>
                      <a:pt x="201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E1E1E1"/>
              </a:solidFill>
              <a:ln w="13716">
                <a:solidFill>
                  <a:srgbClr val="E1E1E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43" name="polygon-4183"/>
              <p:cNvSpPr/>
              <p:nvPr/>
            </p:nvSpPr>
            <p:spPr>
              <a:xfrm>
                <a:off x="15078456" y="6492240"/>
                <a:ext cx="182880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00" h="2">
                    <a:moveTo>
                      <a:pt x="0" y="0"/>
                    </a:moveTo>
                    <a:lnTo>
                      <a:pt x="200" y="0"/>
                    </a:lnTo>
                    <a:lnTo>
                      <a:pt x="198" y="2"/>
                    </a:lnTo>
                    <a:lnTo>
                      <a:pt x="2" y="2"/>
                    </a:lnTo>
                    <a:close/>
                  </a:path>
                </a:pathLst>
              </a:custGeom>
              <a:solidFill>
                <a:srgbClr val="C3C3C3"/>
              </a:solidFill>
              <a:ln w="13716">
                <a:solidFill>
                  <a:srgbClr val="C3C3C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44" name="polygon-4184"/>
              <p:cNvSpPr/>
              <p:nvPr/>
            </p:nvSpPr>
            <p:spPr>
              <a:xfrm>
                <a:off x="15096744" y="6510528"/>
                <a:ext cx="1792224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">
                    <a:moveTo>
                      <a:pt x="0" y="0"/>
                    </a:moveTo>
                    <a:lnTo>
                      <a:pt x="196" y="0"/>
                    </a:lnTo>
                    <a:lnTo>
                      <a:pt x="194" y="1"/>
                    </a:lnTo>
                    <a:lnTo>
                      <a:pt x="2" y="1"/>
                    </a:lnTo>
                    <a:close/>
                  </a:path>
                </a:pathLst>
              </a:custGeom>
              <a:solidFill>
                <a:srgbClr val="A4A4A4"/>
              </a:solidFill>
              <a:ln w="13716">
                <a:solidFill>
                  <a:srgbClr val="A4A4A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45" name="polygon-4185"/>
              <p:cNvSpPr/>
              <p:nvPr/>
            </p:nvSpPr>
            <p:spPr>
              <a:xfrm>
                <a:off x="15115032" y="6519672"/>
                <a:ext cx="1755648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192" h="1">
                    <a:moveTo>
                      <a:pt x="0" y="0"/>
                    </a:moveTo>
                    <a:lnTo>
                      <a:pt x="192" y="0"/>
                    </a:lnTo>
                    <a:lnTo>
                      <a:pt x="186" y="1"/>
                    </a:lnTo>
                    <a:lnTo>
                      <a:pt x="6" y="1"/>
                    </a:lnTo>
                    <a:close/>
                  </a:path>
                </a:pathLst>
              </a:custGeom>
              <a:solidFill>
                <a:srgbClr val="848484"/>
              </a:solidFill>
              <a:ln w="13716">
                <a:solidFill>
                  <a:srgbClr val="84848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46" name="rectangle-4186"/>
              <p:cNvSpPr/>
              <p:nvPr/>
            </p:nvSpPr>
            <p:spPr>
              <a:xfrm>
                <a:off x="15032736" y="5413248"/>
                <a:ext cx="1920240" cy="1115568"/>
              </a:xfrm>
              <a:prstGeom prst="roundRect">
                <a:avLst>
                  <a:gd name="adj" fmla="val 12295"/>
                </a:avLst>
              </a:prstGeom>
              <a:noFill/>
              <a:ln w="18288">
                <a:solidFill>
                  <a:srgbClr val="90909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4247" name="Text: Iter.1"/>
            <p:cNvSpPr txBox="1"/>
            <p:nvPr/>
          </p:nvSpPr>
          <p:spPr>
            <a:xfrm rot="16200000">
              <a:off x="14849856" y="5870448"/>
              <a:ext cx="832104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 i="0">
                  <a:solidFill>
                    <a:srgbClr val="000000"/>
                  </a:solidFill>
                  <a:latin typeface="Liberation Serif"/>
                </a:rPr>
                <a:t>Iter.1</a:t>
              </a:r>
            </a:p>
          </p:txBody>
        </p:sp>
        <p:sp>
          <p:nvSpPr>
            <p:cNvPr id="4248" name="rectangle-4187"/>
            <p:cNvSpPr/>
            <p:nvPr/>
          </p:nvSpPr>
          <p:spPr>
            <a:xfrm>
              <a:off x="15453360" y="5486400"/>
              <a:ext cx="649224" cy="210312"/>
            </a:xfrm>
            <a:prstGeom prst="roundRect">
              <a:avLst>
                <a:gd name="adj" fmla="val 17391"/>
              </a:avLst>
            </a:prstGeom>
            <a:solidFill>
              <a:srgbClr val="FFFFFF"/>
            </a:solidFill>
            <a:ln w="20116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49" name="Text: 𝒩"/>
            <p:cNvSpPr txBox="1"/>
            <p:nvPr/>
          </p:nvSpPr>
          <p:spPr>
            <a:xfrm>
              <a:off x="15617952" y="5495544"/>
              <a:ext cx="201168" cy="19202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96" b="0" i="0">
                  <a:solidFill>
                    <a:srgbClr val="000000"/>
                  </a:solidFill>
                  <a:latin typeface="DejaVu Math TeX Gyre"/>
                </a:rPr>
                <a:t>𝒩</a:t>
              </a:r>
            </a:p>
          </p:txBody>
        </p:sp>
        <p:sp>
          <p:nvSpPr>
            <p:cNvPr id="4250" name="Text: θ"/>
            <p:cNvSpPr txBox="1"/>
            <p:nvPr/>
          </p:nvSpPr>
          <p:spPr>
            <a:xfrm>
              <a:off x="15782544" y="5541264"/>
              <a:ext cx="128016" cy="15544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8" b="0" i="1">
                  <a:solidFill>
                    <a:srgbClr val="000000"/>
                  </a:solidFill>
                  <a:latin typeface="Liberation Serif"/>
                </a:rPr>
                <a:t>θ</a:t>
              </a:r>
            </a:p>
          </p:txBody>
        </p:sp>
        <p:sp>
          <p:nvSpPr>
            <p:cNvPr id="4251" name="rectangle-4188"/>
            <p:cNvSpPr/>
            <p:nvPr/>
          </p:nvSpPr>
          <p:spPr>
            <a:xfrm>
              <a:off x="16523208" y="5486400"/>
              <a:ext cx="274320" cy="219456"/>
            </a:xfrm>
            <a:prstGeom prst="roundRect">
              <a:avLst>
                <a:gd name="adj" fmla="val 33333"/>
              </a:avLst>
            </a:prstGeom>
            <a:solidFill>
              <a:srgbClr val="D5DBA2"/>
            </a:solidFill>
            <a:ln w="18288">
              <a:solidFill>
                <a:srgbClr val="1A33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52" name="Text: N"/>
            <p:cNvSpPr txBox="1"/>
            <p:nvPr/>
          </p:nvSpPr>
          <p:spPr>
            <a:xfrm>
              <a:off x="16523208" y="5495544"/>
              <a:ext cx="274320" cy="20116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68" b="0" i="0">
                  <a:solidFill>
                    <a:srgbClr val="FFFFFF"/>
                  </a:solidFill>
                  <a:latin typeface="Liberation Serif"/>
                </a:rPr>
                <a:t>N</a:t>
              </a:r>
            </a:p>
          </p:txBody>
        </p:sp>
        <p:cxnSp>
          <p:nvCxnSpPr>
            <p:cNvPr id="4253" name="line-4189"/>
            <p:cNvCxnSpPr/>
            <p:nvPr/>
          </p:nvCxnSpPr>
          <p:spPr>
            <a:xfrm>
              <a:off x="15627096" y="5705856"/>
              <a:ext cx="0" cy="155448"/>
            </a:xfrm>
            <a:prstGeom prst="line">
              <a:avLst/>
            </a:prstGeom>
            <a:ln w="22859"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54" name="polygon-4190"/>
            <p:cNvSpPr/>
            <p:nvPr/>
          </p:nvSpPr>
          <p:spPr>
            <a:xfrm>
              <a:off x="15590520" y="5788152"/>
              <a:ext cx="73152" cy="73152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4" y="8"/>
                  </a:move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255" name="line-4191"/>
            <p:cNvCxnSpPr/>
            <p:nvPr/>
          </p:nvCxnSpPr>
          <p:spPr>
            <a:xfrm flipV="1">
              <a:off x="15919704" y="5724144"/>
              <a:ext cx="0" cy="137160"/>
            </a:xfrm>
            <a:prstGeom prst="line">
              <a:avLst/>
            </a:prstGeom>
            <a:ln w="19202"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56" name="polygon-4192"/>
            <p:cNvSpPr/>
            <p:nvPr/>
          </p:nvSpPr>
          <p:spPr>
            <a:xfrm>
              <a:off x="15892272" y="5724144"/>
              <a:ext cx="54864" cy="64008"/>
            </a:xfrm>
            <a:custGeom>
              <a:avLst/>
              <a:gdLst/>
              <a:ahLst/>
              <a:cxnLst/>
              <a:rect l="l" t="t" r="r" b="b"/>
              <a:pathLst>
                <a:path w="6" h="7">
                  <a:moveTo>
                    <a:pt x="3" y="0"/>
                  </a:moveTo>
                  <a:lnTo>
                    <a:pt x="0" y="7"/>
                  </a:lnTo>
                  <a:lnTo>
                    <a:pt x="6" y="7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57" name="rectangle-4193"/>
            <p:cNvSpPr/>
            <p:nvPr/>
          </p:nvSpPr>
          <p:spPr>
            <a:xfrm>
              <a:off x="15453360" y="5870448"/>
              <a:ext cx="649224" cy="210312"/>
            </a:xfrm>
            <a:prstGeom prst="roundRect">
              <a:avLst>
                <a:gd name="adj" fmla="val 17391"/>
              </a:avLst>
            </a:prstGeom>
            <a:solidFill>
              <a:srgbClr val="FFFFFF"/>
            </a:solidFill>
            <a:ln w="20116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58" name="Text: 𝒩"/>
            <p:cNvSpPr txBox="1"/>
            <p:nvPr/>
          </p:nvSpPr>
          <p:spPr>
            <a:xfrm>
              <a:off x="15617952" y="5879592"/>
              <a:ext cx="201168" cy="19202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96" b="0" i="0">
                  <a:solidFill>
                    <a:srgbClr val="000000"/>
                  </a:solidFill>
                  <a:latin typeface="DejaVu Math TeX Gyre"/>
                </a:rPr>
                <a:t>𝒩</a:t>
              </a:r>
            </a:p>
          </p:txBody>
        </p:sp>
        <p:sp>
          <p:nvSpPr>
            <p:cNvPr id="4259" name="Text: θ"/>
            <p:cNvSpPr txBox="1"/>
            <p:nvPr/>
          </p:nvSpPr>
          <p:spPr>
            <a:xfrm>
              <a:off x="15782544" y="5925312"/>
              <a:ext cx="128016" cy="15544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8" b="0" i="1">
                  <a:solidFill>
                    <a:srgbClr val="000000"/>
                  </a:solidFill>
                  <a:latin typeface="Liberation Serif"/>
                </a:rPr>
                <a:t>θ</a:t>
              </a:r>
            </a:p>
          </p:txBody>
        </p:sp>
        <p:sp>
          <p:nvSpPr>
            <p:cNvPr id="4260" name="rectangle-4194"/>
            <p:cNvSpPr/>
            <p:nvPr/>
          </p:nvSpPr>
          <p:spPr>
            <a:xfrm>
              <a:off x="16523208" y="5870448"/>
              <a:ext cx="274320" cy="219456"/>
            </a:xfrm>
            <a:prstGeom prst="roundRect">
              <a:avLst>
                <a:gd name="adj" fmla="val 33333"/>
              </a:avLst>
            </a:prstGeom>
            <a:solidFill>
              <a:srgbClr val="A7D4D0"/>
            </a:solidFill>
            <a:ln w="18288">
              <a:solidFill>
                <a:srgbClr val="1A33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61" name="Text: B"/>
            <p:cNvSpPr txBox="1"/>
            <p:nvPr/>
          </p:nvSpPr>
          <p:spPr>
            <a:xfrm>
              <a:off x="16523208" y="5879592"/>
              <a:ext cx="274320" cy="20116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68" b="0" i="0">
                  <a:solidFill>
                    <a:srgbClr val="FFFFFF"/>
                  </a:solidFill>
                  <a:latin typeface="Liberation Serif"/>
                </a:rPr>
                <a:t>B</a:t>
              </a:r>
            </a:p>
          </p:txBody>
        </p:sp>
        <p:cxnSp>
          <p:nvCxnSpPr>
            <p:cNvPr id="4262" name="line-4195"/>
            <p:cNvCxnSpPr/>
            <p:nvPr/>
          </p:nvCxnSpPr>
          <p:spPr>
            <a:xfrm>
              <a:off x="15627096" y="6089904"/>
              <a:ext cx="0" cy="155448"/>
            </a:xfrm>
            <a:prstGeom prst="line">
              <a:avLst/>
            </a:prstGeom>
            <a:ln w="22859"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63" name="polygon-4196"/>
            <p:cNvSpPr/>
            <p:nvPr/>
          </p:nvSpPr>
          <p:spPr>
            <a:xfrm>
              <a:off x="15590520" y="6172200"/>
              <a:ext cx="73152" cy="73152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4" y="8"/>
                  </a:move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264" name="line-4197"/>
            <p:cNvCxnSpPr/>
            <p:nvPr/>
          </p:nvCxnSpPr>
          <p:spPr>
            <a:xfrm flipV="1">
              <a:off x="15919704" y="6108192"/>
              <a:ext cx="0" cy="137160"/>
            </a:xfrm>
            <a:prstGeom prst="line">
              <a:avLst/>
            </a:prstGeom>
            <a:ln w="19202"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65" name="polygon-4198"/>
            <p:cNvSpPr/>
            <p:nvPr/>
          </p:nvSpPr>
          <p:spPr>
            <a:xfrm>
              <a:off x="15892272" y="6108192"/>
              <a:ext cx="54864" cy="64008"/>
            </a:xfrm>
            <a:custGeom>
              <a:avLst/>
              <a:gdLst/>
              <a:ahLst/>
              <a:cxnLst/>
              <a:rect l="l" t="t" r="r" b="b"/>
              <a:pathLst>
                <a:path w="6" h="7">
                  <a:moveTo>
                    <a:pt x="3" y="0"/>
                  </a:moveTo>
                  <a:lnTo>
                    <a:pt x="0" y="7"/>
                  </a:lnTo>
                  <a:lnTo>
                    <a:pt x="6" y="7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66" name="rectangle-4199"/>
            <p:cNvSpPr/>
            <p:nvPr/>
          </p:nvSpPr>
          <p:spPr>
            <a:xfrm>
              <a:off x="15453360" y="6254496"/>
              <a:ext cx="649224" cy="210312"/>
            </a:xfrm>
            <a:prstGeom prst="roundRect">
              <a:avLst>
                <a:gd name="adj" fmla="val 17391"/>
              </a:avLst>
            </a:prstGeom>
            <a:solidFill>
              <a:srgbClr val="FFFFFF"/>
            </a:solidFill>
            <a:ln w="20116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67" name="Text: 𝒩"/>
            <p:cNvSpPr txBox="1"/>
            <p:nvPr/>
          </p:nvSpPr>
          <p:spPr>
            <a:xfrm>
              <a:off x="15617952" y="6263640"/>
              <a:ext cx="201168" cy="19202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96" b="0" i="0">
                  <a:solidFill>
                    <a:srgbClr val="000000"/>
                  </a:solidFill>
                  <a:latin typeface="DejaVu Math TeX Gyre"/>
                </a:rPr>
                <a:t>𝒩</a:t>
              </a:r>
            </a:p>
          </p:txBody>
        </p:sp>
        <p:sp>
          <p:nvSpPr>
            <p:cNvPr id="4268" name="Text: θ"/>
            <p:cNvSpPr txBox="1"/>
            <p:nvPr/>
          </p:nvSpPr>
          <p:spPr>
            <a:xfrm>
              <a:off x="15782544" y="6309360"/>
              <a:ext cx="128016" cy="15544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8" b="0" i="1">
                  <a:solidFill>
                    <a:srgbClr val="000000"/>
                  </a:solidFill>
                  <a:latin typeface="Liberation Serif"/>
                </a:rPr>
                <a:t>θ</a:t>
              </a:r>
            </a:p>
          </p:txBody>
        </p:sp>
        <p:sp>
          <p:nvSpPr>
            <p:cNvPr id="4269" name="rectangle-4200"/>
            <p:cNvSpPr/>
            <p:nvPr/>
          </p:nvSpPr>
          <p:spPr>
            <a:xfrm>
              <a:off x="16523208" y="6254496"/>
              <a:ext cx="274320" cy="219456"/>
            </a:xfrm>
            <a:prstGeom prst="roundRect">
              <a:avLst>
                <a:gd name="adj" fmla="val 33333"/>
              </a:avLst>
            </a:prstGeom>
            <a:solidFill>
              <a:srgbClr val="B1C3D1"/>
            </a:solidFill>
            <a:ln w="18288">
              <a:solidFill>
                <a:srgbClr val="1A33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70" name="Text: C"/>
            <p:cNvSpPr txBox="1"/>
            <p:nvPr/>
          </p:nvSpPr>
          <p:spPr>
            <a:xfrm>
              <a:off x="16523208" y="6263640"/>
              <a:ext cx="274320" cy="20116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68" b="0" i="0">
                  <a:solidFill>
                    <a:srgbClr val="FFFFFF"/>
                  </a:solidFill>
                  <a:latin typeface="Liberation Serif"/>
                </a:rPr>
                <a:t>C</a:t>
              </a:r>
            </a:p>
          </p:txBody>
        </p:sp>
        <p:sp>
          <p:nvSpPr>
            <p:cNvPr id="4271" name="polygon-4201"/>
            <p:cNvSpPr/>
            <p:nvPr/>
          </p:nvSpPr>
          <p:spPr>
            <a:xfrm>
              <a:off x="16340328" y="5550408"/>
              <a:ext cx="109728" cy="91440"/>
            </a:xfrm>
            <a:custGeom>
              <a:avLst/>
              <a:gdLst/>
              <a:ahLst/>
              <a:cxnLst/>
              <a:rect l="l" t="t" r="r" b="b"/>
              <a:pathLst>
                <a:path w="12" h="10">
                  <a:moveTo>
                    <a:pt x="12" y="0"/>
                  </a:moveTo>
                  <a:lnTo>
                    <a:pt x="5" y="5"/>
                  </a:lnTo>
                  <a:lnTo>
                    <a:pt x="12" y="10"/>
                  </a:lnTo>
                  <a:lnTo>
                    <a:pt x="8" y="10"/>
                  </a:lnTo>
                  <a:lnTo>
                    <a:pt x="0" y="5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D5DBA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72" name="polygon-4202"/>
            <p:cNvSpPr/>
            <p:nvPr/>
          </p:nvSpPr>
          <p:spPr>
            <a:xfrm>
              <a:off x="16258032" y="5550408"/>
              <a:ext cx="109728" cy="91440"/>
            </a:xfrm>
            <a:custGeom>
              <a:avLst/>
              <a:gdLst/>
              <a:ahLst/>
              <a:cxnLst/>
              <a:rect l="l" t="t" r="r" b="b"/>
              <a:pathLst>
                <a:path w="12" h="10">
                  <a:moveTo>
                    <a:pt x="12" y="0"/>
                  </a:moveTo>
                  <a:lnTo>
                    <a:pt x="5" y="5"/>
                  </a:lnTo>
                  <a:lnTo>
                    <a:pt x="12" y="10"/>
                  </a:lnTo>
                  <a:lnTo>
                    <a:pt x="8" y="10"/>
                  </a:lnTo>
                  <a:lnTo>
                    <a:pt x="0" y="5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D5DBA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73" name="polygon-4203"/>
            <p:cNvSpPr/>
            <p:nvPr/>
          </p:nvSpPr>
          <p:spPr>
            <a:xfrm>
              <a:off x="16175736" y="5550408"/>
              <a:ext cx="109728" cy="91440"/>
            </a:xfrm>
            <a:custGeom>
              <a:avLst/>
              <a:gdLst/>
              <a:ahLst/>
              <a:cxnLst/>
              <a:rect l="l" t="t" r="r" b="b"/>
              <a:pathLst>
                <a:path w="12" h="10">
                  <a:moveTo>
                    <a:pt x="12" y="0"/>
                  </a:moveTo>
                  <a:lnTo>
                    <a:pt x="5" y="5"/>
                  </a:lnTo>
                  <a:lnTo>
                    <a:pt x="12" y="10"/>
                  </a:lnTo>
                  <a:lnTo>
                    <a:pt x="8" y="10"/>
                  </a:lnTo>
                  <a:lnTo>
                    <a:pt x="0" y="5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D5DBA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4274" name="Editable beveled panel"/>
            <p:cNvGrpSpPr/>
            <p:nvPr/>
          </p:nvGrpSpPr>
          <p:grpSpPr>
            <a:xfrm>
              <a:off x="15032736" y="6620256"/>
              <a:ext cx="1920240" cy="292608"/>
              <a:chOff x="15032736" y="6620256"/>
              <a:chExt cx="1920240" cy="292608"/>
            </a:xfrm>
          </p:grpSpPr>
          <p:sp>
            <p:nvSpPr>
              <p:cNvPr id="4275" name="rectangle-4205"/>
              <p:cNvSpPr/>
              <p:nvPr/>
            </p:nvSpPr>
            <p:spPr>
              <a:xfrm>
                <a:off x="15032736" y="6620256"/>
                <a:ext cx="1920240" cy="292608"/>
              </a:xfrm>
              <a:prstGeom prst="roundRect">
                <a:avLst>
                  <a:gd name="adj" fmla="val 9375"/>
                </a:avLst>
              </a:prstGeom>
              <a:solidFill>
                <a:srgbClr val="81818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76" name="polygon-4206"/>
              <p:cNvSpPr/>
              <p:nvPr/>
            </p:nvSpPr>
            <p:spPr>
              <a:xfrm>
                <a:off x="15041880" y="6620256"/>
                <a:ext cx="190195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08" h="1">
                    <a:moveTo>
                      <a:pt x="2" y="0"/>
                    </a:moveTo>
                    <a:lnTo>
                      <a:pt x="206" y="0"/>
                    </a:lnTo>
                    <a:lnTo>
                      <a:pt x="20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A6A6A6"/>
              </a:solidFill>
              <a:ln w="13716">
                <a:solidFill>
                  <a:srgbClr val="A6A6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77" name="polygon-4207"/>
              <p:cNvSpPr/>
              <p:nvPr/>
            </p:nvSpPr>
            <p:spPr>
              <a:xfrm>
                <a:off x="15032736" y="6629400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1" y="0"/>
                    </a:moveTo>
                    <a:lnTo>
                      <a:pt x="209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1F1F1"/>
              </a:solidFill>
              <a:ln w="13716">
                <a:solidFill>
                  <a:srgbClr val="F1F1F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78" name="polygon-4208"/>
              <p:cNvSpPr/>
              <p:nvPr/>
            </p:nvSpPr>
            <p:spPr>
              <a:xfrm>
                <a:off x="15032736" y="6638544"/>
                <a:ext cx="192024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">
                    <a:moveTo>
                      <a:pt x="0" y="0"/>
                    </a:moveTo>
                    <a:lnTo>
                      <a:pt x="210" y="0"/>
                    </a:lnTo>
                    <a:lnTo>
                      <a:pt x="21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3F3F3"/>
              </a:solidFill>
              <a:ln w="13716">
                <a:solidFill>
                  <a:srgbClr val="F3F3F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79" name="polygon-4209"/>
              <p:cNvSpPr/>
              <p:nvPr/>
            </p:nvSpPr>
            <p:spPr>
              <a:xfrm>
                <a:off x="15032736" y="6656832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8E8E8"/>
              </a:solidFill>
              <a:ln w="13716">
                <a:solidFill>
                  <a:srgbClr val="E8E8E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80" name="polygon-4210"/>
              <p:cNvSpPr/>
              <p:nvPr/>
            </p:nvSpPr>
            <p:spPr>
              <a:xfrm>
                <a:off x="15032736" y="6665976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2F2F2"/>
              </a:solidFill>
              <a:ln w="13716">
                <a:solidFill>
                  <a:srgbClr val="F2F2F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81" name="polygon-4211"/>
              <p:cNvSpPr/>
              <p:nvPr/>
            </p:nvSpPr>
            <p:spPr>
              <a:xfrm>
                <a:off x="15032736" y="6675120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DFDFD"/>
              </a:solidFill>
              <a:ln w="13716">
                <a:solidFill>
                  <a:srgbClr val="FDFDF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82" name="polygon-4212"/>
              <p:cNvSpPr/>
              <p:nvPr/>
            </p:nvSpPr>
            <p:spPr>
              <a:xfrm>
                <a:off x="15032736" y="6684264"/>
                <a:ext cx="192024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">
                    <a:moveTo>
                      <a:pt x="0" y="0"/>
                    </a:moveTo>
                    <a:lnTo>
                      <a:pt x="210" y="0"/>
                    </a:lnTo>
                    <a:lnTo>
                      <a:pt x="21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83" name="polygon-4213"/>
              <p:cNvSpPr/>
              <p:nvPr/>
            </p:nvSpPr>
            <p:spPr>
              <a:xfrm>
                <a:off x="15032736" y="6702552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84" name="polygon-4214"/>
              <p:cNvSpPr/>
              <p:nvPr/>
            </p:nvSpPr>
            <p:spPr>
              <a:xfrm>
                <a:off x="15032736" y="6711696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85" name="polygon-4215"/>
              <p:cNvSpPr/>
              <p:nvPr/>
            </p:nvSpPr>
            <p:spPr>
              <a:xfrm>
                <a:off x="15032736" y="6720840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86" name="polygon-4216"/>
              <p:cNvSpPr/>
              <p:nvPr/>
            </p:nvSpPr>
            <p:spPr>
              <a:xfrm>
                <a:off x="15032736" y="6729984"/>
                <a:ext cx="192024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">
                    <a:moveTo>
                      <a:pt x="0" y="0"/>
                    </a:moveTo>
                    <a:lnTo>
                      <a:pt x="210" y="0"/>
                    </a:lnTo>
                    <a:lnTo>
                      <a:pt x="21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87" name="polygon-4217"/>
              <p:cNvSpPr/>
              <p:nvPr/>
            </p:nvSpPr>
            <p:spPr>
              <a:xfrm>
                <a:off x="15032736" y="6748272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88" name="polygon-4218"/>
              <p:cNvSpPr/>
              <p:nvPr/>
            </p:nvSpPr>
            <p:spPr>
              <a:xfrm>
                <a:off x="15032736" y="6757416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89" name="polygon-4219"/>
              <p:cNvSpPr/>
              <p:nvPr/>
            </p:nvSpPr>
            <p:spPr>
              <a:xfrm>
                <a:off x="15032736" y="6766560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90" name="polygon-4220"/>
              <p:cNvSpPr/>
              <p:nvPr/>
            </p:nvSpPr>
            <p:spPr>
              <a:xfrm>
                <a:off x="15032736" y="6775704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91" name="polygon-4221"/>
              <p:cNvSpPr/>
              <p:nvPr/>
            </p:nvSpPr>
            <p:spPr>
              <a:xfrm>
                <a:off x="15032736" y="6784848"/>
                <a:ext cx="192024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">
                    <a:moveTo>
                      <a:pt x="0" y="0"/>
                    </a:moveTo>
                    <a:lnTo>
                      <a:pt x="210" y="0"/>
                    </a:lnTo>
                    <a:lnTo>
                      <a:pt x="21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92" name="polygon-4222"/>
              <p:cNvSpPr/>
              <p:nvPr/>
            </p:nvSpPr>
            <p:spPr>
              <a:xfrm>
                <a:off x="15032736" y="6803136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93" name="polygon-4223"/>
              <p:cNvSpPr/>
              <p:nvPr/>
            </p:nvSpPr>
            <p:spPr>
              <a:xfrm>
                <a:off x="15032736" y="6812280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94" name="polygon-4224"/>
              <p:cNvSpPr/>
              <p:nvPr/>
            </p:nvSpPr>
            <p:spPr>
              <a:xfrm>
                <a:off x="15032736" y="6821424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95" name="polygon-4225"/>
              <p:cNvSpPr/>
              <p:nvPr/>
            </p:nvSpPr>
            <p:spPr>
              <a:xfrm>
                <a:off x="15032736" y="6830568"/>
                <a:ext cx="192024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">
                    <a:moveTo>
                      <a:pt x="0" y="0"/>
                    </a:moveTo>
                    <a:lnTo>
                      <a:pt x="210" y="0"/>
                    </a:lnTo>
                    <a:lnTo>
                      <a:pt x="21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96" name="polygon-4226"/>
              <p:cNvSpPr/>
              <p:nvPr/>
            </p:nvSpPr>
            <p:spPr>
              <a:xfrm>
                <a:off x="15032736" y="6848856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97" name="polygon-4227"/>
              <p:cNvSpPr/>
              <p:nvPr/>
            </p:nvSpPr>
            <p:spPr>
              <a:xfrm>
                <a:off x="15032736" y="6858000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98" name="polygon-4228"/>
              <p:cNvSpPr/>
              <p:nvPr/>
            </p:nvSpPr>
            <p:spPr>
              <a:xfrm>
                <a:off x="15032736" y="6867144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DFDFD"/>
              </a:solidFill>
              <a:ln w="13716">
                <a:solidFill>
                  <a:srgbClr val="FDFDF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99" name="polygon-4229"/>
              <p:cNvSpPr/>
              <p:nvPr/>
            </p:nvSpPr>
            <p:spPr>
              <a:xfrm>
                <a:off x="15032736" y="6876288"/>
                <a:ext cx="192024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">
                    <a:moveTo>
                      <a:pt x="0" y="0"/>
                    </a:moveTo>
                    <a:lnTo>
                      <a:pt x="210" y="0"/>
                    </a:lnTo>
                    <a:lnTo>
                      <a:pt x="21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2F2F2"/>
              </a:solidFill>
              <a:ln w="13716">
                <a:solidFill>
                  <a:srgbClr val="F2F2F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00" name="polygon-4230"/>
              <p:cNvSpPr/>
              <p:nvPr/>
            </p:nvSpPr>
            <p:spPr>
              <a:xfrm>
                <a:off x="15032736" y="6894576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09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E7E7E7"/>
              </a:solidFill>
              <a:ln w="13716">
                <a:solidFill>
                  <a:srgbClr val="E7E7E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01" name="polygon-4231"/>
              <p:cNvSpPr/>
              <p:nvPr/>
            </p:nvSpPr>
            <p:spPr>
              <a:xfrm>
                <a:off x="15041880" y="6903720"/>
                <a:ext cx="190195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08" h="1">
                    <a:moveTo>
                      <a:pt x="0" y="0"/>
                    </a:moveTo>
                    <a:lnTo>
                      <a:pt x="208" y="0"/>
                    </a:lnTo>
                    <a:lnTo>
                      <a:pt x="206" y="1"/>
                    </a:lnTo>
                    <a:lnTo>
                      <a:pt x="2" y="1"/>
                    </a:lnTo>
                    <a:close/>
                  </a:path>
                </a:pathLst>
              </a:custGeom>
              <a:solidFill>
                <a:srgbClr val="B0B0B0"/>
              </a:solidFill>
              <a:ln w="13716">
                <a:solidFill>
                  <a:srgbClr val="B0B0B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02" name="rectangle-4232"/>
              <p:cNvSpPr/>
              <p:nvPr/>
            </p:nvSpPr>
            <p:spPr>
              <a:xfrm>
                <a:off x="15032736" y="6620256"/>
                <a:ext cx="1920240" cy="292608"/>
              </a:xfrm>
              <a:prstGeom prst="roundRect">
                <a:avLst>
                  <a:gd name="adj" fmla="val 9375"/>
                </a:avLst>
              </a:prstGeom>
              <a:noFill/>
              <a:ln w="18288">
                <a:solidFill>
                  <a:srgbClr val="92929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4303" name="Text: Iter.2"/>
            <p:cNvSpPr txBox="1"/>
            <p:nvPr/>
          </p:nvSpPr>
          <p:spPr>
            <a:xfrm>
              <a:off x="15270480" y="6638544"/>
              <a:ext cx="1508760" cy="2468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96" b="1" i="0">
                  <a:solidFill>
                    <a:srgbClr val="000000"/>
                  </a:solidFill>
                  <a:latin typeface="Liberation Serif"/>
                </a:rPr>
                <a:t>Iter.2</a:t>
              </a:r>
            </a:p>
          </p:txBody>
        </p:sp>
        <p:grpSp>
          <p:nvGrpSpPr>
            <p:cNvPr id="4304" name="Editable beveled panel"/>
            <p:cNvGrpSpPr/>
            <p:nvPr/>
          </p:nvGrpSpPr>
          <p:grpSpPr>
            <a:xfrm>
              <a:off x="15032736" y="7013448"/>
              <a:ext cx="1920240" cy="292608"/>
              <a:chOff x="15032736" y="7013448"/>
              <a:chExt cx="1920240" cy="292608"/>
            </a:xfrm>
          </p:grpSpPr>
          <p:sp>
            <p:nvSpPr>
              <p:cNvPr id="4305" name="rectangle-4234"/>
              <p:cNvSpPr/>
              <p:nvPr/>
            </p:nvSpPr>
            <p:spPr>
              <a:xfrm>
                <a:off x="15032736" y="7013448"/>
                <a:ext cx="1920240" cy="292608"/>
              </a:xfrm>
              <a:prstGeom prst="roundRect">
                <a:avLst>
                  <a:gd name="adj" fmla="val 9375"/>
                </a:avLst>
              </a:prstGeom>
              <a:solidFill>
                <a:srgbClr val="81818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06" name="polygon-4235"/>
              <p:cNvSpPr/>
              <p:nvPr/>
            </p:nvSpPr>
            <p:spPr>
              <a:xfrm>
                <a:off x="15041880" y="7013448"/>
                <a:ext cx="190195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08" h="1">
                    <a:moveTo>
                      <a:pt x="2" y="0"/>
                    </a:moveTo>
                    <a:lnTo>
                      <a:pt x="206" y="0"/>
                    </a:lnTo>
                    <a:lnTo>
                      <a:pt x="20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A6A6A6"/>
              </a:solidFill>
              <a:ln w="13716">
                <a:solidFill>
                  <a:srgbClr val="A6A6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07" name="polygon-4236"/>
              <p:cNvSpPr/>
              <p:nvPr/>
            </p:nvSpPr>
            <p:spPr>
              <a:xfrm>
                <a:off x="15032736" y="7022592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1" y="0"/>
                    </a:moveTo>
                    <a:lnTo>
                      <a:pt x="209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1F1F1"/>
              </a:solidFill>
              <a:ln w="13716">
                <a:solidFill>
                  <a:srgbClr val="F1F1F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08" name="polygon-4237"/>
              <p:cNvSpPr/>
              <p:nvPr/>
            </p:nvSpPr>
            <p:spPr>
              <a:xfrm>
                <a:off x="15032736" y="7031736"/>
                <a:ext cx="192024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">
                    <a:moveTo>
                      <a:pt x="0" y="0"/>
                    </a:moveTo>
                    <a:lnTo>
                      <a:pt x="210" y="0"/>
                    </a:lnTo>
                    <a:lnTo>
                      <a:pt x="21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3F3F3"/>
              </a:solidFill>
              <a:ln w="13716">
                <a:solidFill>
                  <a:srgbClr val="F3F3F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09" name="polygon-4238"/>
              <p:cNvSpPr/>
              <p:nvPr/>
            </p:nvSpPr>
            <p:spPr>
              <a:xfrm>
                <a:off x="15032736" y="7050024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8E8E8"/>
              </a:solidFill>
              <a:ln w="13716">
                <a:solidFill>
                  <a:srgbClr val="E8E8E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10" name="polygon-4239"/>
              <p:cNvSpPr/>
              <p:nvPr/>
            </p:nvSpPr>
            <p:spPr>
              <a:xfrm>
                <a:off x="15032736" y="7059168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2F2F2"/>
              </a:solidFill>
              <a:ln w="13716">
                <a:solidFill>
                  <a:srgbClr val="F2F2F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11" name="polygon-4240"/>
              <p:cNvSpPr/>
              <p:nvPr/>
            </p:nvSpPr>
            <p:spPr>
              <a:xfrm>
                <a:off x="15032736" y="7068312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DFDFD"/>
              </a:solidFill>
              <a:ln w="13716">
                <a:solidFill>
                  <a:srgbClr val="FDFDF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12" name="polygon-4241"/>
              <p:cNvSpPr/>
              <p:nvPr/>
            </p:nvSpPr>
            <p:spPr>
              <a:xfrm>
                <a:off x="15032736" y="7077456"/>
                <a:ext cx="192024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">
                    <a:moveTo>
                      <a:pt x="0" y="0"/>
                    </a:moveTo>
                    <a:lnTo>
                      <a:pt x="210" y="0"/>
                    </a:lnTo>
                    <a:lnTo>
                      <a:pt x="21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13" name="polygon-4242"/>
              <p:cNvSpPr/>
              <p:nvPr/>
            </p:nvSpPr>
            <p:spPr>
              <a:xfrm>
                <a:off x="15032736" y="7095744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14" name="polygon-4243"/>
              <p:cNvSpPr/>
              <p:nvPr/>
            </p:nvSpPr>
            <p:spPr>
              <a:xfrm>
                <a:off x="15032736" y="7104888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15" name="polygon-4244"/>
              <p:cNvSpPr/>
              <p:nvPr/>
            </p:nvSpPr>
            <p:spPr>
              <a:xfrm>
                <a:off x="15032736" y="7114032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16" name="polygon-4245"/>
              <p:cNvSpPr/>
              <p:nvPr/>
            </p:nvSpPr>
            <p:spPr>
              <a:xfrm>
                <a:off x="15032736" y="7123176"/>
                <a:ext cx="192024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">
                    <a:moveTo>
                      <a:pt x="0" y="0"/>
                    </a:moveTo>
                    <a:lnTo>
                      <a:pt x="210" y="0"/>
                    </a:lnTo>
                    <a:lnTo>
                      <a:pt x="21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17" name="polygon-4246"/>
              <p:cNvSpPr/>
              <p:nvPr/>
            </p:nvSpPr>
            <p:spPr>
              <a:xfrm>
                <a:off x="15032736" y="7141464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18" name="polygon-4247"/>
              <p:cNvSpPr/>
              <p:nvPr/>
            </p:nvSpPr>
            <p:spPr>
              <a:xfrm>
                <a:off x="15032736" y="7150608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19" name="polygon-4248"/>
              <p:cNvSpPr/>
              <p:nvPr/>
            </p:nvSpPr>
            <p:spPr>
              <a:xfrm>
                <a:off x="15032736" y="7159752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20" name="polygon-4249"/>
              <p:cNvSpPr/>
              <p:nvPr/>
            </p:nvSpPr>
            <p:spPr>
              <a:xfrm>
                <a:off x="15032736" y="7168896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21" name="polygon-4250"/>
              <p:cNvSpPr/>
              <p:nvPr/>
            </p:nvSpPr>
            <p:spPr>
              <a:xfrm>
                <a:off x="15032736" y="7178040"/>
                <a:ext cx="192024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">
                    <a:moveTo>
                      <a:pt x="0" y="0"/>
                    </a:moveTo>
                    <a:lnTo>
                      <a:pt x="210" y="0"/>
                    </a:lnTo>
                    <a:lnTo>
                      <a:pt x="21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22" name="polygon-4251"/>
              <p:cNvSpPr/>
              <p:nvPr/>
            </p:nvSpPr>
            <p:spPr>
              <a:xfrm>
                <a:off x="15032736" y="7196328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23" name="polygon-4252"/>
              <p:cNvSpPr/>
              <p:nvPr/>
            </p:nvSpPr>
            <p:spPr>
              <a:xfrm>
                <a:off x="15032736" y="7205472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24" name="polygon-4253"/>
              <p:cNvSpPr/>
              <p:nvPr/>
            </p:nvSpPr>
            <p:spPr>
              <a:xfrm>
                <a:off x="15032736" y="7214616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25" name="polygon-4254"/>
              <p:cNvSpPr/>
              <p:nvPr/>
            </p:nvSpPr>
            <p:spPr>
              <a:xfrm>
                <a:off x="15032736" y="7223760"/>
                <a:ext cx="192024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">
                    <a:moveTo>
                      <a:pt x="0" y="0"/>
                    </a:moveTo>
                    <a:lnTo>
                      <a:pt x="210" y="0"/>
                    </a:lnTo>
                    <a:lnTo>
                      <a:pt x="21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26" name="polygon-4255"/>
              <p:cNvSpPr/>
              <p:nvPr/>
            </p:nvSpPr>
            <p:spPr>
              <a:xfrm>
                <a:off x="15032736" y="7242048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27" name="polygon-4256"/>
              <p:cNvSpPr/>
              <p:nvPr/>
            </p:nvSpPr>
            <p:spPr>
              <a:xfrm>
                <a:off x="15032736" y="7251192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28" name="polygon-4257"/>
              <p:cNvSpPr/>
              <p:nvPr/>
            </p:nvSpPr>
            <p:spPr>
              <a:xfrm>
                <a:off x="15032736" y="7260336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DFDFD"/>
              </a:solidFill>
              <a:ln w="13716">
                <a:solidFill>
                  <a:srgbClr val="FDFDF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29" name="polygon-4258"/>
              <p:cNvSpPr/>
              <p:nvPr/>
            </p:nvSpPr>
            <p:spPr>
              <a:xfrm>
                <a:off x="15032736" y="7269480"/>
                <a:ext cx="192024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">
                    <a:moveTo>
                      <a:pt x="0" y="0"/>
                    </a:moveTo>
                    <a:lnTo>
                      <a:pt x="210" y="0"/>
                    </a:lnTo>
                    <a:lnTo>
                      <a:pt x="21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2F2F2"/>
              </a:solidFill>
              <a:ln w="13716">
                <a:solidFill>
                  <a:srgbClr val="F2F2F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30" name="polygon-4259"/>
              <p:cNvSpPr/>
              <p:nvPr/>
            </p:nvSpPr>
            <p:spPr>
              <a:xfrm>
                <a:off x="15032736" y="7287768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09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E7E7E7"/>
              </a:solidFill>
              <a:ln w="13716">
                <a:solidFill>
                  <a:srgbClr val="E7E7E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31" name="polygon-4260"/>
              <p:cNvSpPr/>
              <p:nvPr/>
            </p:nvSpPr>
            <p:spPr>
              <a:xfrm>
                <a:off x="15041880" y="7296912"/>
                <a:ext cx="190195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08" h="1">
                    <a:moveTo>
                      <a:pt x="0" y="0"/>
                    </a:moveTo>
                    <a:lnTo>
                      <a:pt x="208" y="0"/>
                    </a:lnTo>
                    <a:lnTo>
                      <a:pt x="206" y="1"/>
                    </a:lnTo>
                    <a:lnTo>
                      <a:pt x="2" y="1"/>
                    </a:lnTo>
                    <a:close/>
                  </a:path>
                </a:pathLst>
              </a:custGeom>
              <a:solidFill>
                <a:srgbClr val="B0B0B0"/>
              </a:solidFill>
              <a:ln w="13716">
                <a:solidFill>
                  <a:srgbClr val="B0B0B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32" name="rectangle-4261"/>
              <p:cNvSpPr/>
              <p:nvPr/>
            </p:nvSpPr>
            <p:spPr>
              <a:xfrm>
                <a:off x="15032736" y="7013448"/>
                <a:ext cx="1920240" cy="292608"/>
              </a:xfrm>
              <a:prstGeom prst="roundRect">
                <a:avLst>
                  <a:gd name="adj" fmla="val 9375"/>
                </a:avLst>
              </a:prstGeom>
              <a:noFill/>
              <a:ln w="18288">
                <a:solidFill>
                  <a:srgbClr val="92929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4333" name="Text: Iter.3"/>
            <p:cNvSpPr txBox="1"/>
            <p:nvPr/>
          </p:nvSpPr>
          <p:spPr>
            <a:xfrm>
              <a:off x="15270480" y="7031736"/>
              <a:ext cx="1508760" cy="2468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96" b="1" i="0">
                  <a:solidFill>
                    <a:srgbClr val="000000"/>
                  </a:solidFill>
                  <a:latin typeface="Liberation Serif"/>
                </a:rPr>
                <a:t>Iter.3</a:t>
              </a:r>
            </a:p>
          </p:txBody>
        </p:sp>
        <p:grpSp>
          <p:nvGrpSpPr>
            <p:cNvPr id="4334" name="Editable beveled panel"/>
            <p:cNvGrpSpPr/>
            <p:nvPr/>
          </p:nvGrpSpPr>
          <p:grpSpPr>
            <a:xfrm>
              <a:off x="15032736" y="7370064"/>
              <a:ext cx="1920240" cy="1115568"/>
              <a:chOff x="15032736" y="7370064"/>
              <a:chExt cx="1920240" cy="1115568"/>
            </a:xfrm>
          </p:grpSpPr>
          <p:sp>
            <p:nvSpPr>
              <p:cNvPr id="4335" name="rectangle-4263"/>
              <p:cNvSpPr/>
              <p:nvPr/>
            </p:nvSpPr>
            <p:spPr>
              <a:xfrm>
                <a:off x="15032736" y="7370064"/>
                <a:ext cx="1920240" cy="1115568"/>
              </a:xfrm>
              <a:prstGeom prst="roundRect">
                <a:avLst>
                  <a:gd name="adj" fmla="val 12295"/>
                </a:avLst>
              </a:prstGeom>
              <a:solidFill>
                <a:srgbClr val="81818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36" name="polygon-4264"/>
              <p:cNvSpPr/>
              <p:nvPr/>
            </p:nvSpPr>
            <p:spPr>
              <a:xfrm>
                <a:off x="15115032" y="7370064"/>
                <a:ext cx="1755648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192" h="1">
                    <a:moveTo>
                      <a:pt x="6" y="0"/>
                    </a:moveTo>
                    <a:lnTo>
                      <a:pt x="186" y="0"/>
                    </a:lnTo>
                    <a:lnTo>
                      <a:pt x="19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8B8B8B"/>
              </a:solidFill>
              <a:ln w="13716">
                <a:solidFill>
                  <a:srgbClr val="8B8B8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37" name="polygon-4265"/>
              <p:cNvSpPr/>
              <p:nvPr/>
            </p:nvSpPr>
            <p:spPr>
              <a:xfrm>
                <a:off x="15096744" y="7379208"/>
                <a:ext cx="1792224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">
                    <a:moveTo>
                      <a:pt x="2" y="0"/>
                    </a:moveTo>
                    <a:lnTo>
                      <a:pt x="194" y="0"/>
                    </a:lnTo>
                    <a:lnTo>
                      <a:pt x="19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9F9F9F"/>
              </a:solidFill>
              <a:ln w="13716">
                <a:solidFill>
                  <a:srgbClr val="9F9F9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38" name="polygon-4266"/>
              <p:cNvSpPr/>
              <p:nvPr/>
            </p:nvSpPr>
            <p:spPr>
              <a:xfrm>
                <a:off x="15078456" y="7388352"/>
                <a:ext cx="182880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00" h="2">
                    <a:moveTo>
                      <a:pt x="2" y="0"/>
                    </a:moveTo>
                    <a:lnTo>
                      <a:pt x="198" y="0"/>
                    </a:lnTo>
                    <a:lnTo>
                      <a:pt x="20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B3B3B3"/>
              </a:solidFill>
              <a:ln w="13716">
                <a:solidFill>
                  <a:srgbClr val="B3B3B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39" name="polygon-4267"/>
              <p:cNvSpPr/>
              <p:nvPr/>
            </p:nvSpPr>
            <p:spPr>
              <a:xfrm>
                <a:off x="15069312" y="7406640"/>
                <a:ext cx="1847088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02" h="1">
                    <a:moveTo>
                      <a:pt x="1" y="0"/>
                    </a:moveTo>
                    <a:lnTo>
                      <a:pt x="201" y="0"/>
                    </a:lnTo>
                    <a:lnTo>
                      <a:pt x="20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C6C6C6"/>
              </a:solidFill>
              <a:ln w="13716">
                <a:solidFill>
                  <a:srgbClr val="C6C6C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40" name="polygon-4268"/>
              <p:cNvSpPr/>
              <p:nvPr/>
            </p:nvSpPr>
            <p:spPr>
              <a:xfrm>
                <a:off x="15060168" y="7415784"/>
                <a:ext cx="18653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04" h="1">
                    <a:moveTo>
                      <a:pt x="1" y="0"/>
                    </a:moveTo>
                    <a:lnTo>
                      <a:pt x="203" y="0"/>
                    </a:lnTo>
                    <a:lnTo>
                      <a:pt x="204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DADADA"/>
              </a:solidFill>
              <a:ln w="13716">
                <a:solidFill>
                  <a:srgbClr val="DADAD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41" name="polygon-4269"/>
              <p:cNvSpPr/>
              <p:nvPr/>
            </p:nvSpPr>
            <p:spPr>
              <a:xfrm>
                <a:off x="15051024" y="7424928"/>
                <a:ext cx="1883664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06" h="1">
                    <a:moveTo>
                      <a:pt x="1" y="0"/>
                    </a:moveTo>
                    <a:lnTo>
                      <a:pt x="205" y="0"/>
                    </a:lnTo>
                    <a:lnTo>
                      <a:pt x="2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EEEEE"/>
              </a:solidFill>
              <a:ln w="13716">
                <a:solidFill>
                  <a:srgbClr val="EEEEE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42" name="polygon-4270"/>
              <p:cNvSpPr/>
              <p:nvPr/>
            </p:nvSpPr>
            <p:spPr>
              <a:xfrm>
                <a:off x="15041880" y="7434072"/>
                <a:ext cx="1901952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08" h="2">
                    <a:moveTo>
                      <a:pt x="1" y="0"/>
                    </a:moveTo>
                    <a:lnTo>
                      <a:pt x="207" y="0"/>
                    </a:lnTo>
                    <a:lnTo>
                      <a:pt x="208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43" name="polygon-4271"/>
              <p:cNvSpPr/>
              <p:nvPr/>
            </p:nvSpPr>
            <p:spPr>
              <a:xfrm>
                <a:off x="15041880" y="7452360"/>
                <a:ext cx="190195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08" h="1">
                    <a:moveTo>
                      <a:pt x="0" y="0"/>
                    </a:moveTo>
                    <a:lnTo>
                      <a:pt x="208" y="0"/>
                    </a:lnTo>
                    <a:lnTo>
                      <a:pt x="20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BFBFB"/>
              </a:solidFill>
              <a:ln w="13716">
                <a:solidFill>
                  <a:srgbClr val="FBFBF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44" name="polygon-4272"/>
              <p:cNvSpPr/>
              <p:nvPr/>
            </p:nvSpPr>
            <p:spPr>
              <a:xfrm>
                <a:off x="15032736" y="7461504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1" y="0"/>
                    </a:moveTo>
                    <a:lnTo>
                      <a:pt x="209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7F7F7"/>
              </a:solidFill>
              <a:ln w="13716">
                <a:solidFill>
                  <a:srgbClr val="F7F7F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45" name="polygon-4273"/>
              <p:cNvSpPr/>
              <p:nvPr/>
            </p:nvSpPr>
            <p:spPr>
              <a:xfrm>
                <a:off x="15032736" y="7470648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3F3F3"/>
              </a:solidFill>
              <a:ln w="13716">
                <a:solidFill>
                  <a:srgbClr val="F3F3F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46" name="polygon-4274"/>
              <p:cNvSpPr/>
              <p:nvPr/>
            </p:nvSpPr>
            <p:spPr>
              <a:xfrm>
                <a:off x="15032736" y="7479792"/>
                <a:ext cx="192024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">
                    <a:moveTo>
                      <a:pt x="0" y="0"/>
                    </a:moveTo>
                    <a:lnTo>
                      <a:pt x="210" y="0"/>
                    </a:lnTo>
                    <a:lnTo>
                      <a:pt x="21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EFEFEF"/>
              </a:solidFill>
              <a:ln w="13716">
                <a:solidFill>
                  <a:srgbClr val="EFEFE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47" name="polygon-4275"/>
              <p:cNvSpPr/>
              <p:nvPr/>
            </p:nvSpPr>
            <p:spPr>
              <a:xfrm>
                <a:off x="15032736" y="7498080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CECEC"/>
              </a:solidFill>
              <a:ln w="13716">
                <a:solidFill>
                  <a:srgbClr val="ECECE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48" name="polygon-4276"/>
              <p:cNvSpPr/>
              <p:nvPr/>
            </p:nvSpPr>
            <p:spPr>
              <a:xfrm>
                <a:off x="15032736" y="7507224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8E8E8"/>
              </a:solidFill>
              <a:ln w="13716">
                <a:solidFill>
                  <a:srgbClr val="E8E8E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49" name="polygon-4277"/>
              <p:cNvSpPr/>
              <p:nvPr/>
            </p:nvSpPr>
            <p:spPr>
              <a:xfrm>
                <a:off x="15032736" y="7516368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9E9E9"/>
              </a:solidFill>
              <a:ln w="13716">
                <a:solidFill>
                  <a:srgbClr val="E9E9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50" name="polygon-4278"/>
              <p:cNvSpPr/>
              <p:nvPr/>
            </p:nvSpPr>
            <p:spPr>
              <a:xfrm>
                <a:off x="15032736" y="7525512"/>
                <a:ext cx="192024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">
                    <a:moveTo>
                      <a:pt x="0" y="0"/>
                    </a:moveTo>
                    <a:lnTo>
                      <a:pt x="210" y="0"/>
                    </a:lnTo>
                    <a:lnTo>
                      <a:pt x="21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ECECEC"/>
              </a:solidFill>
              <a:ln w="13716">
                <a:solidFill>
                  <a:srgbClr val="ECECE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51" name="polygon-4279"/>
              <p:cNvSpPr/>
              <p:nvPr/>
            </p:nvSpPr>
            <p:spPr>
              <a:xfrm>
                <a:off x="15032736" y="7543800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FEFEF"/>
              </a:solidFill>
              <a:ln w="13716">
                <a:solidFill>
                  <a:srgbClr val="EFEFE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52" name="polygon-4280"/>
              <p:cNvSpPr/>
              <p:nvPr/>
            </p:nvSpPr>
            <p:spPr>
              <a:xfrm>
                <a:off x="15032736" y="7552944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1F1F1"/>
              </a:solidFill>
              <a:ln w="13716">
                <a:solidFill>
                  <a:srgbClr val="F1F1F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53" name="polygon-4281"/>
              <p:cNvSpPr/>
              <p:nvPr/>
            </p:nvSpPr>
            <p:spPr>
              <a:xfrm>
                <a:off x="15032736" y="7562088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4F4F4"/>
              </a:solidFill>
              <a:ln w="13716">
                <a:solidFill>
                  <a:srgbClr val="F4F4F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54" name="polygon-4282"/>
              <p:cNvSpPr/>
              <p:nvPr/>
            </p:nvSpPr>
            <p:spPr>
              <a:xfrm>
                <a:off x="15032736" y="7571232"/>
                <a:ext cx="192024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">
                    <a:moveTo>
                      <a:pt x="0" y="0"/>
                    </a:moveTo>
                    <a:lnTo>
                      <a:pt x="210" y="0"/>
                    </a:lnTo>
                    <a:lnTo>
                      <a:pt x="21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7F7F7"/>
              </a:solidFill>
              <a:ln w="13716">
                <a:solidFill>
                  <a:srgbClr val="F7F7F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55" name="polygon-4283"/>
              <p:cNvSpPr/>
              <p:nvPr/>
            </p:nvSpPr>
            <p:spPr>
              <a:xfrm>
                <a:off x="15032736" y="7589520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9F9F9"/>
              </a:solidFill>
              <a:ln w="13716">
                <a:solidFill>
                  <a:srgbClr val="F9F9F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56" name="polygon-4284"/>
              <p:cNvSpPr/>
              <p:nvPr/>
            </p:nvSpPr>
            <p:spPr>
              <a:xfrm>
                <a:off x="15032736" y="7598664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CFCFC"/>
              </a:solidFill>
              <a:ln w="13716">
                <a:solidFill>
                  <a:srgbClr val="FCFCF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57" name="polygon-4285"/>
              <p:cNvSpPr/>
              <p:nvPr/>
            </p:nvSpPr>
            <p:spPr>
              <a:xfrm>
                <a:off x="15032736" y="7607808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58" name="polygon-4286"/>
              <p:cNvSpPr/>
              <p:nvPr/>
            </p:nvSpPr>
            <p:spPr>
              <a:xfrm>
                <a:off x="15032736" y="7616952"/>
                <a:ext cx="192024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">
                    <a:moveTo>
                      <a:pt x="0" y="0"/>
                    </a:moveTo>
                    <a:lnTo>
                      <a:pt x="210" y="0"/>
                    </a:lnTo>
                    <a:lnTo>
                      <a:pt x="21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59" name="polygon-4287"/>
              <p:cNvSpPr/>
              <p:nvPr/>
            </p:nvSpPr>
            <p:spPr>
              <a:xfrm>
                <a:off x="15032736" y="7635240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60" name="polygon-4288"/>
              <p:cNvSpPr/>
              <p:nvPr/>
            </p:nvSpPr>
            <p:spPr>
              <a:xfrm>
                <a:off x="15032736" y="7644384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61" name="polygon-4289"/>
              <p:cNvSpPr/>
              <p:nvPr/>
            </p:nvSpPr>
            <p:spPr>
              <a:xfrm>
                <a:off x="15032736" y="7653528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62" name="polygon-4290"/>
              <p:cNvSpPr/>
              <p:nvPr/>
            </p:nvSpPr>
            <p:spPr>
              <a:xfrm>
                <a:off x="15032736" y="7662672"/>
                <a:ext cx="192024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">
                    <a:moveTo>
                      <a:pt x="0" y="0"/>
                    </a:moveTo>
                    <a:lnTo>
                      <a:pt x="210" y="0"/>
                    </a:lnTo>
                    <a:lnTo>
                      <a:pt x="21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63" name="polygon-4291"/>
              <p:cNvSpPr/>
              <p:nvPr/>
            </p:nvSpPr>
            <p:spPr>
              <a:xfrm>
                <a:off x="15032736" y="7680960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64" name="polygon-4292"/>
              <p:cNvSpPr/>
              <p:nvPr/>
            </p:nvSpPr>
            <p:spPr>
              <a:xfrm>
                <a:off x="15032736" y="7690104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65" name="polygon-4293"/>
              <p:cNvSpPr/>
              <p:nvPr/>
            </p:nvSpPr>
            <p:spPr>
              <a:xfrm>
                <a:off x="15032736" y="7699248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66" name="polygon-4294"/>
              <p:cNvSpPr/>
              <p:nvPr/>
            </p:nvSpPr>
            <p:spPr>
              <a:xfrm>
                <a:off x="15032736" y="7708392"/>
                <a:ext cx="192024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">
                    <a:moveTo>
                      <a:pt x="0" y="0"/>
                    </a:moveTo>
                    <a:lnTo>
                      <a:pt x="210" y="0"/>
                    </a:lnTo>
                    <a:lnTo>
                      <a:pt x="21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67" name="polygon-4295"/>
              <p:cNvSpPr/>
              <p:nvPr/>
            </p:nvSpPr>
            <p:spPr>
              <a:xfrm>
                <a:off x="15032736" y="7726680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68" name="polygon-4296"/>
              <p:cNvSpPr/>
              <p:nvPr/>
            </p:nvSpPr>
            <p:spPr>
              <a:xfrm>
                <a:off x="15032736" y="7735824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69" name="polygon-4297"/>
              <p:cNvSpPr/>
              <p:nvPr/>
            </p:nvSpPr>
            <p:spPr>
              <a:xfrm>
                <a:off x="15032736" y="7744968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70" name="polygon-4298"/>
              <p:cNvSpPr/>
              <p:nvPr/>
            </p:nvSpPr>
            <p:spPr>
              <a:xfrm>
                <a:off x="15032736" y="7754112"/>
                <a:ext cx="192024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">
                    <a:moveTo>
                      <a:pt x="0" y="0"/>
                    </a:moveTo>
                    <a:lnTo>
                      <a:pt x="210" y="0"/>
                    </a:lnTo>
                    <a:lnTo>
                      <a:pt x="21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71" name="polygon-4299"/>
              <p:cNvSpPr/>
              <p:nvPr/>
            </p:nvSpPr>
            <p:spPr>
              <a:xfrm>
                <a:off x="15032736" y="7772400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72" name="polygon-4300"/>
              <p:cNvSpPr/>
              <p:nvPr/>
            </p:nvSpPr>
            <p:spPr>
              <a:xfrm>
                <a:off x="15032736" y="7781544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73" name="polygon-4301"/>
              <p:cNvSpPr/>
              <p:nvPr/>
            </p:nvSpPr>
            <p:spPr>
              <a:xfrm>
                <a:off x="15032736" y="7790688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74" name="polygon-4302"/>
              <p:cNvSpPr/>
              <p:nvPr/>
            </p:nvSpPr>
            <p:spPr>
              <a:xfrm>
                <a:off x="15032736" y="7799832"/>
                <a:ext cx="192024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">
                    <a:moveTo>
                      <a:pt x="0" y="0"/>
                    </a:moveTo>
                    <a:lnTo>
                      <a:pt x="210" y="0"/>
                    </a:lnTo>
                    <a:lnTo>
                      <a:pt x="21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75" name="polygon-4303"/>
              <p:cNvSpPr/>
              <p:nvPr/>
            </p:nvSpPr>
            <p:spPr>
              <a:xfrm>
                <a:off x="15032736" y="7818120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76" name="polygon-4304"/>
              <p:cNvSpPr/>
              <p:nvPr/>
            </p:nvSpPr>
            <p:spPr>
              <a:xfrm>
                <a:off x="15032736" y="7827264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77" name="polygon-4305"/>
              <p:cNvSpPr/>
              <p:nvPr/>
            </p:nvSpPr>
            <p:spPr>
              <a:xfrm>
                <a:off x="15032736" y="7836408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78" name="polygon-4306"/>
              <p:cNvSpPr/>
              <p:nvPr/>
            </p:nvSpPr>
            <p:spPr>
              <a:xfrm>
                <a:off x="15032736" y="7845552"/>
                <a:ext cx="192024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">
                    <a:moveTo>
                      <a:pt x="0" y="0"/>
                    </a:moveTo>
                    <a:lnTo>
                      <a:pt x="210" y="0"/>
                    </a:lnTo>
                    <a:lnTo>
                      <a:pt x="21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79" name="polygon-4307"/>
              <p:cNvSpPr/>
              <p:nvPr/>
            </p:nvSpPr>
            <p:spPr>
              <a:xfrm>
                <a:off x="15032736" y="7863840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80" name="polygon-4308"/>
              <p:cNvSpPr/>
              <p:nvPr/>
            </p:nvSpPr>
            <p:spPr>
              <a:xfrm>
                <a:off x="15032736" y="7872984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81" name="polygon-4309"/>
              <p:cNvSpPr/>
              <p:nvPr/>
            </p:nvSpPr>
            <p:spPr>
              <a:xfrm>
                <a:off x="15032736" y="7882128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82" name="polygon-4310"/>
              <p:cNvSpPr/>
              <p:nvPr/>
            </p:nvSpPr>
            <p:spPr>
              <a:xfrm>
                <a:off x="15032736" y="7891272"/>
                <a:ext cx="192024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">
                    <a:moveTo>
                      <a:pt x="0" y="0"/>
                    </a:moveTo>
                    <a:lnTo>
                      <a:pt x="210" y="0"/>
                    </a:lnTo>
                    <a:lnTo>
                      <a:pt x="21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83" name="polygon-4311"/>
              <p:cNvSpPr/>
              <p:nvPr/>
            </p:nvSpPr>
            <p:spPr>
              <a:xfrm>
                <a:off x="15032736" y="7909560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84" name="polygon-4312"/>
              <p:cNvSpPr/>
              <p:nvPr/>
            </p:nvSpPr>
            <p:spPr>
              <a:xfrm>
                <a:off x="15032736" y="7918704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85" name="polygon-4313"/>
              <p:cNvSpPr/>
              <p:nvPr/>
            </p:nvSpPr>
            <p:spPr>
              <a:xfrm>
                <a:off x="15032736" y="7927848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86" name="polygon-4314"/>
              <p:cNvSpPr/>
              <p:nvPr/>
            </p:nvSpPr>
            <p:spPr>
              <a:xfrm>
                <a:off x="15032736" y="7936992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87" name="polygon-4315"/>
              <p:cNvSpPr/>
              <p:nvPr/>
            </p:nvSpPr>
            <p:spPr>
              <a:xfrm>
                <a:off x="15032736" y="7946136"/>
                <a:ext cx="192024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">
                    <a:moveTo>
                      <a:pt x="0" y="0"/>
                    </a:moveTo>
                    <a:lnTo>
                      <a:pt x="210" y="0"/>
                    </a:lnTo>
                    <a:lnTo>
                      <a:pt x="21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88" name="polygon-4316"/>
              <p:cNvSpPr/>
              <p:nvPr/>
            </p:nvSpPr>
            <p:spPr>
              <a:xfrm>
                <a:off x="15032736" y="7964424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89" name="polygon-4317"/>
              <p:cNvSpPr/>
              <p:nvPr/>
            </p:nvSpPr>
            <p:spPr>
              <a:xfrm>
                <a:off x="15032736" y="7973568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90" name="polygon-4318"/>
              <p:cNvSpPr/>
              <p:nvPr/>
            </p:nvSpPr>
            <p:spPr>
              <a:xfrm>
                <a:off x="15032736" y="7982712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91" name="polygon-4319"/>
              <p:cNvSpPr/>
              <p:nvPr/>
            </p:nvSpPr>
            <p:spPr>
              <a:xfrm>
                <a:off x="15032736" y="7991856"/>
                <a:ext cx="192024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">
                    <a:moveTo>
                      <a:pt x="0" y="0"/>
                    </a:moveTo>
                    <a:lnTo>
                      <a:pt x="210" y="0"/>
                    </a:lnTo>
                    <a:lnTo>
                      <a:pt x="21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92" name="polygon-4320"/>
              <p:cNvSpPr/>
              <p:nvPr/>
            </p:nvSpPr>
            <p:spPr>
              <a:xfrm>
                <a:off x="15032736" y="8010144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93" name="polygon-4321"/>
              <p:cNvSpPr/>
              <p:nvPr/>
            </p:nvSpPr>
            <p:spPr>
              <a:xfrm>
                <a:off x="15032736" y="8019288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94" name="polygon-4322"/>
              <p:cNvSpPr/>
              <p:nvPr/>
            </p:nvSpPr>
            <p:spPr>
              <a:xfrm>
                <a:off x="15032736" y="8028432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95" name="polygon-4323"/>
              <p:cNvSpPr/>
              <p:nvPr/>
            </p:nvSpPr>
            <p:spPr>
              <a:xfrm>
                <a:off x="15032736" y="8037576"/>
                <a:ext cx="192024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">
                    <a:moveTo>
                      <a:pt x="0" y="0"/>
                    </a:moveTo>
                    <a:lnTo>
                      <a:pt x="210" y="0"/>
                    </a:lnTo>
                    <a:lnTo>
                      <a:pt x="21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96" name="polygon-4324"/>
              <p:cNvSpPr/>
              <p:nvPr/>
            </p:nvSpPr>
            <p:spPr>
              <a:xfrm>
                <a:off x="15032736" y="8055864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97" name="polygon-4325"/>
              <p:cNvSpPr/>
              <p:nvPr/>
            </p:nvSpPr>
            <p:spPr>
              <a:xfrm>
                <a:off x="15032736" y="8065008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98" name="polygon-4326"/>
              <p:cNvSpPr/>
              <p:nvPr/>
            </p:nvSpPr>
            <p:spPr>
              <a:xfrm>
                <a:off x="15032736" y="8074152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99" name="polygon-4327"/>
              <p:cNvSpPr/>
              <p:nvPr/>
            </p:nvSpPr>
            <p:spPr>
              <a:xfrm>
                <a:off x="15032736" y="8083296"/>
                <a:ext cx="192024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">
                    <a:moveTo>
                      <a:pt x="0" y="0"/>
                    </a:moveTo>
                    <a:lnTo>
                      <a:pt x="210" y="0"/>
                    </a:lnTo>
                    <a:lnTo>
                      <a:pt x="21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00" name="polygon-4328"/>
              <p:cNvSpPr/>
              <p:nvPr/>
            </p:nvSpPr>
            <p:spPr>
              <a:xfrm>
                <a:off x="15032736" y="8101584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01" name="polygon-4329"/>
              <p:cNvSpPr/>
              <p:nvPr/>
            </p:nvSpPr>
            <p:spPr>
              <a:xfrm>
                <a:off x="15032736" y="8110728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02" name="polygon-4330"/>
              <p:cNvSpPr/>
              <p:nvPr/>
            </p:nvSpPr>
            <p:spPr>
              <a:xfrm>
                <a:off x="15032736" y="8119872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03" name="polygon-4331"/>
              <p:cNvSpPr/>
              <p:nvPr/>
            </p:nvSpPr>
            <p:spPr>
              <a:xfrm>
                <a:off x="15032736" y="8129016"/>
                <a:ext cx="192024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">
                    <a:moveTo>
                      <a:pt x="0" y="0"/>
                    </a:moveTo>
                    <a:lnTo>
                      <a:pt x="210" y="0"/>
                    </a:lnTo>
                    <a:lnTo>
                      <a:pt x="21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04" name="polygon-4332"/>
              <p:cNvSpPr/>
              <p:nvPr/>
            </p:nvSpPr>
            <p:spPr>
              <a:xfrm>
                <a:off x="15032736" y="8147304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05" name="polygon-4333"/>
              <p:cNvSpPr/>
              <p:nvPr/>
            </p:nvSpPr>
            <p:spPr>
              <a:xfrm>
                <a:off x="15032736" y="8156448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06" name="polygon-4334"/>
              <p:cNvSpPr/>
              <p:nvPr/>
            </p:nvSpPr>
            <p:spPr>
              <a:xfrm>
                <a:off x="15032736" y="8165592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07" name="polygon-4335"/>
              <p:cNvSpPr/>
              <p:nvPr/>
            </p:nvSpPr>
            <p:spPr>
              <a:xfrm>
                <a:off x="15032736" y="8174736"/>
                <a:ext cx="192024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">
                    <a:moveTo>
                      <a:pt x="0" y="0"/>
                    </a:moveTo>
                    <a:lnTo>
                      <a:pt x="210" y="0"/>
                    </a:lnTo>
                    <a:lnTo>
                      <a:pt x="21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08" name="polygon-4336"/>
              <p:cNvSpPr/>
              <p:nvPr/>
            </p:nvSpPr>
            <p:spPr>
              <a:xfrm>
                <a:off x="15032736" y="8193024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09" name="polygon-4337"/>
              <p:cNvSpPr/>
              <p:nvPr/>
            </p:nvSpPr>
            <p:spPr>
              <a:xfrm>
                <a:off x="15032736" y="8202168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10" name="polygon-4338"/>
              <p:cNvSpPr/>
              <p:nvPr/>
            </p:nvSpPr>
            <p:spPr>
              <a:xfrm>
                <a:off x="15032736" y="8211312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11" name="polygon-4339"/>
              <p:cNvSpPr/>
              <p:nvPr/>
            </p:nvSpPr>
            <p:spPr>
              <a:xfrm>
                <a:off x="15032736" y="8220456"/>
                <a:ext cx="192024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">
                    <a:moveTo>
                      <a:pt x="0" y="0"/>
                    </a:moveTo>
                    <a:lnTo>
                      <a:pt x="210" y="0"/>
                    </a:lnTo>
                    <a:lnTo>
                      <a:pt x="21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12" name="polygon-4340"/>
              <p:cNvSpPr/>
              <p:nvPr/>
            </p:nvSpPr>
            <p:spPr>
              <a:xfrm>
                <a:off x="15032736" y="8238744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13" name="polygon-4341"/>
              <p:cNvSpPr/>
              <p:nvPr/>
            </p:nvSpPr>
            <p:spPr>
              <a:xfrm>
                <a:off x="15032736" y="8247888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14" name="polygon-4342"/>
              <p:cNvSpPr/>
              <p:nvPr/>
            </p:nvSpPr>
            <p:spPr>
              <a:xfrm>
                <a:off x="15032736" y="8257032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15" name="polygon-4343"/>
              <p:cNvSpPr/>
              <p:nvPr/>
            </p:nvSpPr>
            <p:spPr>
              <a:xfrm>
                <a:off x="15032736" y="8266176"/>
                <a:ext cx="192024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">
                    <a:moveTo>
                      <a:pt x="0" y="0"/>
                    </a:moveTo>
                    <a:lnTo>
                      <a:pt x="210" y="0"/>
                    </a:lnTo>
                    <a:lnTo>
                      <a:pt x="21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16" name="polygon-4344"/>
              <p:cNvSpPr/>
              <p:nvPr/>
            </p:nvSpPr>
            <p:spPr>
              <a:xfrm>
                <a:off x="15032736" y="8284464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17" name="polygon-4345"/>
              <p:cNvSpPr/>
              <p:nvPr/>
            </p:nvSpPr>
            <p:spPr>
              <a:xfrm>
                <a:off x="15032736" y="8293608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18" name="polygon-4346"/>
              <p:cNvSpPr/>
              <p:nvPr/>
            </p:nvSpPr>
            <p:spPr>
              <a:xfrm>
                <a:off x="15032736" y="8302752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19" name="polygon-4347"/>
              <p:cNvSpPr/>
              <p:nvPr/>
            </p:nvSpPr>
            <p:spPr>
              <a:xfrm>
                <a:off x="15032736" y="8311896"/>
                <a:ext cx="192024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">
                    <a:moveTo>
                      <a:pt x="0" y="0"/>
                    </a:moveTo>
                    <a:lnTo>
                      <a:pt x="210" y="0"/>
                    </a:lnTo>
                    <a:lnTo>
                      <a:pt x="21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20" name="polygon-4348"/>
              <p:cNvSpPr/>
              <p:nvPr/>
            </p:nvSpPr>
            <p:spPr>
              <a:xfrm>
                <a:off x="15032736" y="8330184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FEFE"/>
              </a:solidFill>
              <a:ln w="13716">
                <a:solidFill>
                  <a:srgbClr val="FEFEF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21" name="polygon-4349"/>
              <p:cNvSpPr/>
              <p:nvPr/>
            </p:nvSpPr>
            <p:spPr>
              <a:xfrm>
                <a:off x="15032736" y="8339328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BFBFB"/>
              </a:solidFill>
              <a:ln w="13716">
                <a:solidFill>
                  <a:srgbClr val="FBFBF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22" name="polygon-4350"/>
              <p:cNvSpPr/>
              <p:nvPr/>
            </p:nvSpPr>
            <p:spPr>
              <a:xfrm>
                <a:off x="15032736" y="8348472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9F9F9"/>
              </a:solidFill>
              <a:ln w="13716">
                <a:solidFill>
                  <a:srgbClr val="F9F9F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23" name="polygon-4351"/>
              <p:cNvSpPr/>
              <p:nvPr/>
            </p:nvSpPr>
            <p:spPr>
              <a:xfrm>
                <a:off x="15032736" y="8357616"/>
                <a:ext cx="192024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">
                    <a:moveTo>
                      <a:pt x="0" y="0"/>
                    </a:moveTo>
                    <a:lnTo>
                      <a:pt x="210" y="0"/>
                    </a:lnTo>
                    <a:lnTo>
                      <a:pt x="21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6F6F6"/>
              </a:solidFill>
              <a:ln w="13716">
                <a:solidFill>
                  <a:srgbClr val="F6F6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24" name="polygon-4352"/>
              <p:cNvSpPr/>
              <p:nvPr/>
            </p:nvSpPr>
            <p:spPr>
              <a:xfrm>
                <a:off x="15032736" y="8375904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1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3F3F3"/>
              </a:solidFill>
              <a:ln w="13716">
                <a:solidFill>
                  <a:srgbClr val="F3F3F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25" name="polygon-4353"/>
              <p:cNvSpPr/>
              <p:nvPr/>
            </p:nvSpPr>
            <p:spPr>
              <a:xfrm>
                <a:off x="15032736" y="8385048"/>
                <a:ext cx="1920240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">
                    <a:moveTo>
                      <a:pt x="0" y="0"/>
                    </a:moveTo>
                    <a:lnTo>
                      <a:pt x="210" y="0"/>
                    </a:lnTo>
                    <a:lnTo>
                      <a:pt x="209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0F0F0"/>
              </a:solidFill>
              <a:ln w="13716">
                <a:solidFill>
                  <a:srgbClr val="F0F0F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26" name="polygon-4354"/>
              <p:cNvSpPr/>
              <p:nvPr/>
            </p:nvSpPr>
            <p:spPr>
              <a:xfrm>
                <a:off x="15041880" y="8394192"/>
                <a:ext cx="1901952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08" h="1">
                    <a:moveTo>
                      <a:pt x="0" y="0"/>
                    </a:moveTo>
                    <a:lnTo>
                      <a:pt x="208" y="0"/>
                    </a:lnTo>
                    <a:lnTo>
                      <a:pt x="20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DEDED"/>
              </a:solidFill>
              <a:ln w="13716">
                <a:solidFill>
                  <a:srgbClr val="EDEDE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27" name="polygon-4355"/>
              <p:cNvSpPr/>
              <p:nvPr/>
            </p:nvSpPr>
            <p:spPr>
              <a:xfrm>
                <a:off x="15041880" y="8403336"/>
                <a:ext cx="1901952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08" h="2">
                    <a:moveTo>
                      <a:pt x="0" y="0"/>
                    </a:moveTo>
                    <a:lnTo>
                      <a:pt x="208" y="0"/>
                    </a:lnTo>
                    <a:lnTo>
                      <a:pt x="207" y="2"/>
                    </a:lnTo>
                    <a:lnTo>
                      <a:pt x="1" y="2"/>
                    </a:lnTo>
                    <a:close/>
                  </a:path>
                </a:pathLst>
              </a:custGeom>
              <a:solidFill>
                <a:srgbClr val="EAEAEA"/>
              </a:solidFill>
              <a:ln w="13716">
                <a:solidFill>
                  <a:srgbClr val="EAEAE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28" name="polygon-4356"/>
              <p:cNvSpPr/>
              <p:nvPr/>
            </p:nvSpPr>
            <p:spPr>
              <a:xfrm>
                <a:off x="15051024" y="8421624"/>
                <a:ext cx="1883664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06" h="1">
                    <a:moveTo>
                      <a:pt x="0" y="0"/>
                    </a:moveTo>
                    <a:lnTo>
                      <a:pt x="206" y="0"/>
                    </a:lnTo>
                    <a:lnTo>
                      <a:pt x="20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E7E7E7"/>
              </a:solidFill>
              <a:ln w="13716">
                <a:solidFill>
                  <a:srgbClr val="E7E7E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29" name="polygon-4357"/>
              <p:cNvSpPr/>
              <p:nvPr/>
            </p:nvSpPr>
            <p:spPr>
              <a:xfrm>
                <a:off x="15060168" y="8430768"/>
                <a:ext cx="1865376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04" h="1">
                    <a:moveTo>
                      <a:pt x="0" y="0"/>
                    </a:moveTo>
                    <a:lnTo>
                      <a:pt x="204" y="0"/>
                    </a:lnTo>
                    <a:lnTo>
                      <a:pt x="20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E4E4E4"/>
              </a:solidFill>
              <a:ln w="13716">
                <a:solidFill>
                  <a:srgbClr val="E4E4E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30" name="polygon-4358"/>
              <p:cNvSpPr/>
              <p:nvPr/>
            </p:nvSpPr>
            <p:spPr>
              <a:xfrm>
                <a:off x="15069312" y="8439912"/>
                <a:ext cx="1847088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202" h="1">
                    <a:moveTo>
                      <a:pt x="0" y="0"/>
                    </a:moveTo>
                    <a:lnTo>
                      <a:pt x="202" y="0"/>
                    </a:lnTo>
                    <a:lnTo>
                      <a:pt x="201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E1E1E1"/>
              </a:solidFill>
              <a:ln w="13716">
                <a:solidFill>
                  <a:srgbClr val="E1E1E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31" name="polygon-4359"/>
              <p:cNvSpPr/>
              <p:nvPr/>
            </p:nvSpPr>
            <p:spPr>
              <a:xfrm>
                <a:off x="15078456" y="8449056"/>
                <a:ext cx="1828800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200" h="2">
                    <a:moveTo>
                      <a:pt x="0" y="0"/>
                    </a:moveTo>
                    <a:lnTo>
                      <a:pt x="200" y="0"/>
                    </a:lnTo>
                    <a:lnTo>
                      <a:pt x="198" y="2"/>
                    </a:lnTo>
                    <a:lnTo>
                      <a:pt x="2" y="2"/>
                    </a:lnTo>
                    <a:close/>
                  </a:path>
                </a:pathLst>
              </a:custGeom>
              <a:solidFill>
                <a:srgbClr val="C3C3C3"/>
              </a:solidFill>
              <a:ln w="13716">
                <a:solidFill>
                  <a:srgbClr val="C3C3C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32" name="polygon-4360"/>
              <p:cNvSpPr/>
              <p:nvPr/>
            </p:nvSpPr>
            <p:spPr>
              <a:xfrm>
                <a:off x="15096744" y="8467344"/>
                <a:ext cx="1792224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">
                    <a:moveTo>
                      <a:pt x="0" y="0"/>
                    </a:moveTo>
                    <a:lnTo>
                      <a:pt x="196" y="0"/>
                    </a:lnTo>
                    <a:lnTo>
                      <a:pt x="194" y="1"/>
                    </a:lnTo>
                    <a:lnTo>
                      <a:pt x="2" y="1"/>
                    </a:lnTo>
                    <a:close/>
                  </a:path>
                </a:pathLst>
              </a:custGeom>
              <a:solidFill>
                <a:srgbClr val="A4A4A4"/>
              </a:solidFill>
              <a:ln w="13716">
                <a:solidFill>
                  <a:srgbClr val="A4A4A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33" name="polygon-4361"/>
              <p:cNvSpPr/>
              <p:nvPr/>
            </p:nvSpPr>
            <p:spPr>
              <a:xfrm>
                <a:off x="15115032" y="8476488"/>
                <a:ext cx="1755648" cy="9144"/>
              </a:xfrm>
              <a:custGeom>
                <a:avLst/>
                <a:gdLst/>
                <a:ahLst/>
                <a:cxnLst/>
                <a:rect l="l" t="t" r="r" b="b"/>
                <a:pathLst>
                  <a:path w="192" h="1">
                    <a:moveTo>
                      <a:pt x="0" y="0"/>
                    </a:moveTo>
                    <a:lnTo>
                      <a:pt x="192" y="0"/>
                    </a:lnTo>
                    <a:lnTo>
                      <a:pt x="186" y="1"/>
                    </a:lnTo>
                    <a:lnTo>
                      <a:pt x="6" y="1"/>
                    </a:lnTo>
                    <a:close/>
                  </a:path>
                </a:pathLst>
              </a:custGeom>
              <a:solidFill>
                <a:srgbClr val="848484"/>
              </a:solidFill>
              <a:ln w="13716">
                <a:solidFill>
                  <a:srgbClr val="84848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34" name="rectangle-4362"/>
              <p:cNvSpPr/>
              <p:nvPr/>
            </p:nvSpPr>
            <p:spPr>
              <a:xfrm>
                <a:off x="15032736" y="7370064"/>
                <a:ext cx="1920240" cy="1115568"/>
              </a:xfrm>
              <a:prstGeom prst="roundRect">
                <a:avLst>
                  <a:gd name="adj" fmla="val 12295"/>
                </a:avLst>
              </a:prstGeom>
              <a:noFill/>
              <a:ln w="18288">
                <a:solidFill>
                  <a:srgbClr val="90909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4435" name="Text: Iter.n"/>
            <p:cNvSpPr txBox="1"/>
            <p:nvPr/>
          </p:nvSpPr>
          <p:spPr>
            <a:xfrm rot="16200000">
              <a:off x="14849856" y="7827264"/>
              <a:ext cx="832104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 i="0">
                  <a:solidFill>
                    <a:srgbClr val="000000"/>
                  </a:solidFill>
                  <a:latin typeface="Liberation Serif"/>
                </a:rPr>
                <a:t>Iter.n</a:t>
              </a:r>
            </a:p>
          </p:txBody>
        </p:sp>
        <p:sp>
          <p:nvSpPr>
            <p:cNvPr id="4436" name="rectangle-4363"/>
            <p:cNvSpPr/>
            <p:nvPr/>
          </p:nvSpPr>
          <p:spPr>
            <a:xfrm>
              <a:off x="15453360" y="7443216"/>
              <a:ext cx="649224" cy="210312"/>
            </a:xfrm>
            <a:prstGeom prst="roundRect">
              <a:avLst>
                <a:gd name="adj" fmla="val 17391"/>
              </a:avLst>
            </a:prstGeom>
            <a:solidFill>
              <a:srgbClr val="FFFFFF"/>
            </a:solidFill>
            <a:ln w="20116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37" name="Text: 𝒩"/>
            <p:cNvSpPr txBox="1"/>
            <p:nvPr/>
          </p:nvSpPr>
          <p:spPr>
            <a:xfrm>
              <a:off x="15617952" y="7452360"/>
              <a:ext cx="201168" cy="19202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96" b="0" i="0">
                  <a:solidFill>
                    <a:srgbClr val="000000"/>
                  </a:solidFill>
                  <a:latin typeface="DejaVu Math TeX Gyre"/>
                </a:rPr>
                <a:t>𝒩</a:t>
              </a:r>
            </a:p>
          </p:txBody>
        </p:sp>
        <p:sp>
          <p:nvSpPr>
            <p:cNvPr id="4438" name="Text: θ"/>
            <p:cNvSpPr txBox="1"/>
            <p:nvPr/>
          </p:nvSpPr>
          <p:spPr>
            <a:xfrm>
              <a:off x="15782544" y="7498080"/>
              <a:ext cx="128016" cy="15544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8" b="0" i="1">
                  <a:solidFill>
                    <a:srgbClr val="000000"/>
                  </a:solidFill>
                  <a:latin typeface="Liberation Serif"/>
                </a:rPr>
                <a:t>θ</a:t>
              </a:r>
            </a:p>
          </p:txBody>
        </p:sp>
        <p:sp>
          <p:nvSpPr>
            <p:cNvPr id="4439" name="rectangle-4364"/>
            <p:cNvSpPr/>
            <p:nvPr/>
          </p:nvSpPr>
          <p:spPr>
            <a:xfrm>
              <a:off x="16523208" y="7443216"/>
              <a:ext cx="274320" cy="219456"/>
            </a:xfrm>
            <a:prstGeom prst="roundRect">
              <a:avLst>
                <a:gd name="adj" fmla="val 33333"/>
              </a:avLst>
            </a:prstGeom>
            <a:solidFill>
              <a:srgbClr val="D5DBA2"/>
            </a:solidFill>
            <a:ln w="18288">
              <a:solidFill>
                <a:srgbClr val="1A33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40" name="Text: N"/>
            <p:cNvSpPr txBox="1"/>
            <p:nvPr/>
          </p:nvSpPr>
          <p:spPr>
            <a:xfrm>
              <a:off x="16523208" y="7452360"/>
              <a:ext cx="274320" cy="20116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68" b="0" i="0">
                  <a:solidFill>
                    <a:srgbClr val="FFFFFF"/>
                  </a:solidFill>
                  <a:latin typeface="Liberation Serif"/>
                </a:rPr>
                <a:t>N</a:t>
              </a:r>
            </a:p>
          </p:txBody>
        </p:sp>
        <p:cxnSp>
          <p:nvCxnSpPr>
            <p:cNvPr id="4441" name="line-4365"/>
            <p:cNvCxnSpPr/>
            <p:nvPr/>
          </p:nvCxnSpPr>
          <p:spPr>
            <a:xfrm>
              <a:off x="15627096" y="7662672"/>
              <a:ext cx="0" cy="155448"/>
            </a:xfrm>
            <a:prstGeom prst="line">
              <a:avLst/>
            </a:prstGeom>
            <a:ln w="22859"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42" name="polygon-4366"/>
            <p:cNvSpPr/>
            <p:nvPr/>
          </p:nvSpPr>
          <p:spPr>
            <a:xfrm>
              <a:off x="15590520" y="7744968"/>
              <a:ext cx="73152" cy="73152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4" y="8"/>
                  </a:move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443" name="line-4367"/>
            <p:cNvCxnSpPr/>
            <p:nvPr/>
          </p:nvCxnSpPr>
          <p:spPr>
            <a:xfrm flipV="1">
              <a:off x="15919704" y="7680960"/>
              <a:ext cx="0" cy="137160"/>
            </a:xfrm>
            <a:prstGeom prst="line">
              <a:avLst/>
            </a:prstGeom>
            <a:ln w="19202"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44" name="polygon-4368"/>
            <p:cNvSpPr/>
            <p:nvPr/>
          </p:nvSpPr>
          <p:spPr>
            <a:xfrm>
              <a:off x="15892272" y="7680960"/>
              <a:ext cx="54864" cy="64008"/>
            </a:xfrm>
            <a:custGeom>
              <a:avLst/>
              <a:gdLst/>
              <a:ahLst/>
              <a:cxnLst/>
              <a:rect l="l" t="t" r="r" b="b"/>
              <a:pathLst>
                <a:path w="6" h="7">
                  <a:moveTo>
                    <a:pt x="3" y="0"/>
                  </a:moveTo>
                  <a:lnTo>
                    <a:pt x="0" y="7"/>
                  </a:lnTo>
                  <a:lnTo>
                    <a:pt x="6" y="7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45" name="rectangle-4369"/>
            <p:cNvSpPr/>
            <p:nvPr/>
          </p:nvSpPr>
          <p:spPr>
            <a:xfrm>
              <a:off x="15453360" y="7827264"/>
              <a:ext cx="649224" cy="210312"/>
            </a:xfrm>
            <a:prstGeom prst="roundRect">
              <a:avLst>
                <a:gd name="adj" fmla="val 17391"/>
              </a:avLst>
            </a:prstGeom>
            <a:solidFill>
              <a:srgbClr val="FFFFFF"/>
            </a:solidFill>
            <a:ln w="20116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46" name="Text: 𝒩"/>
            <p:cNvSpPr txBox="1"/>
            <p:nvPr/>
          </p:nvSpPr>
          <p:spPr>
            <a:xfrm>
              <a:off x="15617952" y="7836408"/>
              <a:ext cx="201168" cy="19202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96" b="0" i="0">
                  <a:solidFill>
                    <a:srgbClr val="000000"/>
                  </a:solidFill>
                  <a:latin typeface="DejaVu Math TeX Gyre"/>
                </a:rPr>
                <a:t>𝒩</a:t>
              </a:r>
            </a:p>
          </p:txBody>
        </p:sp>
        <p:sp>
          <p:nvSpPr>
            <p:cNvPr id="4447" name="Text: θ"/>
            <p:cNvSpPr txBox="1"/>
            <p:nvPr/>
          </p:nvSpPr>
          <p:spPr>
            <a:xfrm>
              <a:off x="15782544" y="7882128"/>
              <a:ext cx="128016" cy="15544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8" b="0" i="1">
                  <a:solidFill>
                    <a:srgbClr val="000000"/>
                  </a:solidFill>
                  <a:latin typeface="Liberation Serif"/>
                </a:rPr>
                <a:t>θ</a:t>
              </a:r>
            </a:p>
          </p:txBody>
        </p:sp>
        <p:sp>
          <p:nvSpPr>
            <p:cNvPr id="4448" name="rectangle-4370"/>
            <p:cNvSpPr/>
            <p:nvPr/>
          </p:nvSpPr>
          <p:spPr>
            <a:xfrm>
              <a:off x="16523208" y="7827264"/>
              <a:ext cx="274320" cy="219456"/>
            </a:xfrm>
            <a:prstGeom prst="roundRect">
              <a:avLst>
                <a:gd name="adj" fmla="val 33333"/>
              </a:avLst>
            </a:prstGeom>
            <a:solidFill>
              <a:srgbClr val="A7D4D0"/>
            </a:solidFill>
            <a:ln w="18288">
              <a:solidFill>
                <a:srgbClr val="1A33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49" name="Text: B"/>
            <p:cNvSpPr txBox="1"/>
            <p:nvPr/>
          </p:nvSpPr>
          <p:spPr>
            <a:xfrm>
              <a:off x="16523208" y="7836408"/>
              <a:ext cx="274320" cy="20116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68" b="0" i="0">
                  <a:solidFill>
                    <a:srgbClr val="FFFFFF"/>
                  </a:solidFill>
                  <a:latin typeface="Liberation Serif"/>
                </a:rPr>
                <a:t>B</a:t>
              </a:r>
            </a:p>
          </p:txBody>
        </p:sp>
        <p:cxnSp>
          <p:nvCxnSpPr>
            <p:cNvPr id="4450" name="line-4371"/>
            <p:cNvCxnSpPr/>
            <p:nvPr/>
          </p:nvCxnSpPr>
          <p:spPr>
            <a:xfrm>
              <a:off x="15627096" y="8046720"/>
              <a:ext cx="0" cy="155448"/>
            </a:xfrm>
            <a:prstGeom prst="line">
              <a:avLst/>
            </a:prstGeom>
            <a:ln w="22859"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51" name="polygon-4372"/>
            <p:cNvSpPr/>
            <p:nvPr/>
          </p:nvSpPr>
          <p:spPr>
            <a:xfrm>
              <a:off x="15590520" y="8129016"/>
              <a:ext cx="73152" cy="73152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4" y="8"/>
                  </a:move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452" name="line-4373"/>
            <p:cNvCxnSpPr/>
            <p:nvPr/>
          </p:nvCxnSpPr>
          <p:spPr>
            <a:xfrm flipV="1">
              <a:off x="15919704" y="8065008"/>
              <a:ext cx="0" cy="137160"/>
            </a:xfrm>
            <a:prstGeom prst="line">
              <a:avLst/>
            </a:prstGeom>
            <a:ln w="19202"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53" name="polygon-4374"/>
            <p:cNvSpPr/>
            <p:nvPr/>
          </p:nvSpPr>
          <p:spPr>
            <a:xfrm>
              <a:off x="15892272" y="8065008"/>
              <a:ext cx="54864" cy="64008"/>
            </a:xfrm>
            <a:custGeom>
              <a:avLst/>
              <a:gdLst/>
              <a:ahLst/>
              <a:cxnLst/>
              <a:rect l="l" t="t" r="r" b="b"/>
              <a:pathLst>
                <a:path w="6" h="7">
                  <a:moveTo>
                    <a:pt x="3" y="0"/>
                  </a:moveTo>
                  <a:lnTo>
                    <a:pt x="0" y="7"/>
                  </a:lnTo>
                  <a:lnTo>
                    <a:pt x="6" y="7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54" name="rectangle-4375"/>
            <p:cNvSpPr/>
            <p:nvPr/>
          </p:nvSpPr>
          <p:spPr>
            <a:xfrm>
              <a:off x="15453360" y="8211312"/>
              <a:ext cx="649224" cy="210312"/>
            </a:xfrm>
            <a:prstGeom prst="roundRect">
              <a:avLst>
                <a:gd name="adj" fmla="val 17391"/>
              </a:avLst>
            </a:prstGeom>
            <a:solidFill>
              <a:srgbClr val="FFFFFF"/>
            </a:solidFill>
            <a:ln w="20116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55" name="Text: 𝒩"/>
            <p:cNvSpPr txBox="1"/>
            <p:nvPr/>
          </p:nvSpPr>
          <p:spPr>
            <a:xfrm>
              <a:off x="15617952" y="8220456"/>
              <a:ext cx="201168" cy="19202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96" b="0" i="0">
                  <a:solidFill>
                    <a:srgbClr val="000000"/>
                  </a:solidFill>
                  <a:latin typeface="DejaVu Math TeX Gyre"/>
                </a:rPr>
                <a:t>𝒩</a:t>
              </a:r>
            </a:p>
          </p:txBody>
        </p:sp>
        <p:sp>
          <p:nvSpPr>
            <p:cNvPr id="4456" name="Text: θ"/>
            <p:cNvSpPr txBox="1"/>
            <p:nvPr/>
          </p:nvSpPr>
          <p:spPr>
            <a:xfrm>
              <a:off x="15782544" y="8266176"/>
              <a:ext cx="128016" cy="15544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8" b="0" i="1">
                  <a:solidFill>
                    <a:srgbClr val="000000"/>
                  </a:solidFill>
                  <a:latin typeface="Liberation Serif"/>
                </a:rPr>
                <a:t>θ</a:t>
              </a:r>
            </a:p>
          </p:txBody>
        </p:sp>
        <p:sp>
          <p:nvSpPr>
            <p:cNvPr id="4457" name="rectangle-4376"/>
            <p:cNvSpPr/>
            <p:nvPr/>
          </p:nvSpPr>
          <p:spPr>
            <a:xfrm>
              <a:off x="16523208" y="8211312"/>
              <a:ext cx="274320" cy="219456"/>
            </a:xfrm>
            <a:prstGeom prst="roundRect">
              <a:avLst>
                <a:gd name="adj" fmla="val 33333"/>
              </a:avLst>
            </a:prstGeom>
            <a:solidFill>
              <a:srgbClr val="B1C3D1"/>
            </a:solidFill>
            <a:ln w="18288">
              <a:solidFill>
                <a:srgbClr val="1A33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58" name="Text: C"/>
            <p:cNvSpPr txBox="1"/>
            <p:nvPr/>
          </p:nvSpPr>
          <p:spPr>
            <a:xfrm>
              <a:off x="16523208" y="8220456"/>
              <a:ext cx="274320" cy="20116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68" b="0" i="0">
                  <a:solidFill>
                    <a:srgbClr val="FFFFFF"/>
                  </a:solidFill>
                  <a:latin typeface="Liberation Serif"/>
                </a:rPr>
                <a:t>C</a:t>
              </a:r>
            </a:p>
          </p:txBody>
        </p:sp>
        <p:sp>
          <p:nvSpPr>
            <p:cNvPr id="4459" name="polygon-4377"/>
            <p:cNvSpPr/>
            <p:nvPr/>
          </p:nvSpPr>
          <p:spPr>
            <a:xfrm>
              <a:off x="16340328" y="8275320"/>
              <a:ext cx="109728" cy="91440"/>
            </a:xfrm>
            <a:custGeom>
              <a:avLst/>
              <a:gdLst/>
              <a:ahLst/>
              <a:cxnLst/>
              <a:rect l="l" t="t" r="r" b="b"/>
              <a:pathLst>
                <a:path w="12" h="10">
                  <a:moveTo>
                    <a:pt x="12" y="0"/>
                  </a:moveTo>
                  <a:lnTo>
                    <a:pt x="5" y="5"/>
                  </a:lnTo>
                  <a:lnTo>
                    <a:pt x="12" y="10"/>
                  </a:lnTo>
                  <a:lnTo>
                    <a:pt x="8" y="10"/>
                  </a:lnTo>
                  <a:lnTo>
                    <a:pt x="0" y="5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B1C3D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60" name="polygon-4378"/>
            <p:cNvSpPr/>
            <p:nvPr/>
          </p:nvSpPr>
          <p:spPr>
            <a:xfrm>
              <a:off x="16258032" y="8275320"/>
              <a:ext cx="109728" cy="91440"/>
            </a:xfrm>
            <a:custGeom>
              <a:avLst/>
              <a:gdLst/>
              <a:ahLst/>
              <a:cxnLst/>
              <a:rect l="l" t="t" r="r" b="b"/>
              <a:pathLst>
                <a:path w="12" h="10">
                  <a:moveTo>
                    <a:pt x="12" y="0"/>
                  </a:moveTo>
                  <a:lnTo>
                    <a:pt x="5" y="5"/>
                  </a:lnTo>
                  <a:lnTo>
                    <a:pt x="12" y="10"/>
                  </a:lnTo>
                  <a:lnTo>
                    <a:pt x="8" y="10"/>
                  </a:lnTo>
                  <a:lnTo>
                    <a:pt x="0" y="5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B1C3D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61" name="polygon-4379"/>
            <p:cNvSpPr/>
            <p:nvPr/>
          </p:nvSpPr>
          <p:spPr>
            <a:xfrm>
              <a:off x="16175736" y="8275320"/>
              <a:ext cx="109728" cy="91440"/>
            </a:xfrm>
            <a:custGeom>
              <a:avLst/>
              <a:gdLst/>
              <a:ahLst/>
              <a:cxnLst/>
              <a:rect l="l" t="t" r="r" b="b"/>
              <a:pathLst>
                <a:path w="12" h="10">
                  <a:moveTo>
                    <a:pt x="12" y="0"/>
                  </a:moveTo>
                  <a:lnTo>
                    <a:pt x="5" y="5"/>
                  </a:lnTo>
                  <a:lnTo>
                    <a:pt x="12" y="10"/>
                  </a:lnTo>
                  <a:lnTo>
                    <a:pt x="8" y="10"/>
                  </a:lnTo>
                  <a:lnTo>
                    <a:pt x="0" y="5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B1C3D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62" name="polygon-4380"/>
            <p:cNvSpPr/>
            <p:nvPr/>
          </p:nvSpPr>
          <p:spPr>
            <a:xfrm>
              <a:off x="16952976" y="6254496"/>
              <a:ext cx="219456" cy="374904"/>
            </a:xfrm>
            <a:custGeom>
              <a:avLst/>
              <a:gdLst/>
              <a:ahLst/>
              <a:cxnLst/>
              <a:rect l="l" t="t" r="r" b="b"/>
              <a:pathLst>
                <a:path w="24" h="41">
                  <a:moveTo>
                    <a:pt x="0" y="0"/>
                  </a:moveTo>
                  <a:lnTo>
                    <a:pt x="5" y="1"/>
                  </a:lnTo>
                  <a:lnTo>
                    <a:pt x="9" y="2"/>
                  </a:lnTo>
                  <a:lnTo>
                    <a:pt x="13" y="4"/>
                  </a:lnTo>
                  <a:lnTo>
                    <a:pt x="17" y="6"/>
                  </a:lnTo>
                  <a:lnTo>
                    <a:pt x="20" y="9"/>
                  </a:lnTo>
                  <a:lnTo>
                    <a:pt x="22" y="13"/>
                  </a:lnTo>
                  <a:lnTo>
                    <a:pt x="24" y="17"/>
                  </a:lnTo>
                  <a:lnTo>
                    <a:pt x="24" y="20"/>
                  </a:lnTo>
                  <a:lnTo>
                    <a:pt x="24" y="24"/>
                  </a:lnTo>
                  <a:lnTo>
                    <a:pt x="22" y="28"/>
                  </a:lnTo>
                  <a:lnTo>
                    <a:pt x="20" y="31"/>
                  </a:lnTo>
                  <a:lnTo>
                    <a:pt x="17" y="34"/>
                  </a:lnTo>
                  <a:lnTo>
                    <a:pt x="13" y="37"/>
                  </a:lnTo>
                  <a:lnTo>
                    <a:pt x="9" y="39"/>
                  </a:lnTo>
                  <a:lnTo>
                    <a:pt x="5" y="40"/>
                  </a:lnTo>
                  <a:lnTo>
                    <a:pt x="0" y="41"/>
                  </a:lnTo>
                  <a:lnTo>
                    <a:pt x="0" y="36"/>
                  </a:lnTo>
                  <a:lnTo>
                    <a:pt x="4" y="35"/>
                  </a:lnTo>
                  <a:lnTo>
                    <a:pt x="8" y="34"/>
                  </a:lnTo>
                  <a:lnTo>
                    <a:pt x="11" y="33"/>
                  </a:lnTo>
                  <a:lnTo>
                    <a:pt x="14" y="31"/>
                  </a:lnTo>
                  <a:lnTo>
                    <a:pt x="17" y="29"/>
                  </a:lnTo>
                  <a:lnTo>
                    <a:pt x="18" y="26"/>
                  </a:lnTo>
                  <a:lnTo>
                    <a:pt x="20" y="23"/>
                  </a:lnTo>
                  <a:lnTo>
                    <a:pt x="20" y="20"/>
                  </a:lnTo>
                  <a:lnTo>
                    <a:pt x="20" y="17"/>
                  </a:lnTo>
                  <a:lnTo>
                    <a:pt x="18" y="15"/>
                  </a:lnTo>
                  <a:lnTo>
                    <a:pt x="17" y="12"/>
                  </a:lnTo>
                  <a:lnTo>
                    <a:pt x="14" y="10"/>
                  </a:lnTo>
                  <a:lnTo>
                    <a:pt x="11" y="8"/>
                  </a:lnTo>
                  <a:lnTo>
                    <a:pt x="8" y="6"/>
                  </a:lnTo>
                  <a:lnTo>
                    <a:pt x="4" y="6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FFF8C9"/>
            </a:solidFill>
            <a:ln w="9144">
              <a:solidFill>
                <a:srgbClr val="FFC8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63" name="polygon-4381"/>
            <p:cNvSpPr/>
            <p:nvPr/>
          </p:nvSpPr>
          <p:spPr>
            <a:xfrm>
              <a:off x="16952976" y="6199632"/>
              <a:ext cx="192024" cy="155448"/>
            </a:xfrm>
            <a:custGeom>
              <a:avLst/>
              <a:gdLst/>
              <a:ahLst/>
              <a:cxnLst/>
              <a:rect l="l" t="t" r="r" b="b"/>
              <a:pathLst>
                <a:path w="21" h="17">
                  <a:moveTo>
                    <a:pt x="0" y="7"/>
                  </a:moveTo>
                  <a:lnTo>
                    <a:pt x="12" y="0"/>
                  </a:lnTo>
                  <a:lnTo>
                    <a:pt x="12" y="5"/>
                  </a:lnTo>
                  <a:lnTo>
                    <a:pt x="21" y="7"/>
                  </a:lnTo>
                  <a:lnTo>
                    <a:pt x="20" y="12"/>
                  </a:lnTo>
                  <a:lnTo>
                    <a:pt x="12" y="10"/>
                  </a:lnTo>
                  <a:lnTo>
                    <a:pt x="12" y="17"/>
                  </a:lnTo>
                  <a:close/>
                </a:path>
              </a:pathLst>
            </a:custGeom>
            <a:solidFill>
              <a:srgbClr val="FFF5B6"/>
            </a:solidFill>
            <a:ln w="9144">
              <a:solidFill>
                <a:srgbClr val="FFCA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64" name="Text: Update"/>
            <p:cNvSpPr txBox="1"/>
            <p:nvPr/>
          </p:nvSpPr>
          <p:spPr>
            <a:xfrm rot="16200000">
              <a:off x="16934688" y="6327648"/>
              <a:ext cx="365760" cy="12801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4" b="1" i="0">
                  <a:solidFill>
                    <a:srgbClr val="000000"/>
                  </a:solidFill>
                  <a:latin typeface="Liberation Serif"/>
                </a:rPr>
                <a:t>Update</a:t>
              </a:r>
            </a:p>
          </p:txBody>
        </p:sp>
        <p:sp>
          <p:nvSpPr>
            <p:cNvPr id="4465" name="polygon-4382"/>
            <p:cNvSpPr/>
            <p:nvPr/>
          </p:nvSpPr>
          <p:spPr>
            <a:xfrm>
              <a:off x="16962120" y="6775704"/>
              <a:ext cx="173736" cy="210312"/>
            </a:xfrm>
            <a:custGeom>
              <a:avLst/>
              <a:gdLst/>
              <a:ahLst/>
              <a:cxnLst/>
              <a:rect l="l" t="t" r="r" b="b"/>
              <a:pathLst>
                <a:path w="19" h="23">
                  <a:moveTo>
                    <a:pt x="0" y="0"/>
                  </a:moveTo>
                  <a:lnTo>
                    <a:pt x="3" y="1"/>
                  </a:lnTo>
                  <a:lnTo>
                    <a:pt x="7" y="1"/>
                  </a:lnTo>
                  <a:lnTo>
                    <a:pt x="10" y="2"/>
                  </a:lnTo>
                  <a:lnTo>
                    <a:pt x="13" y="4"/>
                  </a:lnTo>
                  <a:lnTo>
                    <a:pt x="16" y="6"/>
                  </a:lnTo>
                  <a:lnTo>
                    <a:pt x="18" y="7"/>
                  </a:lnTo>
                  <a:lnTo>
                    <a:pt x="19" y="10"/>
                  </a:lnTo>
                  <a:lnTo>
                    <a:pt x="19" y="12"/>
                  </a:lnTo>
                  <a:lnTo>
                    <a:pt x="19" y="14"/>
                  </a:lnTo>
                  <a:lnTo>
                    <a:pt x="18" y="16"/>
                  </a:lnTo>
                  <a:lnTo>
                    <a:pt x="16" y="18"/>
                  </a:lnTo>
                  <a:lnTo>
                    <a:pt x="13" y="20"/>
                  </a:lnTo>
                  <a:lnTo>
                    <a:pt x="10" y="21"/>
                  </a:lnTo>
                  <a:lnTo>
                    <a:pt x="7" y="22"/>
                  </a:lnTo>
                  <a:lnTo>
                    <a:pt x="3" y="23"/>
                  </a:lnTo>
                  <a:lnTo>
                    <a:pt x="0" y="23"/>
                  </a:lnTo>
                  <a:lnTo>
                    <a:pt x="0" y="18"/>
                  </a:lnTo>
                  <a:lnTo>
                    <a:pt x="3" y="18"/>
                  </a:lnTo>
                  <a:lnTo>
                    <a:pt x="6" y="18"/>
                  </a:lnTo>
                  <a:lnTo>
                    <a:pt x="8" y="17"/>
                  </a:lnTo>
                  <a:lnTo>
                    <a:pt x="11" y="16"/>
                  </a:lnTo>
                  <a:lnTo>
                    <a:pt x="12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5" y="12"/>
                  </a:lnTo>
                  <a:lnTo>
                    <a:pt x="15" y="11"/>
                  </a:lnTo>
                  <a:lnTo>
                    <a:pt x="14" y="9"/>
                  </a:lnTo>
                  <a:lnTo>
                    <a:pt x="12" y="8"/>
                  </a:lnTo>
                  <a:lnTo>
                    <a:pt x="11" y="7"/>
                  </a:lnTo>
                  <a:lnTo>
                    <a:pt x="8" y="7"/>
                  </a:lnTo>
                  <a:lnTo>
                    <a:pt x="6" y="6"/>
                  </a:lnTo>
                  <a:lnTo>
                    <a:pt x="3" y="6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FFF8C9"/>
            </a:solidFill>
            <a:ln w="9144">
              <a:solidFill>
                <a:srgbClr val="FFC8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66" name="polygon-4383"/>
            <p:cNvSpPr/>
            <p:nvPr/>
          </p:nvSpPr>
          <p:spPr>
            <a:xfrm>
              <a:off x="16962120" y="6739128"/>
              <a:ext cx="192024" cy="155448"/>
            </a:xfrm>
            <a:custGeom>
              <a:avLst/>
              <a:gdLst/>
              <a:ahLst/>
              <a:cxnLst/>
              <a:rect l="l" t="t" r="r" b="b"/>
              <a:pathLst>
                <a:path w="21" h="17">
                  <a:moveTo>
                    <a:pt x="0" y="7"/>
                  </a:moveTo>
                  <a:lnTo>
                    <a:pt x="12" y="0"/>
                  </a:lnTo>
                  <a:lnTo>
                    <a:pt x="12" y="5"/>
                  </a:lnTo>
                  <a:lnTo>
                    <a:pt x="21" y="7"/>
                  </a:lnTo>
                  <a:lnTo>
                    <a:pt x="20" y="12"/>
                  </a:lnTo>
                  <a:lnTo>
                    <a:pt x="12" y="10"/>
                  </a:lnTo>
                  <a:lnTo>
                    <a:pt x="12" y="17"/>
                  </a:lnTo>
                  <a:close/>
                </a:path>
              </a:pathLst>
            </a:custGeom>
            <a:solidFill>
              <a:srgbClr val="FFF5B6"/>
            </a:solidFill>
            <a:ln w="9144">
              <a:solidFill>
                <a:srgbClr val="FFCA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67" name="polygon-4384"/>
            <p:cNvSpPr/>
            <p:nvPr/>
          </p:nvSpPr>
          <p:spPr>
            <a:xfrm>
              <a:off x="16962120" y="7178040"/>
              <a:ext cx="173736" cy="210312"/>
            </a:xfrm>
            <a:custGeom>
              <a:avLst/>
              <a:gdLst/>
              <a:ahLst/>
              <a:cxnLst/>
              <a:rect l="l" t="t" r="r" b="b"/>
              <a:pathLst>
                <a:path w="19" h="23">
                  <a:moveTo>
                    <a:pt x="0" y="0"/>
                  </a:moveTo>
                  <a:lnTo>
                    <a:pt x="3" y="1"/>
                  </a:lnTo>
                  <a:lnTo>
                    <a:pt x="7" y="1"/>
                  </a:lnTo>
                  <a:lnTo>
                    <a:pt x="10" y="2"/>
                  </a:lnTo>
                  <a:lnTo>
                    <a:pt x="13" y="4"/>
                  </a:lnTo>
                  <a:lnTo>
                    <a:pt x="16" y="6"/>
                  </a:lnTo>
                  <a:lnTo>
                    <a:pt x="18" y="7"/>
                  </a:lnTo>
                  <a:lnTo>
                    <a:pt x="19" y="10"/>
                  </a:lnTo>
                  <a:lnTo>
                    <a:pt x="19" y="12"/>
                  </a:lnTo>
                  <a:lnTo>
                    <a:pt x="19" y="14"/>
                  </a:lnTo>
                  <a:lnTo>
                    <a:pt x="18" y="16"/>
                  </a:lnTo>
                  <a:lnTo>
                    <a:pt x="16" y="18"/>
                  </a:lnTo>
                  <a:lnTo>
                    <a:pt x="13" y="20"/>
                  </a:lnTo>
                  <a:lnTo>
                    <a:pt x="10" y="21"/>
                  </a:lnTo>
                  <a:lnTo>
                    <a:pt x="7" y="22"/>
                  </a:lnTo>
                  <a:lnTo>
                    <a:pt x="3" y="23"/>
                  </a:lnTo>
                  <a:lnTo>
                    <a:pt x="0" y="23"/>
                  </a:lnTo>
                  <a:lnTo>
                    <a:pt x="0" y="18"/>
                  </a:lnTo>
                  <a:lnTo>
                    <a:pt x="3" y="18"/>
                  </a:lnTo>
                  <a:lnTo>
                    <a:pt x="6" y="18"/>
                  </a:lnTo>
                  <a:lnTo>
                    <a:pt x="8" y="17"/>
                  </a:lnTo>
                  <a:lnTo>
                    <a:pt x="11" y="16"/>
                  </a:lnTo>
                  <a:lnTo>
                    <a:pt x="12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5" y="12"/>
                  </a:lnTo>
                  <a:lnTo>
                    <a:pt x="15" y="11"/>
                  </a:lnTo>
                  <a:lnTo>
                    <a:pt x="14" y="9"/>
                  </a:lnTo>
                  <a:lnTo>
                    <a:pt x="12" y="8"/>
                  </a:lnTo>
                  <a:lnTo>
                    <a:pt x="11" y="7"/>
                  </a:lnTo>
                  <a:lnTo>
                    <a:pt x="8" y="7"/>
                  </a:lnTo>
                  <a:lnTo>
                    <a:pt x="6" y="6"/>
                  </a:lnTo>
                  <a:lnTo>
                    <a:pt x="3" y="6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FFF8C9"/>
            </a:solidFill>
            <a:ln w="9144">
              <a:solidFill>
                <a:srgbClr val="FFC8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68" name="polygon-4385"/>
            <p:cNvSpPr/>
            <p:nvPr/>
          </p:nvSpPr>
          <p:spPr>
            <a:xfrm>
              <a:off x="16962120" y="7141464"/>
              <a:ext cx="192024" cy="155448"/>
            </a:xfrm>
            <a:custGeom>
              <a:avLst/>
              <a:gdLst/>
              <a:ahLst/>
              <a:cxnLst/>
              <a:rect l="l" t="t" r="r" b="b"/>
              <a:pathLst>
                <a:path w="21" h="17">
                  <a:moveTo>
                    <a:pt x="0" y="7"/>
                  </a:moveTo>
                  <a:lnTo>
                    <a:pt x="12" y="0"/>
                  </a:lnTo>
                  <a:lnTo>
                    <a:pt x="12" y="5"/>
                  </a:lnTo>
                  <a:lnTo>
                    <a:pt x="21" y="7"/>
                  </a:lnTo>
                  <a:lnTo>
                    <a:pt x="20" y="12"/>
                  </a:lnTo>
                  <a:lnTo>
                    <a:pt x="12" y="10"/>
                  </a:lnTo>
                  <a:lnTo>
                    <a:pt x="12" y="17"/>
                  </a:lnTo>
                  <a:close/>
                </a:path>
              </a:pathLst>
            </a:custGeom>
            <a:solidFill>
              <a:srgbClr val="FFF5B6"/>
            </a:solidFill>
            <a:ln w="9144">
              <a:solidFill>
                <a:srgbClr val="FFCA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69" name="polygon-4386"/>
            <p:cNvSpPr/>
            <p:nvPr/>
          </p:nvSpPr>
          <p:spPr>
            <a:xfrm>
              <a:off x="16962120" y="8129016"/>
              <a:ext cx="210312" cy="374904"/>
            </a:xfrm>
            <a:custGeom>
              <a:avLst/>
              <a:gdLst/>
              <a:ahLst/>
              <a:cxnLst/>
              <a:rect l="l" t="t" r="r" b="b"/>
              <a:pathLst>
                <a:path w="23" h="41">
                  <a:moveTo>
                    <a:pt x="0" y="0"/>
                  </a:moveTo>
                  <a:lnTo>
                    <a:pt x="4" y="1"/>
                  </a:lnTo>
                  <a:lnTo>
                    <a:pt x="9" y="2"/>
                  </a:lnTo>
                  <a:lnTo>
                    <a:pt x="13" y="4"/>
                  </a:lnTo>
                  <a:lnTo>
                    <a:pt x="16" y="6"/>
                  </a:lnTo>
                  <a:lnTo>
                    <a:pt x="19" y="9"/>
                  </a:lnTo>
                  <a:lnTo>
                    <a:pt x="21" y="13"/>
                  </a:lnTo>
                  <a:lnTo>
                    <a:pt x="23" y="17"/>
                  </a:lnTo>
                  <a:lnTo>
                    <a:pt x="23" y="20"/>
                  </a:lnTo>
                  <a:lnTo>
                    <a:pt x="23" y="24"/>
                  </a:lnTo>
                  <a:lnTo>
                    <a:pt x="21" y="28"/>
                  </a:lnTo>
                  <a:lnTo>
                    <a:pt x="19" y="31"/>
                  </a:lnTo>
                  <a:lnTo>
                    <a:pt x="16" y="34"/>
                  </a:lnTo>
                  <a:lnTo>
                    <a:pt x="13" y="37"/>
                  </a:lnTo>
                  <a:lnTo>
                    <a:pt x="9" y="39"/>
                  </a:lnTo>
                  <a:lnTo>
                    <a:pt x="4" y="40"/>
                  </a:lnTo>
                  <a:lnTo>
                    <a:pt x="0" y="41"/>
                  </a:lnTo>
                  <a:lnTo>
                    <a:pt x="0" y="36"/>
                  </a:lnTo>
                  <a:lnTo>
                    <a:pt x="3" y="35"/>
                  </a:lnTo>
                  <a:lnTo>
                    <a:pt x="7" y="34"/>
                  </a:lnTo>
                  <a:lnTo>
                    <a:pt x="10" y="33"/>
                  </a:lnTo>
                  <a:lnTo>
                    <a:pt x="13" y="31"/>
                  </a:lnTo>
                  <a:lnTo>
                    <a:pt x="16" y="29"/>
                  </a:lnTo>
                  <a:lnTo>
                    <a:pt x="18" y="26"/>
                  </a:lnTo>
                  <a:lnTo>
                    <a:pt x="19" y="23"/>
                  </a:lnTo>
                  <a:lnTo>
                    <a:pt x="19" y="20"/>
                  </a:lnTo>
                  <a:lnTo>
                    <a:pt x="19" y="17"/>
                  </a:lnTo>
                  <a:lnTo>
                    <a:pt x="18" y="15"/>
                  </a:lnTo>
                  <a:lnTo>
                    <a:pt x="16" y="12"/>
                  </a:lnTo>
                  <a:lnTo>
                    <a:pt x="13" y="10"/>
                  </a:lnTo>
                  <a:lnTo>
                    <a:pt x="10" y="8"/>
                  </a:lnTo>
                  <a:lnTo>
                    <a:pt x="7" y="6"/>
                  </a:lnTo>
                  <a:lnTo>
                    <a:pt x="3" y="6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FFF8C9"/>
            </a:solidFill>
            <a:ln w="9144">
              <a:solidFill>
                <a:srgbClr val="FFC8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70" name="polygon-4387"/>
            <p:cNvSpPr/>
            <p:nvPr/>
          </p:nvSpPr>
          <p:spPr>
            <a:xfrm>
              <a:off x="16962120" y="8074152"/>
              <a:ext cx="192024" cy="155448"/>
            </a:xfrm>
            <a:custGeom>
              <a:avLst/>
              <a:gdLst/>
              <a:ahLst/>
              <a:cxnLst/>
              <a:rect l="l" t="t" r="r" b="b"/>
              <a:pathLst>
                <a:path w="21" h="17">
                  <a:moveTo>
                    <a:pt x="0" y="7"/>
                  </a:moveTo>
                  <a:lnTo>
                    <a:pt x="12" y="0"/>
                  </a:lnTo>
                  <a:lnTo>
                    <a:pt x="12" y="5"/>
                  </a:lnTo>
                  <a:lnTo>
                    <a:pt x="21" y="7"/>
                  </a:lnTo>
                  <a:lnTo>
                    <a:pt x="20" y="12"/>
                  </a:lnTo>
                  <a:lnTo>
                    <a:pt x="12" y="10"/>
                  </a:lnTo>
                  <a:lnTo>
                    <a:pt x="12" y="17"/>
                  </a:lnTo>
                  <a:close/>
                </a:path>
              </a:pathLst>
            </a:custGeom>
            <a:solidFill>
              <a:srgbClr val="FFF5B6"/>
            </a:solidFill>
            <a:ln w="9144">
              <a:solidFill>
                <a:srgbClr val="FFCA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71" name="Text: Update"/>
            <p:cNvSpPr txBox="1"/>
            <p:nvPr/>
          </p:nvSpPr>
          <p:spPr>
            <a:xfrm rot="16200000">
              <a:off x="16943832" y="8202168"/>
              <a:ext cx="365760" cy="12801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4" b="1" i="0">
                  <a:solidFill>
                    <a:srgbClr val="000000"/>
                  </a:solidFill>
                  <a:latin typeface="Liberation Serif"/>
                </a:rPr>
                <a:t>Update</a:t>
              </a:r>
            </a:p>
          </p:txBody>
        </p:sp>
      </p:grpSp>
      <p:grpSp>
        <p:nvGrpSpPr>
          <p:cNvPr id="4472" name="Legend"/>
          <p:cNvGrpSpPr/>
          <p:nvPr/>
        </p:nvGrpSpPr>
        <p:grpSpPr>
          <a:xfrm>
            <a:off x="82296" y="9061704"/>
            <a:ext cx="17355312" cy="548640"/>
            <a:chOff x="82296" y="9061704"/>
            <a:chExt cx="17355312" cy="548640"/>
          </a:xfrm>
        </p:grpSpPr>
        <p:sp>
          <p:nvSpPr>
            <p:cNvPr id="4473" name="rectangle-4389"/>
            <p:cNvSpPr/>
            <p:nvPr/>
          </p:nvSpPr>
          <p:spPr>
            <a:xfrm>
              <a:off x="82296" y="9061704"/>
              <a:ext cx="17355312" cy="54864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25603">
              <a:solidFill>
                <a:srgbClr val="1A33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74" name="rectangle-4390"/>
            <p:cNvSpPr/>
            <p:nvPr/>
          </p:nvSpPr>
          <p:spPr>
            <a:xfrm>
              <a:off x="256032" y="9134856"/>
              <a:ext cx="411480" cy="402336"/>
            </a:xfrm>
            <a:prstGeom prst="roundRect">
              <a:avLst>
                <a:gd name="adj" fmla="val 18181"/>
              </a:avLst>
            </a:prstGeom>
            <a:solidFill>
              <a:srgbClr val="E6BEBC"/>
            </a:solidFill>
            <a:ln w="18288">
              <a:solidFill>
                <a:srgbClr val="1A33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75" name="Text: S"/>
            <p:cNvSpPr txBox="1"/>
            <p:nvPr/>
          </p:nvSpPr>
          <p:spPr>
            <a:xfrm>
              <a:off x="256032" y="9144000"/>
              <a:ext cx="411480" cy="38404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692" b="0" i="0">
                  <a:solidFill>
                    <a:srgbClr val="FFFFFF"/>
                  </a:solidFill>
                  <a:latin typeface="Liberation Serif"/>
                </a:rPr>
                <a:t>S</a:t>
              </a:r>
            </a:p>
          </p:txBody>
        </p:sp>
        <p:sp>
          <p:nvSpPr>
            <p:cNvPr id="4476" name="Text: Single Degraded"/>
            <p:cNvSpPr txBox="1"/>
            <p:nvPr/>
          </p:nvSpPr>
          <p:spPr>
            <a:xfrm>
              <a:off x="740664" y="9208008"/>
              <a:ext cx="1618488" cy="29260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 i="0">
                  <a:solidFill>
                    <a:srgbClr val="000000"/>
                  </a:solidFill>
                  <a:latin typeface="Liberation Serif"/>
                </a:rPr>
                <a:t>Single Degraded</a:t>
              </a:r>
            </a:p>
          </p:txBody>
        </p:sp>
        <p:sp>
          <p:nvSpPr>
            <p:cNvPr id="4477" name="rectangle-4391"/>
            <p:cNvSpPr/>
            <p:nvPr/>
          </p:nvSpPr>
          <p:spPr>
            <a:xfrm>
              <a:off x="2414016" y="9134856"/>
              <a:ext cx="402336" cy="402336"/>
            </a:xfrm>
            <a:prstGeom prst="roundRect">
              <a:avLst>
                <a:gd name="adj" fmla="val 18181"/>
              </a:avLst>
            </a:prstGeom>
            <a:solidFill>
              <a:srgbClr val="F5D0A6"/>
            </a:solidFill>
            <a:ln w="18288">
              <a:solidFill>
                <a:srgbClr val="1A33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78" name="Text: H"/>
            <p:cNvSpPr txBox="1"/>
            <p:nvPr/>
          </p:nvSpPr>
          <p:spPr>
            <a:xfrm>
              <a:off x="2414016" y="9144000"/>
              <a:ext cx="402336" cy="38404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692" b="0" i="0">
                  <a:solidFill>
                    <a:srgbClr val="FFFFFF"/>
                  </a:solidFill>
                  <a:latin typeface="Liberation Serif"/>
                </a:rPr>
                <a:t>H</a:t>
              </a:r>
            </a:p>
          </p:txBody>
        </p:sp>
        <p:sp>
          <p:nvSpPr>
            <p:cNvPr id="4479" name="Text: Hybrid Degraded"/>
            <p:cNvSpPr txBox="1"/>
            <p:nvPr/>
          </p:nvSpPr>
          <p:spPr>
            <a:xfrm>
              <a:off x="2898648" y="9208008"/>
              <a:ext cx="1645920" cy="29260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 i="0">
                  <a:solidFill>
                    <a:srgbClr val="000000"/>
                  </a:solidFill>
                  <a:latin typeface="Liberation Serif"/>
                </a:rPr>
                <a:t>Hybrid Degraded</a:t>
              </a:r>
            </a:p>
          </p:txBody>
        </p:sp>
        <p:sp>
          <p:nvSpPr>
            <p:cNvPr id="4480" name="rectangle-4392"/>
            <p:cNvSpPr/>
            <p:nvPr/>
          </p:nvSpPr>
          <p:spPr>
            <a:xfrm>
              <a:off x="4572000" y="9134856"/>
              <a:ext cx="411480" cy="402336"/>
            </a:xfrm>
            <a:prstGeom prst="roundRect">
              <a:avLst>
                <a:gd name="adj" fmla="val 18181"/>
              </a:avLst>
            </a:prstGeom>
            <a:solidFill>
              <a:srgbClr val="D4D8A2"/>
            </a:solidFill>
            <a:ln w="18288">
              <a:solidFill>
                <a:srgbClr val="1A33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81" name="Text: N"/>
            <p:cNvSpPr txBox="1"/>
            <p:nvPr/>
          </p:nvSpPr>
          <p:spPr>
            <a:xfrm>
              <a:off x="4572000" y="9144000"/>
              <a:ext cx="411480" cy="38404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692" b="0" i="0">
                  <a:solidFill>
                    <a:srgbClr val="FFFFFF"/>
                  </a:solidFill>
                  <a:latin typeface="Liberation Serif"/>
                </a:rPr>
                <a:t>N</a:t>
              </a:r>
            </a:p>
          </p:txBody>
        </p:sp>
        <p:sp>
          <p:nvSpPr>
            <p:cNvPr id="4482" name="Text: Noise"/>
            <p:cNvSpPr txBox="1"/>
            <p:nvPr/>
          </p:nvSpPr>
          <p:spPr>
            <a:xfrm>
              <a:off x="5093208" y="9208008"/>
              <a:ext cx="685800" cy="29260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 i="0">
                  <a:solidFill>
                    <a:srgbClr val="000000"/>
                  </a:solidFill>
                  <a:latin typeface="Liberation Serif"/>
                </a:rPr>
                <a:t>Noise</a:t>
              </a:r>
            </a:p>
          </p:txBody>
        </p:sp>
        <p:sp>
          <p:nvSpPr>
            <p:cNvPr id="4483" name="rectangle-4393"/>
            <p:cNvSpPr/>
            <p:nvPr/>
          </p:nvSpPr>
          <p:spPr>
            <a:xfrm>
              <a:off x="5797296" y="9144000"/>
              <a:ext cx="411480" cy="384048"/>
            </a:xfrm>
            <a:prstGeom prst="roundRect">
              <a:avLst>
                <a:gd name="adj" fmla="val 19047"/>
              </a:avLst>
            </a:prstGeom>
            <a:solidFill>
              <a:srgbClr val="A1D4CE"/>
            </a:solidFill>
            <a:ln w="18288">
              <a:solidFill>
                <a:srgbClr val="1A33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84" name="Text: B"/>
            <p:cNvSpPr txBox="1"/>
            <p:nvPr/>
          </p:nvSpPr>
          <p:spPr>
            <a:xfrm>
              <a:off x="5797296" y="9153144"/>
              <a:ext cx="411480" cy="36576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70" b="0" i="0">
                  <a:solidFill>
                    <a:srgbClr val="FFFFFF"/>
                  </a:solidFill>
                  <a:latin typeface="Liberation Serif"/>
                </a:rPr>
                <a:t>B</a:t>
              </a:r>
            </a:p>
          </p:txBody>
        </p:sp>
        <p:sp>
          <p:nvSpPr>
            <p:cNvPr id="4485" name="Text: Blur"/>
            <p:cNvSpPr txBox="1"/>
            <p:nvPr/>
          </p:nvSpPr>
          <p:spPr>
            <a:xfrm>
              <a:off x="6327648" y="9208008"/>
              <a:ext cx="566928" cy="29260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 i="0">
                  <a:solidFill>
                    <a:srgbClr val="000000"/>
                  </a:solidFill>
                  <a:latin typeface="Liberation Serif"/>
                </a:rPr>
                <a:t>Blur</a:t>
              </a:r>
            </a:p>
          </p:txBody>
        </p:sp>
        <p:sp>
          <p:nvSpPr>
            <p:cNvPr id="4486" name="rectangle-4394"/>
            <p:cNvSpPr/>
            <p:nvPr/>
          </p:nvSpPr>
          <p:spPr>
            <a:xfrm>
              <a:off x="6885432" y="9144000"/>
              <a:ext cx="411480" cy="384048"/>
            </a:xfrm>
            <a:prstGeom prst="roundRect">
              <a:avLst>
                <a:gd name="adj" fmla="val 19047"/>
              </a:avLst>
            </a:prstGeom>
            <a:solidFill>
              <a:srgbClr val="A9BECB"/>
            </a:solidFill>
            <a:ln w="18288">
              <a:solidFill>
                <a:srgbClr val="1A33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87" name="Text: C"/>
            <p:cNvSpPr txBox="1"/>
            <p:nvPr/>
          </p:nvSpPr>
          <p:spPr>
            <a:xfrm>
              <a:off x="6885432" y="9153144"/>
              <a:ext cx="411480" cy="36576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70" b="0" i="0">
                  <a:solidFill>
                    <a:srgbClr val="FFFFFF"/>
                  </a:solidFill>
                  <a:latin typeface="Liberation Serif"/>
                </a:rPr>
                <a:t>C</a:t>
              </a:r>
            </a:p>
          </p:txBody>
        </p:sp>
        <p:sp>
          <p:nvSpPr>
            <p:cNvPr id="4488" name="Text: Contrast"/>
            <p:cNvSpPr txBox="1"/>
            <p:nvPr/>
          </p:nvSpPr>
          <p:spPr>
            <a:xfrm>
              <a:off x="7388352" y="9208008"/>
              <a:ext cx="859536" cy="29260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 i="0">
                  <a:solidFill>
                    <a:srgbClr val="000000"/>
                  </a:solidFill>
                  <a:latin typeface="Liberation Serif"/>
                </a:rPr>
                <a:t>Contrast</a:t>
              </a:r>
            </a:p>
          </p:txBody>
        </p:sp>
        <p:sp>
          <p:nvSpPr>
            <p:cNvPr id="4489" name="Text: DSP:"/>
            <p:cNvSpPr txBox="1"/>
            <p:nvPr/>
          </p:nvSpPr>
          <p:spPr>
            <a:xfrm>
              <a:off x="8284464" y="9208008"/>
              <a:ext cx="566928" cy="29260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1" i="0">
                  <a:solidFill>
                    <a:srgbClr val="305A9A"/>
                  </a:solidFill>
                  <a:latin typeface="Liberation Serif"/>
                </a:rPr>
                <a:t>DSP:</a:t>
              </a:r>
            </a:p>
          </p:txBody>
        </p:sp>
        <p:sp>
          <p:nvSpPr>
            <p:cNvPr id="4490" name="Text: Degradation-specific Prompts"/>
            <p:cNvSpPr txBox="1"/>
            <p:nvPr/>
          </p:nvSpPr>
          <p:spPr>
            <a:xfrm>
              <a:off x="9015984" y="9208008"/>
              <a:ext cx="2596896" cy="29260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 i="0">
                  <a:solidFill>
                    <a:srgbClr val="000000"/>
                  </a:solidFill>
                  <a:latin typeface="Liberation Serif"/>
                </a:rPr>
                <a:t>Degradation-specific Prompts</a:t>
              </a:r>
            </a:p>
          </p:txBody>
        </p:sp>
        <p:sp>
          <p:nvSpPr>
            <p:cNvPr id="4491" name="Text: TP:"/>
            <p:cNvSpPr txBox="1"/>
            <p:nvPr/>
          </p:nvSpPr>
          <p:spPr>
            <a:xfrm>
              <a:off x="11585448" y="9208008"/>
              <a:ext cx="429768" cy="29260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1" i="0">
                  <a:solidFill>
                    <a:srgbClr val="305A9A"/>
                  </a:solidFill>
                  <a:latin typeface="Liberation Serif"/>
                </a:rPr>
                <a:t>TP:</a:t>
              </a:r>
            </a:p>
          </p:txBody>
        </p:sp>
        <p:sp>
          <p:nvSpPr>
            <p:cNvPr id="4492" name="Text: Type Prompt"/>
            <p:cNvSpPr txBox="1"/>
            <p:nvPr/>
          </p:nvSpPr>
          <p:spPr>
            <a:xfrm>
              <a:off x="12024360" y="9208008"/>
              <a:ext cx="1271016" cy="29260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 i="0">
                  <a:solidFill>
                    <a:srgbClr val="000000"/>
                  </a:solidFill>
                  <a:latin typeface="Liberation Serif"/>
                </a:rPr>
                <a:t>Type Prompt</a:t>
              </a:r>
            </a:p>
          </p:txBody>
        </p:sp>
        <p:cxnSp>
          <p:nvCxnSpPr>
            <p:cNvPr id="4493" name="line-4395"/>
            <p:cNvCxnSpPr/>
            <p:nvPr/>
          </p:nvCxnSpPr>
          <p:spPr>
            <a:xfrm>
              <a:off x="13432536" y="9354312"/>
              <a:ext cx="365760" cy="0"/>
            </a:xfrm>
            <a:prstGeom prst="line">
              <a:avLst/>
            </a:prstGeom>
            <a:ln w="27432"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94" name="polygon-4396"/>
            <p:cNvSpPr/>
            <p:nvPr/>
          </p:nvSpPr>
          <p:spPr>
            <a:xfrm>
              <a:off x="13706856" y="9308592"/>
              <a:ext cx="91440" cy="91440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10" y="5"/>
                  </a:moveTo>
                  <a:lnTo>
                    <a:pt x="0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95" name="Text: FP"/>
            <p:cNvSpPr txBox="1"/>
            <p:nvPr/>
          </p:nvSpPr>
          <p:spPr>
            <a:xfrm>
              <a:off x="13935456" y="9208008"/>
              <a:ext cx="329184" cy="28346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 i="0">
                  <a:solidFill>
                    <a:srgbClr val="000000"/>
                  </a:solidFill>
                  <a:latin typeface="Liberation Serif"/>
                </a:rPr>
                <a:t>FP</a:t>
              </a:r>
            </a:p>
          </p:txBody>
        </p:sp>
        <p:cxnSp>
          <p:nvCxnSpPr>
            <p:cNvPr id="4496" name="line-4397"/>
            <p:cNvCxnSpPr/>
            <p:nvPr/>
          </p:nvCxnSpPr>
          <p:spPr>
            <a:xfrm>
              <a:off x="14410944" y="9345168"/>
              <a:ext cx="420624" cy="0"/>
            </a:xfrm>
            <a:prstGeom prst="line">
              <a:avLst/>
            </a:prstGeom>
            <a:ln w="27432"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97" name="polygon-4398"/>
            <p:cNvSpPr/>
            <p:nvPr/>
          </p:nvSpPr>
          <p:spPr>
            <a:xfrm>
              <a:off x="14749272" y="9308592"/>
              <a:ext cx="82296" cy="73152"/>
            </a:xfrm>
            <a:custGeom>
              <a:avLst/>
              <a:gdLst/>
              <a:ahLst/>
              <a:cxnLst/>
              <a:rect l="l" t="t" r="r" b="b"/>
              <a:pathLst>
                <a:path w="9" h="8">
                  <a:moveTo>
                    <a:pt x="9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98" name="Text: BP"/>
            <p:cNvSpPr txBox="1"/>
            <p:nvPr/>
          </p:nvSpPr>
          <p:spPr>
            <a:xfrm>
              <a:off x="14895576" y="9208008"/>
              <a:ext cx="347472" cy="28346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 i="0">
                  <a:solidFill>
                    <a:srgbClr val="000000"/>
                  </a:solidFill>
                  <a:latin typeface="Liberation Serif"/>
                </a:rPr>
                <a:t>BP</a:t>
              </a:r>
            </a:p>
          </p:txBody>
        </p:sp>
        <p:sp>
          <p:nvSpPr>
            <p:cNvPr id="4499" name="polygon-4399"/>
            <p:cNvSpPr/>
            <p:nvPr/>
          </p:nvSpPr>
          <p:spPr>
            <a:xfrm>
              <a:off x="15380208" y="9244584"/>
              <a:ext cx="201168" cy="182880"/>
            </a:xfrm>
            <a:custGeom>
              <a:avLst/>
              <a:gdLst/>
              <a:ahLst/>
              <a:cxnLst/>
              <a:rect l="l" t="t" r="r" b="b"/>
              <a:pathLst>
                <a:path w="22" h="20">
                  <a:moveTo>
                    <a:pt x="0" y="0"/>
                  </a:moveTo>
                  <a:lnTo>
                    <a:pt x="4" y="0"/>
                  </a:lnTo>
                  <a:lnTo>
                    <a:pt x="8" y="1"/>
                  </a:lnTo>
                  <a:lnTo>
                    <a:pt x="12" y="2"/>
                  </a:lnTo>
                  <a:lnTo>
                    <a:pt x="16" y="3"/>
                  </a:lnTo>
                  <a:lnTo>
                    <a:pt x="18" y="5"/>
                  </a:lnTo>
                  <a:lnTo>
                    <a:pt x="20" y="6"/>
                  </a:lnTo>
                  <a:lnTo>
                    <a:pt x="22" y="8"/>
                  </a:lnTo>
                  <a:lnTo>
                    <a:pt x="22" y="10"/>
                  </a:lnTo>
                  <a:lnTo>
                    <a:pt x="22" y="12"/>
                  </a:lnTo>
                  <a:lnTo>
                    <a:pt x="20" y="14"/>
                  </a:lnTo>
                  <a:lnTo>
                    <a:pt x="18" y="16"/>
                  </a:lnTo>
                  <a:lnTo>
                    <a:pt x="16" y="17"/>
                  </a:lnTo>
                  <a:lnTo>
                    <a:pt x="12" y="18"/>
                  </a:lnTo>
                  <a:lnTo>
                    <a:pt x="8" y="19"/>
                  </a:lnTo>
                  <a:lnTo>
                    <a:pt x="4" y="20"/>
                  </a:lnTo>
                  <a:lnTo>
                    <a:pt x="0" y="20"/>
                  </a:lnTo>
                  <a:lnTo>
                    <a:pt x="0" y="15"/>
                  </a:lnTo>
                  <a:lnTo>
                    <a:pt x="3" y="15"/>
                  </a:lnTo>
                  <a:lnTo>
                    <a:pt x="7" y="15"/>
                  </a:lnTo>
                  <a:lnTo>
                    <a:pt x="10" y="14"/>
                  </a:lnTo>
                  <a:lnTo>
                    <a:pt x="13" y="14"/>
                  </a:lnTo>
                  <a:lnTo>
                    <a:pt x="15" y="13"/>
                  </a:lnTo>
                  <a:lnTo>
                    <a:pt x="17" y="12"/>
                  </a:lnTo>
                  <a:lnTo>
                    <a:pt x="18" y="11"/>
                  </a:lnTo>
                  <a:lnTo>
                    <a:pt x="18" y="10"/>
                  </a:lnTo>
                  <a:lnTo>
                    <a:pt x="18" y="9"/>
                  </a:lnTo>
                  <a:lnTo>
                    <a:pt x="17" y="8"/>
                  </a:lnTo>
                  <a:lnTo>
                    <a:pt x="15" y="7"/>
                  </a:lnTo>
                  <a:lnTo>
                    <a:pt x="13" y="7"/>
                  </a:lnTo>
                  <a:lnTo>
                    <a:pt x="10" y="6"/>
                  </a:lnTo>
                  <a:lnTo>
                    <a:pt x="7" y="6"/>
                  </a:lnTo>
                  <a:lnTo>
                    <a:pt x="3" y="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FFF8C9"/>
            </a:solidFill>
            <a:ln w="9144">
              <a:solidFill>
                <a:srgbClr val="FFC8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00" name="polygon-4400"/>
            <p:cNvSpPr/>
            <p:nvPr/>
          </p:nvSpPr>
          <p:spPr>
            <a:xfrm>
              <a:off x="15380208" y="9208008"/>
              <a:ext cx="192024" cy="155448"/>
            </a:xfrm>
            <a:custGeom>
              <a:avLst/>
              <a:gdLst/>
              <a:ahLst/>
              <a:cxnLst/>
              <a:rect l="l" t="t" r="r" b="b"/>
              <a:pathLst>
                <a:path w="21" h="17">
                  <a:moveTo>
                    <a:pt x="0" y="7"/>
                  </a:moveTo>
                  <a:lnTo>
                    <a:pt x="12" y="0"/>
                  </a:lnTo>
                  <a:lnTo>
                    <a:pt x="12" y="5"/>
                  </a:lnTo>
                  <a:lnTo>
                    <a:pt x="21" y="7"/>
                  </a:lnTo>
                  <a:lnTo>
                    <a:pt x="20" y="12"/>
                  </a:lnTo>
                  <a:lnTo>
                    <a:pt x="12" y="10"/>
                  </a:lnTo>
                  <a:lnTo>
                    <a:pt x="12" y="17"/>
                  </a:lnTo>
                  <a:close/>
                </a:path>
              </a:pathLst>
            </a:custGeom>
            <a:solidFill>
              <a:srgbClr val="FFF5B6"/>
            </a:solidFill>
            <a:ln w="9144">
              <a:solidFill>
                <a:srgbClr val="FFCA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01" name="Text: Parameter update"/>
            <p:cNvSpPr txBox="1"/>
            <p:nvPr/>
          </p:nvSpPr>
          <p:spPr>
            <a:xfrm>
              <a:off x="15691104" y="9208008"/>
              <a:ext cx="1655064" cy="29260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 i="0">
                  <a:solidFill>
                    <a:srgbClr val="000000"/>
                  </a:solidFill>
                  <a:latin typeface="Liberation Serif"/>
                </a:rPr>
                <a:t>Parameter update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EFERENCE_IMAGE_DO_NOT_EVALUATE" descr="Enhancing Infrared Vision Progressive Prompt Fusion Network and Benchmark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391888" cy="9555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Infrared Progressive Prompt Fusion Network</dc:title>
  <dc:subject>Editable reconstruction from the supplied reference diagram</dc:subject>
  <dc:creator/>
  <cp:keywords>editable, infrared, prompt fusion, SPT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