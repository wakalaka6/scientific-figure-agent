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446752" cy="100492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reference. All text, formulas, frames, nodes, arrows, and icons are native editable PowerPoint objects. Reference wording and logical notation, including Step4’s final P,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ite canvas"/>
          <p:cNvSpPr/>
          <p:nvPr/>
        </p:nvSpPr>
        <p:spPr>
          <a:xfrm>
            <a:off x="0" y="0"/>
            <a:ext cx="17446752" cy="10049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3" name="Logical Tree Generation panel"/>
          <p:cNvGrpSpPr/>
          <p:nvPr/>
        </p:nvGrpSpPr>
        <p:grpSpPr>
          <a:xfrm>
            <a:off x="-27432" y="128016"/>
            <a:ext cx="9582912" cy="6327648"/>
            <a:chOff x="-27432" y="128016"/>
            <a:chExt cx="9582912" cy="6327648"/>
          </a:xfrm>
        </p:grpSpPr>
        <p:sp>
          <p:nvSpPr>
            <p:cNvPr id="4" name="Logical Tree Generation frame"/>
            <p:cNvSpPr/>
            <p:nvPr/>
          </p:nvSpPr>
          <p:spPr>
            <a:xfrm>
              <a:off x="-27432" y="155448"/>
              <a:ext cx="9582912" cy="6300216"/>
            </a:xfrm>
            <a:prstGeom prst="rect">
              <a:avLst/>
            </a:prstGeom>
            <a:solidFill>
              <a:srgbClr val="F6FCFC"/>
            </a:solidFill>
            <a:ln w="36576">
              <a:solidFill>
                <a:srgbClr val="76DED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Logic workspace"/>
            <p:cNvSpPr/>
            <p:nvPr/>
          </p:nvSpPr>
          <p:spPr>
            <a:xfrm>
              <a:off x="274320" y="612648"/>
              <a:ext cx="8961120" cy="5687568"/>
            </a:xfrm>
            <a:prstGeom prst="roundRect">
              <a:avLst>
                <a:gd name="adj" fmla="val 2572"/>
              </a:avLst>
            </a:prstGeom>
            <a:noFill/>
            <a:ln w="27432">
              <a:solidFill>
                <a:srgbClr val="91999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LogicalTree Generation"/>
            <p:cNvSpPr txBox="1"/>
            <p:nvPr/>
          </p:nvSpPr>
          <p:spPr>
            <a:xfrm>
              <a:off x="2884343" y="128016"/>
              <a:ext cx="3667923" cy="5623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952" b="1" i="1" dirty="0">
                  <a:solidFill>
                    <a:srgbClr val="000000"/>
                  </a:solidFill>
                  <a:latin typeface="Calibri"/>
                  <a:ea typeface="Calibri"/>
                </a:rPr>
                <a:t>LogicalTree Generation</a:t>
              </a:r>
            </a:p>
          </p:txBody>
        </p:sp>
        <p:grpSp>
          <p:nvGrpSpPr>
            <p:cNvPr id="7" name="Logical rules library"/>
            <p:cNvGrpSpPr/>
            <p:nvPr/>
          </p:nvGrpSpPr>
          <p:grpSpPr>
            <a:xfrm>
              <a:off x="457200" y="1097280"/>
              <a:ext cx="2990088" cy="3044952"/>
              <a:chOff x="457200" y="1097280"/>
              <a:chExt cx="2990088" cy="3044952"/>
            </a:xfrm>
          </p:grpSpPr>
          <p:sp>
            <p:nvSpPr>
              <p:cNvPr id="8" name="Logical Rules container"/>
              <p:cNvSpPr/>
              <p:nvPr/>
            </p:nvSpPr>
            <p:spPr>
              <a:xfrm>
                <a:off x="457200" y="1097280"/>
                <a:ext cx="2651760" cy="3044952"/>
              </a:xfrm>
              <a:prstGeom prst="rect">
                <a:avLst/>
              </a:prstGeom>
              <a:solidFill>
                <a:srgbClr val="F6FCFC"/>
              </a:solidFill>
              <a:ln w="25603">
                <a:solidFill>
                  <a:srgbClr val="258F8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Editable stipple texture"/>
              <p:cNvSpPr/>
              <p:nvPr/>
            </p:nvSpPr>
            <p:spPr>
              <a:xfrm>
                <a:off x="475488" y="1115568"/>
                <a:ext cx="2635301" cy="3001061"/>
              </a:xfrm>
              <a:custGeom>
                <a:avLst/>
                <a:gdLst/>
                <a:ahLst/>
                <a:cxnLst/>
                <a:rect l="0" t="0" r="r" b="b"/>
                <a:pathLst>
                  <a:path w="288200" h="328200">
                    <a:moveTo>
                      <a:pt x="0" y="0"/>
                    </a:moveTo>
                    <a:lnTo>
                      <a:pt x="850" y="0"/>
                    </a:lnTo>
                    <a:lnTo>
                      <a:pt x="850" y="850"/>
                    </a:lnTo>
                    <a:lnTo>
                      <a:pt x="0" y="850"/>
                    </a:lnTo>
                    <a:close/>
                    <a:moveTo>
                      <a:pt x="2500" y="2500"/>
                    </a:moveTo>
                    <a:lnTo>
                      <a:pt x="3200" y="2500"/>
                    </a:lnTo>
                    <a:lnTo>
                      <a:pt x="3200" y="3200"/>
                    </a:lnTo>
                    <a:lnTo>
                      <a:pt x="2500" y="3200"/>
                    </a:lnTo>
                    <a:close/>
                    <a:moveTo>
                      <a:pt x="5000" y="0"/>
                    </a:moveTo>
                    <a:lnTo>
                      <a:pt x="5850" y="0"/>
                    </a:lnTo>
                    <a:lnTo>
                      <a:pt x="5850" y="850"/>
                    </a:lnTo>
                    <a:lnTo>
                      <a:pt x="5000" y="850"/>
                    </a:lnTo>
                    <a:close/>
                    <a:moveTo>
                      <a:pt x="7500" y="2500"/>
                    </a:moveTo>
                    <a:lnTo>
                      <a:pt x="8200" y="2500"/>
                    </a:lnTo>
                    <a:lnTo>
                      <a:pt x="8200" y="3200"/>
                    </a:lnTo>
                    <a:lnTo>
                      <a:pt x="7500" y="3200"/>
                    </a:lnTo>
                    <a:close/>
                    <a:moveTo>
                      <a:pt x="10000" y="0"/>
                    </a:moveTo>
                    <a:lnTo>
                      <a:pt x="10850" y="0"/>
                    </a:lnTo>
                    <a:lnTo>
                      <a:pt x="10850" y="850"/>
                    </a:lnTo>
                    <a:lnTo>
                      <a:pt x="10000" y="850"/>
                    </a:lnTo>
                    <a:close/>
                    <a:moveTo>
                      <a:pt x="12500" y="2500"/>
                    </a:moveTo>
                    <a:lnTo>
                      <a:pt x="13200" y="2500"/>
                    </a:lnTo>
                    <a:lnTo>
                      <a:pt x="13200" y="3200"/>
                    </a:lnTo>
                    <a:lnTo>
                      <a:pt x="12500" y="3200"/>
                    </a:lnTo>
                    <a:close/>
                    <a:moveTo>
                      <a:pt x="15000" y="0"/>
                    </a:moveTo>
                    <a:lnTo>
                      <a:pt x="15850" y="0"/>
                    </a:lnTo>
                    <a:lnTo>
                      <a:pt x="15850" y="850"/>
                    </a:lnTo>
                    <a:lnTo>
                      <a:pt x="15000" y="850"/>
                    </a:lnTo>
                    <a:close/>
                    <a:moveTo>
                      <a:pt x="17500" y="2500"/>
                    </a:moveTo>
                    <a:lnTo>
                      <a:pt x="18200" y="2500"/>
                    </a:lnTo>
                    <a:lnTo>
                      <a:pt x="18200" y="3200"/>
                    </a:lnTo>
                    <a:lnTo>
                      <a:pt x="17500" y="3200"/>
                    </a:lnTo>
                    <a:close/>
                    <a:moveTo>
                      <a:pt x="20000" y="0"/>
                    </a:moveTo>
                    <a:lnTo>
                      <a:pt x="20850" y="0"/>
                    </a:lnTo>
                    <a:lnTo>
                      <a:pt x="20850" y="850"/>
                    </a:lnTo>
                    <a:lnTo>
                      <a:pt x="20000" y="850"/>
                    </a:lnTo>
                    <a:close/>
                    <a:moveTo>
                      <a:pt x="22500" y="2500"/>
                    </a:moveTo>
                    <a:lnTo>
                      <a:pt x="23200" y="2500"/>
                    </a:lnTo>
                    <a:lnTo>
                      <a:pt x="23200" y="3200"/>
                    </a:lnTo>
                    <a:lnTo>
                      <a:pt x="22500" y="3200"/>
                    </a:lnTo>
                    <a:close/>
                    <a:moveTo>
                      <a:pt x="25000" y="0"/>
                    </a:moveTo>
                    <a:lnTo>
                      <a:pt x="25850" y="0"/>
                    </a:lnTo>
                    <a:lnTo>
                      <a:pt x="25850" y="850"/>
                    </a:lnTo>
                    <a:lnTo>
                      <a:pt x="25000" y="850"/>
                    </a:lnTo>
                    <a:close/>
                    <a:moveTo>
                      <a:pt x="27500" y="2500"/>
                    </a:moveTo>
                    <a:lnTo>
                      <a:pt x="28200" y="2500"/>
                    </a:lnTo>
                    <a:lnTo>
                      <a:pt x="28200" y="3200"/>
                    </a:lnTo>
                    <a:lnTo>
                      <a:pt x="27500" y="3200"/>
                    </a:lnTo>
                    <a:close/>
                    <a:moveTo>
                      <a:pt x="30000" y="0"/>
                    </a:moveTo>
                    <a:lnTo>
                      <a:pt x="30850" y="0"/>
                    </a:lnTo>
                    <a:lnTo>
                      <a:pt x="30850" y="850"/>
                    </a:lnTo>
                    <a:lnTo>
                      <a:pt x="30000" y="850"/>
                    </a:lnTo>
                    <a:close/>
                    <a:moveTo>
                      <a:pt x="32500" y="2500"/>
                    </a:moveTo>
                    <a:lnTo>
                      <a:pt x="33200" y="2500"/>
                    </a:lnTo>
                    <a:lnTo>
                      <a:pt x="33200" y="3200"/>
                    </a:lnTo>
                    <a:lnTo>
                      <a:pt x="32500" y="3200"/>
                    </a:lnTo>
                    <a:close/>
                    <a:moveTo>
                      <a:pt x="35000" y="0"/>
                    </a:moveTo>
                    <a:lnTo>
                      <a:pt x="35850" y="0"/>
                    </a:lnTo>
                    <a:lnTo>
                      <a:pt x="35850" y="850"/>
                    </a:lnTo>
                    <a:lnTo>
                      <a:pt x="35000" y="850"/>
                    </a:lnTo>
                    <a:close/>
                    <a:moveTo>
                      <a:pt x="37500" y="2500"/>
                    </a:moveTo>
                    <a:lnTo>
                      <a:pt x="38200" y="2500"/>
                    </a:lnTo>
                    <a:lnTo>
                      <a:pt x="38200" y="3200"/>
                    </a:lnTo>
                    <a:lnTo>
                      <a:pt x="37500" y="3200"/>
                    </a:lnTo>
                    <a:close/>
                    <a:moveTo>
                      <a:pt x="40000" y="0"/>
                    </a:moveTo>
                    <a:lnTo>
                      <a:pt x="40850" y="0"/>
                    </a:lnTo>
                    <a:lnTo>
                      <a:pt x="40850" y="850"/>
                    </a:lnTo>
                    <a:lnTo>
                      <a:pt x="40000" y="850"/>
                    </a:lnTo>
                    <a:close/>
                    <a:moveTo>
                      <a:pt x="42500" y="2500"/>
                    </a:moveTo>
                    <a:lnTo>
                      <a:pt x="43200" y="2500"/>
                    </a:lnTo>
                    <a:lnTo>
                      <a:pt x="43200" y="3200"/>
                    </a:lnTo>
                    <a:lnTo>
                      <a:pt x="42500" y="3200"/>
                    </a:lnTo>
                    <a:close/>
                    <a:moveTo>
                      <a:pt x="45000" y="0"/>
                    </a:moveTo>
                    <a:lnTo>
                      <a:pt x="45850" y="0"/>
                    </a:lnTo>
                    <a:lnTo>
                      <a:pt x="45850" y="850"/>
                    </a:lnTo>
                    <a:lnTo>
                      <a:pt x="45000" y="850"/>
                    </a:lnTo>
                    <a:close/>
                    <a:moveTo>
                      <a:pt x="47500" y="2500"/>
                    </a:moveTo>
                    <a:lnTo>
                      <a:pt x="48200" y="2500"/>
                    </a:lnTo>
                    <a:lnTo>
                      <a:pt x="48200" y="3200"/>
                    </a:lnTo>
                    <a:lnTo>
                      <a:pt x="47500" y="3200"/>
                    </a:lnTo>
                    <a:close/>
                    <a:moveTo>
                      <a:pt x="50000" y="0"/>
                    </a:moveTo>
                    <a:lnTo>
                      <a:pt x="50850" y="0"/>
                    </a:lnTo>
                    <a:lnTo>
                      <a:pt x="50850" y="850"/>
                    </a:lnTo>
                    <a:lnTo>
                      <a:pt x="50000" y="850"/>
                    </a:lnTo>
                    <a:close/>
                    <a:moveTo>
                      <a:pt x="52500" y="2500"/>
                    </a:moveTo>
                    <a:lnTo>
                      <a:pt x="53200" y="2500"/>
                    </a:lnTo>
                    <a:lnTo>
                      <a:pt x="53200" y="3200"/>
                    </a:lnTo>
                    <a:lnTo>
                      <a:pt x="52500" y="3200"/>
                    </a:lnTo>
                    <a:close/>
                    <a:moveTo>
                      <a:pt x="55000" y="0"/>
                    </a:moveTo>
                    <a:lnTo>
                      <a:pt x="55850" y="0"/>
                    </a:lnTo>
                    <a:lnTo>
                      <a:pt x="55850" y="850"/>
                    </a:lnTo>
                    <a:lnTo>
                      <a:pt x="55000" y="850"/>
                    </a:lnTo>
                    <a:close/>
                    <a:moveTo>
                      <a:pt x="57500" y="2500"/>
                    </a:moveTo>
                    <a:lnTo>
                      <a:pt x="58200" y="2500"/>
                    </a:lnTo>
                    <a:lnTo>
                      <a:pt x="58200" y="3200"/>
                    </a:lnTo>
                    <a:lnTo>
                      <a:pt x="57500" y="3200"/>
                    </a:lnTo>
                    <a:close/>
                    <a:moveTo>
                      <a:pt x="60000" y="0"/>
                    </a:moveTo>
                    <a:lnTo>
                      <a:pt x="60850" y="0"/>
                    </a:lnTo>
                    <a:lnTo>
                      <a:pt x="60850" y="850"/>
                    </a:lnTo>
                    <a:lnTo>
                      <a:pt x="60000" y="850"/>
                    </a:lnTo>
                    <a:close/>
                    <a:moveTo>
                      <a:pt x="62500" y="2500"/>
                    </a:moveTo>
                    <a:lnTo>
                      <a:pt x="63200" y="2500"/>
                    </a:lnTo>
                    <a:lnTo>
                      <a:pt x="63200" y="3200"/>
                    </a:lnTo>
                    <a:lnTo>
                      <a:pt x="62500" y="3200"/>
                    </a:lnTo>
                    <a:close/>
                    <a:moveTo>
                      <a:pt x="65000" y="0"/>
                    </a:moveTo>
                    <a:lnTo>
                      <a:pt x="65850" y="0"/>
                    </a:lnTo>
                    <a:lnTo>
                      <a:pt x="65850" y="850"/>
                    </a:lnTo>
                    <a:lnTo>
                      <a:pt x="65000" y="850"/>
                    </a:lnTo>
                    <a:close/>
                    <a:moveTo>
                      <a:pt x="67500" y="2500"/>
                    </a:moveTo>
                    <a:lnTo>
                      <a:pt x="68200" y="2500"/>
                    </a:lnTo>
                    <a:lnTo>
                      <a:pt x="68200" y="3200"/>
                    </a:lnTo>
                    <a:lnTo>
                      <a:pt x="67500" y="3200"/>
                    </a:lnTo>
                    <a:close/>
                    <a:moveTo>
                      <a:pt x="70000" y="0"/>
                    </a:moveTo>
                    <a:lnTo>
                      <a:pt x="70850" y="0"/>
                    </a:lnTo>
                    <a:lnTo>
                      <a:pt x="70850" y="850"/>
                    </a:lnTo>
                    <a:lnTo>
                      <a:pt x="70000" y="850"/>
                    </a:lnTo>
                    <a:close/>
                    <a:moveTo>
                      <a:pt x="72500" y="2500"/>
                    </a:moveTo>
                    <a:lnTo>
                      <a:pt x="73200" y="2500"/>
                    </a:lnTo>
                    <a:lnTo>
                      <a:pt x="73200" y="3200"/>
                    </a:lnTo>
                    <a:lnTo>
                      <a:pt x="72500" y="3200"/>
                    </a:lnTo>
                    <a:close/>
                    <a:moveTo>
                      <a:pt x="75000" y="0"/>
                    </a:moveTo>
                    <a:lnTo>
                      <a:pt x="75850" y="0"/>
                    </a:lnTo>
                    <a:lnTo>
                      <a:pt x="75850" y="850"/>
                    </a:lnTo>
                    <a:lnTo>
                      <a:pt x="75000" y="850"/>
                    </a:lnTo>
                    <a:close/>
                    <a:moveTo>
                      <a:pt x="77500" y="2500"/>
                    </a:moveTo>
                    <a:lnTo>
                      <a:pt x="78200" y="2500"/>
                    </a:lnTo>
                    <a:lnTo>
                      <a:pt x="78200" y="3200"/>
                    </a:lnTo>
                    <a:lnTo>
                      <a:pt x="77500" y="3200"/>
                    </a:lnTo>
                    <a:close/>
                    <a:moveTo>
                      <a:pt x="80000" y="0"/>
                    </a:moveTo>
                    <a:lnTo>
                      <a:pt x="80850" y="0"/>
                    </a:lnTo>
                    <a:lnTo>
                      <a:pt x="80850" y="850"/>
                    </a:lnTo>
                    <a:lnTo>
                      <a:pt x="80000" y="850"/>
                    </a:lnTo>
                    <a:close/>
                    <a:moveTo>
                      <a:pt x="82500" y="2500"/>
                    </a:moveTo>
                    <a:lnTo>
                      <a:pt x="83200" y="2500"/>
                    </a:lnTo>
                    <a:lnTo>
                      <a:pt x="83200" y="3200"/>
                    </a:lnTo>
                    <a:lnTo>
                      <a:pt x="82500" y="3200"/>
                    </a:lnTo>
                    <a:close/>
                    <a:moveTo>
                      <a:pt x="85000" y="0"/>
                    </a:moveTo>
                    <a:lnTo>
                      <a:pt x="85850" y="0"/>
                    </a:lnTo>
                    <a:lnTo>
                      <a:pt x="85850" y="850"/>
                    </a:lnTo>
                    <a:lnTo>
                      <a:pt x="85000" y="850"/>
                    </a:lnTo>
                    <a:close/>
                    <a:moveTo>
                      <a:pt x="87500" y="2500"/>
                    </a:moveTo>
                    <a:lnTo>
                      <a:pt x="88200" y="2500"/>
                    </a:lnTo>
                    <a:lnTo>
                      <a:pt x="88200" y="3200"/>
                    </a:lnTo>
                    <a:lnTo>
                      <a:pt x="87500" y="3200"/>
                    </a:lnTo>
                    <a:close/>
                    <a:moveTo>
                      <a:pt x="90000" y="0"/>
                    </a:moveTo>
                    <a:lnTo>
                      <a:pt x="90850" y="0"/>
                    </a:lnTo>
                    <a:lnTo>
                      <a:pt x="90850" y="850"/>
                    </a:lnTo>
                    <a:lnTo>
                      <a:pt x="90000" y="850"/>
                    </a:lnTo>
                    <a:close/>
                    <a:moveTo>
                      <a:pt x="92500" y="2500"/>
                    </a:moveTo>
                    <a:lnTo>
                      <a:pt x="93200" y="2500"/>
                    </a:lnTo>
                    <a:lnTo>
                      <a:pt x="93200" y="3200"/>
                    </a:lnTo>
                    <a:lnTo>
                      <a:pt x="92500" y="3200"/>
                    </a:lnTo>
                    <a:close/>
                    <a:moveTo>
                      <a:pt x="95000" y="0"/>
                    </a:moveTo>
                    <a:lnTo>
                      <a:pt x="95850" y="0"/>
                    </a:lnTo>
                    <a:lnTo>
                      <a:pt x="95850" y="850"/>
                    </a:lnTo>
                    <a:lnTo>
                      <a:pt x="95000" y="850"/>
                    </a:lnTo>
                    <a:close/>
                    <a:moveTo>
                      <a:pt x="97500" y="2500"/>
                    </a:moveTo>
                    <a:lnTo>
                      <a:pt x="98200" y="2500"/>
                    </a:lnTo>
                    <a:lnTo>
                      <a:pt x="98200" y="3200"/>
                    </a:lnTo>
                    <a:lnTo>
                      <a:pt x="97500" y="3200"/>
                    </a:lnTo>
                    <a:close/>
                    <a:moveTo>
                      <a:pt x="100000" y="0"/>
                    </a:moveTo>
                    <a:lnTo>
                      <a:pt x="100850" y="0"/>
                    </a:lnTo>
                    <a:lnTo>
                      <a:pt x="100850" y="850"/>
                    </a:lnTo>
                    <a:lnTo>
                      <a:pt x="100000" y="850"/>
                    </a:lnTo>
                    <a:close/>
                    <a:moveTo>
                      <a:pt x="102500" y="2500"/>
                    </a:moveTo>
                    <a:lnTo>
                      <a:pt x="103200" y="2500"/>
                    </a:lnTo>
                    <a:lnTo>
                      <a:pt x="103200" y="3200"/>
                    </a:lnTo>
                    <a:lnTo>
                      <a:pt x="102500" y="3200"/>
                    </a:lnTo>
                    <a:close/>
                    <a:moveTo>
                      <a:pt x="105000" y="0"/>
                    </a:moveTo>
                    <a:lnTo>
                      <a:pt x="105850" y="0"/>
                    </a:lnTo>
                    <a:lnTo>
                      <a:pt x="105850" y="850"/>
                    </a:lnTo>
                    <a:lnTo>
                      <a:pt x="105000" y="850"/>
                    </a:lnTo>
                    <a:close/>
                    <a:moveTo>
                      <a:pt x="107500" y="2500"/>
                    </a:moveTo>
                    <a:lnTo>
                      <a:pt x="108200" y="2500"/>
                    </a:lnTo>
                    <a:lnTo>
                      <a:pt x="108200" y="3200"/>
                    </a:lnTo>
                    <a:lnTo>
                      <a:pt x="107500" y="3200"/>
                    </a:lnTo>
                    <a:close/>
                    <a:moveTo>
                      <a:pt x="110000" y="0"/>
                    </a:moveTo>
                    <a:lnTo>
                      <a:pt x="110850" y="0"/>
                    </a:lnTo>
                    <a:lnTo>
                      <a:pt x="110850" y="850"/>
                    </a:lnTo>
                    <a:lnTo>
                      <a:pt x="110000" y="850"/>
                    </a:lnTo>
                    <a:close/>
                    <a:moveTo>
                      <a:pt x="112500" y="2500"/>
                    </a:moveTo>
                    <a:lnTo>
                      <a:pt x="113200" y="2500"/>
                    </a:lnTo>
                    <a:lnTo>
                      <a:pt x="113200" y="3200"/>
                    </a:lnTo>
                    <a:lnTo>
                      <a:pt x="112500" y="3200"/>
                    </a:lnTo>
                    <a:close/>
                    <a:moveTo>
                      <a:pt x="115000" y="0"/>
                    </a:moveTo>
                    <a:lnTo>
                      <a:pt x="115850" y="0"/>
                    </a:lnTo>
                    <a:lnTo>
                      <a:pt x="115850" y="850"/>
                    </a:lnTo>
                    <a:lnTo>
                      <a:pt x="115000" y="850"/>
                    </a:lnTo>
                    <a:close/>
                    <a:moveTo>
                      <a:pt x="117500" y="2500"/>
                    </a:moveTo>
                    <a:lnTo>
                      <a:pt x="118200" y="2500"/>
                    </a:lnTo>
                    <a:lnTo>
                      <a:pt x="118200" y="3200"/>
                    </a:lnTo>
                    <a:lnTo>
                      <a:pt x="117500" y="3200"/>
                    </a:lnTo>
                    <a:close/>
                    <a:moveTo>
                      <a:pt x="120000" y="0"/>
                    </a:moveTo>
                    <a:lnTo>
                      <a:pt x="120850" y="0"/>
                    </a:lnTo>
                    <a:lnTo>
                      <a:pt x="120850" y="850"/>
                    </a:lnTo>
                    <a:lnTo>
                      <a:pt x="120000" y="850"/>
                    </a:lnTo>
                    <a:close/>
                    <a:moveTo>
                      <a:pt x="122500" y="2500"/>
                    </a:moveTo>
                    <a:lnTo>
                      <a:pt x="123200" y="2500"/>
                    </a:lnTo>
                    <a:lnTo>
                      <a:pt x="123200" y="3200"/>
                    </a:lnTo>
                    <a:lnTo>
                      <a:pt x="122500" y="3200"/>
                    </a:lnTo>
                    <a:close/>
                    <a:moveTo>
                      <a:pt x="125000" y="0"/>
                    </a:moveTo>
                    <a:lnTo>
                      <a:pt x="125850" y="0"/>
                    </a:lnTo>
                    <a:lnTo>
                      <a:pt x="125850" y="850"/>
                    </a:lnTo>
                    <a:lnTo>
                      <a:pt x="125000" y="850"/>
                    </a:lnTo>
                    <a:close/>
                    <a:moveTo>
                      <a:pt x="127500" y="2500"/>
                    </a:moveTo>
                    <a:lnTo>
                      <a:pt x="128200" y="2500"/>
                    </a:lnTo>
                    <a:lnTo>
                      <a:pt x="128200" y="3200"/>
                    </a:lnTo>
                    <a:lnTo>
                      <a:pt x="127500" y="3200"/>
                    </a:lnTo>
                    <a:close/>
                    <a:moveTo>
                      <a:pt x="130000" y="0"/>
                    </a:moveTo>
                    <a:lnTo>
                      <a:pt x="130850" y="0"/>
                    </a:lnTo>
                    <a:lnTo>
                      <a:pt x="130850" y="850"/>
                    </a:lnTo>
                    <a:lnTo>
                      <a:pt x="130000" y="850"/>
                    </a:lnTo>
                    <a:close/>
                    <a:moveTo>
                      <a:pt x="132500" y="2500"/>
                    </a:moveTo>
                    <a:lnTo>
                      <a:pt x="133200" y="2500"/>
                    </a:lnTo>
                    <a:lnTo>
                      <a:pt x="133200" y="3200"/>
                    </a:lnTo>
                    <a:lnTo>
                      <a:pt x="132500" y="3200"/>
                    </a:lnTo>
                    <a:close/>
                    <a:moveTo>
                      <a:pt x="135000" y="0"/>
                    </a:moveTo>
                    <a:lnTo>
                      <a:pt x="135850" y="0"/>
                    </a:lnTo>
                    <a:lnTo>
                      <a:pt x="135850" y="850"/>
                    </a:lnTo>
                    <a:lnTo>
                      <a:pt x="135000" y="850"/>
                    </a:lnTo>
                    <a:close/>
                    <a:moveTo>
                      <a:pt x="137500" y="2500"/>
                    </a:moveTo>
                    <a:lnTo>
                      <a:pt x="138200" y="2500"/>
                    </a:lnTo>
                    <a:lnTo>
                      <a:pt x="138200" y="3200"/>
                    </a:lnTo>
                    <a:lnTo>
                      <a:pt x="137500" y="3200"/>
                    </a:lnTo>
                    <a:close/>
                    <a:moveTo>
                      <a:pt x="140000" y="0"/>
                    </a:moveTo>
                    <a:lnTo>
                      <a:pt x="140850" y="0"/>
                    </a:lnTo>
                    <a:lnTo>
                      <a:pt x="140850" y="850"/>
                    </a:lnTo>
                    <a:lnTo>
                      <a:pt x="140000" y="850"/>
                    </a:lnTo>
                    <a:close/>
                    <a:moveTo>
                      <a:pt x="142500" y="2500"/>
                    </a:moveTo>
                    <a:lnTo>
                      <a:pt x="143200" y="2500"/>
                    </a:lnTo>
                    <a:lnTo>
                      <a:pt x="143200" y="3200"/>
                    </a:lnTo>
                    <a:lnTo>
                      <a:pt x="142500" y="3200"/>
                    </a:lnTo>
                    <a:close/>
                    <a:moveTo>
                      <a:pt x="145000" y="0"/>
                    </a:moveTo>
                    <a:lnTo>
                      <a:pt x="145850" y="0"/>
                    </a:lnTo>
                    <a:lnTo>
                      <a:pt x="145850" y="850"/>
                    </a:lnTo>
                    <a:lnTo>
                      <a:pt x="145000" y="850"/>
                    </a:lnTo>
                    <a:close/>
                    <a:moveTo>
                      <a:pt x="147500" y="2500"/>
                    </a:moveTo>
                    <a:lnTo>
                      <a:pt x="148200" y="2500"/>
                    </a:lnTo>
                    <a:lnTo>
                      <a:pt x="148200" y="3200"/>
                    </a:lnTo>
                    <a:lnTo>
                      <a:pt x="147500" y="3200"/>
                    </a:lnTo>
                    <a:close/>
                    <a:moveTo>
                      <a:pt x="150000" y="0"/>
                    </a:moveTo>
                    <a:lnTo>
                      <a:pt x="150850" y="0"/>
                    </a:lnTo>
                    <a:lnTo>
                      <a:pt x="150850" y="850"/>
                    </a:lnTo>
                    <a:lnTo>
                      <a:pt x="150000" y="850"/>
                    </a:lnTo>
                    <a:close/>
                    <a:moveTo>
                      <a:pt x="152500" y="2500"/>
                    </a:moveTo>
                    <a:lnTo>
                      <a:pt x="153200" y="2500"/>
                    </a:lnTo>
                    <a:lnTo>
                      <a:pt x="153200" y="3200"/>
                    </a:lnTo>
                    <a:lnTo>
                      <a:pt x="152500" y="3200"/>
                    </a:lnTo>
                    <a:close/>
                    <a:moveTo>
                      <a:pt x="155000" y="0"/>
                    </a:moveTo>
                    <a:lnTo>
                      <a:pt x="155850" y="0"/>
                    </a:lnTo>
                    <a:lnTo>
                      <a:pt x="155850" y="850"/>
                    </a:lnTo>
                    <a:lnTo>
                      <a:pt x="155000" y="850"/>
                    </a:lnTo>
                    <a:close/>
                    <a:moveTo>
                      <a:pt x="157500" y="2500"/>
                    </a:moveTo>
                    <a:lnTo>
                      <a:pt x="158200" y="2500"/>
                    </a:lnTo>
                    <a:lnTo>
                      <a:pt x="158200" y="3200"/>
                    </a:lnTo>
                    <a:lnTo>
                      <a:pt x="157500" y="3200"/>
                    </a:lnTo>
                    <a:close/>
                    <a:moveTo>
                      <a:pt x="160000" y="0"/>
                    </a:moveTo>
                    <a:lnTo>
                      <a:pt x="160850" y="0"/>
                    </a:lnTo>
                    <a:lnTo>
                      <a:pt x="160850" y="850"/>
                    </a:lnTo>
                    <a:lnTo>
                      <a:pt x="160000" y="850"/>
                    </a:lnTo>
                    <a:close/>
                    <a:moveTo>
                      <a:pt x="162500" y="2500"/>
                    </a:moveTo>
                    <a:lnTo>
                      <a:pt x="163200" y="2500"/>
                    </a:lnTo>
                    <a:lnTo>
                      <a:pt x="163200" y="3200"/>
                    </a:lnTo>
                    <a:lnTo>
                      <a:pt x="162500" y="3200"/>
                    </a:lnTo>
                    <a:close/>
                    <a:moveTo>
                      <a:pt x="165000" y="0"/>
                    </a:moveTo>
                    <a:lnTo>
                      <a:pt x="165850" y="0"/>
                    </a:lnTo>
                    <a:lnTo>
                      <a:pt x="165850" y="850"/>
                    </a:lnTo>
                    <a:lnTo>
                      <a:pt x="165000" y="850"/>
                    </a:lnTo>
                    <a:close/>
                    <a:moveTo>
                      <a:pt x="167500" y="2500"/>
                    </a:moveTo>
                    <a:lnTo>
                      <a:pt x="168200" y="2500"/>
                    </a:lnTo>
                    <a:lnTo>
                      <a:pt x="168200" y="3200"/>
                    </a:lnTo>
                    <a:lnTo>
                      <a:pt x="167500" y="3200"/>
                    </a:lnTo>
                    <a:close/>
                    <a:moveTo>
                      <a:pt x="170000" y="0"/>
                    </a:moveTo>
                    <a:lnTo>
                      <a:pt x="170850" y="0"/>
                    </a:lnTo>
                    <a:lnTo>
                      <a:pt x="170850" y="850"/>
                    </a:lnTo>
                    <a:lnTo>
                      <a:pt x="170000" y="850"/>
                    </a:lnTo>
                    <a:close/>
                    <a:moveTo>
                      <a:pt x="172500" y="2500"/>
                    </a:moveTo>
                    <a:lnTo>
                      <a:pt x="173200" y="2500"/>
                    </a:lnTo>
                    <a:lnTo>
                      <a:pt x="173200" y="3200"/>
                    </a:lnTo>
                    <a:lnTo>
                      <a:pt x="172500" y="3200"/>
                    </a:lnTo>
                    <a:close/>
                    <a:moveTo>
                      <a:pt x="175000" y="0"/>
                    </a:moveTo>
                    <a:lnTo>
                      <a:pt x="175850" y="0"/>
                    </a:lnTo>
                    <a:lnTo>
                      <a:pt x="175850" y="850"/>
                    </a:lnTo>
                    <a:lnTo>
                      <a:pt x="175000" y="850"/>
                    </a:lnTo>
                    <a:close/>
                    <a:moveTo>
                      <a:pt x="177500" y="2500"/>
                    </a:moveTo>
                    <a:lnTo>
                      <a:pt x="178200" y="2500"/>
                    </a:lnTo>
                    <a:lnTo>
                      <a:pt x="178200" y="3200"/>
                    </a:lnTo>
                    <a:lnTo>
                      <a:pt x="177500" y="3200"/>
                    </a:lnTo>
                    <a:close/>
                    <a:moveTo>
                      <a:pt x="180000" y="0"/>
                    </a:moveTo>
                    <a:lnTo>
                      <a:pt x="180850" y="0"/>
                    </a:lnTo>
                    <a:lnTo>
                      <a:pt x="180850" y="850"/>
                    </a:lnTo>
                    <a:lnTo>
                      <a:pt x="180000" y="850"/>
                    </a:lnTo>
                    <a:close/>
                    <a:moveTo>
                      <a:pt x="182500" y="2500"/>
                    </a:moveTo>
                    <a:lnTo>
                      <a:pt x="183200" y="2500"/>
                    </a:lnTo>
                    <a:lnTo>
                      <a:pt x="183200" y="3200"/>
                    </a:lnTo>
                    <a:lnTo>
                      <a:pt x="182500" y="3200"/>
                    </a:lnTo>
                    <a:close/>
                    <a:moveTo>
                      <a:pt x="185000" y="0"/>
                    </a:moveTo>
                    <a:lnTo>
                      <a:pt x="185850" y="0"/>
                    </a:lnTo>
                    <a:lnTo>
                      <a:pt x="185850" y="850"/>
                    </a:lnTo>
                    <a:lnTo>
                      <a:pt x="185000" y="850"/>
                    </a:lnTo>
                    <a:close/>
                    <a:moveTo>
                      <a:pt x="187500" y="2500"/>
                    </a:moveTo>
                    <a:lnTo>
                      <a:pt x="188200" y="2500"/>
                    </a:lnTo>
                    <a:lnTo>
                      <a:pt x="188200" y="3200"/>
                    </a:lnTo>
                    <a:lnTo>
                      <a:pt x="187500" y="3200"/>
                    </a:lnTo>
                    <a:close/>
                    <a:moveTo>
                      <a:pt x="190000" y="0"/>
                    </a:moveTo>
                    <a:lnTo>
                      <a:pt x="190850" y="0"/>
                    </a:lnTo>
                    <a:lnTo>
                      <a:pt x="190850" y="850"/>
                    </a:lnTo>
                    <a:lnTo>
                      <a:pt x="190000" y="850"/>
                    </a:lnTo>
                    <a:close/>
                    <a:moveTo>
                      <a:pt x="192500" y="2500"/>
                    </a:moveTo>
                    <a:lnTo>
                      <a:pt x="193200" y="2500"/>
                    </a:lnTo>
                    <a:lnTo>
                      <a:pt x="193200" y="3200"/>
                    </a:lnTo>
                    <a:lnTo>
                      <a:pt x="192500" y="3200"/>
                    </a:lnTo>
                    <a:close/>
                    <a:moveTo>
                      <a:pt x="195000" y="0"/>
                    </a:moveTo>
                    <a:lnTo>
                      <a:pt x="195850" y="0"/>
                    </a:lnTo>
                    <a:lnTo>
                      <a:pt x="195850" y="850"/>
                    </a:lnTo>
                    <a:lnTo>
                      <a:pt x="195000" y="850"/>
                    </a:lnTo>
                    <a:close/>
                    <a:moveTo>
                      <a:pt x="197500" y="2500"/>
                    </a:moveTo>
                    <a:lnTo>
                      <a:pt x="198200" y="2500"/>
                    </a:lnTo>
                    <a:lnTo>
                      <a:pt x="198200" y="3200"/>
                    </a:lnTo>
                    <a:lnTo>
                      <a:pt x="197500" y="3200"/>
                    </a:lnTo>
                    <a:close/>
                    <a:moveTo>
                      <a:pt x="200000" y="0"/>
                    </a:moveTo>
                    <a:lnTo>
                      <a:pt x="200850" y="0"/>
                    </a:lnTo>
                    <a:lnTo>
                      <a:pt x="200850" y="850"/>
                    </a:lnTo>
                    <a:lnTo>
                      <a:pt x="200000" y="850"/>
                    </a:lnTo>
                    <a:close/>
                    <a:moveTo>
                      <a:pt x="202500" y="2500"/>
                    </a:moveTo>
                    <a:lnTo>
                      <a:pt x="203200" y="2500"/>
                    </a:lnTo>
                    <a:lnTo>
                      <a:pt x="203200" y="3200"/>
                    </a:lnTo>
                    <a:lnTo>
                      <a:pt x="202500" y="3200"/>
                    </a:lnTo>
                    <a:close/>
                    <a:moveTo>
                      <a:pt x="205000" y="0"/>
                    </a:moveTo>
                    <a:lnTo>
                      <a:pt x="205850" y="0"/>
                    </a:lnTo>
                    <a:lnTo>
                      <a:pt x="205850" y="850"/>
                    </a:lnTo>
                    <a:lnTo>
                      <a:pt x="205000" y="850"/>
                    </a:lnTo>
                    <a:close/>
                    <a:moveTo>
                      <a:pt x="207500" y="2500"/>
                    </a:moveTo>
                    <a:lnTo>
                      <a:pt x="208200" y="2500"/>
                    </a:lnTo>
                    <a:lnTo>
                      <a:pt x="208200" y="3200"/>
                    </a:lnTo>
                    <a:lnTo>
                      <a:pt x="207500" y="3200"/>
                    </a:lnTo>
                    <a:close/>
                    <a:moveTo>
                      <a:pt x="210000" y="0"/>
                    </a:moveTo>
                    <a:lnTo>
                      <a:pt x="210850" y="0"/>
                    </a:lnTo>
                    <a:lnTo>
                      <a:pt x="210850" y="850"/>
                    </a:lnTo>
                    <a:lnTo>
                      <a:pt x="210000" y="850"/>
                    </a:lnTo>
                    <a:close/>
                    <a:moveTo>
                      <a:pt x="212500" y="2500"/>
                    </a:moveTo>
                    <a:lnTo>
                      <a:pt x="213200" y="2500"/>
                    </a:lnTo>
                    <a:lnTo>
                      <a:pt x="213200" y="3200"/>
                    </a:lnTo>
                    <a:lnTo>
                      <a:pt x="212500" y="3200"/>
                    </a:lnTo>
                    <a:close/>
                    <a:moveTo>
                      <a:pt x="215000" y="0"/>
                    </a:moveTo>
                    <a:lnTo>
                      <a:pt x="215850" y="0"/>
                    </a:lnTo>
                    <a:lnTo>
                      <a:pt x="215850" y="850"/>
                    </a:lnTo>
                    <a:lnTo>
                      <a:pt x="215000" y="850"/>
                    </a:lnTo>
                    <a:close/>
                    <a:moveTo>
                      <a:pt x="217500" y="2500"/>
                    </a:moveTo>
                    <a:lnTo>
                      <a:pt x="218200" y="2500"/>
                    </a:lnTo>
                    <a:lnTo>
                      <a:pt x="218200" y="3200"/>
                    </a:lnTo>
                    <a:lnTo>
                      <a:pt x="217500" y="3200"/>
                    </a:lnTo>
                    <a:close/>
                    <a:moveTo>
                      <a:pt x="220000" y="0"/>
                    </a:moveTo>
                    <a:lnTo>
                      <a:pt x="220850" y="0"/>
                    </a:lnTo>
                    <a:lnTo>
                      <a:pt x="220850" y="850"/>
                    </a:lnTo>
                    <a:lnTo>
                      <a:pt x="220000" y="850"/>
                    </a:lnTo>
                    <a:close/>
                    <a:moveTo>
                      <a:pt x="222500" y="2500"/>
                    </a:moveTo>
                    <a:lnTo>
                      <a:pt x="223200" y="2500"/>
                    </a:lnTo>
                    <a:lnTo>
                      <a:pt x="223200" y="3200"/>
                    </a:lnTo>
                    <a:lnTo>
                      <a:pt x="222500" y="3200"/>
                    </a:lnTo>
                    <a:close/>
                    <a:moveTo>
                      <a:pt x="225000" y="0"/>
                    </a:moveTo>
                    <a:lnTo>
                      <a:pt x="225850" y="0"/>
                    </a:lnTo>
                    <a:lnTo>
                      <a:pt x="225850" y="850"/>
                    </a:lnTo>
                    <a:lnTo>
                      <a:pt x="225000" y="850"/>
                    </a:lnTo>
                    <a:close/>
                    <a:moveTo>
                      <a:pt x="227500" y="2500"/>
                    </a:moveTo>
                    <a:lnTo>
                      <a:pt x="228200" y="2500"/>
                    </a:lnTo>
                    <a:lnTo>
                      <a:pt x="228200" y="3200"/>
                    </a:lnTo>
                    <a:lnTo>
                      <a:pt x="227500" y="3200"/>
                    </a:lnTo>
                    <a:close/>
                    <a:moveTo>
                      <a:pt x="230000" y="0"/>
                    </a:moveTo>
                    <a:lnTo>
                      <a:pt x="230850" y="0"/>
                    </a:lnTo>
                    <a:lnTo>
                      <a:pt x="230850" y="850"/>
                    </a:lnTo>
                    <a:lnTo>
                      <a:pt x="230000" y="850"/>
                    </a:lnTo>
                    <a:close/>
                    <a:moveTo>
                      <a:pt x="232500" y="2500"/>
                    </a:moveTo>
                    <a:lnTo>
                      <a:pt x="233200" y="2500"/>
                    </a:lnTo>
                    <a:lnTo>
                      <a:pt x="233200" y="3200"/>
                    </a:lnTo>
                    <a:lnTo>
                      <a:pt x="232500" y="3200"/>
                    </a:lnTo>
                    <a:close/>
                    <a:moveTo>
                      <a:pt x="235000" y="0"/>
                    </a:moveTo>
                    <a:lnTo>
                      <a:pt x="235850" y="0"/>
                    </a:lnTo>
                    <a:lnTo>
                      <a:pt x="235850" y="850"/>
                    </a:lnTo>
                    <a:lnTo>
                      <a:pt x="235000" y="850"/>
                    </a:lnTo>
                    <a:close/>
                    <a:moveTo>
                      <a:pt x="237500" y="2500"/>
                    </a:moveTo>
                    <a:lnTo>
                      <a:pt x="238200" y="2500"/>
                    </a:lnTo>
                    <a:lnTo>
                      <a:pt x="238200" y="3200"/>
                    </a:lnTo>
                    <a:lnTo>
                      <a:pt x="237500" y="3200"/>
                    </a:lnTo>
                    <a:close/>
                    <a:moveTo>
                      <a:pt x="240000" y="0"/>
                    </a:moveTo>
                    <a:lnTo>
                      <a:pt x="240850" y="0"/>
                    </a:lnTo>
                    <a:lnTo>
                      <a:pt x="240850" y="850"/>
                    </a:lnTo>
                    <a:lnTo>
                      <a:pt x="240000" y="850"/>
                    </a:lnTo>
                    <a:close/>
                    <a:moveTo>
                      <a:pt x="242500" y="2500"/>
                    </a:moveTo>
                    <a:lnTo>
                      <a:pt x="243200" y="2500"/>
                    </a:lnTo>
                    <a:lnTo>
                      <a:pt x="243200" y="3200"/>
                    </a:lnTo>
                    <a:lnTo>
                      <a:pt x="242500" y="3200"/>
                    </a:lnTo>
                    <a:close/>
                    <a:moveTo>
                      <a:pt x="245000" y="0"/>
                    </a:moveTo>
                    <a:lnTo>
                      <a:pt x="245850" y="0"/>
                    </a:lnTo>
                    <a:lnTo>
                      <a:pt x="245850" y="850"/>
                    </a:lnTo>
                    <a:lnTo>
                      <a:pt x="245000" y="850"/>
                    </a:lnTo>
                    <a:close/>
                    <a:moveTo>
                      <a:pt x="247500" y="2500"/>
                    </a:moveTo>
                    <a:lnTo>
                      <a:pt x="248200" y="2500"/>
                    </a:lnTo>
                    <a:lnTo>
                      <a:pt x="248200" y="3200"/>
                    </a:lnTo>
                    <a:lnTo>
                      <a:pt x="247500" y="3200"/>
                    </a:lnTo>
                    <a:close/>
                    <a:moveTo>
                      <a:pt x="250000" y="0"/>
                    </a:moveTo>
                    <a:lnTo>
                      <a:pt x="250850" y="0"/>
                    </a:lnTo>
                    <a:lnTo>
                      <a:pt x="250850" y="850"/>
                    </a:lnTo>
                    <a:lnTo>
                      <a:pt x="250000" y="850"/>
                    </a:lnTo>
                    <a:close/>
                    <a:moveTo>
                      <a:pt x="252500" y="2500"/>
                    </a:moveTo>
                    <a:lnTo>
                      <a:pt x="253200" y="2500"/>
                    </a:lnTo>
                    <a:lnTo>
                      <a:pt x="253200" y="3200"/>
                    </a:lnTo>
                    <a:lnTo>
                      <a:pt x="252500" y="3200"/>
                    </a:lnTo>
                    <a:close/>
                    <a:moveTo>
                      <a:pt x="255000" y="0"/>
                    </a:moveTo>
                    <a:lnTo>
                      <a:pt x="255850" y="0"/>
                    </a:lnTo>
                    <a:lnTo>
                      <a:pt x="255850" y="850"/>
                    </a:lnTo>
                    <a:lnTo>
                      <a:pt x="255000" y="850"/>
                    </a:lnTo>
                    <a:close/>
                    <a:moveTo>
                      <a:pt x="257500" y="2500"/>
                    </a:moveTo>
                    <a:lnTo>
                      <a:pt x="258200" y="2500"/>
                    </a:lnTo>
                    <a:lnTo>
                      <a:pt x="258200" y="3200"/>
                    </a:lnTo>
                    <a:lnTo>
                      <a:pt x="257500" y="3200"/>
                    </a:lnTo>
                    <a:close/>
                    <a:moveTo>
                      <a:pt x="260000" y="0"/>
                    </a:moveTo>
                    <a:lnTo>
                      <a:pt x="260850" y="0"/>
                    </a:lnTo>
                    <a:lnTo>
                      <a:pt x="260850" y="850"/>
                    </a:lnTo>
                    <a:lnTo>
                      <a:pt x="260000" y="850"/>
                    </a:lnTo>
                    <a:close/>
                    <a:moveTo>
                      <a:pt x="262500" y="2500"/>
                    </a:moveTo>
                    <a:lnTo>
                      <a:pt x="263200" y="2500"/>
                    </a:lnTo>
                    <a:lnTo>
                      <a:pt x="263200" y="3200"/>
                    </a:lnTo>
                    <a:lnTo>
                      <a:pt x="262500" y="3200"/>
                    </a:lnTo>
                    <a:close/>
                    <a:moveTo>
                      <a:pt x="265000" y="0"/>
                    </a:moveTo>
                    <a:lnTo>
                      <a:pt x="265850" y="0"/>
                    </a:lnTo>
                    <a:lnTo>
                      <a:pt x="265850" y="850"/>
                    </a:lnTo>
                    <a:lnTo>
                      <a:pt x="265000" y="850"/>
                    </a:lnTo>
                    <a:close/>
                    <a:moveTo>
                      <a:pt x="267500" y="2500"/>
                    </a:moveTo>
                    <a:lnTo>
                      <a:pt x="268200" y="2500"/>
                    </a:lnTo>
                    <a:lnTo>
                      <a:pt x="268200" y="3200"/>
                    </a:lnTo>
                    <a:lnTo>
                      <a:pt x="267500" y="3200"/>
                    </a:lnTo>
                    <a:close/>
                    <a:moveTo>
                      <a:pt x="270000" y="0"/>
                    </a:moveTo>
                    <a:lnTo>
                      <a:pt x="270850" y="0"/>
                    </a:lnTo>
                    <a:lnTo>
                      <a:pt x="270850" y="850"/>
                    </a:lnTo>
                    <a:lnTo>
                      <a:pt x="270000" y="850"/>
                    </a:lnTo>
                    <a:close/>
                    <a:moveTo>
                      <a:pt x="272500" y="2500"/>
                    </a:moveTo>
                    <a:lnTo>
                      <a:pt x="273200" y="2500"/>
                    </a:lnTo>
                    <a:lnTo>
                      <a:pt x="273200" y="3200"/>
                    </a:lnTo>
                    <a:lnTo>
                      <a:pt x="272500" y="3200"/>
                    </a:lnTo>
                    <a:close/>
                    <a:moveTo>
                      <a:pt x="275000" y="0"/>
                    </a:moveTo>
                    <a:lnTo>
                      <a:pt x="275850" y="0"/>
                    </a:lnTo>
                    <a:lnTo>
                      <a:pt x="275850" y="850"/>
                    </a:lnTo>
                    <a:lnTo>
                      <a:pt x="275000" y="850"/>
                    </a:lnTo>
                    <a:close/>
                    <a:moveTo>
                      <a:pt x="277500" y="2500"/>
                    </a:moveTo>
                    <a:lnTo>
                      <a:pt x="278200" y="2500"/>
                    </a:lnTo>
                    <a:lnTo>
                      <a:pt x="278200" y="3200"/>
                    </a:lnTo>
                    <a:lnTo>
                      <a:pt x="277500" y="3200"/>
                    </a:lnTo>
                    <a:close/>
                    <a:moveTo>
                      <a:pt x="280000" y="0"/>
                    </a:moveTo>
                    <a:lnTo>
                      <a:pt x="280850" y="0"/>
                    </a:lnTo>
                    <a:lnTo>
                      <a:pt x="280850" y="850"/>
                    </a:lnTo>
                    <a:lnTo>
                      <a:pt x="280000" y="850"/>
                    </a:lnTo>
                    <a:close/>
                    <a:moveTo>
                      <a:pt x="282500" y="2500"/>
                    </a:moveTo>
                    <a:lnTo>
                      <a:pt x="283200" y="2500"/>
                    </a:lnTo>
                    <a:lnTo>
                      <a:pt x="283200" y="3200"/>
                    </a:lnTo>
                    <a:lnTo>
                      <a:pt x="282500" y="3200"/>
                    </a:lnTo>
                    <a:close/>
                    <a:moveTo>
                      <a:pt x="285000" y="0"/>
                    </a:moveTo>
                    <a:lnTo>
                      <a:pt x="285850" y="0"/>
                    </a:lnTo>
                    <a:lnTo>
                      <a:pt x="285850" y="850"/>
                    </a:lnTo>
                    <a:lnTo>
                      <a:pt x="285000" y="850"/>
                    </a:lnTo>
                    <a:close/>
                    <a:moveTo>
                      <a:pt x="287500" y="2500"/>
                    </a:moveTo>
                    <a:lnTo>
                      <a:pt x="288200" y="2500"/>
                    </a:lnTo>
                    <a:lnTo>
                      <a:pt x="288200" y="3200"/>
                    </a:lnTo>
                    <a:lnTo>
                      <a:pt x="287500" y="3200"/>
                    </a:lnTo>
                    <a:close/>
                    <a:moveTo>
                      <a:pt x="0" y="5000"/>
                    </a:moveTo>
                    <a:lnTo>
                      <a:pt x="850" y="5000"/>
                    </a:lnTo>
                    <a:lnTo>
                      <a:pt x="850" y="5850"/>
                    </a:lnTo>
                    <a:lnTo>
                      <a:pt x="0" y="5850"/>
                    </a:lnTo>
                    <a:close/>
                    <a:moveTo>
                      <a:pt x="2500" y="7500"/>
                    </a:moveTo>
                    <a:lnTo>
                      <a:pt x="3200" y="7500"/>
                    </a:lnTo>
                    <a:lnTo>
                      <a:pt x="3200" y="8200"/>
                    </a:lnTo>
                    <a:lnTo>
                      <a:pt x="2500" y="8200"/>
                    </a:lnTo>
                    <a:close/>
                    <a:moveTo>
                      <a:pt x="5000" y="5000"/>
                    </a:moveTo>
                    <a:lnTo>
                      <a:pt x="5850" y="5000"/>
                    </a:lnTo>
                    <a:lnTo>
                      <a:pt x="5850" y="5850"/>
                    </a:lnTo>
                    <a:lnTo>
                      <a:pt x="5000" y="5850"/>
                    </a:lnTo>
                    <a:close/>
                    <a:moveTo>
                      <a:pt x="7500" y="7500"/>
                    </a:moveTo>
                    <a:lnTo>
                      <a:pt x="8200" y="7500"/>
                    </a:lnTo>
                    <a:lnTo>
                      <a:pt x="8200" y="8200"/>
                    </a:lnTo>
                    <a:lnTo>
                      <a:pt x="7500" y="8200"/>
                    </a:lnTo>
                    <a:close/>
                    <a:moveTo>
                      <a:pt x="10000" y="5000"/>
                    </a:moveTo>
                    <a:lnTo>
                      <a:pt x="10850" y="5000"/>
                    </a:lnTo>
                    <a:lnTo>
                      <a:pt x="10850" y="5850"/>
                    </a:lnTo>
                    <a:lnTo>
                      <a:pt x="10000" y="5850"/>
                    </a:lnTo>
                    <a:close/>
                    <a:moveTo>
                      <a:pt x="12500" y="7500"/>
                    </a:moveTo>
                    <a:lnTo>
                      <a:pt x="13200" y="7500"/>
                    </a:lnTo>
                    <a:lnTo>
                      <a:pt x="13200" y="8200"/>
                    </a:lnTo>
                    <a:lnTo>
                      <a:pt x="12500" y="8200"/>
                    </a:lnTo>
                    <a:close/>
                    <a:moveTo>
                      <a:pt x="15000" y="5000"/>
                    </a:moveTo>
                    <a:lnTo>
                      <a:pt x="15850" y="5000"/>
                    </a:lnTo>
                    <a:lnTo>
                      <a:pt x="15850" y="5850"/>
                    </a:lnTo>
                    <a:lnTo>
                      <a:pt x="15000" y="5850"/>
                    </a:lnTo>
                    <a:close/>
                    <a:moveTo>
                      <a:pt x="17500" y="7500"/>
                    </a:moveTo>
                    <a:lnTo>
                      <a:pt x="18200" y="7500"/>
                    </a:lnTo>
                    <a:lnTo>
                      <a:pt x="18200" y="8200"/>
                    </a:lnTo>
                    <a:lnTo>
                      <a:pt x="17500" y="8200"/>
                    </a:lnTo>
                    <a:close/>
                    <a:moveTo>
                      <a:pt x="20000" y="5000"/>
                    </a:moveTo>
                    <a:lnTo>
                      <a:pt x="20850" y="5000"/>
                    </a:lnTo>
                    <a:lnTo>
                      <a:pt x="20850" y="5850"/>
                    </a:lnTo>
                    <a:lnTo>
                      <a:pt x="20000" y="5850"/>
                    </a:lnTo>
                    <a:close/>
                    <a:moveTo>
                      <a:pt x="22500" y="7500"/>
                    </a:moveTo>
                    <a:lnTo>
                      <a:pt x="23200" y="7500"/>
                    </a:lnTo>
                    <a:lnTo>
                      <a:pt x="23200" y="8200"/>
                    </a:lnTo>
                    <a:lnTo>
                      <a:pt x="22500" y="8200"/>
                    </a:lnTo>
                    <a:close/>
                    <a:moveTo>
                      <a:pt x="25000" y="5000"/>
                    </a:moveTo>
                    <a:lnTo>
                      <a:pt x="25850" y="5000"/>
                    </a:lnTo>
                    <a:lnTo>
                      <a:pt x="25850" y="5850"/>
                    </a:lnTo>
                    <a:lnTo>
                      <a:pt x="25000" y="5850"/>
                    </a:lnTo>
                    <a:close/>
                    <a:moveTo>
                      <a:pt x="27500" y="7500"/>
                    </a:moveTo>
                    <a:lnTo>
                      <a:pt x="28200" y="7500"/>
                    </a:lnTo>
                    <a:lnTo>
                      <a:pt x="28200" y="8200"/>
                    </a:lnTo>
                    <a:lnTo>
                      <a:pt x="27500" y="8200"/>
                    </a:lnTo>
                    <a:close/>
                    <a:moveTo>
                      <a:pt x="30000" y="5000"/>
                    </a:moveTo>
                    <a:lnTo>
                      <a:pt x="30850" y="5000"/>
                    </a:lnTo>
                    <a:lnTo>
                      <a:pt x="30850" y="5850"/>
                    </a:lnTo>
                    <a:lnTo>
                      <a:pt x="30000" y="5850"/>
                    </a:lnTo>
                    <a:close/>
                    <a:moveTo>
                      <a:pt x="32500" y="7500"/>
                    </a:moveTo>
                    <a:lnTo>
                      <a:pt x="33200" y="7500"/>
                    </a:lnTo>
                    <a:lnTo>
                      <a:pt x="33200" y="8200"/>
                    </a:lnTo>
                    <a:lnTo>
                      <a:pt x="32500" y="8200"/>
                    </a:lnTo>
                    <a:close/>
                    <a:moveTo>
                      <a:pt x="35000" y="5000"/>
                    </a:moveTo>
                    <a:lnTo>
                      <a:pt x="35850" y="5000"/>
                    </a:lnTo>
                    <a:lnTo>
                      <a:pt x="35850" y="5850"/>
                    </a:lnTo>
                    <a:lnTo>
                      <a:pt x="35000" y="5850"/>
                    </a:lnTo>
                    <a:close/>
                    <a:moveTo>
                      <a:pt x="37500" y="7500"/>
                    </a:moveTo>
                    <a:lnTo>
                      <a:pt x="38200" y="7500"/>
                    </a:lnTo>
                    <a:lnTo>
                      <a:pt x="38200" y="8200"/>
                    </a:lnTo>
                    <a:lnTo>
                      <a:pt x="37500" y="8200"/>
                    </a:lnTo>
                    <a:close/>
                    <a:moveTo>
                      <a:pt x="40000" y="5000"/>
                    </a:moveTo>
                    <a:lnTo>
                      <a:pt x="40850" y="5000"/>
                    </a:lnTo>
                    <a:lnTo>
                      <a:pt x="40850" y="5850"/>
                    </a:lnTo>
                    <a:lnTo>
                      <a:pt x="40000" y="5850"/>
                    </a:lnTo>
                    <a:close/>
                    <a:moveTo>
                      <a:pt x="42500" y="7500"/>
                    </a:moveTo>
                    <a:lnTo>
                      <a:pt x="43200" y="7500"/>
                    </a:lnTo>
                    <a:lnTo>
                      <a:pt x="43200" y="8200"/>
                    </a:lnTo>
                    <a:lnTo>
                      <a:pt x="42500" y="8200"/>
                    </a:lnTo>
                    <a:close/>
                    <a:moveTo>
                      <a:pt x="45000" y="5000"/>
                    </a:moveTo>
                    <a:lnTo>
                      <a:pt x="45850" y="5000"/>
                    </a:lnTo>
                    <a:lnTo>
                      <a:pt x="45850" y="5850"/>
                    </a:lnTo>
                    <a:lnTo>
                      <a:pt x="45000" y="5850"/>
                    </a:lnTo>
                    <a:close/>
                    <a:moveTo>
                      <a:pt x="47500" y="7500"/>
                    </a:moveTo>
                    <a:lnTo>
                      <a:pt x="48200" y="7500"/>
                    </a:lnTo>
                    <a:lnTo>
                      <a:pt x="48200" y="8200"/>
                    </a:lnTo>
                    <a:lnTo>
                      <a:pt x="47500" y="8200"/>
                    </a:lnTo>
                    <a:close/>
                    <a:moveTo>
                      <a:pt x="50000" y="5000"/>
                    </a:moveTo>
                    <a:lnTo>
                      <a:pt x="50850" y="5000"/>
                    </a:lnTo>
                    <a:lnTo>
                      <a:pt x="50850" y="5850"/>
                    </a:lnTo>
                    <a:lnTo>
                      <a:pt x="50000" y="5850"/>
                    </a:lnTo>
                    <a:close/>
                    <a:moveTo>
                      <a:pt x="52500" y="7500"/>
                    </a:moveTo>
                    <a:lnTo>
                      <a:pt x="53200" y="7500"/>
                    </a:lnTo>
                    <a:lnTo>
                      <a:pt x="53200" y="8200"/>
                    </a:lnTo>
                    <a:lnTo>
                      <a:pt x="52500" y="8200"/>
                    </a:lnTo>
                    <a:close/>
                    <a:moveTo>
                      <a:pt x="55000" y="5000"/>
                    </a:moveTo>
                    <a:lnTo>
                      <a:pt x="55850" y="5000"/>
                    </a:lnTo>
                    <a:lnTo>
                      <a:pt x="55850" y="5850"/>
                    </a:lnTo>
                    <a:lnTo>
                      <a:pt x="55000" y="5850"/>
                    </a:lnTo>
                    <a:close/>
                    <a:moveTo>
                      <a:pt x="57500" y="7500"/>
                    </a:moveTo>
                    <a:lnTo>
                      <a:pt x="58200" y="7500"/>
                    </a:lnTo>
                    <a:lnTo>
                      <a:pt x="58200" y="8200"/>
                    </a:lnTo>
                    <a:lnTo>
                      <a:pt x="57500" y="8200"/>
                    </a:lnTo>
                    <a:close/>
                    <a:moveTo>
                      <a:pt x="60000" y="5000"/>
                    </a:moveTo>
                    <a:lnTo>
                      <a:pt x="60850" y="5000"/>
                    </a:lnTo>
                    <a:lnTo>
                      <a:pt x="60850" y="5850"/>
                    </a:lnTo>
                    <a:lnTo>
                      <a:pt x="60000" y="5850"/>
                    </a:lnTo>
                    <a:close/>
                    <a:moveTo>
                      <a:pt x="62500" y="7500"/>
                    </a:moveTo>
                    <a:lnTo>
                      <a:pt x="63200" y="7500"/>
                    </a:lnTo>
                    <a:lnTo>
                      <a:pt x="63200" y="8200"/>
                    </a:lnTo>
                    <a:lnTo>
                      <a:pt x="62500" y="8200"/>
                    </a:lnTo>
                    <a:close/>
                    <a:moveTo>
                      <a:pt x="65000" y="5000"/>
                    </a:moveTo>
                    <a:lnTo>
                      <a:pt x="65850" y="5000"/>
                    </a:lnTo>
                    <a:lnTo>
                      <a:pt x="65850" y="5850"/>
                    </a:lnTo>
                    <a:lnTo>
                      <a:pt x="65000" y="5850"/>
                    </a:lnTo>
                    <a:close/>
                    <a:moveTo>
                      <a:pt x="67500" y="7500"/>
                    </a:moveTo>
                    <a:lnTo>
                      <a:pt x="68200" y="7500"/>
                    </a:lnTo>
                    <a:lnTo>
                      <a:pt x="68200" y="8200"/>
                    </a:lnTo>
                    <a:lnTo>
                      <a:pt x="67500" y="8200"/>
                    </a:lnTo>
                    <a:close/>
                    <a:moveTo>
                      <a:pt x="70000" y="5000"/>
                    </a:moveTo>
                    <a:lnTo>
                      <a:pt x="70850" y="5000"/>
                    </a:lnTo>
                    <a:lnTo>
                      <a:pt x="70850" y="5850"/>
                    </a:lnTo>
                    <a:lnTo>
                      <a:pt x="70000" y="5850"/>
                    </a:lnTo>
                    <a:close/>
                    <a:moveTo>
                      <a:pt x="72500" y="7500"/>
                    </a:moveTo>
                    <a:lnTo>
                      <a:pt x="73200" y="7500"/>
                    </a:lnTo>
                    <a:lnTo>
                      <a:pt x="73200" y="8200"/>
                    </a:lnTo>
                    <a:lnTo>
                      <a:pt x="72500" y="8200"/>
                    </a:lnTo>
                    <a:close/>
                    <a:moveTo>
                      <a:pt x="75000" y="5000"/>
                    </a:moveTo>
                    <a:lnTo>
                      <a:pt x="75850" y="5000"/>
                    </a:lnTo>
                    <a:lnTo>
                      <a:pt x="75850" y="5850"/>
                    </a:lnTo>
                    <a:lnTo>
                      <a:pt x="75000" y="5850"/>
                    </a:lnTo>
                    <a:close/>
                    <a:moveTo>
                      <a:pt x="77500" y="7500"/>
                    </a:moveTo>
                    <a:lnTo>
                      <a:pt x="78200" y="7500"/>
                    </a:lnTo>
                    <a:lnTo>
                      <a:pt x="78200" y="8200"/>
                    </a:lnTo>
                    <a:lnTo>
                      <a:pt x="77500" y="8200"/>
                    </a:lnTo>
                    <a:close/>
                    <a:moveTo>
                      <a:pt x="80000" y="5000"/>
                    </a:moveTo>
                    <a:lnTo>
                      <a:pt x="80850" y="5000"/>
                    </a:lnTo>
                    <a:lnTo>
                      <a:pt x="80850" y="5850"/>
                    </a:lnTo>
                    <a:lnTo>
                      <a:pt x="80000" y="5850"/>
                    </a:lnTo>
                    <a:close/>
                    <a:moveTo>
                      <a:pt x="82500" y="7500"/>
                    </a:moveTo>
                    <a:lnTo>
                      <a:pt x="83200" y="7500"/>
                    </a:lnTo>
                    <a:lnTo>
                      <a:pt x="83200" y="8200"/>
                    </a:lnTo>
                    <a:lnTo>
                      <a:pt x="82500" y="8200"/>
                    </a:lnTo>
                    <a:close/>
                    <a:moveTo>
                      <a:pt x="85000" y="5000"/>
                    </a:moveTo>
                    <a:lnTo>
                      <a:pt x="85850" y="5000"/>
                    </a:lnTo>
                    <a:lnTo>
                      <a:pt x="85850" y="5850"/>
                    </a:lnTo>
                    <a:lnTo>
                      <a:pt x="85000" y="5850"/>
                    </a:lnTo>
                    <a:close/>
                    <a:moveTo>
                      <a:pt x="87500" y="7500"/>
                    </a:moveTo>
                    <a:lnTo>
                      <a:pt x="88200" y="7500"/>
                    </a:lnTo>
                    <a:lnTo>
                      <a:pt x="88200" y="8200"/>
                    </a:lnTo>
                    <a:lnTo>
                      <a:pt x="87500" y="8200"/>
                    </a:lnTo>
                    <a:close/>
                    <a:moveTo>
                      <a:pt x="90000" y="5000"/>
                    </a:moveTo>
                    <a:lnTo>
                      <a:pt x="90850" y="5000"/>
                    </a:lnTo>
                    <a:lnTo>
                      <a:pt x="90850" y="5850"/>
                    </a:lnTo>
                    <a:lnTo>
                      <a:pt x="90000" y="5850"/>
                    </a:lnTo>
                    <a:close/>
                    <a:moveTo>
                      <a:pt x="92500" y="7500"/>
                    </a:moveTo>
                    <a:lnTo>
                      <a:pt x="93200" y="7500"/>
                    </a:lnTo>
                    <a:lnTo>
                      <a:pt x="93200" y="8200"/>
                    </a:lnTo>
                    <a:lnTo>
                      <a:pt x="92500" y="8200"/>
                    </a:lnTo>
                    <a:close/>
                    <a:moveTo>
                      <a:pt x="95000" y="5000"/>
                    </a:moveTo>
                    <a:lnTo>
                      <a:pt x="95850" y="5000"/>
                    </a:lnTo>
                    <a:lnTo>
                      <a:pt x="95850" y="5850"/>
                    </a:lnTo>
                    <a:lnTo>
                      <a:pt x="95000" y="5850"/>
                    </a:lnTo>
                    <a:close/>
                    <a:moveTo>
                      <a:pt x="97500" y="7500"/>
                    </a:moveTo>
                    <a:lnTo>
                      <a:pt x="98200" y="7500"/>
                    </a:lnTo>
                    <a:lnTo>
                      <a:pt x="98200" y="8200"/>
                    </a:lnTo>
                    <a:lnTo>
                      <a:pt x="97500" y="8200"/>
                    </a:lnTo>
                    <a:close/>
                    <a:moveTo>
                      <a:pt x="100000" y="5000"/>
                    </a:moveTo>
                    <a:lnTo>
                      <a:pt x="100850" y="5000"/>
                    </a:lnTo>
                    <a:lnTo>
                      <a:pt x="100850" y="5850"/>
                    </a:lnTo>
                    <a:lnTo>
                      <a:pt x="100000" y="5850"/>
                    </a:lnTo>
                    <a:close/>
                    <a:moveTo>
                      <a:pt x="102500" y="7500"/>
                    </a:moveTo>
                    <a:lnTo>
                      <a:pt x="103200" y="7500"/>
                    </a:lnTo>
                    <a:lnTo>
                      <a:pt x="103200" y="8200"/>
                    </a:lnTo>
                    <a:lnTo>
                      <a:pt x="102500" y="8200"/>
                    </a:lnTo>
                    <a:close/>
                    <a:moveTo>
                      <a:pt x="105000" y="5000"/>
                    </a:moveTo>
                    <a:lnTo>
                      <a:pt x="105850" y="5000"/>
                    </a:lnTo>
                    <a:lnTo>
                      <a:pt x="105850" y="5850"/>
                    </a:lnTo>
                    <a:lnTo>
                      <a:pt x="105000" y="5850"/>
                    </a:lnTo>
                    <a:close/>
                    <a:moveTo>
                      <a:pt x="107500" y="7500"/>
                    </a:moveTo>
                    <a:lnTo>
                      <a:pt x="108200" y="7500"/>
                    </a:lnTo>
                    <a:lnTo>
                      <a:pt x="108200" y="8200"/>
                    </a:lnTo>
                    <a:lnTo>
                      <a:pt x="107500" y="8200"/>
                    </a:lnTo>
                    <a:close/>
                    <a:moveTo>
                      <a:pt x="110000" y="5000"/>
                    </a:moveTo>
                    <a:lnTo>
                      <a:pt x="110850" y="5000"/>
                    </a:lnTo>
                    <a:lnTo>
                      <a:pt x="110850" y="5850"/>
                    </a:lnTo>
                    <a:lnTo>
                      <a:pt x="110000" y="5850"/>
                    </a:lnTo>
                    <a:close/>
                    <a:moveTo>
                      <a:pt x="112500" y="7500"/>
                    </a:moveTo>
                    <a:lnTo>
                      <a:pt x="113200" y="7500"/>
                    </a:lnTo>
                    <a:lnTo>
                      <a:pt x="113200" y="8200"/>
                    </a:lnTo>
                    <a:lnTo>
                      <a:pt x="112500" y="8200"/>
                    </a:lnTo>
                    <a:close/>
                    <a:moveTo>
                      <a:pt x="115000" y="5000"/>
                    </a:moveTo>
                    <a:lnTo>
                      <a:pt x="115850" y="5000"/>
                    </a:lnTo>
                    <a:lnTo>
                      <a:pt x="115850" y="5850"/>
                    </a:lnTo>
                    <a:lnTo>
                      <a:pt x="115000" y="5850"/>
                    </a:lnTo>
                    <a:close/>
                    <a:moveTo>
                      <a:pt x="117500" y="7500"/>
                    </a:moveTo>
                    <a:lnTo>
                      <a:pt x="118200" y="7500"/>
                    </a:lnTo>
                    <a:lnTo>
                      <a:pt x="118200" y="8200"/>
                    </a:lnTo>
                    <a:lnTo>
                      <a:pt x="117500" y="8200"/>
                    </a:lnTo>
                    <a:close/>
                    <a:moveTo>
                      <a:pt x="120000" y="5000"/>
                    </a:moveTo>
                    <a:lnTo>
                      <a:pt x="120850" y="5000"/>
                    </a:lnTo>
                    <a:lnTo>
                      <a:pt x="120850" y="5850"/>
                    </a:lnTo>
                    <a:lnTo>
                      <a:pt x="120000" y="5850"/>
                    </a:lnTo>
                    <a:close/>
                    <a:moveTo>
                      <a:pt x="122500" y="7500"/>
                    </a:moveTo>
                    <a:lnTo>
                      <a:pt x="123200" y="7500"/>
                    </a:lnTo>
                    <a:lnTo>
                      <a:pt x="123200" y="8200"/>
                    </a:lnTo>
                    <a:lnTo>
                      <a:pt x="122500" y="8200"/>
                    </a:lnTo>
                    <a:close/>
                    <a:moveTo>
                      <a:pt x="125000" y="5000"/>
                    </a:moveTo>
                    <a:lnTo>
                      <a:pt x="125850" y="5000"/>
                    </a:lnTo>
                    <a:lnTo>
                      <a:pt x="125850" y="5850"/>
                    </a:lnTo>
                    <a:lnTo>
                      <a:pt x="125000" y="5850"/>
                    </a:lnTo>
                    <a:close/>
                    <a:moveTo>
                      <a:pt x="127500" y="7500"/>
                    </a:moveTo>
                    <a:lnTo>
                      <a:pt x="128200" y="7500"/>
                    </a:lnTo>
                    <a:lnTo>
                      <a:pt x="128200" y="8200"/>
                    </a:lnTo>
                    <a:lnTo>
                      <a:pt x="127500" y="8200"/>
                    </a:lnTo>
                    <a:close/>
                    <a:moveTo>
                      <a:pt x="130000" y="5000"/>
                    </a:moveTo>
                    <a:lnTo>
                      <a:pt x="130850" y="5000"/>
                    </a:lnTo>
                    <a:lnTo>
                      <a:pt x="130850" y="5850"/>
                    </a:lnTo>
                    <a:lnTo>
                      <a:pt x="130000" y="5850"/>
                    </a:lnTo>
                    <a:close/>
                    <a:moveTo>
                      <a:pt x="132500" y="7500"/>
                    </a:moveTo>
                    <a:lnTo>
                      <a:pt x="133200" y="7500"/>
                    </a:lnTo>
                    <a:lnTo>
                      <a:pt x="133200" y="8200"/>
                    </a:lnTo>
                    <a:lnTo>
                      <a:pt x="132500" y="8200"/>
                    </a:lnTo>
                    <a:close/>
                    <a:moveTo>
                      <a:pt x="135000" y="5000"/>
                    </a:moveTo>
                    <a:lnTo>
                      <a:pt x="135850" y="5000"/>
                    </a:lnTo>
                    <a:lnTo>
                      <a:pt x="135850" y="5850"/>
                    </a:lnTo>
                    <a:lnTo>
                      <a:pt x="135000" y="5850"/>
                    </a:lnTo>
                    <a:close/>
                    <a:moveTo>
                      <a:pt x="137500" y="7500"/>
                    </a:moveTo>
                    <a:lnTo>
                      <a:pt x="138200" y="7500"/>
                    </a:lnTo>
                    <a:lnTo>
                      <a:pt x="138200" y="8200"/>
                    </a:lnTo>
                    <a:lnTo>
                      <a:pt x="137500" y="8200"/>
                    </a:lnTo>
                    <a:close/>
                    <a:moveTo>
                      <a:pt x="140000" y="5000"/>
                    </a:moveTo>
                    <a:lnTo>
                      <a:pt x="140850" y="5000"/>
                    </a:lnTo>
                    <a:lnTo>
                      <a:pt x="140850" y="5850"/>
                    </a:lnTo>
                    <a:lnTo>
                      <a:pt x="140000" y="5850"/>
                    </a:lnTo>
                    <a:close/>
                    <a:moveTo>
                      <a:pt x="142500" y="7500"/>
                    </a:moveTo>
                    <a:lnTo>
                      <a:pt x="143200" y="7500"/>
                    </a:lnTo>
                    <a:lnTo>
                      <a:pt x="143200" y="8200"/>
                    </a:lnTo>
                    <a:lnTo>
                      <a:pt x="142500" y="8200"/>
                    </a:lnTo>
                    <a:close/>
                    <a:moveTo>
                      <a:pt x="145000" y="5000"/>
                    </a:moveTo>
                    <a:lnTo>
                      <a:pt x="145850" y="5000"/>
                    </a:lnTo>
                    <a:lnTo>
                      <a:pt x="145850" y="5850"/>
                    </a:lnTo>
                    <a:lnTo>
                      <a:pt x="145000" y="5850"/>
                    </a:lnTo>
                    <a:close/>
                    <a:moveTo>
                      <a:pt x="147500" y="7500"/>
                    </a:moveTo>
                    <a:lnTo>
                      <a:pt x="148200" y="7500"/>
                    </a:lnTo>
                    <a:lnTo>
                      <a:pt x="148200" y="8200"/>
                    </a:lnTo>
                    <a:lnTo>
                      <a:pt x="147500" y="8200"/>
                    </a:lnTo>
                    <a:close/>
                    <a:moveTo>
                      <a:pt x="150000" y="5000"/>
                    </a:moveTo>
                    <a:lnTo>
                      <a:pt x="150850" y="5000"/>
                    </a:lnTo>
                    <a:lnTo>
                      <a:pt x="150850" y="5850"/>
                    </a:lnTo>
                    <a:lnTo>
                      <a:pt x="150000" y="5850"/>
                    </a:lnTo>
                    <a:close/>
                    <a:moveTo>
                      <a:pt x="152500" y="7500"/>
                    </a:moveTo>
                    <a:lnTo>
                      <a:pt x="153200" y="7500"/>
                    </a:lnTo>
                    <a:lnTo>
                      <a:pt x="153200" y="8200"/>
                    </a:lnTo>
                    <a:lnTo>
                      <a:pt x="152500" y="8200"/>
                    </a:lnTo>
                    <a:close/>
                    <a:moveTo>
                      <a:pt x="155000" y="5000"/>
                    </a:moveTo>
                    <a:lnTo>
                      <a:pt x="155850" y="5000"/>
                    </a:lnTo>
                    <a:lnTo>
                      <a:pt x="155850" y="5850"/>
                    </a:lnTo>
                    <a:lnTo>
                      <a:pt x="155000" y="5850"/>
                    </a:lnTo>
                    <a:close/>
                    <a:moveTo>
                      <a:pt x="157500" y="7500"/>
                    </a:moveTo>
                    <a:lnTo>
                      <a:pt x="158200" y="7500"/>
                    </a:lnTo>
                    <a:lnTo>
                      <a:pt x="158200" y="8200"/>
                    </a:lnTo>
                    <a:lnTo>
                      <a:pt x="157500" y="8200"/>
                    </a:lnTo>
                    <a:close/>
                    <a:moveTo>
                      <a:pt x="160000" y="5000"/>
                    </a:moveTo>
                    <a:lnTo>
                      <a:pt x="160850" y="5000"/>
                    </a:lnTo>
                    <a:lnTo>
                      <a:pt x="160850" y="5850"/>
                    </a:lnTo>
                    <a:lnTo>
                      <a:pt x="160000" y="5850"/>
                    </a:lnTo>
                    <a:close/>
                    <a:moveTo>
                      <a:pt x="162500" y="7500"/>
                    </a:moveTo>
                    <a:lnTo>
                      <a:pt x="163200" y="7500"/>
                    </a:lnTo>
                    <a:lnTo>
                      <a:pt x="163200" y="8200"/>
                    </a:lnTo>
                    <a:lnTo>
                      <a:pt x="162500" y="8200"/>
                    </a:lnTo>
                    <a:close/>
                    <a:moveTo>
                      <a:pt x="165000" y="5000"/>
                    </a:moveTo>
                    <a:lnTo>
                      <a:pt x="165850" y="5000"/>
                    </a:lnTo>
                    <a:lnTo>
                      <a:pt x="165850" y="5850"/>
                    </a:lnTo>
                    <a:lnTo>
                      <a:pt x="165000" y="5850"/>
                    </a:lnTo>
                    <a:close/>
                    <a:moveTo>
                      <a:pt x="167500" y="7500"/>
                    </a:moveTo>
                    <a:lnTo>
                      <a:pt x="168200" y="7500"/>
                    </a:lnTo>
                    <a:lnTo>
                      <a:pt x="168200" y="8200"/>
                    </a:lnTo>
                    <a:lnTo>
                      <a:pt x="167500" y="8200"/>
                    </a:lnTo>
                    <a:close/>
                    <a:moveTo>
                      <a:pt x="170000" y="5000"/>
                    </a:moveTo>
                    <a:lnTo>
                      <a:pt x="170850" y="5000"/>
                    </a:lnTo>
                    <a:lnTo>
                      <a:pt x="170850" y="5850"/>
                    </a:lnTo>
                    <a:lnTo>
                      <a:pt x="170000" y="5850"/>
                    </a:lnTo>
                    <a:close/>
                    <a:moveTo>
                      <a:pt x="172500" y="7500"/>
                    </a:moveTo>
                    <a:lnTo>
                      <a:pt x="173200" y="7500"/>
                    </a:lnTo>
                    <a:lnTo>
                      <a:pt x="173200" y="8200"/>
                    </a:lnTo>
                    <a:lnTo>
                      <a:pt x="172500" y="8200"/>
                    </a:lnTo>
                    <a:close/>
                    <a:moveTo>
                      <a:pt x="175000" y="5000"/>
                    </a:moveTo>
                    <a:lnTo>
                      <a:pt x="175850" y="5000"/>
                    </a:lnTo>
                    <a:lnTo>
                      <a:pt x="175850" y="5850"/>
                    </a:lnTo>
                    <a:lnTo>
                      <a:pt x="175000" y="5850"/>
                    </a:lnTo>
                    <a:close/>
                    <a:moveTo>
                      <a:pt x="177500" y="7500"/>
                    </a:moveTo>
                    <a:lnTo>
                      <a:pt x="178200" y="7500"/>
                    </a:lnTo>
                    <a:lnTo>
                      <a:pt x="178200" y="8200"/>
                    </a:lnTo>
                    <a:lnTo>
                      <a:pt x="177500" y="8200"/>
                    </a:lnTo>
                    <a:close/>
                    <a:moveTo>
                      <a:pt x="180000" y="5000"/>
                    </a:moveTo>
                    <a:lnTo>
                      <a:pt x="180850" y="5000"/>
                    </a:lnTo>
                    <a:lnTo>
                      <a:pt x="180850" y="5850"/>
                    </a:lnTo>
                    <a:lnTo>
                      <a:pt x="180000" y="5850"/>
                    </a:lnTo>
                    <a:close/>
                    <a:moveTo>
                      <a:pt x="182500" y="7500"/>
                    </a:moveTo>
                    <a:lnTo>
                      <a:pt x="183200" y="7500"/>
                    </a:lnTo>
                    <a:lnTo>
                      <a:pt x="183200" y="8200"/>
                    </a:lnTo>
                    <a:lnTo>
                      <a:pt x="182500" y="8200"/>
                    </a:lnTo>
                    <a:close/>
                    <a:moveTo>
                      <a:pt x="185000" y="5000"/>
                    </a:moveTo>
                    <a:lnTo>
                      <a:pt x="185850" y="5000"/>
                    </a:lnTo>
                    <a:lnTo>
                      <a:pt x="185850" y="5850"/>
                    </a:lnTo>
                    <a:lnTo>
                      <a:pt x="185000" y="5850"/>
                    </a:lnTo>
                    <a:close/>
                    <a:moveTo>
                      <a:pt x="187500" y="7500"/>
                    </a:moveTo>
                    <a:lnTo>
                      <a:pt x="188200" y="7500"/>
                    </a:lnTo>
                    <a:lnTo>
                      <a:pt x="188200" y="8200"/>
                    </a:lnTo>
                    <a:lnTo>
                      <a:pt x="187500" y="8200"/>
                    </a:lnTo>
                    <a:close/>
                    <a:moveTo>
                      <a:pt x="190000" y="5000"/>
                    </a:moveTo>
                    <a:lnTo>
                      <a:pt x="190850" y="5000"/>
                    </a:lnTo>
                    <a:lnTo>
                      <a:pt x="190850" y="5850"/>
                    </a:lnTo>
                    <a:lnTo>
                      <a:pt x="190000" y="5850"/>
                    </a:lnTo>
                    <a:close/>
                    <a:moveTo>
                      <a:pt x="192500" y="7500"/>
                    </a:moveTo>
                    <a:lnTo>
                      <a:pt x="193200" y="7500"/>
                    </a:lnTo>
                    <a:lnTo>
                      <a:pt x="193200" y="8200"/>
                    </a:lnTo>
                    <a:lnTo>
                      <a:pt x="192500" y="8200"/>
                    </a:lnTo>
                    <a:close/>
                    <a:moveTo>
                      <a:pt x="195000" y="5000"/>
                    </a:moveTo>
                    <a:lnTo>
                      <a:pt x="195850" y="5000"/>
                    </a:lnTo>
                    <a:lnTo>
                      <a:pt x="195850" y="5850"/>
                    </a:lnTo>
                    <a:lnTo>
                      <a:pt x="195000" y="5850"/>
                    </a:lnTo>
                    <a:close/>
                    <a:moveTo>
                      <a:pt x="197500" y="7500"/>
                    </a:moveTo>
                    <a:lnTo>
                      <a:pt x="198200" y="7500"/>
                    </a:lnTo>
                    <a:lnTo>
                      <a:pt x="198200" y="8200"/>
                    </a:lnTo>
                    <a:lnTo>
                      <a:pt x="197500" y="8200"/>
                    </a:lnTo>
                    <a:close/>
                    <a:moveTo>
                      <a:pt x="200000" y="5000"/>
                    </a:moveTo>
                    <a:lnTo>
                      <a:pt x="200850" y="5000"/>
                    </a:lnTo>
                    <a:lnTo>
                      <a:pt x="200850" y="5850"/>
                    </a:lnTo>
                    <a:lnTo>
                      <a:pt x="200000" y="5850"/>
                    </a:lnTo>
                    <a:close/>
                    <a:moveTo>
                      <a:pt x="202500" y="7500"/>
                    </a:moveTo>
                    <a:lnTo>
                      <a:pt x="203200" y="7500"/>
                    </a:lnTo>
                    <a:lnTo>
                      <a:pt x="203200" y="8200"/>
                    </a:lnTo>
                    <a:lnTo>
                      <a:pt x="202500" y="8200"/>
                    </a:lnTo>
                    <a:close/>
                    <a:moveTo>
                      <a:pt x="205000" y="5000"/>
                    </a:moveTo>
                    <a:lnTo>
                      <a:pt x="205850" y="5000"/>
                    </a:lnTo>
                    <a:lnTo>
                      <a:pt x="205850" y="5850"/>
                    </a:lnTo>
                    <a:lnTo>
                      <a:pt x="205000" y="5850"/>
                    </a:lnTo>
                    <a:close/>
                    <a:moveTo>
                      <a:pt x="207500" y="7500"/>
                    </a:moveTo>
                    <a:lnTo>
                      <a:pt x="208200" y="7500"/>
                    </a:lnTo>
                    <a:lnTo>
                      <a:pt x="208200" y="8200"/>
                    </a:lnTo>
                    <a:lnTo>
                      <a:pt x="207500" y="8200"/>
                    </a:lnTo>
                    <a:close/>
                    <a:moveTo>
                      <a:pt x="210000" y="5000"/>
                    </a:moveTo>
                    <a:lnTo>
                      <a:pt x="210850" y="5000"/>
                    </a:lnTo>
                    <a:lnTo>
                      <a:pt x="210850" y="5850"/>
                    </a:lnTo>
                    <a:lnTo>
                      <a:pt x="210000" y="5850"/>
                    </a:lnTo>
                    <a:close/>
                    <a:moveTo>
                      <a:pt x="212500" y="7500"/>
                    </a:moveTo>
                    <a:lnTo>
                      <a:pt x="213200" y="7500"/>
                    </a:lnTo>
                    <a:lnTo>
                      <a:pt x="213200" y="8200"/>
                    </a:lnTo>
                    <a:lnTo>
                      <a:pt x="212500" y="8200"/>
                    </a:lnTo>
                    <a:close/>
                    <a:moveTo>
                      <a:pt x="215000" y="5000"/>
                    </a:moveTo>
                    <a:lnTo>
                      <a:pt x="215850" y="5000"/>
                    </a:lnTo>
                    <a:lnTo>
                      <a:pt x="215850" y="5850"/>
                    </a:lnTo>
                    <a:lnTo>
                      <a:pt x="215000" y="5850"/>
                    </a:lnTo>
                    <a:close/>
                    <a:moveTo>
                      <a:pt x="217500" y="7500"/>
                    </a:moveTo>
                    <a:lnTo>
                      <a:pt x="218200" y="7500"/>
                    </a:lnTo>
                    <a:lnTo>
                      <a:pt x="218200" y="8200"/>
                    </a:lnTo>
                    <a:lnTo>
                      <a:pt x="217500" y="8200"/>
                    </a:lnTo>
                    <a:close/>
                    <a:moveTo>
                      <a:pt x="220000" y="5000"/>
                    </a:moveTo>
                    <a:lnTo>
                      <a:pt x="220850" y="5000"/>
                    </a:lnTo>
                    <a:lnTo>
                      <a:pt x="220850" y="5850"/>
                    </a:lnTo>
                    <a:lnTo>
                      <a:pt x="220000" y="5850"/>
                    </a:lnTo>
                    <a:close/>
                    <a:moveTo>
                      <a:pt x="222500" y="7500"/>
                    </a:moveTo>
                    <a:lnTo>
                      <a:pt x="223200" y="7500"/>
                    </a:lnTo>
                    <a:lnTo>
                      <a:pt x="223200" y="8200"/>
                    </a:lnTo>
                    <a:lnTo>
                      <a:pt x="222500" y="8200"/>
                    </a:lnTo>
                    <a:close/>
                    <a:moveTo>
                      <a:pt x="225000" y="5000"/>
                    </a:moveTo>
                    <a:lnTo>
                      <a:pt x="225850" y="5000"/>
                    </a:lnTo>
                    <a:lnTo>
                      <a:pt x="225850" y="5850"/>
                    </a:lnTo>
                    <a:lnTo>
                      <a:pt x="225000" y="5850"/>
                    </a:lnTo>
                    <a:close/>
                    <a:moveTo>
                      <a:pt x="227500" y="7500"/>
                    </a:moveTo>
                    <a:lnTo>
                      <a:pt x="228200" y="7500"/>
                    </a:lnTo>
                    <a:lnTo>
                      <a:pt x="228200" y="8200"/>
                    </a:lnTo>
                    <a:lnTo>
                      <a:pt x="227500" y="8200"/>
                    </a:lnTo>
                    <a:close/>
                    <a:moveTo>
                      <a:pt x="230000" y="5000"/>
                    </a:moveTo>
                    <a:lnTo>
                      <a:pt x="230850" y="5000"/>
                    </a:lnTo>
                    <a:lnTo>
                      <a:pt x="230850" y="5850"/>
                    </a:lnTo>
                    <a:lnTo>
                      <a:pt x="230000" y="5850"/>
                    </a:lnTo>
                    <a:close/>
                    <a:moveTo>
                      <a:pt x="232500" y="7500"/>
                    </a:moveTo>
                    <a:lnTo>
                      <a:pt x="233200" y="7500"/>
                    </a:lnTo>
                    <a:lnTo>
                      <a:pt x="233200" y="8200"/>
                    </a:lnTo>
                    <a:lnTo>
                      <a:pt x="232500" y="8200"/>
                    </a:lnTo>
                    <a:close/>
                    <a:moveTo>
                      <a:pt x="235000" y="5000"/>
                    </a:moveTo>
                    <a:lnTo>
                      <a:pt x="235850" y="5000"/>
                    </a:lnTo>
                    <a:lnTo>
                      <a:pt x="235850" y="5850"/>
                    </a:lnTo>
                    <a:lnTo>
                      <a:pt x="235000" y="5850"/>
                    </a:lnTo>
                    <a:close/>
                    <a:moveTo>
                      <a:pt x="237500" y="7500"/>
                    </a:moveTo>
                    <a:lnTo>
                      <a:pt x="238200" y="7500"/>
                    </a:lnTo>
                    <a:lnTo>
                      <a:pt x="238200" y="8200"/>
                    </a:lnTo>
                    <a:lnTo>
                      <a:pt x="237500" y="8200"/>
                    </a:lnTo>
                    <a:close/>
                    <a:moveTo>
                      <a:pt x="240000" y="5000"/>
                    </a:moveTo>
                    <a:lnTo>
                      <a:pt x="240850" y="5000"/>
                    </a:lnTo>
                    <a:lnTo>
                      <a:pt x="240850" y="5850"/>
                    </a:lnTo>
                    <a:lnTo>
                      <a:pt x="240000" y="5850"/>
                    </a:lnTo>
                    <a:close/>
                    <a:moveTo>
                      <a:pt x="242500" y="7500"/>
                    </a:moveTo>
                    <a:lnTo>
                      <a:pt x="243200" y="7500"/>
                    </a:lnTo>
                    <a:lnTo>
                      <a:pt x="243200" y="8200"/>
                    </a:lnTo>
                    <a:lnTo>
                      <a:pt x="242500" y="8200"/>
                    </a:lnTo>
                    <a:close/>
                    <a:moveTo>
                      <a:pt x="245000" y="5000"/>
                    </a:moveTo>
                    <a:lnTo>
                      <a:pt x="245850" y="5000"/>
                    </a:lnTo>
                    <a:lnTo>
                      <a:pt x="245850" y="5850"/>
                    </a:lnTo>
                    <a:lnTo>
                      <a:pt x="245000" y="5850"/>
                    </a:lnTo>
                    <a:close/>
                    <a:moveTo>
                      <a:pt x="247500" y="7500"/>
                    </a:moveTo>
                    <a:lnTo>
                      <a:pt x="248200" y="7500"/>
                    </a:lnTo>
                    <a:lnTo>
                      <a:pt x="248200" y="8200"/>
                    </a:lnTo>
                    <a:lnTo>
                      <a:pt x="247500" y="8200"/>
                    </a:lnTo>
                    <a:close/>
                    <a:moveTo>
                      <a:pt x="250000" y="5000"/>
                    </a:moveTo>
                    <a:lnTo>
                      <a:pt x="250850" y="5000"/>
                    </a:lnTo>
                    <a:lnTo>
                      <a:pt x="250850" y="5850"/>
                    </a:lnTo>
                    <a:lnTo>
                      <a:pt x="250000" y="5850"/>
                    </a:lnTo>
                    <a:close/>
                    <a:moveTo>
                      <a:pt x="252500" y="7500"/>
                    </a:moveTo>
                    <a:lnTo>
                      <a:pt x="253200" y="7500"/>
                    </a:lnTo>
                    <a:lnTo>
                      <a:pt x="253200" y="8200"/>
                    </a:lnTo>
                    <a:lnTo>
                      <a:pt x="252500" y="8200"/>
                    </a:lnTo>
                    <a:close/>
                    <a:moveTo>
                      <a:pt x="255000" y="5000"/>
                    </a:moveTo>
                    <a:lnTo>
                      <a:pt x="255850" y="5000"/>
                    </a:lnTo>
                    <a:lnTo>
                      <a:pt x="255850" y="5850"/>
                    </a:lnTo>
                    <a:lnTo>
                      <a:pt x="255000" y="5850"/>
                    </a:lnTo>
                    <a:close/>
                    <a:moveTo>
                      <a:pt x="257500" y="7500"/>
                    </a:moveTo>
                    <a:lnTo>
                      <a:pt x="258200" y="7500"/>
                    </a:lnTo>
                    <a:lnTo>
                      <a:pt x="258200" y="8200"/>
                    </a:lnTo>
                    <a:lnTo>
                      <a:pt x="257500" y="8200"/>
                    </a:lnTo>
                    <a:close/>
                    <a:moveTo>
                      <a:pt x="260000" y="5000"/>
                    </a:moveTo>
                    <a:lnTo>
                      <a:pt x="260850" y="5000"/>
                    </a:lnTo>
                    <a:lnTo>
                      <a:pt x="260850" y="5850"/>
                    </a:lnTo>
                    <a:lnTo>
                      <a:pt x="260000" y="5850"/>
                    </a:lnTo>
                    <a:close/>
                    <a:moveTo>
                      <a:pt x="262500" y="7500"/>
                    </a:moveTo>
                    <a:lnTo>
                      <a:pt x="263200" y="7500"/>
                    </a:lnTo>
                    <a:lnTo>
                      <a:pt x="263200" y="8200"/>
                    </a:lnTo>
                    <a:lnTo>
                      <a:pt x="262500" y="8200"/>
                    </a:lnTo>
                    <a:close/>
                    <a:moveTo>
                      <a:pt x="265000" y="5000"/>
                    </a:moveTo>
                    <a:lnTo>
                      <a:pt x="265850" y="5000"/>
                    </a:lnTo>
                    <a:lnTo>
                      <a:pt x="265850" y="5850"/>
                    </a:lnTo>
                    <a:lnTo>
                      <a:pt x="265000" y="5850"/>
                    </a:lnTo>
                    <a:close/>
                    <a:moveTo>
                      <a:pt x="267500" y="7500"/>
                    </a:moveTo>
                    <a:lnTo>
                      <a:pt x="268200" y="7500"/>
                    </a:lnTo>
                    <a:lnTo>
                      <a:pt x="268200" y="8200"/>
                    </a:lnTo>
                    <a:lnTo>
                      <a:pt x="267500" y="8200"/>
                    </a:lnTo>
                    <a:close/>
                    <a:moveTo>
                      <a:pt x="270000" y="5000"/>
                    </a:moveTo>
                    <a:lnTo>
                      <a:pt x="270850" y="5000"/>
                    </a:lnTo>
                    <a:lnTo>
                      <a:pt x="270850" y="5850"/>
                    </a:lnTo>
                    <a:lnTo>
                      <a:pt x="270000" y="5850"/>
                    </a:lnTo>
                    <a:close/>
                    <a:moveTo>
                      <a:pt x="272500" y="7500"/>
                    </a:moveTo>
                    <a:lnTo>
                      <a:pt x="273200" y="7500"/>
                    </a:lnTo>
                    <a:lnTo>
                      <a:pt x="273200" y="8200"/>
                    </a:lnTo>
                    <a:lnTo>
                      <a:pt x="272500" y="8200"/>
                    </a:lnTo>
                    <a:close/>
                    <a:moveTo>
                      <a:pt x="275000" y="5000"/>
                    </a:moveTo>
                    <a:lnTo>
                      <a:pt x="275850" y="5000"/>
                    </a:lnTo>
                    <a:lnTo>
                      <a:pt x="275850" y="5850"/>
                    </a:lnTo>
                    <a:lnTo>
                      <a:pt x="275000" y="5850"/>
                    </a:lnTo>
                    <a:close/>
                    <a:moveTo>
                      <a:pt x="277500" y="7500"/>
                    </a:moveTo>
                    <a:lnTo>
                      <a:pt x="278200" y="7500"/>
                    </a:lnTo>
                    <a:lnTo>
                      <a:pt x="278200" y="8200"/>
                    </a:lnTo>
                    <a:lnTo>
                      <a:pt x="277500" y="8200"/>
                    </a:lnTo>
                    <a:close/>
                    <a:moveTo>
                      <a:pt x="280000" y="5000"/>
                    </a:moveTo>
                    <a:lnTo>
                      <a:pt x="280850" y="5000"/>
                    </a:lnTo>
                    <a:lnTo>
                      <a:pt x="280850" y="5850"/>
                    </a:lnTo>
                    <a:lnTo>
                      <a:pt x="280000" y="5850"/>
                    </a:lnTo>
                    <a:close/>
                    <a:moveTo>
                      <a:pt x="282500" y="7500"/>
                    </a:moveTo>
                    <a:lnTo>
                      <a:pt x="283200" y="7500"/>
                    </a:lnTo>
                    <a:lnTo>
                      <a:pt x="283200" y="8200"/>
                    </a:lnTo>
                    <a:lnTo>
                      <a:pt x="282500" y="8200"/>
                    </a:lnTo>
                    <a:close/>
                    <a:moveTo>
                      <a:pt x="285000" y="5000"/>
                    </a:moveTo>
                    <a:lnTo>
                      <a:pt x="285850" y="5000"/>
                    </a:lnTo>
                    <a:lnTo>
                      <a:pt x="285850" y="5850"/>
                    </a:lnTo>
                    <a:lnTo>
                      <a:pt x="285000" y="5850"/>
                    </a:lnTo>
                    <a:close/>
                    <a:moveTo>
                      <a:pt x="287500" y="7500"/>
                    </a:moveTo>
                    <a:lnTo>
                      <a:pt x="288200" y="7500"/>
                    </a:lnTo>
                    <a:lnTo>
                      <a:pt x="288200" y="8200"/>
                    </a:lnTo>
                    <a:lnTo>
                      <a:pt x="287500" y="8200"/>
                    </a:lnTo>
                    <a:close/>
                    <a:moveTo>
                      <a:pt x="0" y="10000"/>
                    </a:moveTo>
                    <a:lnTo>
                      <a:pt x="850" y="10000"/>
                    </a:lnTo>
                    <a:lnTo>
                      <a:pt x="850" y="10850"/>
                    </a:lnTo>
                    <a:lnTo>
                      <a:pt x="0" y="10850"/>
                    </a:lnTo>
                    <a:close/>
                    <a:moveTo>
                      <a:pt x="2500" y="12500"/>
                    </a:moveTo>
                    <a:lnTo>
                      <a:pt x="3200" y="12500"/>
                    </a:lnTo>
                    <a:lnTo>
                      <a:pt x="3200" y="13200"/>
                    </a:lnTo>
                    <a:lnTo>
                      <a:pt x="2500" y="13200"/>
                    </a:lnTo>
                    <a:close/>
                    <a:moveTo>
                      <a:pt x="5000" y="10000"/>
                    </a:moveTo>
                    <a:lnTo>
                      <a:pt x="5850" y="10000"/>
                    </a:lnTo>
                    <a:lnTo>
                      <a:pt x="5850" y="10850"/>
                    </a:lnTo>
                    <a:lnTo>
                      <a:pt x="5000" y="10850"/>
                    </a:lnTo>
                    <a:close/>
                    <a:moveTo>
                      <a:pt x="7500" y="12500"/>
                    </a:moveTo>
                    <a:lnTo>
                      <a:pt x="8200" y="12500"/>
                    </a:lnTo>
                    <a:lnTo>
                      <a:pt x="8200" y="13200"/>
                    </a:lnTo>
                    <a:lnTo>
                      <a:pt x="7500" y="13200"/>
                    </a:lnTo>
                    <a:close/>
                    <a:moveTo>
                      <a:pt x="10000" y="10000"/>
                    </a:moveTo>
                    <a:lnTo>
                      <a:pt x="10850" y="10000"/>
                    </a:lnTo>
                    <a:lnTo>
                      <a:pt x="10850" y="10850"/>
                    </a:lnTo>
                    <a:lnTo>
                      <a:pt x="10000" y="10850"/>
                    </a:lnTo>
                    <a:close/>
                    <a:moveTo>
                      <a:pt x="12500" y="12500"/>
                    </a:moveTo>
                    <a:lnTo>
                      <a:pt x="13200" y="12500"/>
                    </a:lnTo>
                    <a:lnTo>
                      <a:pt x="13200" y="13200"/>
                    </a:lnTo>
                    <a:lnTo>
                      <a:pt x="12500" y="13200"/>
                    </a:lnTo>
                    <a:close/>
                    <a:moveTo>
                      <a:pt x="15000" y="10000"/>
                    </a:moveTo>
                    <a:lnTo>
                      <a:pt x="15850" y="10000"/>
                    </a:lnTo>
                    <a:lnTo>
                      <a:pt x="15850" y="10850"/>
                    </a:lnTo>
                    <a:lnTo>
                      <a:pt x="15000" y="10850"/>
                    </a:lnTo>
                    <a:close/>
                    <a:moveTo>
                      <a:pt x="17500" y="12500"/>
                    </a:moveTo>
                    <a:lnTo>
                      <a:pt x="18200" y="12500"/>
                    </a:lnTo>
                    <a:lnTo>
                      <a:pt x="18200" y="13200"/>
                    </a:lnTo>
                    <a:lnTo>
                      <a:pt x="17500" y="13200"/>
                    </a:lnTo>
                    <a:close/>
                    <a:moveTo>
                      <a:pt x="20000" y="10000"/>
                    </a:moveTo>
                    <a:lnTo>
                      <a:pt x="20850" y="10000"/>
                    </a:lnTo>
                    <a:lnTo>
                      <a:pt x="20850" y="10850"/>
                    </a:lnTo>
                    <a:lnTo>
                      <a:pt x="20000" y="10850"/>
                    </a:lnTo>
                    <a:close/>
                    <a:moveTo>
                      <a:pt x="22500" y="12500"/>
                    </a:moveTo>
                    <a:lnTo>
                      <a:pt x="23200" y="12500"/>
                    </a:lnTo>
                    <a:lnTo>
                      <a:pt x="23200" y="13200"/>
                    </a:lnTo>
                    <a:lnTo>
                      <a:pt x="22500" y="13200"/>
                    </a:lnTo>
                    <a:close/>
                    <a:moveTo>
                      <a:pt x="25000" y="10000"/>
                    </a:moveTo>
                    <a:lnTo>
                      <a:pt x="25850" y="10000"/>
                    </a:lnTo>
                    <a:lnTo>
                      <a:pt x="25850" y="10850"/>
                    </a:lnTo>
                    <a:lnTo>
                      <a:pt x="25000" y="10850"/>
                    </a:lnTo>
                    <a:close/>
                    <a:moveTo>
                      <a:pt x="27500" y="12500"/>
                    </a:moveTo>
                    <a:lnTo>
                      <a:pt x="28200" y="12500"/>
                    </a:lnTo>
                    <a:lnTo>
                      <a:pt x="28200" y="13200"/>
                    </a:lnTo>
                    <a:lnTo>
                      <a:pt x="27500" y="13200"/>
                    </a:lnTo>
                    <a:close/>
                    <a:moveTo>
                      <a:pt x="30000" y="10000"/>
                    </a:moveTo>
                    <a:lnTo>
                      <a:pt x="30850" y="10000"/>
                    </a:lnTo>
                    <a:lnTo>
                      <a:pt x="30850" y="10850"/>
                    </a:lnTo>
                    <a:lnTo>
                      <a:pt x="30000" y="10850"/>
                    </a:lnTo>
                    <a:close/>
                    <a:moveTo>
                      <a:pt x="32500" y="12500"/>
                    </a:moveTo>
                    <a:lnTo>
                      <a:pt x="33200" y="12500"/>
                    </a:lnTo>
                    <a:lnTo>
                      <a:pt x="33200" y="13200"/>
                    </a:lnTo>
                    <a:lnTo>
                      <a:pt x="32500" y="13200"/>
                    </a:lnTo>
                    <a:close/>
                    <a:moveTo>
                      <a:pt x="35000" y="10000"/>
                    </a:moveTo>
                    <a:lnTo>
                      <a:pt x="35850" y="10000"/>
                    </a:lnTo>
                    <a:lnTo>
                      <a:pt x="35850" y="10850"/>
                    </a:lnTo>
                    <a:lnTo>
                      <a:pt x="35000" y="10850"/>
                    </a:lnTo>
                    <a:close/>
                    <a:moveTo>
                      <a:pt x="37500" y="12500"/>
                    </a:moveTo>
                    <a:lnTo>
                      <a:pt x="38200" y="12500"/>
                    </a:lnTo>
                    <a:lnTo>
                      <a:pt x="38200" y="13200"/>
                    </a:lnTo>
                    <a:lnTo>
                      <a:pt x="37500" y="13200"/>
                    </a:lnTo>
                    <a:close/>
                    <a:moveTo>
                      <a:pt x="40000" y="10000"/>
                    </a:moveTo>
                    <a:lnTo>
                      <a:pt x="40850" y="10000"/>
                    </a:lnTo>
                    <a:lnTo>
                      <a:pt x="40850" y="10850"/>
                    </a:lnTo>
                    <a:lnTo>
                      <a:pt x="40000" y="10850"/>
                    </a:lnTo>
                    <a:close/>
                    <a:moveTo>
                      <a:pt x="42500" y="12500"/>
                    </a:moveTo>
                    <a:lnTo>
                      <a:pt x="43200" y="12500"/>
                    </a:lnTo>
                    <a:lnTo>
                      <a:pt x="43200" y="13200"/>
                    </a:lnTo>
                    <a:lnTo>
                      <a:pt x="42500" y="13200"/>
                    </a:lnTo>
                    <a:close/>
                    <a:moveTo>
                      <a:pt x="45000" y="10000"/>
                    </a:moveTo>
                    <a:lnTo>
                      <a:pt x="45850" y="10000"/>
                    </a:lnTo>
                    <a:lnTo>
                      <a:pt x="45850" y="10850"/>
                    </a:lnTo>
                    <a:lnTo>
                      <a:pt x="45000" y="10850"/>
                    </a:lnTo>
                    <a:close/>
                    <a:moveTo>
                      <a:pt x="47500" y="12500"/>
                    </a:moveTo>
                    <a:lnTo>
                      <a:pt x="48200" y="12500"/>
                    </a:lnTo>
                    <a:lnTo>
                      <a:pt x="48200" y="13200"/>
                    </a:lnTo>
                    <a:lnTo>
                      <a:pt x="47500" y="13200"/>
                    </a:lnTo>
                    <a:close/>
                    <a:moveTo>
                      <a:pt x="50000" y="10000"/>
                    </a:moveTo>
                    <a:lnTo>
                      <a:pt x="50850" y="10000"/>
                    </a:lnTo>
                    <a:lnTo>
                      <a:pt x="50850" y="10850"/>
                    </a:lnTo>
                    <a:lnTo>
                      <a:pt x="50000" y="10850"/>
                    </a:lnTo>
                    <a:close/>
                    <a:moveTo>
                      <a:pt x="52500" y="12500"/>
                    </a:moveTo>
                    <a:lnTo>
                      <a:pt x="53200" y="12500"/>
                    </a:lnTo>
                    <a:lnTo>
                      <a:pt x="53200" y="13200"/>
                    </a:lnTo>
                    <a:lnTo>
                      <a:pt x="52500" y="13200"/>
                    </a:lnTo>
                    <a:close/>
                    <a:moveTo>
                      <a:pt x="55000" y="10000"/>
                    </a:moveTo>
                    <a:lnTo>
                      <a:pt x="55850" y="10000"/>
                    </a:lnTo>
                    <a:lnTo>
                      <a:pt x="55850" y="10850"/>
                    </a:lnTo>
                    <a:lnTo>
                      <a:pt x="55000" y="10850"/>
                    </a:lnTo>
                    <a:close/>
                    <a:moveTo>
                      <a:pt x="57500" y="12500"/>
                    </a:moveTo>
                    <a:lnTo>
                      <a:pt x="58200" y="12500"/>
                    </a:lnTo>
                    <a:lnTo>
                      <a:pt x="58200" y="13200"/>
                    </a:lnTo>
                    <a:lnTo>
                      <a:pt x="57500" y="13200"/>
                    </a:lnTo>
                    <a:close/>
                    <a:moveTo>
                      <a:pt x="60000" y="10000"/>
                    </a:moveTo>
                    <a:lnTo>
                      <a:pt x="60850" y="10000"/>
                    </a:lnTo>
                    <a:lnTo>
                      <a:pt x="60850" y="10850"/>
                    </a:lnTo>
                    <a:lnTo>
                      <a:pt x="60000" y="10850"/>
                    </a:lnTo>
                    <a:close/>
                    <a:moveTo>
                      <a:pt x="62500" y="12500"/>
                    </a:moveTo>
                    <a:lnTo>
                      <a:pt x="63200" y="12500"/>
                    </a:lnTo>
                    <a:lnTo>
                      <a:pt x="63200" y="13200"/>
                    </a:lnTo>
                    <a:lnTo>
                      <a:pt x="62500" y="13200"/>
                    </a:lnTo>
                    <a:close/>
                    <a:moveTo>
                      <a:pt x="65000" y="10000"/>
                    </a:moveTo>
                    <a:lnTo>
                      <a:pt x="65850" y="10000"/>
                    </a:lnTo>
                    <a:lnTo>
                      <a:pt x="65850" y="10850"/>
                    </a:lnTo>
                    <a:lnTo>
                      <a:pt x="65000" y="10850"/>
                    </a:lnTo>
                    <a:close/>
                    <a:moveTo>
                      <a:pt x="67500" y="12500"/>
                    </a:moveTo>
                    <a:lnTo>
                      <a:pt x="68200" y="12500"/>
                    </a:lnTo>
                    <a:lnTo>
                      <a:pt x="68200" y="13200"/>
                    </a:lnTo>
                    <a:lnTo>
                      <a:pt x="67500" y="13200"/>
                    </a:lnTo>
                    <a:close/>
                    <a:moveTo>
                      <a:pt x="70000" y="10000"/>
                    </a:moveTo>
                    <a:lnTo>
                      <a:pt x="70850" y="10000"/>
                    </a:lnTo>
                    <a:lnTo>
                      <a:pt x="70850" y="10850"/>
                    </a:lnTo>
                    <a:lnTo>
                      <a:pt x="70000" y="10850"/>
                    </a:lnTo>
                    <a:close/>
                    <a:moveTo>
                      <a:pt x="72500" y="12500"/>
                    </a:moveTo>
                    <a:lnTo>
                      <a:pt x="73200" y="12500"/>
                    </a:lnTo>
                    <a:lnTo>
                      <a:pt x="73200" y="13200"/>
                    </a:lnTo>
                    <a:lnTo>
                      <a:pt x="72500" y="13200"/>
                    </a:lnTo>
                    <a:close/>
                    <a:moveTo>
                      <a:pt x="75000" y="10000"/>
                    </a:moveTo>
                    <a:lnTo>
                      <a:pt x="75850" y="10000"/>
                    </a:lnTo>
                    <a:lnTo>
                      <a:pt x="75850" y="10850"/>
                    </a:lnTo>
                    <a:lnTo>
                      <a:pt x="75000" y="10850"/>
                    </a:lnTo>
                    <a:close/>
                    <a:moveTo>
                      <a:pt x="77500" y="12500"/>
                    </a:moveTo>
                    <a:lnTo>
                      <a:pt x="78200" y="12500"/>
                    </a:lnTo>
                    <a:lnTo>
                      <a:pt x="78200" y="13200"/>
                    </a:lnTo>
                    <a:lnTo>
                      <a:pt x="77500" y="13200"/>
                    </a:lnTo>
                    <a:close/>
                    <a:moveTo>
                      <a:pt x="80000" y="10000"/>
                    </a:moveTo>
                    <a:lnTo>
                      <a:pt x="80850" y="10000"/>
                    </a:lnTo>
                    <a:lnTo>
                      <a:pt x="80850" y="10850"/>
                    </a:lnTo>
                    <a:lnTo>
                      <a:pt x="80000" y="10850"/>
                    </a:lnTo>
                    <a:close/>
                    <a:moveTo>
                      <a:pt x="82500" y="12500"/>
                    </a:moveTo>
                    <a:lnTo>
                      <a:pt x="83200" y="12500"/>
                    </a:lnTo>
                    <a:lnTo>
                      <a:pt x="83200" y="13200"/>
                    </a:lnTo>
                    <a:lnTo>
                      <a:pt x="82500" y="13200"/>
                    </a:lnTo>
                    <a:close/>
                    <a:moveTo>
                      <a:pt x="85000" y="10000"/>
                    </a:moveTo>
                    <a:lnTo>
                      <a:pt x="85850" y="10000"/>
                    </a:lnTo>
                    <a:lnTo>
                      <a:pt x="85850" y="10850"/>
                    </a:lnTo>
                    <a:lnTo>
                      <a:pt x="85000" y="10850"/>
                    </a:lnTo>
                    <a:close/>
                    <a:moveTo>
                      <a:pt x="87500" y="12500"/>
                    </a:moveTo>
                    <a:lnTo>
                      <a:pt x="88200" y="12500"/>
                    </a:lnTo>
                    <a:lnTo>
                      <a:pt x="88200" y="13200"/>
                    </a:lnTo>
                    <a:lnTo>
                      <a:pt x="87500" y="13200"/>
                    </a:lnTo>
                    <a:close/>
                    <a:moveTo>
                      <a:pt x="90000" y="10000"/>
                    </a:moveTo>
                    <a:lnTo>
                      <a:pt x="90850" y="10000"/>
                    </a:lnTo>
                    <a:lnTo>
                      <a:pt x="90850" y="10850"/>
                    </a:lnTo>
                    <a:lnTo>
                      <a:pt x="90000" y="10850"/>
                    </a:lnTo>
                    <a:close/>
                    <a:moveTo>
                      <a:pt x="92500" y="12500"/>
                    </a:moveTo>
                    <a:lnTo>
                      <a:pt x="93200" y="12500"/>
                    </a:lnTo>
                    <a:lnTo>
                      <a:pt x="93200" y="13200"/>
                    </a:lnTo>
                    <a:lnTo>
                      <a:pt x="92500" y="13200"/>
                    </a:lnTo>
                    <a:close/>
                    <a:moveTo>
                      <a:pt x="95000" y="10000"/>
                    </a:moveTo>
                    <a:lnTo>
                      <a:pt x="95850" y="10000"/>
                    </a:lnTo>
                    <a:lnTo>
                      <a:pt x="95850" y="10850"/>
                    </a:lnTo>
                    <a:lnTo>
                      <a:pt x="95000" y="10850"/>
                    </a:lnTo>
                    <a:close/>
                    <a:moveTo>
                      <a:pt x="97500" y="12500"/>
                    </a:moveTo>
                    <a:lnTo>
                      <a:pt x="98200" y="12500"/>
                    </a:lnTo>
                    <a:lnTo>
                      <a:pt x="98200" y="13200"/>
                    </a:lnTo>
                    <a:lnTo>
                      <a:pt x="97500" y="13200"/>
                    </a:lnTo>
                    <a:close/>
                    <a:moveTo>
                      <a:pt x="100000" y="10000"/>
                    </a:moveTo>
                    <a:lnTo>
                      <a:pt x="100850" y="10000"/>
                    </a:lnTo>
                    <a:lnTo>
                      <a:pt x="100850" y="10850"/>
                    </a:lnTo>
                    <a:lnTo>
                      <a:pt x="100000" y="10850"/>
                    </a:lnTo>
                    <a:close/>
                    <a:moveTo>
                      <a:pt x="102500" y="12500"/>
                    </a:moveTo>
                    <a:lnTo>
                      <a:pt x="103200" y="12500"/>
                    </a:lnTo>
                    <a:lnTo>
                      <a:pt x="103200" y="13200"/>
                    </a:lnTo>
                    <a:lnTo>
                      <a:pt x="102500" y="13200"/>
                    </a:lnTo>
                    <a:close/>
                    <a:moveTo>
                      <a:pt x="105000" y="10000"/>
                    </a:moveTo>
                    <a:lnTo>
                      <a:pt x="105850" y="10000"/>
                    </a:lnTo>
                    <a:lnTo>
                      <a:pt x="105850" y="10850"/>
                    </a:lnTo>
                    <a:lnTo>
                      <a:pt x="105000" y="10850"/>
                    </a:lnTo>
                    <a:close/>
                    <a:moveTo>
                      <a:pt x="107500" y="12500"/>
                    </a:moveTo>
                    <a:lnTo>
                      <a:pt x="108200" y="12500"/>
                    </a:lnTo>
                    <a:lnTo>
                      <a:pt x="108200" y="13200"/>
                    </a:lnTo>
                    <a:lnTo>
                      <a:pt x="107500" y="13200"/>
                    </a:lnTo>
                    <a:close/>
                    <a:moveTo>
                      <a:pt x="110000" y="10000"/>
                    </a:moveTo>
                    <a:lnTo>
                      <a:pt x="110850" y="10000"/>
                    </a:lnTo>
                    <a:lnTo>
                      <a:pt x="110850" y="10850"/>
                    </a:lnTo>
                    <a:lnTo>
                      <a:pt x="110000" y="10850"/>
                    </a:lnTo>
                    <a:close/>
                    <a:moveTo>
                      <a:pt x="112500" y="12500"/>
                    </a:moveTo>
                    <a:lnTo>
                      <a:pt x="113200" y="12500"/>
                    </a:lnTo>
                    <a:lnTo>
                      <a:pt x="113200" y="13200"/>
                    </a:lnTo>
                    <a:lnTo>
                      <a:pt x="112500" y="13200"/>
                    </a:lnTo>
                    <a:close/>
                    <a:moveTo>
                      <a:pt x="115000" y="10000"/>
                    </a:moveTo>
                    <a:lnTo>
                      <a:pt x="115850" y="10000"/>
                    </a:lnTo>
                    <a:lnTo>
                      <a:pt x="115850" y="10850"/>
                    </a:lnTo>
                    <a:lnTo>
                      <a:pt x="115000" y="10850"/>
                    </a:lnTo>
                    <a:close/>
                    <a:moveTo>
                      <a:pt x="117500" y="12500"/>
                    </a:moveTo>
                    <a:lnTo>
                      <a:pt x="118200" y="12500"/>
                    </a:lnTo>
                    <a:lnTo>
                      <a:pt x="118200" y="13200"/>
                    </a:lnTo>
                    <a:lnTo>
                      <a:pt x="117500" y="13200"/>
                    </a:lnTo>
                    <a:close/>
                    <a:moveTo>
                      <a:pt x="120000" y="10000"/>
                    </a:moveTo>
                    <a:lnTo>
                      <a:pt x="120850" y="10000"/>
                    </a:lnTo>
                    <a:lnTo>
                      <a:pt x="120850" y="10850"/>
                    </a:lnTo>
                    <a:lnTo>
                      <a:pt x="120000" y="10850"/>
                    </a:lnTo>
                    <a:close/>
                    <a:moveTo>
                      <a:pt x="122500" y="12500"/>
                    </a:moveTo>
                    <a:lnTo>
                      <a:pt x="123200" y="12500"/>
                    </a:lnTo>
                    <a:lnTo>
                      <a:pt x="123200" y="13200"/>
                    </a:lnTo>
                    <a:lnTo>
                      <a:pt x="122500" y="13200"/>
                    </a:lnTo>
                    <a:close/>
                    <a:moveTo>
                      <a:pt x="125000" y="10000"/>
                    </a:moveTo>
                    <a:lnTo>
                      <a:pt x="125850" y="10000"/>
                    </a:lnTo>
                    <a:lnTo>
                      <a:pt x="125850" y="10850"/>
                    </a:lnTo>
                    <a:lnTo>
                      <a:pt x="125000" y="10850"/>
                    </a:lnTo>
                    <a:close/>
                    <a:moveTo>
                      <a:pt x="127500" y="12500"/>
                    </a:moveTo>
                    <a:lnTo>
                      <a:pt x="128200" y="12500"/>
                    </a:lnTo>
                    <a:lnTo>
                      <a:pt x="128200" y="13200"/>
                    </a:lnTo>
                    <a:lnTo>
                      <a:pt x="127500" y="13200"/>
                    </a:lnTo>
                    <a:close/>
                    <a:moveTo>
                      <a:pt x="130000" y="10000"/>
                    </a:moveTo>
                    <a:lnTo>
                      <a:pt x="130850" y="10000"/>
                    </a:lnTo>
                    <a:lnTo>
                      <a:pt x="130850" y="10850"/>
                    </a:lnTo>
                    <a:lnTo>
                      <a:pt x="130000" y="10850"/>
                    </a:lnTo>
                    <a:close/>
                    <a:moveTo>
                      <a:pt x="132500" y="12500"/>
                    </a:moveTo>
                    <a:lnTo>
                      <a:pt x="133200" y="12500"/>
                    </a:lnTo>
                    <a:lnTo>
                      <a:pt x="133200" y="13200"/>
                    </a:lnTo>
                    <a:lnTo>
                      <a:pt x="132500" y="13200"/>
                    </a:lnTo>
                    <a:close/>
                    <a:moveTo>
                      <a:pt x="135000" y="10000"/>
                    </a:moveTo>
                    <a:lnTo>
                      <a:pt x="135850" y="10000"/>
                    </a:lnTo>
                    <a:lnTo>
                      <a:pt x="135850" y="10850"/>
                    </a:lnTo>
                    <a:lnTo>
                      <a:pt x="135000" y="10850"/>
                    </a:lnTo>
                    <a:close/>
                    <a:moveTo>
                      <a:pt x="137500" y="12500"/>
                    </a:moveTo>
                    <a:lnTo>
                      <a:pt x="138200" y="12500"/>
                    </a:lnTo>
                    <a:lnTo>
                      <a:pt x="138200" y="13200"/>
                    </a:lnTo>
                    <a:lnTo>
                      <a:pt x="137500" y="13200"/>
                    </a:lnTo>
                    <a:close/>
                    <a:moveTo>
                      <a:pt x="140000" y="10000"/>
                    </a:moveTo>
                    <a:lnTo>
                      <a:pt x="140850" y="10000"/>
                    </a:lnTo>
                    <a:lnTo>
                      <a:pt x="140850" y="10850"/>
                    </a:lnTo>
                    <a:lnTo>
                      <a:pt x="140000" y="10850"/>
                    </a:lnTo>
                    <a:close/>
                    <a:moveTo>
                      <a:pt x="142500" y="12500"/>
                    </a:moveTo>
                    <a:lnTo>
                      <a:pt x="143200" y="12500"/>
                    </a:lnTo>
                    <a:lnTo>
                      <a:pt x="143200" y="13200"/>
                    </a:lnTo>
                    <a:lnTo>
                      <a:pt x="142500" y="13200"/>
                    </a:lnTo>
                    <a:close/>
                    <a:moveTo>
                      <a:pt x="145000" y="10000"/>
                    </a:moveTo>
                    <a:lnTo>
                      <a:pt x="145850" y="10000"/>
                    </a:lnTo>
                    <a:lnTo>
                      <a:pt x="145850" y="10850"/>
                    </a:lnTo>
                    <a:lnTo>
                      <a:pt x="145000" y="10850"/>
                    </a:lnTo>
                    <a:close/>
                    <a:moveTo>
                      <a:pt x="147500" y="12500"/>
                    </a:moveTo>
                    <a:lnTo>
                      <a:pt x="148200" y="12500"/>
                    </a:lnTo>
                    <a:lnTo>
                      <a:pt x="148200" y="13200"/>
                    </a:lnTo>
                    <a:lnTo>
                      <a:pt x="147500" y="13200"/>
                    </a:lnTo>
                    <a:close/>
                    <a:moveTo>
                      <a:pt x="150000" y="10000"/>
                    </a:moveTo>
                    <a:lnTo>
                      <a:pt x="150850" y="10000"/>
                    </a:lnTo>
                    <a:lnTo>
                      <a:pt x="150850" y="10850"/>
                    </a:lnTo>
                    <a:lnTo>
                      <a:pt x="150000" y="10850"/>
                    </a:lnTo>
                    <a:close/>
                    <a:moveTo>
                      <a:pt x="152500" y="12500"/>
                    </a:moveTo>
                    <a:lnTo>
                      <a:pt x="153200" y="12500"/>
                    </a:lnTo>
                    <a:lnTo>
                      <a:pt x="153200" y="13200"/>
                    </a:lnTo>
                    <a:lnTo>
                      <a:pt x="152500" y="13200"/>
                    </a:lnTo>
                    <a:close/>
                    <a:moveTo>
                      <a:pt x="155000" y="10000"/>
                    </a:moveTo>
                    <a:lnTo>
                      <a:pt x="155850" y="10000"/>
                    </a:lnTo>
                    <a:lnTo>
                      <a:pt x="155850" y="10850"/>
                    </a:lnTo>
                    <a:lnTo>
                      <a:pt x="155000" y="10850"/>
                    </a:lnTo>
                    <a:close/>
                    <a:moveTo>
                      <a:pt x="157500" y="12500"/>
                    </a:moveTo>
                    <a:lnTo>
                      <a:pt x="158200" y="12500"/>
                    </a:lnTo>
                    <a:lnTo>
                      <a:pt x="158200" y="13200"/>
                    </a:lnTo>
                    <a:lnTo>
                      <a:pt x="157500" y="13200"/>
                    </a:lnTo>
                    <a:close/>
                    <a:moveTo>
                      <a:pt x="160000" y="10000"/>
                    </a:moveTo>
                    <a:lnTo>
                      <a:pt x="160850" y="10000"/>
                    </a:lnTo>
                    <a:lnTo>
                      <a:pt x="160850" y="10850"/>
                    </a:lnTo>
                    <a:lnTo>
                      <a:pt x="160000" y="10850"/>
                    </a:lnTo>
                    <a:close/>
                    <a:moveTo>
                      <a:pt x="162500" y="12500"/>
                    </a:moveTo>
                    <a:lnTo>
                      <a:pt x="163200" y="12500"/>
                    </a:lnTo>
                    <a:lnTo>
                      <a:pt x="163200" y="13200"/>
                    </a:lnTo>
                    <a:lnTo>
                      <a:pt x="162500" y="13200"/>
                    </a:lnTo>
                    <a:close/>
                    <a:moveTo>
                      <a:pt x="165000" y="10000"/>
                    </a:moveTo>
                    <a:lnTo>
                      <a:pt x="165850" y="10000"/>
                    </a:lnTo>
                    <a:lnTo>
                      <a:pt x="165850" y="10850"/>
                    </a:lnTo>
                    <a:lnTo>
                      <a:pt x="165000" y="10850"/>
                    </a:lnTo>
                    <a:close/>
                    <a:moveTo>
                      <a:pt x="167500" y="12500"/>
                    </a:moveTo>
                    <a:lnTo>
                      <a:pt x="168200" y="12500"/>
                    </a:lnTo>
                    <a:lnTo>
                      <a:pt x="168200" y="13200"/>
                    </a:lnTo>
                    <a:lnTo>
                      <a:pt x="167500" y="13200"/>
                    </a:lnTo>
                    <a:close/>
                    <a:moveTo>
                      <a:pt x="170000" y="10000"/>
                    </a:moveTo>
                    <a:lnTo>
                      <a:pt x="170850" y="10000"/>
                    </a:lnTo>
                    <a:lnTo>
                      <a:pt x="170850" y="10850"/>
                    </a:lnTo>
                    <a:lnTo>
                      <a:pt x="170000" y="10850"/>
                    </a:lnTo>
                    <a:close/>
                    <a:moveTo>
                      <a:pt x="172500" y="12500"/>
                    </a:moveTo>
                    <a:lnTo>
                      <a:pt x="173200" y="12500"/>
                    </a:lnTo>
                    <a:lnTo>
                      <a:pt x="173200" y="13200"/>
                    </a:lnTo>
                    <a:lnTo>
                      <a:pt x="172500" y="13200"/>
                    </a:lnTo>
                    <a:close/>
                    <a:moveTo>
                      <a:pt x="175000" y="10000"/>
                    </a:moveTo>
                    <a:lnTo>
                      <a:pt x="175850" y="10000"/>
                    </a:lnTo>
                    <a:lnTo>
                      <a:pt x="175850" y="10850"/>
                    </a:lnTo>
                    <a:lnTo>
                      <a:pt x="175000" y="10850"/>
                    </a:lnTo>
                    <a:close/>
                    <a:moveTo>
                      <a:pt x="177500" y="12500"/>
                    </a:moveTo>
                    <a:lnTo>
                      <a:pt x="178200" y="12500"/>
                    </a:lnTo>
                    <a:lnTo>
                      <a:pt x="178200" y="13200"/>
                    </a:lnTo>
                    <a:lnTo>
                      <a:pt x="177500" y="13200"/>
                    </a:lnTo>
                    <a:close/>
                    <a:moveTo>
                      <a:pt x="180000" y="10000"/>
                    </a:moveTo>
                    <a:lnTo>
                      <a:pt x="180850" y="10000"/>
                    </a:lnTo>
                    <a:lnTo>
                      <a:pt x="180850" y="10850"/>
                    </a:lnTo>
                    <a:lnTo>
                      <a:pt x="180000" y="10850"/>
                    </a:lnTo>
                    <a:close/>
                    <a:moveTo>
                      <a:pt x="182500" y="12500"/>
                    </a:moveTo>
                    <a:lnTo>
                      <a:pt x="183200" y="12500"/>
                    </a:lnTo>
                    <a:lnTo>
                      <a:pt x="183200" y="13200"/>
                    </a:lnTo>
                    <a:lnTo>
                      <a:pt x="182500" y="13200"/>
                    </a:lnTo>
                    <a:close/>
                    <a:moveTo>
                      <a:pt x="185000" y="10000"/>
                    </a:moveTo>
                    <a:lnTo>
                      <a:pt x="185850" y="10000"/>
                    </a:lnTo>
                    <a:lnTo>
                      <a:pt x="185850" y="10850"/>
                    </a:lnTo>
                    <a:lnTo>
                      <a:pt x="185000" y="10850"/>
                    </a:lnTo>
                    <a:close/>
                    <a:moveTo>
                      <a:pt x="187500" y="12500"/>
                    </a:moveTo>
                    <a:lnTo>
                      <a:pt x="188200" y="12500"/>
                    </a:lnTo>
                    <a:lnTo>
                      <a:pt x="188200" y="13200"/>
                    </a:lnTo>
                    <a:lnTo>
                      <a:pt x="187500" y="13200"/>
                    </a:lnTo>
                    <a:close/>
                    <a:moveTo>
                      <a:pt x="190000" y="10000"/>
                    </a:moveTo>
                    <a:lnTo>
                      <a:pt x="190850" y="10000"/>
                    </a:lnTo>
                    <a:lnTo>
                      <a:pt x="190850" y="10850"/>
                    </a:lnTo>
                    <a:lnTo>
                      <a:pt x="190000" y="10850"/>
                    </a:lnTo>
                    <a:close/>
                    <a:moveTo>
                      <a:pt x="192500" y="12500"/>
                    </a:moveTo>
                    <a:lnTo>
                      <a:pt x="193200" y="12500"/>
                    </a:lnTo>
                    <a:lnTo>
                      <a:pt x="193200" y="13200"/>
                    </a:lnTo>
                    <a:lnTo>
                      <a:pt x="192500" y="13200"/>
                    </a:lnTo>
                    <a:close/>
                    <a:moveTo>
                      <a:pt x="195000" y="10000"/>
                    </a:moveTo>
                    <a:lnTo>
                      <a:pt x="195850" y="10000"/>
                    </a:lnTo>
                    <a:lnTo>
                      <a:pt x="195850" y="10850"/>
                    </a:lnTo>
                    <a:lnTo>
                      <a:pt x="195000" y="10850"/>
                    </a:lnTo>
                    <a:close/>
                    <a:moveTo>
                      <a:pt x="197500" y="12500"/>
                    </a:moveTo>
                    <a:lnTo>
                      <a:pt x="198200" y="12500"/>
                    </a:lnTo>
                    <a:lnTo>
                      <a:pt x="198200" y="13200"/>
                    </a:lnTo>
                    <a:lnTo>
                      <a:pt x="197500" y="13200"/>
                    </a:lnTo>
                    <a:close/>
                    <a:moveTo>
                      <a:pt x="200000" y="10000"/>
                    </a:moveTo>
                    <a:lnTo>
                      <a:pt x="200850" y="10000"/>
                    </a:lnTo>
                    <a:lnTo>
                      <a:pt x="200850" y="10850"/>
                    </a:lnTo>
                    <a:lnTo>
                      <a:pt x="200000" y="10850"/>
                    </a:lnTo>
                    <a:close/>
                    <a:moveTo>
                      <a:pt x="202500" y="12500"/>
                    </a:moveTo>
                    <a:lnTo>
                      <a:pt x="203200" y="12500"/>
                    </a:lnTo>
                    <a:lnTo>
                      <a:pt x="203200" y="13200"/>
                    </a:lnTo>
                    <a:lnTo>
                      <a:pt x="202500" y="13200"/>
                    </a:lnTo>
                    <a:close/>
                    <a:moveTo>
                      <a:pt x="205000" y="10000"/>
                    </a:moveTo>
                    <a:lnTo>
                      <a:pt x="205850" y="10000"/>
                    </a:lnTo>
                    <a:lnTo>
                      <a:pt x="205850" y="10850"/>
                    </a:lnTo>
                    <a:lnTo>
                      <a:pt x="205000" y="10850"/>
                    </a:lnTo>
                    <a:close/>
                    <a:moveTo>
                      <a:pt x="207500" y="12500"/>
                    </a:moveTo>
                    <a:lnTo>
                      <a:pt x="208200" y="12500"/>
                    </a:lnTo>
                    <a:lnTo>
                      <a:pt x="208200" y="13200"/>
                    </a:lnTo>
                    <a:lnTo>
                      <a:pt x="207500" y="13200"/>
                    </a:lnTo>
                    <a:close/>
                    <a:moveTo>
                      <a:pt x="210000" y="10000"/>
                    </a:moveTo>
                    <a:lnTo>
                      <a:pt x="210850" y="10000"/>
                    </a:lnTo>
                    <a:lnTo>
                      <a:pt x="210850" y="10850"/>
                    </a:lnTo>
                    <a:lnTo>
                      <a:pt x="210000" y="10850"/>
                    </a:lnTo>
                    <a:close/>
                    <a:moveTo>
                      <a:pt x="212500" y="12500"/>
                    </a:moveTo>
                    <a:lnTo>
                      <a:pt x="213200" y="12500"/>
                    </a:lnTo>
                    <a:lnTo>
                      <a:pt x="213200" y="13200"/>
                    </a:lnTo>
                    <a:lnTo>
                      <a:pt x="212500" y="13200"/>
                    </a:lnTo>
                    <a:close/>
                    <a:moveTo>
                      <a:pt x="215000" y="10000"/>
                    </a:moveTo>
                    <a:lnTo>
                      <a:pt x="215850" y="10000"/>
                    </a:lnTo>
                    <a:lnTo>
                      <a:pt x="215850" y="10850"/>
                    </a:lnTo>
                    <a:lnTo>
                      <a:pt x="215000" y="10850"/>
                    </a:lnTo>
                    <a:close/>
                    <a:moveTo>
                      <a:pt x="217500" y="12500"/>
                    </a:moveTo>
                    <a:lnTo>
                      <a:pt x="218200" y="12500"/>
                    </a:lnTo>
                    <a:lnTo>
                      <a:pt x="218200" y="13200"/>
                    </a:lnTo>
                    <a:lnTo>
                      <a:pt x="217500" y="13200"/>
                    </a:lnTo>
                    <a:close/>
                    <a:moveTo>
                      <a:pt x="220000" y="10000"/>
                    </a:moveTo>
                    <a:lnTo>
                      <a:pt x="220850" y="10000"/>
                    </a:lnTo>
                    <a:lnTo>
                      <a:pt x="220850" y="10850"/>
                    </a:lnTo>
                    <a:lnTo>
                      <a:pt x="220000" y="10850"/>
                    </a:lnTo>
                    <a:close/>
                    <a:moveTo>
                      <a:pt x="222500" y="12500"/>
                    </a:moveTo>
                    <a:lnTo>
                      <a:pt x="223200" y="12500"/>
                    </a:lnTo>
                    <a:lnTo>
                      <a:pt x="223200" y="13200"/>
                    </a:lnTo>
                    <a:lnTo>
                      <a:pt x="222500" y="13200"/>
                    </a:lnTo>
                    <a:close/>
                    <a:moveTo>
                      <a:pt x="225000" y="10000"/>
                    </a:moveTo>
                    <a:lnTo>
                      <a:pt x="225850" y="10000"/>
                    </a:lnTo>
                    <a:lnTo>
                      <a:pt x="225850" y="10850"/>
                    </a:lnTo>
                    <a:lnTo>
                      <a:pt x="225000" y="10850"/>
                    </a:lnTo>
                    <a:close/>
                    <a:moveTo>
                      <a:pt x="227500" y="12500"/>
                    </a:moveTo>
                    <a:lnTo>
                      <a:pt x="228200" y="12500"/>
                    </a:lnTo>
                    <a:lnTo>
                      <a:pt x="228200" y="13200"/>
                    </a:lnTo>
                    <a:lnTo>
                      <a:pt x="227500" y="13200"/>
                    </a:lnTo>
                    <a:close/>
                    <a:moveTo>
                      <a:pt x="230000" y="10000"/>
                    </a:moveTo>
                    <a:lnTo>
                      <a:pt x="230850" y="10000"/>
                    </a:lnTo>
                    <a:lnTo>
                      <a:pt x="230850" y="10850"/>
                    </a:lnTo>
                    <a:lnTo>
                      <a:pt x="230000" y="10850"/>
                    </a:lnTo>
                    <a:close/>
                    <a:moveTo>
                      <a:pt x="232500" y="12500"/>
                    </a:moveTo>
                    <a:lnTo>
                      <a:pt x="233200" y="12500"/>
                    </a:lnTo>
                    <a:lnTo>
                      <a:pt x="233200" y="13200"/>
                    </a:lnTo>
                    <a:lnTo>
                      <a:pt x="232500" y="13200"/>
                    </a:lnTo>
                    <a:close/>
                    <a:moveTo>
                      <a:pt x="235000" y="10000"/>
                    </a:moveTo>
                    <a:lnTo>
                      <a:pt x="235850" y="10000"/>
                    </a:lnTo>
                    <a:lnTo>
                      <a:pt x="235850" y="10850"/>
                    </a:lnTo>
                    <a:lnTo>
                      <a:pt x="235000" y="10850"/>
                    </a:lnTo>
                    <a:close/>
                    <a:moveTo>
                      <a:pt x="237500" y="12500"/>
                    </a:moveTo>
                    <a:lnTo>
                      <a:pt x="238200" y="12500"/>
                    </a:lnTo>
                    <a:lnTo>
                      <a:pt x="238200" y="13200"/>
                    </a:lnTo>
                    <a:lnTo>
                      <a:pt x="237500" y="13200"/>
                    </a:lnTo>
                    <a:close/>
                    <a:moveTo>
                      <a:pt x="240000" y="10000"/>
                    </a:moveTo>
                    <a:lnTo>
                      <a:pt x="240850" y="10000"/>
                    </a:lnTo>
                    <a:lnTo>
                      <a:pt x="240850" y="10850"/>
                    </a:lnTo>
                    <a:lnTo>
                      <a:pt x="240000" y="10850"/>
                    </a:lnTo>
                    <a:close/>
                    <a:moveTo>
                      <a:pt x="242500" y="12500"/>
                    </a:moveTo>
                    <a:lnTo>
                      <a:pt x="243200" y="12500"/>
                    </a:lnTo>
                    <a:lnTo>
                      <a:pt x="243200" y="13200"/>
                    </a:lnTo>
                    <a:lnTo>
                      <a:pt x="242500" y="13200"/>
                    </a:lnTo>
                    <a:close/>
                    <a:moveTo>
                      <a:pt x="245000" y="10000"/>
                    </a:moveTo>
                    <a:lnTo>
                      <a:pt x="245850" y="10000"/>
                    </a:lnTo>
                    <a:lnTo>
                      <a:pt x="245850" y="10850"/>
                    </a:lnTo>
                    <a:lnTo>
                      <a:pt x="245000" y="10850"/>
                    </a:lnTo>
                    <a:close/>
                    <a:moveTo>
                      <a:pt x="247500" y="12500"/>
                    </a:moveTo>
                    <a:lnTo>
                      <a:pt x="248200" y="12500"/>
                    </a:lnTo>
                    <a:lnTo>
                      <a:pt x="248200" y="13200"/>
                    </a:lnTo>
                    <a:lnTo>
                      <a:pt x="247500" y="13200"/>
                    </a:lnTo>
                    <a:close/>
                    <a:moveTo>
                      <a:pt x="250000" y="10000"/>
                    </a:moveTo>
                    <a:lnTo>
                      <a:pt x="250850" y="10000"/>
                    </a:lnTo>
                    <a:lnTo>
                      <a:pt x="250850" y="10850"/>
                    </a:lnTo>
                    <a:lnTo>
                      <a:pt x="250000" y="10850"/>
                    </a:lnTo>
                    <a:close/>
                    <a:moveTo>
                      <a:pt x="252500" y="12500"/>
                    </a:moveTo>
                    <a:lnTo>
                      <a:pt x="253200" y="12500"/>
                    </a:lnTo>
                    <a:lnTo>
                      <a:pt x="253200" y="13200"/>
                    </a:lnTo>
                    <a:lnTo>
                      <a:pt x="252500" y="13200"/>
                    </a:lnTo>
                    <a:close/>
                    <a:moveTo>
                      <a:pt x="255000" y="10000"/>
                    </a:moveTo>
                    <a:lnTo>
                      <a:pt x="255850" y="10000"/>
                    </a:lnTo>
                    <a:lnTo>
                      <a:pt x="255850" y="10850"/>
                    </a:lnTo>
                    <a:lnTo>
                      <a:pt x="255000" y="10850"/>
                    </a:lnTo>
                    <a:close/>
                    <a:moveTo>
                      <a:pt x="257500" y="12500"/>
                    </a:moveTo>
                    <a:lnTo>
                      <a:pt x="258200" y="12500"/>
                    </a:lnTo>
                    <a:lnTo>
                      <a:pt x="258200" y="13200"/>
                    </a:lnTo>
                    <a:lnTo>
                      <a:pt x="257500" y="13200"/>
                    </a:lnTo>
                    <a:close/>
                    <a:moveTo>
                      <a:pt x="260000" y="10000"/>
                    </a:moveTo>
                    <a:lnTo>
                      <a:pt x="260850" y="10000"/>
                    </a:lnTo>
                    <a:lnTo>
                      <a:pt x="260850" y="10850"/>
                    </a:lnTo>
                    <a:lnTo>
                      <a:pt x="260000" y="10850"/>
                    </a:lnTo>
                    <a:close/>
                    <a:moveTo>
                      <a:pt x="262500" y="12500"/>
                    </a:moveTo>
                    <a:lnTo>
                      <a:pt x="263200" y="12500"/>
                    </a:lnTo>
                    <a:lnTo>
                      <a:pt x="263200" y="13200"/>
                    </a:lnTo>
                    <a:lnTo>
                      <a:pt x="262500" y="13200"/>
                    </a:lnTo>
                    <a:close/>
                    <a:moveTo>
                      <a:pt x="265000" y="10000"/>
                    </a:moveTo>
                    <a:lnTo>
                      <a:pt x="265850" y="10000"/>
                    </a:lnTo>
                    <a:lnTo>
                      <a:pt x="265850" y="10850"/>
                    </a:lnTo>
                    <a:lnTo>
                      <a:pt x="265000" y="10850"/>
                    </a:lnTo>
                    <a:close/>
                    <a:moveTo>
                      <a:pt x="267500" y="12500"/>
                    </a:moveTo>
                    <a:lnTo>
                      <a:pt x="268200" y="12500"/>
                    </a:lnTo>
                    <a:lnTo>
                      <a:pt x="268200" y="13200"/>
                    </a:lnTo>
                    <a:lnTo>
                      <a:pt x="267500" y="13200"/>
                    </a:lnTo>
                    <a:close/>
                    <a:moveTo>
                      <a:pt x="270000" y="10000"/>
                    </a:moveTo>
                    <a:lnTo>
                      <a:pt x="270850" y="10000"/>
                    </a:lnTo>
                    <a:lnTo>
                      <a:pt x="270850" y="10850"/>
                    </a:lnTo>
                    <a:lnTo>
                      <a:pt x="270000" y="10850"/>
                    </a:lnTo>
                    <a:close/>
                    <a:moveTo>
                      <a:pt x="272500" y="12500"/>
                    </a:moveTo>
                    <a:lnTo>
                      <a:pt x="273200" y="12500"/>
                    </a:lnTo>
                    <a:lnTo>
                      <a:pt x="273200" y="13200"/>
                    </a:lnTo>
                    <a:lnTo>
                      <a:pt x="272500" y="13200"/>
                    </a:lnTo>
                    <a:close/>
                    <a:moveTo>
                      <a:pt x="275000" y="10000"/>
                    </a:moveTo>
                    <a:lnTo>
                      <a:pt x="275850" y="10000"/>
                    </a:lnTo>
                    <a:lnTo>
                      <a:pt x="275850" y="10850"/>
                    </a:lnTo>
                    <a:lnTo>
                      <a:pt x="275000" y="10850"/>
                    </a:lnTo>
                    <a:close/>
                    <a:moveTo>
                      <a:pt x="277500" y="12500"/>
                    </a:moveTo>
                    <a:lnTo>
                      <a:pt x="278200" y="12500"/>
                    </a:lnTo>
                    <a:lnTo>
                      <a:pt x="278200" y="13200"/>
                    </a:lnTo>
                    <a:lnTo>
                      <a:pt x="277500" y="13200"/>
                    </a:lnTo>
                    <a:close/>
                    <a:moveTo>
                      <a:pt x="280000" y="10000"/>
                    </a:moveTo>
                    <a:lnTo>
                      <a:pt x="280850" y="10000"/>
                    </a:lnTo>
                    <a:lnTo>
                      <a:pt x="280850" y="10850"/>
                    </a:lnTo>
                    <a:lnTo>
                      <a:pt x="280000" y="10850"/>
                    </a:lnTo>
                    <a:close/>
                    <a:moveTo>
                      <a:pt x="282500" y="12500"/>
                    </a:moveTo>
                    <a:lnTo>
                      <a:pt x="283200" y="12500"/>
                    </a:lnTo>
                    <a:lnTo>
                      <a:pt x="283200" y="13200"/>
                    </a:lnTo>
                    <a:lnTo>
                      <a:pt x="282500" y="13200"/>
                    </a:lnTo>
                    <a:close/>
                    <a:moveTo>
                      <a:pt x="285000" y="10000"/>
                    </a:moveTo>
                    <a:lnTo>
                      <a:pt x="285850" y="10000"/>
                    </a:lnTo>
                    <a:lnTo>
                      <a:pt x="285850" y="10850"/>
                    </a:lnTo>
                    <a:lnTo>
                      <a:pt x="285000" y="10850"/>
                    </a:lnTo>
                    <a:close/>
                    <a:moveTo>
                      <a:pt x="287500" y="12500"/>
                    </a:moveTo>
                    <a:lnTo>
                      <a:pt x="288200" y="12500"/>
                    </a:lnTo>
                    <a:lnTo>
                      <a:pt x="288200" y="13200"/>
                    </a:lnTo>
                    <a:lnTo>
                      <a:pt x="287500" y="13200"/>
                    </a:lnTo>
                    <a:close/>
                    <a:moveTo>
                      <a:pt x="0" y="15000"/>
                    </a:moveTo>
                    <a:lnTo>
                      <a:pt x="850" y="15000"/>
                    </a:lnTo>
                    <a:lnTo>
                      <a:pt x="850" y="15850"/>
                    </a:lnTo>
                    <a:lnTo>
                      <a:pt x="0" y="15850"/>
                    </a:lnTo>
                    <a:close/>
                    <a:moveTo>
                      <a:pt x="2500" y="17500"/>
                    </a:moveTo>
                    <a:lnTo>
                      <a:pt x="3200" y="17500"/>
                    </a:lnTo>
                    <a:lnTo>
                      <a:pt x="3200" y="18200"/>
                    </a:lnTo>
                    <a:lnTo>
                      <a:pt x="2500" y="18200"/>
                    </a:lnTo>
                    <a:close/>
                    <a:moveTo>
                      <a:pt x="5000" y="15000"/>
                    </a:moveTo>
                    <a:lnTo>
                      <a:pt x="5850" y="15000"/>
                    </a:lnTo>
                    <a:lnTo>
                      <a:pt x="5850" y="15850"/>
                    </a:lnTo>
                    <a:lnTo>
                      <a:pt x="5000" y="15850"/>
                    </a:lnTo>
                    <a:close/>
                    <a:moveTo>
                      <a:pt x="7500" y="17500"/>
                    </a:moveTo>
                    <a:lnTo>
                      <a:pt x="8200" y="17500"/>
                    </a:lnTo>
                    <a:lnTo>
                      <a:pt x="8200" y="18200"/>
                    </a:lnTo>
                    <a:lnTo>
                      <a:pt x="7500" y="18200"/>
                    </a:lnTo>
                    <a:close/>
                    <a:moveTo>
                      <a:pt x="10000" y="15000"/>
                    </a:moveTo>
                    <a:lnTo>
                      <a:pt x="10850" y="15000"/>
                    </a:lnTo>
                    <a:lnTo>
                      <a:pt x="10850" y="15850"/>
                    </a:lnTo>
                    <a:lnTo>
                      <a:pt x="10000" y="15850"/>
                    </a:lnTo>
                    <a:close/>
                    <a:moveTo>
                      <a:pt x="12500" y="17500"/>
                    </a:moveTo>
                    <a:lnTo>
                      <a:pt x="13200" y="17500"/>
                    </a:lnTo>
                    <a:lnTo>
                      <a:pt x="13200" y="18200"/>
                    </a:lnTo>
                    <a:lnTo>
                      <a:pt x="12500" y="18200"/>
                    </a:lnTo>
                    <a:close/>
                    <a:moveTo>
                      <a:pt x="15000" y="15000"/>
                    </a:moveTo>
                    <a:lnTo>
                      <a:pt x="15850" y="15000"/>
                    </a:lnTo>
                    <a:lnTo>
                      <a:pt x="15850" y="15850"/>
                    </a:lnTo>
                    <a:lnTo>
                      <a:pt x="15000" y="15850"/>
                    </a:lnTo>
                    <a:close/>
                    <a:moveTo>
                      <a:pt x="17500" y="17500"/>
                    </a:moveTo>
                    <a:lnTo>
                      <a:pt x="18200" y="17500"/>
                    </a:lnTo>
                    <a:lnTo>
                      <a:pt x="18200" y="18200"/>
                    </a:lnTo>
                    <a:lnTo>
                      <a:pt x="17500" y="18200"/>
                    </a:lnTo>
                    <a:close/>
                    <a:moveTo>
                      <a:pt x="20000" y="15000"/>
                    </a:moveTo>
                    <a:lnTo>
                      <a:pt x="20850" y="15000"/>
                    </a:lnTo>
                    <a:lnTo>
                      <a:pt x="20850" y="15850"/>
                    </a:lnTo>
                    <a:lnTo>
                      <a:pt x="20000" y="15850"/>
                    </a:lnTo>
                    <a:close/>
                    <a:moveTo>
                      <a:pt x="22500" y="17500"/>
                    </a:moveTo>
                    <a:lnTo>
                      <a:pt x="23200" y="17500"/>
                    </a:lnTo>
                    <a:lnTo>
                      <a:pt x="23200" y="18200"/>
                    </a:lnTo>
                    <a:lnTo>
                      <a:pt x="22500" y="18200"/>
                    </a:lnTo>
                    <a:close/>
                    <a:moveTo>
                      <a:pt x="25000" y="15000"/>
                    </a:moveTo>
                    <a:lnTo>
                      <a:pt x="25850" y="15000"/>
                    </a:lnTo>
                    <a:lnTo>
                      <a:pt x="25850" y="15850"/>
                    </a:lnTo>
                    <a:lnTo>
                      <a:pt x="25000" y="15850"/>
                    </a:lnTo>
                    <a:close/>
                    <a:moveTo>
                      <a:pt x="27500" y="17500"/>
                    </a:moveTo>
                    <a:lnTo>
                      <a:pt x="28200" y="17500"/>
                    </a:lnTo>
                    <a:lnTo>
                      <a:pt x="28200" y="18200"/>
                    </a:lnTo>
                    <a:lnTo>
                      <a:pt x="27500" y="18200"/>
                    </a:lnTo>
                    <a:close/>
                    <a:moveTo>
                      <a:pt x="30000" y="15000"/>
                    </a:moveTo>
                    <a:lnTo>
                      <a:pt x="30850" y="15000"/>
                    </a:lnTo>
                    <a:lnTo>
                      <a:pt x="30850" y="15850"/>
                    </a:lnTo>
                    <a:lnTo>
                      <a:pt x="30000" y="15850"/>
                    </a:lnTo>
                    <a:close/>
                    <a:moveTo>
                      <a:pt x="32500" y="17500"/>
                    </a:moveTo>
                    <a:lnTo>
                      <a:pt x="33200" y="17500"/>
                    </a:lnTo>
                    <a:lnTo>
                      <a:pt x="33200" y="18200"/>
                    </a:lnTo>
                    <a:lnTo>
                      <a:pt x="32500" y="18200"/>
                    </a:lnTo>
                    <a:close/>
                    <a:moveTo>
                      <a:pt x="35000" y="15000"/>
                    </a:moveTo>
                    <a:lnTo>
                      <a:pt x="35850" y="15000"/>
                    </a:lnTo>
                    <a:lnTo>
                      <a:pt x="35850" y="15850"/>
                    </a:lnTo>
                    <a:lnTo>
                      <a:pt x="35000" y="15850"/>
                    </a:lnTo>
                    <a:close/>
                    <a:moveTo>
                      <a:pt x="37500" y="17500"/>
                    </a:moveTo>
                    <a:lnTo>
                      <a:pt x="38200" y="17500"/>
                    </a:lnTo>
                    <a:lnTo>
                      <a:pt x="38200" y="18200"/>
                    </a:lnTo>
                    <a:lnTo>
                      <a:pt x="37500" y="18200"/>
                    </a:lnTo>
                    <a:close/>
                    <a:moveTo>
                      <a:pt x="40000" y="15000"/>
                    </a:moveTo>
                    <a:lnTo>
                      <a:pt x="40850" y="15000"/>
                    </a:lnTo>
                    <a:lnTo>
                      <a:pt x="40850" y="15850"/>
                    </a:lnTo>
                    <a:lnTo>
                      <a:pt x="40000" y="15850"/>
                    </a:lnTo>
                    <a:close/>
                    <a:moveTo>
                      <a:pt x="42500" y="17500"/>
                    </a:moveTo>
                    <a:lnTo>
                      <a:pt x="43200" y="17500"/>
                    </a:lnTo>
                    <a:lnTo>
                      <a:pt x="43200" y="18200"/>
                    </a:lnTo>
                    <a:lnTo>
                      <a:pt x="42500" y="18200"/>
                    </a:lnTo>
                    <a:close/>
                    <a:moveTo>
                      <a:pt x="45000" y="15000"/>
                    </a:moveTo>
                    <a:lnTo>
                      <a:pt x="45850" y="15000"/>
                    </a:lnTo>
                    <a:lnTo>
                      <a:pt x="45850" y="15850"/>
                    </a:lnTo>
                    <a:lnTo>
                      <a:pt x="45000" y="15850"/>
                    </a:lnTo>
                    <a:close/>
                    <a:moveTo>
                      <a:pt x="47500" y="17500"/>
                    </a:moveTo>
                    <a:lnTo>
                      <a:pt x="48200" y="17500"/>
                    </a:lnTo>
                    <a:lnTo>
                      <a:pt x="48200" y="18200"/>
                    </a:lnTo>
                    <a:lnTo>
                      <a:pt x="47500" y="18200"/>
                    </a:lnTo>
                    <a:close/>
                    <a:moveTo>
                      <a:pt x="50000" y="15000"/>
                    </a:moveTo>
                    <a:lnTo>
                      <a:pt x="50850" y="15000"/>
                    </a:lnTo>
                    <a:lnTo>
                      <a:pt x="50850" y="15850"/>
                    </a:lnTo>
                    <a:lnTo>
                      <a:pt x="50000" y="15850"/>
                    </a:lnTo>
                    <a:close/>
                    <a:moveTo>
                      <a:pt x="52500" y="17500"/>
                    </a:moveTo>
                    <a:lnTo>
                      <a:pt x="53200" y="17500"/>
                    </a:lnTo>
                    <a:lnTo>
                      <a:pt x="53200" y="18200"/>
                    </a:lnTo>
                    <a:lnTo>
                      <a:pt x="52500" y="18200"/>
                    </a:lnTo>
                    <a:close/>
                    <a:moveTo>
                      <a:pt x="55000" y="15000"/>
                    </a:moveTo>
                    <a:lnTo>
                      <a:pt x="55850" y="15000"/>
                    </a:lnTo>
                    <a:lnTo>
                      <a:pt x="55850" y="15850"/>
                    </a:lnTo>
                    <a:lnTo>
                      <a:pt x="55000" y="15850"/>
                    </a:lnTo>
                    <a:close/>
                    <a:moveTo>
                      <a:pt x="57500" y="17500"/>
                    </a:moveTo>
                    <a:lnTo>
                      <a:pt x="58200" y="17500"/>
                    </a:lnTo>
                    <a:lnTo>
                      <a:pt x="58200" y="18200"/>
                    </a:lnTo>
                    <a:lnTo>
                      <a:pt x="57500" y="18200"/>
                    </a:lnTo>
                    <a:close/>
                    <a:moveTo>
                      <a:pt x="60000" y="15000"/>
                    </a:moveTo>
                    <a:lnTo>
                      <a:pt x="60850" y="15000"/>
                    </a:lnTo>
                    <a:lnTo>
                      <a:pt x="60850" y="15850"/>
                    </a:lnTo>
                    <a:lnTo>
                      <a:pt x="60000" y="15850"/>
                    </a:lnTo>
                    <a:close/>
                    <a:moveTo>
                      <a:pt x="62500" y="17500"/>
                    </a:moveTo>
                    <a:lnTo>
                      <a:pt x="63200" y="17500"/>
                    </a:lnTo>
                    <a:lnTo>
                      <a:pt x="63200" y="18200"/>
                    </a:lnTo>
                    <a:lnTo>
                      <a:pt x="62500" y="18200"/>
                    </a:lnTo>
                    <a:close/>
                    <a:moveTo>
                      <a:pt x="65000" y="15000"/>
                    </a:moveTo>
                    <a:lnTo>
                      <a:pt x="65850" y="15000"/>
                    </a:lnTo>
                    <a:lnTo>
                      <a:pt x="65850" y="15850"/>
                    </a:lnTo>
                    <a:lnTo>
                      <a:pt x="65000" y="15850"/>
                    </a:lnTo>
                    <a:close/>
                    <a:moveTo>
                      <a:pt x="67500" y="17500"/>
                    </a:moveTo>
                    <a:lnTo>
                      <a:pt x="68200" y="17500"/>
                    </a:lnTo>
                    <a:lnTo>
                      <a:pt x="68200" y="18200"/>
                    </a:lnTo>
                    <a:lnTo>
                      <a:pt x="67500" y="18200"/>
                    </a:lnTo>
                    <a:close/>
                    <a:moveTo>
                      <a:pt x="70000" y="15000"/>
                    </a:moveTo>
                    <a:lnTo>
                      <a:pt x="70850" y="15000"/>
                    </a:lnTo>
                    <a:lnTo>
                      <a:pt x="70850" y="15850"/>
                    </a:lnTo>
                    <a:lnTo>
                      <a:pt x="70000" y="15850"/>
                    </a:lnTo>
                    <a:close/>
                    <a:moveTo>
                      <a:pt x="72500" y="17500"/>
                    </a:moveTo>
                    <a:lnTo>
                      <a:pt x="73200" y="17500"/>
                    </a:lnTo>
                    <a:lnTo>
                      <a:pt x="73200" y="18200"/>
                    </a:lnTo>
                    <a:lnTo>
                      <a:pt x="72500" y="18200"/>
                    </a:lnTo>
                    <a:close/>
                    <a:moveTo>
                      <a:pt x="75000" y="15000"/>
                    </a:moveTo>
                    <a:lnTo>
                      <a:pt x="75850" y="15000"/>
                    </a:lnTo>
                    <a:lnTo>
                      <a:pt x="75850" y="15850"/>
                    </a:lnTo>
                    <a:lnTo>
                      <a:pt x="75000" y="15850"/>
                    </a:lnTo>
                    <a:close/>
                    <a:moveTo>
                      <a:pt x="77500" y="17500"/>
                    </a:moveTo>
                    <a:lnTo>
                      <a:pt x="78200" y="17500"/>
                    </a:lnTo>
                    <a:lnTo>
                      <a:pt x="78200" y="18200"/>
                    </a:lnTo>
                    <a:lnTo>
                      <a:pt x="77500" y="18200"/>
                    </a:lnTo>
                    <a:close/>
                    <a:moveTo>
                      <a:pt x="80000" y="15000"/>
                    </a:moveTo>
                    <a:lnTo>
                      <a:pt x="80850" y="15000"/>
                    </a:lnTo>
                    <a:lnTo>
                      <a:pt x="80850" y="15850"/>
                    </a:lnTo>
                    <a:lnTo>
                      <a:pt x="80000" y="15850"/>
                    </a:lnTo>
                    <a:close/>
                    <a:moveTo>
                      <a:pt x="82500" y="17500"/>
                    </a:moveTo>
                    <a:lnTo>
                      <a:pt x="83200" y="17500"/>
                    </a:lnTo>
                    <a:lnTo>
                      <a:pt x="83200" y="18200"/>
                    </a:lnTo>
                    <a:lnTo>
                      <a:pt x="82500" y="18200"/>
                    </a:lnTo>
                    <a:close/>
                    <a:moveTo>
                      <a:pt x="85000" y="15000"/>
                    </a:moveTo>
                    <a:lnTo>
                      <a:pt x="85850" y="15000"/>
                    </a:lnTo>
                    <a:lnTo>
                      <a:pt x="85850" y="15850"/>
                    </a:lnTo>
                    <a:lnTo>
                      <a:pt x="85000" y="15850"/>
                    </a:lnTo>
                    <a:close/>
                    <a:moveTo>
                      <a:pt x="87500" y="17500"/>
                    </a:moveTo>
                    <a:lnTo>
                      <a:pt x="88200" y="17500"/>
                    </a:lnTo>
                    <a:lnTo>
                      <a:pt x="88200" y="18200"/>
                    </a:lnTo>
                    <a:lnTo>
                      <a:pt x="87500" y="18200"/>
                    </a:lnTo>
                    <a:close/>
                    <a:moveTo>
                      <a:pt x="90000" y="15000"/>
                    </a:moveTo>
                    <a:lnTo>
                      <a:pt x="90850" y="15000"/>
                    </a:lnTo>
                    <a:lnTo>
                      <a:pt x="90850" y="15850"/>
                    </a:lnTo>
                    <a:lnTo>
                      <a:pt x="90000" y="15850"/>
                    </a:lnTo>
                    <a:close/>
                    <a:moveTo>
                      <a:pt x="92500" y="17500"/>
                    </a:moveTo>
                    <a:lnTo>
                      <a:pt x="93200" y="17500"/>
                    </a:lnTo>
                    <a:lnTo>
                      <a:pt x="93200" y="18200"/>
                    </a:lnTo>
                    <a:lnTo>
                      <a:pt x="92500" y="18200"/>
                    </a:lnTo>
                    <a:close/>
                    <a:moveTo>
                      <a:pt x="95000" y="15000"/>
                    </a:moveTo>
                    <a:lnTo>
                      <a:pt x="95850" y="15000"/>
                    </a:lnTo>
                    <a:lnTo>
                      <a:pt x="95850" y="15850"/>
                    </a:lnTo>
                    <a:lnTo>
                      <a:pt x="95000" y="15850"/>
                    </a:lnTo>
                    <a:close/>
                    <a:moveTo>
                      <a:pt x="97500" y="17500"/>
                    </a:moveTo>
                    <a:lnTo>
                      <a:pt x="98200" y="17500"/>
                    </a:lnTo>
                    <a:lnTo>
                      <a:pt x="98200" y="18200"/>
                    </a:lnTo>
                    <a:lnTo>
                      <a:pt x="97500" y="18200"/>
                    </a:lnTo>
                    <a:close/>
                    <a:moveTo>
                      <a:pt x="100000" y="15000"/>
                    </a:moveTo>
                    <a:lnTo>
                      <a:pt x="100850" y="15000"/>
                    </a:lnTo>
                    <a:lnTo>
                      <a:pt x="100850" y="15850"/>
                    </a:lnTo>
                    <a:lnTo>
                      <a:pt x="100000" y="15850"/>
                    </a:lnTo>
                    <a:close/>
                    <a:moveTo>
                      <a:pt x="102500" y="17500"/>
                    </a:moveTo>
                    <a:lnTo>
                      <a:pt x="103200" y="17500"/>
                    </a:lnTo>
                    <a:lnTo>
                      <a:pt x="103200" y="18200"/>
                    </a:lnTo>
                    <a:lnTo>
                      <a:pt x="102500" y="18200"/>
                    </a:lnTo>
                    <a:close/>
                    <a:moveTo>
                      <a:pt x="105000" y="15000"/>
                    </a:moveTo>
                    <a:lnTo>
                      <a:pt x="105850" y="15000"/>
                    </a:lnTo>
                    <a:lnTo>
                      <a:pt x="105850" y="15850"/>
                    </a:lnTo>
                    <a:lnTo>
                      <a:pt x="105000" y="15850"/>
                    </a:lnTo>
                    <a:close/>
                    <a:moveTo>
                      <a:pt x="107500" y="17500"/>
                    </a:moveTo>
                    <a:lnTo>
                      <a:pt x="108200" y="17500"/>
                    </a:lnTo>
                    <a:lnTo>
                      <a:pt x="108200" y="18200"/>
                    </a:lnTo>
                    <a:lnTo>
                      <a:pt x="107500" y="18200"/>
                    </a:lnTo>
                    <a:close/>
                    <a:moveTo>
                      <a:pt x="110000" y="15000"/>
                    </a:moveTo>
                    <a:lnTo>
                      <a:pt x="110850" y="15000"/>
                    </a:lnTo>
                    <a:lnTo>
                      <a:pt x="110850" y="15850"/>
                    </a:lnTo>
                    <a:lnTo>
                      <a:pt x="110000" y="15850"/>
                    </a:lnTo>
                    <a:close/>
                    <a:moveTo>
                      <a:pt x="112500" y="17500"/>
                    </a:moveTo>
                    <a:lnTo>
                      <a:pt x="113200" y="17500"/>
                    </a:lnTo>
                    <a:lnTo>
                      <a:pt x="113200" y="18200"/>
                    </a:lnTo>
                    <a:lnTo>
                      <a:pt x="112500" y="18200"/>
                    </a:lnTo>
                    <a:close/>
                    <a:moveTo>
                      <a:pt x="115000" y="15000"/>
                    </a:moveTo>
                    <a:lnTo>
                      <a:pt x="115850" y="15000"/>
                    </a:lnTo>
                    <a:lnTo>
                      <a:pt x="115850" y="15850"/>
                    </a:lnTo>
                    <a:lnTo>
                      <a:pt x="115000" y="15850"/>
                    </a:lnTo>
                    <a:close/>
                    <a:moveTo>
                      <a:pt x="117500" y="17500"/>
                    </a:moveTo>
                    <a:lnTo>
                      <a:pt x="118200" y="17500"/>
                    </a:lnTo>
                    <a:lnTo>
                      <a:pt x="118200" y="18200"/>
                    </a:lnTo>
                    <a:lnTo>
                      <a:pt x="117500" y="18200"/>
                    </a:lnTo>
                    <a:close/>
                    <a:moveTo>
                      <a:pt x="120000" y="15000"/>
                    </a:moveTo>
                    <a:lnTo>
                      <a:pt x="120850" y="15000"/>
                    </a:lnTo>
                    <a:lnTo>
                      <a:pt x="120850" y="15850"/>
                    </a:lnTo>
                    <a:lnTo>
                      <a:pt x="120000" y="15850"/>
                    </a:lnTo>
                    <a:close/>
                    <a:moveTo>
                      <a:pt x="122500" y="17500"/>
                    </a:moveTo>
                    <a:lnTo>
                      <a:pt x="123200" y="17500"/>
                    </a:lnTo>
                    <a:lnTo>
                      <a:pt x="123200" y="18200"/>
                    </a:lnTo>
                    <a:lnTo>
                      <a:pt x="122500" y="18200"/>
                    </a:lnTo>
                    <a:close/>
                    <a:moveTo>
                      <a:pt x="125000" y="15000"/>
                    </a:moveTo>
                    <a:lnTo>
                      <a:pt x="125850" y="15000"/>
                    </a:lnTo>
                    <a:lnTo>
                      <a:pt x="125850" y="15850"/>
                    </a:lnTo>
                    <a:lnTo>
                      <a:pt x="125000" y="15850"/>
                    </a:lnTo>
                    <a:close/>
                    <a:moveTo>
                      <a:pt x="127500" y="17500"/>
                    </a:moveTo>
                    <a:lnTo>
                      <a:pt x="128200" y="17500"/>
                    </a:lnTo>
                    <a:lnTo>
                      <a:pt x="128200" y="18200"/>
                    </a:lnTo>
                    <a:lnTo>
                      <a:pt x="127500" y="18200"/>
                    </a:lnTo>
                    <a:close/>
                    <a:moveTo>
                      <a:pt x="130000" y="15000"/>
                    </a:moveTo>
                    <a:lnTo>
                      <a:pt x="130850" y="15000"/>
                    </a:lnTo>
                    <a:lnTo>
                      <a:pt x="130850" y="15850"/>
                    </a:lnTo>
                    <a:lnTo>
                      <a:pt x="130000" y="15850"/>
                    </a:lnTo>
                    <a:close/>
                    <a:moveTo>
                      <a:pt x="132500" y="17500"/>
                    </a:moveTo>
                    <a:lnTo>
                      <a:pt x="133200" y="17500"/>
                    </a:lnTo>
                    <a:lnTo>
                      <a:pt x="133200" y="18200"/>
                    </a:lnTo>
                    <a:lnTo>
                      <a:pt x="132500" y="18200"/>
                    </a:lnTo>
                    <a:close/>
                    <a:moveTo>
                      <a:pt x="135000" y="15000"/>
                    </a:moveTo>
                    <a:lnTo>
                      <a:pt x="135850" y="15000"/>
                    </a:lnTo>
                    <a:lnTo>
                      <a:pt x="135850" y="15850"/>
                    </a:lnTo>
                    <a:lnTo>
                      <a:pt x="135000" y="15850"/>
                    </a:lnTo>
                    <a:close/>
                    <a:moveTo>
                      <a:pt x="137500" y="17500"/>
                    </a:moveTo>
                    <a:lnTo>
                      <a:pt x="138200" y="17500"/>
                    </a:lnTo>
                    <a:lnTo>
                      <a:pt x="138200" y="18200"/>
                    </a:lnTo>
                    <a:lnTo>
                      <a:pt x="137500" y="18200"/>
                    </a:lnTo>
                    <a:close/>
                    <a:moveTo>
                      <a:pt x="140000" y="15000"/>
                    </a:moveTo>
                    <a:lnTo>
                      <a:pt x="140850" y="15000"/>
                    </a:lnTo>
                    <a:lnTo>
                      <a:pt x="140850" y="15850"/>
                    </a:lnTo>
                    <a:lnTo>
                      <a:pt x="140000" y="15850"/>
                    </a:lnTo>
                    <a:close/>
                    <a:moveTo>
                      <a:pt x="142500" y="17500"/>
                    </a:moveTo>
                    <a:lnTo>
                      <a:pt x="143200" y="17500"/>
                    </a:lnTo>
                    <a:lnTo>
                      <a:pt x="143200" y="18200"/>
                    </a:lnTo>
                    <a:lnTo>
                      <a:pt x="142500" y="18200"/>
                    </a:lnTo>
                    <a:close/>
                    <a:moveTo>
                      <a:pt x="145000" y="15000"/>
                    </a:moveTo>
                    <a:lnTo>
                      <a:pt x="145850" y="15000"/>
                    </a:lnTo>
                    <a:lnTo>
                      <a:pt x="145850" y="15850"/>
                    </a:lnTo>
                    <a:lnTo>
                      <a:pt x="145000" y="15850"/>
                    </a:lnTo>
                    <a:close/>
                    <a:moveTo>
                      <a:pt x="147500" y="17500"/>
                    </a:moveTo>
                    <a:lnTo>
                      <a:pt x="148200" y="17500"/>
                    </a:lnTo>
                    <a:lnTo>
                      <a:pt x="148200" y="18200"/>
                    </a:lnTo>
                    <a:lnTo>
                      <a:pt x="147500" y="18200"/>
                    </a:lnTo>
                    <a:close/>
                    <a:moveTo>
                      <a:pt x="150000" y="15000"/>
                    </a:moveTo>
                    <a:lnTo>
                      <a:pt x="150850" y="15000"/>
                    </a:lnTo>
                    <a:lnTo>
                      <a:pt x="150850" y="15850"/>
                    </a:lnTo>
                    <a:lnTo>
                      <a:pt x="150000" y="15850"/>
                    </a:lnTo>
                    <a:close/>
                    <a:moveTo>
                      <a:pt x="152500" y="17500"/>
                    </a:moveTo>
                    <a:lnTo>
                      <a:pt x="153200" y="17500"/>
                    </a:lnTo>
                    <a:lnTo>
                      <a:pt x="153200" y="18200"/>
                    </a:lnTo>
                    <a:lnTo>
                      <a:pt x="152500" y="18200"/>
                    </a:lnTo>
                    <a:close/>
                    <a:moveTo>
                      <a:pt x="155000" y="15000"/>
                    </a:moveTo>
                    <a:lnTo>
                      <a:pt x="155850" y="15000"/>
                    </a:lnTo>
                    <a:lnTo>
                      <a:pt x="155850" y="15850"/>
                    </a:lnTo>
                    <a:lnTo>
                      <a:pt x="155000" y="15850"/>
                    </a:lnTo>
                    <a:close/>
                    <a:moveTo>
                      <a:pt x="157500" y="17500"/>
                    </a:moveTo>
                    <a:lnTo>
                      <a:pt x="158200" y="17500"/>
                    </a:lnTo>
                    <a:lnTo>
                      <a:pt x="158200" y="18200"/>
                    </a:lnTo>
                    <a:lnTo>
                      <a:pt x="157500" y="18200"/>
                    </a:lnTo>
                    <a:close/>
                    <a:moveTo>
                      <a:pt x="160000" y="15000"/>
                    </a:moveTo>
                    <a:lnTo>
                      <a:pt x="160850" y="15000"/>
                    </a:lnTo>
                    <a:lnTo>
                      <a:pt x="160850" y="15850"/>
                    </a:lnTo>
                    <a:lnTo>
                      <a:pt x="160000" y="15850"/>
                    </a:lnTo>
                    <a:close/>
                    <a:moveTo>
                      <a:pt x="162500" y="17500"/>
                    </a:moveTo>
                    <a:lnTo>
                      <a:pt x="163200" y="17500"/>
                    </a:lnTo>
                    <a:lnTo>
                      <a:pt x="163200" y="18200"/>
                    </a:lnTo>
                    <a:lnTo>
                      <a:pt x="162500" y="18200"/>
                    </a:lnTo>
                    <a:close/>
                    <a:moveTo>
                      <a:pt x="165000" y="15000"/>
                    </a:moveTo>
                    <a:lnTo>
                      <a:pt x="165850" y="15000"/>
                    </a:lnTo>
                    <a:lnTo>
                      <a:pt x="165850" y="15850"/>
                    </a:lnTo>
                    <a:lnTo>
                      <a:pt x="165000" y="15850"/>
                    </a:lnTo>
                    <a:close/>
                    <a:moveTo>
                      <a:pt x="167500" y="17500"/>
                    </a:moveTo>
                    <a:lnTo>
                      <a:pt x="168200" y="17500"/>
                    </a:lnTo>
                    <a:lnTo>
                      <a:pt x="168200" y="18200"/>
                    </a:lnTo>
                    <a:lnTo>
                      <a:pt x="167500" y="18200"/>
                    </a:lnTo>
                    <a:close/>
                    <a:moveTo>
                      <a:pt x="170000" y="15000"/>
                    </a:moveTo>
                    <a:lnTo>
                      <a:pt x="170850" y="15000"/>
                    </a:lnTo>
                    <a:lnTo>
                      <a:pt x="170850" y="15850"/>
                    </a:lnTo>
                    <a:lnTo>
                      <a:pt x="170000" y="15850"/>
                    </a:lnTo>
                    <a:close/>
                    <a:moveTo>
                      <a:pt x="172500" y="17500"/>
                    </a:moveTo>
                    <a:lnTo>
                      <a:pt x="173200" y="17500"/>
                    </a:lnTo>
                    <a:lnTo>
                      <a:pt x="173200" y="18200"/>
                    </a:lnTo>
                    <a:lnTo>
                      <a:pt x="172500" y="18200"/>
                    </a:lnTo>
                    <a:close/>
                    <a:moveTo>
                      <a:pt x="175000" y="15000"/>
                    </a:moveTo>
                    <a:lnTo>
                      <a:pt x="175850" y="15000"/>
                    </a:lnTo>
                    <a:lnTo>
                      <a:pt x="175850" y="15850"/>
                    </a:lnTo>
                    <a:lnTo>
                      <a:pt x="175000" y="15850"/>
                    </a:lnTo>
                    <a:close/>
                    <a:moveTo>
                      <a:pt x="177500" y="17500"/>
                    </a:moveTo>
                    <a:lnTo>
                      <a:pt x="178200" y="17500"/>
                    </a:lnTo>
                    <a:lnTo>
                      <a:pt x="178200" y="18200"/>
                    </a:lnTo>
                    <a:lnTo>
                      <a:pt x="177500" y="18200"/>
                    </a:lnTo>
                    <a:close/>
                    <a:moveTo>
                      <a:pt x="180000" y="15000"/>
                    </a:moveTo>
                    <a:lnTo>
                      <a:pt x="180850" y="15000"/>
                    </a:lnTo>
                    <a:lnTo>
                      <a:pt x="180850" y="15850"/>
                    </a:lnTo>
                    <a:lnTo>
                      <a:pt x="180000" y="15850"/>
                    </a:lnTo>
                    <a:close/>
                    <a:moveTo>
                      <a:pt x="182500" y="17500"/>
                    </a:moveTo>
                    <a:lnTo>
                      <a:pt x="183200" y="17500"/>
                    </a:lnTo>
                    <a:lnTo>
                      <a:pt x="183200" y="18200"/>
                    </a:lnTo>
                    <a:lnTo>
                      <a:pt x="182500" y="18200"/>
                    </a:lnTo>
                    <a:close/>
                    <a:moveTo>
                      <a:pt x="185000" y="15000"/>
                    </a:moveTo>
                    <a:lnTo>
                      <a:pt x="185850" y="15000"/>
                    </a:lnTo>
                    <a:lnTo>
                      <a:pt x="185850" y="15850"/>
                    </a:lnTo>
                    <a:lnTo>
                      <a:pt x="185000" y="15850"/>
                    </a:lnTo>
                    <a:close/>
                    <a:moveTo>
                      <a:pt x="187500" y="17500"/>
                    </a:moveTo>
                    <a:lnTo>
                      <a:pt x="188200" y="17500"/>
                    </a:lnTo>
                    <a:lnTo>
                      <a:pt x="188200" y="18200"/>
                    </a:lnTo>
                    <a:lnTo>
                      <a:pt x="187500" y="18200"/>
                    </a:lnTo>
                    <a:close/>
                    <a:moveTo>
                      <a:pt x="190000" y="15000"/>
                    </a:moveTo>
                    <a:lnTo>
                      <a:pt x="190850" y="15000"/>
                    </a:lnTo>
                    <a:lnTo>
                      <a:pt x="190850" y="15850"/>
                    </a:lnTo>
                    <a:lnTo>
                      <a:pt x="190000" y="15850"/>
                    </a:lnTo>
                    <a:close/>
                    <a:moveTo>
                      <a:pt x="192500" y="17500"/>
                    </a:moveTo>
                    <a:lnTo>
                      <a:pt x="193200" y="17500"/>
                    </a:lnTo>
                    <a:lnTo>
                      <a:pt x="193200" y="18200"/>
                    </a:lnTo>
                    <a:lnTo>
                      <a:pt x="192500" y="18200"/>
                    </a:lnTo>
                    <a:close/>
                    <a:moveTo>
                      <a:pt x="195000" y="15000"/>
                    </a:moveTo>
                    <a:lnTo>
                      <a:pt x="195850" y="15000"/>
                    </a:lnTo>
                    <a:lnTo>
                      <a:pt x="195850" y="15850"/>
                    </a:lnTo>
                    <a:lnTo>
                      <a:pt x="195000" y="15850"/>
                    </a:lnTo>
                    <a:close/>
                    <a:moveTo>
                      <a:pt x="197500" y="17500"/>
                    </a:moveTo>
                    <a:lnTo>
                      <a:pt x="198200" y="17500"/>
                    </a:lnTo>
                    <a:lnTo>
                      <a:pt x="198200" y="18200"/>
                    </a:lnTo>
                    <a:lnTo>
                      <a:pt x="197500" y="18200"/>
                    </a:lnTo>
                    <a:close/>
                    <a:moveTo>
                      <a:pt x="200000" y="15000"/>
                    </a:moveTo>
                    <a:lnTo>
                      <a:pt x="200850" y="15000"/>
                    </a:lnTo>
                    <a:lnTo>
                      <a:pt x="200850" y="15850"/>
                    </a:lnTo>
                    <a:lnTo>
                      <a:pt x="200000" y="15850"/>
                    </a:lnTo>
                    <a:close/>
                    <a:moveTo>
                      <a:pt x="202500" y="17500"/>
                    </a:moveTo>
                    <a:lnTo>
                      <a:pt x="203200" y="17500"/>
                    </a:lnTo>
                    <a:lnTo>
                      <a:pt x="203200" y="18200"/>
                    </a:lnTo>
                    <a:lnTo>
                      <a:pt x="202500" y="18200"/>
                    </a:lnTo>
                    <a:close/>
                    <a:moveTo>
                      <a:pt x="205000" y="15000"/>
                    </a:moveTo>
                    <a:lnTo>
                      <a:pt x="205850" y="15000"/>
                    </a:lnTo>
                    <a:lnTo>
                      <a:pt x="205850" y="15850"/>
                    </a:lnTo>
                    <a:lnTo>
                      <a:pt x="205000" y="15850"/>
                    </a:lnTo>
                    <a:close/>
                    <a:moveTo>
                      <a:pt x="207500" y="17500"/>
                    </a:moveTo>
                    <a:lnTo>
                      <a:pt x="208200" y="17500"/>
                    </a:lnTo>
                    <a:lnTo>
                      <a:pt x="208200" y="18200"/>
                    </a:lnTo>
                    <a:lnTo>
                      <a:pt x="207500" y="18200"/>
                    </a:lnTo>
                    <a:close/>
                    <a:moveTo>
                      <a:pt x="210000" y="15000"/>
                    </a:moveTo>
                    <a:lnTo>
                      <a:pt x="210850" y="15000"/>
                    </a:lnTo>
                    <a:lnTo>
                      <a:pt x="210850" y="15850"/>
                    </a:lnTo>
                    <a:lnTo>
                      <a:pt x="210000" y="15850"/>
                    </a:lnTo>
                    <a:close/>
                    <a:moveTo>
                      <a:pt x="212500" y="17500"/>
                    </a:moveTo>
                    <a:lnTo>
                      <a:pt x="213200" y="17500"/>
                    </a:lnTo>
                    <a:lnTo>
                      <a:pt x="213200" y="18200"/>
                    </a:lnTo>
                    <a:lnTo>
                      <a:pt x="212500" y="18200"/>
                    </a:lnTo>
                    <a:close/>
                    <a:moveTo>
                      <a:pt x="215000" y="15000"/>
                    </a:moveTo>
                    <a:lnTo>
                      <a:pt x="215850" y="15000"/>
                    </a:lnTo>
                    <a:lnTo>
                      <a:pt x="215850" y="15850"/>
                    </a:lnTo>
                    <a:lnTo>
                      <a:pt x="215000" y="15850"/>
                    </a:lnTo>
                    <a:close/>
                    <a:moveTo>
                      <a:pt x="217500" y="17500"/>
                    </a:moveTo>
                    <a:lnTo>
                      <a:pt x="218200" y="17500"/>
                    </a:lnTo>
                    <a:lnTo>
                      <a:pt x="218200" y="18200"/>
                    </a:lnTo>
                    <a:lnTo>
                      <a:pt x="217500" y="18200"/>
                    </a:lnTo>
                    <a:close/>
                    <a:moveTo>
                      <a:pt x="220000" y="15000"/>
                    </a:moveTo>
                    <a:lnTo>
                      <a:pt x="220850" y="15000"/>
                    </a:lnTo>
                    <a:lnTo>
                      <a:pt x="220850" y="15850"/>
                    </a:lnTo>
                    <a:lnTo>
                      <a:pt x="220000" y="15850"/>
                    </a:lnTo>
                    <a:close/>
                    <a:moveTo>
                      <a:pt x="222500" y="17500"/>
                    </a:moveTo>
                    <a:lnTo>
                      <a:pt x="223200" y="17500"/>
                    </a:lnTo>
                    <a:lnTo>
                      <a:pt x="223200" y="18200"/>
                    </a:lnTo>
                    <a:lnTo>
                      <a:pt x="222500" y="18200"/>
                    </a:lnTo>
                    <a:close/>
                    <a:moveTo>
                      <a:pt x="225000" y="15000"/>
                    </a:moveTo>
                    <a:lnTo>
                      <a:pt x="225850" y="15000"/>
                    </a:lnTo>
                    <a:lnTo>
                      <a:pt x="225850" y="15850"/>
                    </a:lnTo>
                    <a:lnTo>
                      <a:pt x="225000" y="15850"/>
                    </a:lnTo>
                    <a:close/>
                    <a:moveTo>
                      <a:pt x="227500" y="17500"/>
                    </a:moveTo>
                    <a:lnTo>
                      <a:pt x="228200" y="17500"/>
                    </a:lnTo>
                    <a:lnTo>
                      <a:pt x="228200" y="18200"/>
                    </a:lnTo>
                    <a:lnTo>
                      <a:pt x="227500" y="18200"/>
                    </a:lnTo>
                    <a:close/>
                    <a:moveTo>
                      <a:pt x="230000" y="15000"/>
                    </a:moveTo>
                    <a:lnTo>
                      <a:pt x="230850" y="15000"/>
                    </a:lnTo>
                    <a:lnTo>
                      <a:pt x="230850" y="15850"/>
                    </a:lnTo>
                    <a:lnTo>
                      <a:pt x="230000" y="15850"/>
                    </a:lnTo>
                    <a:close/>
                    <a:moveTo>
                      <a:pt x="232500" y="17500"/>
                    </a:moveTo>
                    <a:lnTo>
                      <a:pt x="233200" y="17500"/>
                    </a:lnTo>
                    <a:lnTo>
                      <a:pt x="233200" y="18200"/>
                    </a:lnTo>
                    <a:lnTo>
                      <a:pt x="232500" y="18200"/>
                    </a:lnTo>
                    <a:close/>
                    <a:moveTo>
                      <a:pt x="235000" y="15000"/>
                    </a:moveTo>
                    <a:lnTo>
                      <a:pt x="235850" y="15000"/>
                    </a:lnTo>
                    <a:lnTo>
                      <a:pt x="235850" y="15850"/>
                    </a:lnTo>
                    <a:lnTo>
                      <a:pt x="235000" y="15850"/>
                    </a:lnTo>
                    <a:close/>
                    <a:moveTo>
                      <a:pt x="237500" y="17500"/>
                    </a:moveTo>
                    <a:lnTo>
                      <a:pt x="238200" y="17500"/>
                    </a:lnTo>
                    <a:lnTo>
                      <a:pt x="238200" y="18200"/>
                    </a:lnTo>
                    <a:lnTo>
                      <a:pt x="237500" y="18200"/>
                    </a:lnTo>
                    <a:close/>
                    <a:moveTo>
                      <a:pt x="240000" y="15000"/>
                    </a:moveTo>
                    <a:lnTo>
                      <a:pt x="240850" y="15000"/>
                    </a:lnTo>
                    <a:lnTo>
                      <a:pt x="240850" y="15850"/>
                    </a:lnTo>
                    <a:lnTo>
                      <a:pt x="240000" y="15850"/>
                    </a:lnTo>
                    <a:close/>
                    <a:moveTo>
                      <a:pt x="242500" y="17500"/>
                    </a:moveTo>
                    <a:lnTo>
                      <a:pt x="243200" y="17500"/>
                    </a:lnTo>
                    <a:lnTo>
                      <a:pt x="243200" y="18200"/>
                    </a:lnTo>
                    <a:lnTo>
                      <a:pt x="242500" y="18200"/>
                    </a:lnTo>
                    <a:close/>
                    <a:moveTo>
                      <a:pt x="245000" y="15000"/>
                    </a:moveTo>
                    <a:lnTo>
                      <a:pt x="245850" y="15000"/>
                    </a:lnTo>
                    <a:lnTo>
                      <a:pt x="245850" y="15850"/>
                    </a:lnTo>
                    <a:lnTo>
                      <a:pt x="245000" y="15850"/>
                    </a:lnTo>
                    <a:close/>
                    <a:moveTo>
                      <a:pt x="247500" y="17500"/>
                    </a:moveTo>
                    <a:lnTo>
                      <a:pt x="248200" y="17500"/>
                    </a:lnTo>
                    <a:lnTo>
                      <a:pt x="248200" y="18200"/>
                    </a:lnTo>
                    <a:lnTo>
                      <a:pt x="247500" y="18200"/>
                    </a:lnTo>
                    <a:close/>
                    <a:moveTo>
                      <a:pt x="250000" y="15000"/>
                    </a:moveTo>
                    <a:lnTo>
                      <a:pt x="250850" y="15000"/>
                    </a:lnTo>
                    <a:lnTo>
                      <a:pt x="250850" y="15850"/>
                    </a:lnTo>
                    <a:lnTo>
                      <a:pt x="250000" y="15850"/>
                    </a:lnTo>
                    <a:close/>
                    <a:moveTo>
                      <a:pt x="252500" y="17500"/>
                    </a:moveTo>
                    <a:lnTo>
                      <a:pt x="253200" y="17500"/>
                    </a:lnTo>
                    <a:lnTo>
                      <a:pt x="253200" y="18200"/>
                    </a:lnTo>
                    <a:lnTo>
                      <a:pt x="252500" y="18200"/>
                    </a:lnTo>
                    <a:close/>
                    <a:moveTo>
                      <a:pt x="255000" y="15000"/>
                    </a:moveTo>
                    <a:lnTo>
                      <a:pt x="255850" y="15000"/>
                    </a:lnTo>
                    <a:lnTo>
                      <a:pt x="255850" y="15850"/>
                    </a:lnTo>
                    <a:lnTo>
                      <a:pt x="255000" y="15850"/>
                    </a:lnTo>
                    <a:close/>
                    <a:moveTo>
                      <a:pt x="257500" y="17500"/>
                    </a:moveTo>
                    <a:lnTo>
                      <a:pt x="258200" y="17500"/>
                    </a:lnTo>
                    <a:lnTo>
                      <a:pt x="258200" y="18200"/>
                    </a:lnTo>
                    <a:lnTo>
                      <a:pt x="257500" y="18200"/>
                    </a:lnTo>
                    <a:close/>
                    <a:moveTo>
                      <a:pt x="260000" y="15000"/>
                    </a:moveTo>
                    <a:lnTo>
                      <a:pt x="260850" y="15000"/>
                    </a:lnTo>
                    <a:lnTo>
                      <a:pt x="260850" y="15850"/>
                    </a:lnTo>
                    <a:lnTo>
                      <a:pt x="260000" y="15850"/>
                    </a:lnTo>
                    <a:close/>
                    <a:moveTo>
                      <a:pt x="262500" y="17500"/>
                    </a:moveTo>
                    <a:lnTo>
                      <a:pt x="263200" y="17500"/>
                    </a:lnTo>
                    <a:lnTo>
                      <a:pt x="263200" y="18200"/>
                    </a:lnTo>
                    <a:lnTo>
                      <a:pt x="262500" y="18200"/>
                    </a:lnTo>
                    <a:close/>
                    <a:moveTo>
                      <a:pt x="265000" y="15000"/>
                    </a:moveTo>
                    <a:lnTo>
                      <a:pt x="265850" y="15000"/>
                    </a:lnTo>
                    <a:lnTo>
                      <a:pt x="265850" y="15850"/>
                    </a:lnTo>
                    <a:lnTo>
                      <a:pt x="265000" y="15850"/>
                    </a:lnTo>
                    <a:close/>
                    <a:moveTo>
                      <a:pt x="267500" y="17500"/>
                    </a:moveTo>
                    <a:lnTo>
                      <a:pt x="268200" y="17500"/>
                    </a:lnTo>
                    <a:lnTo>
                      <a:pt x="268200" y="18200"/>
                    </a:lnTo>
                    <a:lnTo>
                      <a:pt x="267500" y="18200"/>
                    </a:lnTo>
                    <a:close/>
                    <a:moveTo>
                      <a:pt x="270000" y="15000"/>
                    </a:moveTo>
                    <a:lnTo>
                      <a:pt x="270850" y="15000"/>
                    </a:lnTo>
                    <a:lnTo>
                      <a:pt x="270850" y="15850"/>
                    </a:lnTo>
                    <a:lnTo>
                      <a:pt x="270000" y="15850"/>
                    </a:lnTo>
                    <a:close/>
                    <a:moveTo>
                      <a:pt x="272500" y="17500"/>
                    </a:moveTo>
                    <a:lnTo>
                      <a:pt x="273200" y="17500"/>
                    </a:lnTo>
                    <a:lnTo>
                      <a:pt x="273200" y="18200"/>
                    </a:lnTo>
                    <a:lnTo>
                      <a:pt x="272500" y="18200"/>
                    </a:lnTo>
                    <a:close/>
                    <a:moveTo>
                      <a:pt x="275000" y="15000"/>
                    </a:moveTo>
                    <a:lnTo>
                      <a:pt x="275850" y="15000"/>
                    </a:lnTo>
                    <a:lnTo>
                      <a:pt x="275850" y="15850"/>
                    </a:lnTo>
                    <a:lnTo>
                      <a:pt x="275000" y="15850"/>
                    </a:lnTo>
                    <a:close/>
                    <a:moveTo>
                      <a:pt x="277500" y="17500"/>
                    </a:moveTo>
                    <a:lnTo>
                      <a:pt x="278200" y="17500"/>
                    </a:lnTo>
                    <a:lnTo>
                      <a:pt x="278200" y="18200"/>
                    </a:lnTo>
                    <a:lnTo>
                      <a:pt x="277500" y="18200"/>
                    </a:lnTo>
                    <a:close/>
                    <a:moveTo>
                      <a:pt x="280000" y="15000"/>
                    </a:moveTo>
                    <a:lnTo>
                      <a:pt x="280850" y="15000"/>
                    </a:lnTo>
                    <a:lnTo>
                      <a:pt x="280850" y="15850"/>
                    </a:lnTo>
                    <a:lnTo>
                      <a:pt x="280000" y="15850"/>
                    </a:lnTo>
                    <a:close/>
                    <a:moveTo>
                      <a:pt x="282500" y="17500"/>
                    </a:moveTo>
                    <a:lnTo>
                      <a:pt x="283200" y="17500"/>
                    </a:lnTo>
                    <a:lnTo>
                      <a:pt x="283200" y="18200"/>
                    </a:lnTo>
                    <a:lnTo>
                      <a:pt x="282500" y="18200"/>
                    </a:lnTo>
                    <a:close/>
                    <a:moveTo>
                      <a:pt x="285000" y="15000"/>
                    </a:moveTo>
                    <a:lnTo>
                      <a:pt x="285850" y="15000"/>
                    </a:lnTo>
                    <a:lnTo>
                      <a:pt x="285850" y="15850"/>
                    </a:lnTo>
                    <a:lnTo>
                      <a:pt x="285000" y="15850"/>
                    </a:lnTo>
                    <a:close/>
                    <a:moveTo>
                      <a:pt x="287500" y="17500"/>
                    </a:moveTo>
                    <a:lnTo>
                      <a:pt x="288200" y="17500"/>
                    </a:lnTo>
                    <a:lnTo>
                      <a:pt x="288200" y="18200"/>
                    </a:lnTo>
                    <a:lnTo>
                      <a:pt x="287500" y="18200"/>
                    </a:lnTo>
                    <a:close/>
                    <a:moveTo>
                      <a:pt x="0" y="20000"/>
                    </a:moveTo>
                    <a:lnTo>
                      <a:pt x="850" y="20000"/>
                    </a:lnTo>
                    <a:lnTo>
                      <a:pt x="850" y="20850"/>
                    </a:lnTo>
                    <a:lnTo>
                      <a:pt x="0" y="20850"/>
                    </a:lnTo>
                    <a:close/>
                    <a:moveTo>
                      <a:pt x="2500" y="22500"/>
                    </a:moveTo>
                    <a:lnTo>
                      <a:pt x="3200" y="22500"/>
                    </a:lnTo>
                    <a:lnTo>
                      <a:pt x="3200" y="23200"/>
                    </a:lnTo>
                    <a:lnTo>
                      <a:pt x="2500" y="23200"/>
                    </a:lnTo>
                    <a:close/>
                    <a:moveTo>
                      <a:pt x="5000" y="20000"/>
                    </a:moveTo>
                    <a:lnTo>
                      <a:pt x="5850" y="20000"/>
                    </a:lnTo>
                    <a:lnTo>
                      <a:pt x="5850" y="20850"/>
                    </a:lnTo>
                    <a:lnTo>
                      <a:pt x="5000" y="20850"/>
                    </a:lnTo>
                    <a:close/>
                    <a:moveTo>
                      <a:pt x="7500" y="22500"/>
                    </a:moveTo>
                    <a:lnTo>
                      <a:pt x="8200" y="22500"/>
                    </a:lnTo>
                    <a:lnTo>
                      <a:pt x="8200" y="23200"/>
                    </a:lnTo>
                    <a:lnTo>
                      <a:pt x="7500" y="23200"/>
                    </a:lnTo>
                    <a:close/>
                    <a:moveTo>
                      <a:pt x="10000" y="20000"/>
                    </a:moveTo>
                    <a:lnTo>
                      <a:pt x="10850" y="20000"/>
                    </a:lnTo>
                    <a:lnTo>
                      <a:pt x="10850" y="20850"/>
                    </a:lnTo>
                    <a:lnTo>
                      <a:pt x="10000" y="20850"/>
                    </a:lnTo>
                    <a:close/>
                    <a:moveTo>
                      <a:pt x="12500" y="22500"/>
                    </a:moveTo>
                    <a:lnTo>
                      <a:pt x="13200" y="22500"/>
                    </a:lnTo>
                    <a:lnTo>
                      <a:pt x="13200" y="23200"/>
                    </a:lnTo>
                    <a:lnTo>
                      <a:pt x="12500" y="23200"/>
                    </a:lnTo>
                    <a:close/>
                    <a:moveTo>
                      <a:pt x="15000" y="20000"/>
                    </a:moveTo>
                    <a:lnTo>
                      <a:pt x="15850" y="20000"/>
                    </a:lnTo>
                    <a:lnTo>
                      <a:pt x="15850" y="20850"/>
                    </a:lnTo>
                    <a:lnTo>
                      <a:pt x="15000" y="20850"/>
                    </a:lnTo>
                    <a:close/>
                    <a:moveTo>
                      <a:pt x="17500" y="22500"/>
                    </a:moveTo>
                    <a:lnTo>
                      <a:pt x="18200" y="22500"/>
                    </a:lnTo>
                    <a:lnTo>
                      <a:pt x="18200" y="23200"/>
                    </a:lnTo>
                    <a:lnTo>
                      <a:pt x="17500" y="23200"/>
                    </a:lnTo>
                    <a:close/>
                    <a:moveTo>
                      <a:pt x="20000" y="20000"/>
                    </a:moveTo>
                    <a:lnTo>
                      <a:pt x="20850" y="20000"/>
                    </a:lnTo>
                    <a:lnTo>
                      <a:pt x="20850" y="20850"/>
                    </a:lnTo>
                    <a:lnTo>
                      <a:pt x="20000" y="20850"/>
                    </a:lnTo>
                    <a:close/>
                    <a:moveTo>
                      <a:pt x="22500" y="22500"/>
                    </a:moveTo>
                    <a:lnTo>
                      <a:pt x="23200" y="22500"/>
                    </a:lnTo>
                    <a:lnTo>
                      <a:pt x="23200" y="23200"/>
                    </a:lnTo>
                    <a:lnTo>
                      <a:pt x="22500" y="23200"/>
                    </a:lnTo>
                    <a:close/>
                    <a:moveTo>
                      <a:pt x="25000" y="20000"/>
                    </a:moveTo>
                    <a:lnTo>
                      <a:pt x="25850" y="20000"/>
                    </a:lnTo>
                    <a:lnTo>
                      <a:pt x="25850" y="20850"/>
                    </a:lnTo>
                    <a:lnTo>
                      <a:pt x="25000" y="20850"/>
                    </a:lnTo>
                    <a:close/>
                    <a:moveTo>
                      <a:pt x="27500" y="22500"/>
                    </a:moveTo>
                    <a:lnTo>
                      <a:pt x="28200" y="22500"/>
                    </a:lnTo>
                    <a:lnTo>
                      <a:pt x="28200" y="23200"/>
                    </a:lnTo>
                    <a:lnTo>
                      <a:pt x="27500" y="23200"/>
                    </a:lnTo>
                    <a:close/>
                    <a:moveTo>
                      <a:pt x="30000" y="20000"/>
                    </a:moveTo>
                    <a:lnTo>
                      <a:pt x="30850" y="20000"/>
                    </a:lnTo>
                    <a:lnTo>
                      <a:pt x="30850" y="20850"/>
                    </a:lnTo>
                    <a:lnTo>
                      <a:pt x="30000" y="20850"/>
                    </a:lnTo>
                    <a:close/>
                    <a:moveTo>
                      <a:pt x="32500" y="22500"/>
                    </a:moveTo>
                    <a:lnTo>
                      <a:pt x="33200" y="22500"/>
                    </a:lnTo>
                    <a:lnTo>
                      <a:pt x="33200" y="23200"/>
                    </a:lnTo>
                    <a:lnTo>
                      <a:pt x="32500" y="23200"/>
                    </a:lnTo>
                    <a:close/>
                    <a:moveTo>
                      <a:pt x="35000" y="20000"/>
                    </a:moveTo>
                    <a:lnTo>
                      <a:pt x="35850" y="20000"/>
                    </a:lnTo>
                    <a:lnTo>
                      <a:pt x="35850" y="20850"/>
                    </a:lnTo>
                    <a:lnTo>
                      <a:pt x="35000" y="20850"/>
                    </a:lnTo>
                    <a:close/>
                    <a:moveTo>
                      <a:pt x="37500" y="22500"/>
                    </a:moveTo>
                    <a:lnTo>
                      <a:pt x="38200" y="22500"/>
                    </a:lnTo>
                    <a:lnTo>
                      <a:pt x="38200" y="23200"/>
                    </a:lnTo>
                    <a:lnTo>
                      <a:pt x="37500" y="23200"/>
                    </a:lnTo>
                    <a:close/>
                    <a:moveTo>
                      <a:pt x="40000" y="20000"/>
                    </a:moveTo>
                    <a:lnTo>
                      <a:pt x="40850" y="20000"/>
                    </a:lnTo>
                    <a:lnTo>
                      <a:pt x="40850" y="20850"/>
                    </a:lnTo>
                    <a:lnTo>
                      <a:pt x="40000" y="20850"/>
                    </a:lnTo>
                    <a:close/>
                    <a:moveTo>
                      <a:pt x="42500" y="22500"/>
                    </a:moveTo>
                    <a:lnTo>
                      <a:pt x="43200" y="22500"/>
                    </a:lnTo>
                    <a:lnTo>
                      <a:pt x="43200" y="23200"/>
                    </a:lnTo>
                    <a:lnTo>
                      <a:pt x="42500" y="23200"/>
                    </a:lnTo>
                    <a:close/>
                    <a:moveTo>
                      <a:pt x="45000" y="20000"/>
                    </a:moveTo>
                    <a:lnTo>
                      <a:pt x="45850" y="20000"/>
                    </a:lnTo>
                    <a:lnTo>
                      <a:pt x="45850" y="20850"/>
                    </a:lnTo>
                    <a:lnTo>
                      <a:pt x="45000" y="20850"/>
                    </a:lnTo>
                    <a:close/>
                    <a:moveTo>
                      <a:pt x="47500" y="22500"/>
                    </a:moveTo>
                    <a:lnTo>
                      <a:pt x="48200" y="22500"/>
                    </a:lnTo>
                    <a:lnTo>
                      <a:pt x="48200" y="23200"/>
                    </a:lnTo>
                    <a:lnTo>
                      <a:pt x="47500" y="23200"/>
                    </a:lnTo>
                    <a:close/>
                    <a:moveTo>
                      <a:pt x="50000" y="20000"/>
                    </a:moveTo>
                    <a:lnTo>
                      <a:pt x="50850" y="20000"/>
                    </a:lnTo>
                    <a:lnTo>
                      <a:pt x="50850" y="20850"/>
                    </a:lnTo>
                    <a:lnTo>
                      <a:pt x="50000" y="20850"/>
                    </a:lnTo>
                    <a:close/>
                    <a:moveTo>
                      <a:pt x="52500" y="22500"/>
                    </a:moveTo>
                    <a:lnTo>
                      <a:pt x="53200" y="22500"/>
                    </a:lnTo>
                    <a:lnTo>
                      <a:pt x="53200" y="23200"/>
                    </a:lnTo>
                    <a:lnTo>
                      <a:pt x="52500" y="23200"/>
                    </a:lnTo>
                    <a:close/>
                    <a:moveTo>
                      <a:pt x="55000" y="20000"/>
                    </a:moveTo>
                    <a:lnTo>
                      <a:pt x="55850" y="20000"/>
                    </a:lnTo>
                    <a:lnTo>
                      <a:pt x="55850" y="20850"/>
                    </a:lnTo>
                    <a:lnTo>
                      <a:pt x="55000" y="20850"/>
                    </a:lnTo>
                    <a:close/>
                    <a:moveTo>
                      <a:pt x="57500" y="22500"/>
                    </a:moveTo>
                    <a:lnTo>
                      <a:pt x="58200" y="22500"/>
                    </a:lnTo>
                    <a:lnTo>
                      <a:pt x="58200" y="23200"/>
                    </a:lnTo>
                    <a:lnTo>
                      <a:pt x="57500" y="23200"/>
                    </a:lnTo>
                    <a:close/>
                    <a:moveTo>
                      <a:pt x="60000" y="20000"/>
                    </a:moveTo>
                    <a:lnTo>
                      <a:pt x="60850" y="20000"/>
                    </a:lnTo>
                    <a:lnTo>
                      <a:pt x="60850" y="20850"/>
                    </a:lnTo>
                    <a:lnTo>
                      <a:pt x="60000" y="20850"/>
                    </a:lnTo>
                    <a:close/>
                    <a:moveTo>
                      <a:pt x="62500" y="22500"/>
                    </a:moveTo>
                    <a:lnTo>
                      <a:pt x="63200" y="22500"/>
                    </a:lnTo>
                    <a:lnTo>
                      <a:pt x="63200" y="23200"/>
                    </a:lnTo>
                    <a:lnTo>
                      <a:pt x="62500" y="23200"/>
                    </a:lnTo>
                    <a:close/>
                    <a:moveTo>
                      <a:pt x="65000" y="20000"/>
                    </a:moveTo>
                    <a:lnTo>
                      <a:pt x="65850" y="20000"/>
                    </a:lnTo>
                    <a:lnTo>
                      <a:pt x="65850" y="20850"/>
                    </a:lnTo>
                    <a:lnTo>
                      <a:pt x="65000" y="20850"/>
                    </a:lnTo>
                    <a:close/>
                    <a:moveTo>
                      <a:pt x="67500" y="22500"/>
                    </a:moveTo>
                    <a:lnTo>
                      <a:pt x="68200" y="22500"/>
                    </a:lnTo>
                    <a:lnTo>
                      <a:pt x="68200" y="23200"/>
                    </a:lnTo>
                    <a:lnTo>
                      <a:pt x="67500" y="23200"/>
                    </a:lnTo>
                    <a:close/>
                    <a:moveTo>
                      <a:pt x="70000" y="20000"/>
                    </a:moveTo>
                    <a:lnTo>
                      <a:pt x="70850" y="20000"/>
                    </a:lnTo>
                    <a:lnTo>
                      <a:pt x="70850" y="20850"/>
                    </a:lnTo>
                    <a:lnTo>
                      <a:pt x="70000" y="20850"/>
                    </a:lnTo>
                    <a:close/>
                    <a:moveTo>
                      <a:pt x="72500" y="22500"/>
                    </a:moveTo>
                    <a:lnTo>
                      <a:pt x="73200" y="22500"/>
                    </a:lnTo>
                    <a:lnTo>
                      <a:pt x="73200" y="23200"/>
                    </a:lnTo>
                    <a:lnTo>
                      <a:pt x="72500" y="23200"/>
                    </a:lnTo>
                    <a:close/>
                    <a:moveTo>
                      <a:pt x="75000" y="20000"/>
                    </a:moveTo>
                    <a:lnTo>
                      <a:pt x="75850" y="20000"/>
                    </a:lnTo>
                    <a:lnTo>
                      <a:pt x="75850" y="20850"/>
                    </a:lnTo>
                    <a:lnTo>
                      <a:pt x="75000" y="20850"/>
                    </a:lnTo>
                    <a:close/>
                    <a:moveTo>
                      <a:pt x="77500" y="22500"/>
                    </a:moveTo>
                    <a:lnTo>
                      <a:pt x="78200" y="22500"/>
                    </a:lnTo>
                    <a:lnTo>
                      <a:pt x="78200" y="23200"/>
                    </a:lnTo>
                    <a:lnTo>
                      <a:pt x="77500" y="23200"/>
                    </a:lnTo>
                    <a:close/>
                    <a:moveTo>
                      <a:pt x="80000" y="20000"/>
                    </a:moveTo>
                    <a:lnTo>
                      <a:pt x="80850" y="20000"/>
                    </a:lnTo>
                    <a:lnTo>
                      <a:pt x="80850" y="20850"/>
                    </a:lnTo>
                    <a:lnTo>
                      <a:pt x="80000" y="20850"/>
                    </a:lnTo>
                    <a:close/>
                    <a:moveTo>
                      <a:pt x="82500" y="22500"/>
                    </a:moveTo>
                    <a:lnTo>
                      <a:pt x="83200" y="22500"/>
                    </a:lnTo>
                    <a:lnTo>
                      <a:pt x="83200" y="23200"/>
                    </a:lnTo>
                    <a:lnTo>
                      <a:pt x="82500" y="23200"/>
                    </a:lnTo>
                    <a:close/>
                    <a:moveTo>
                      <a:pt x="85000" y="20000"/>
                    </a:moveTo>
                    <a:lnTo>
                      <a:pt x="85850" y="20000"/>
                    </a:lnTo>
                    <a:lnTo>
                      <a:pt x="85850" y="20850"/>
                    </a:lnTo>
                    <a:lnTo>
                      <a:pt x="85000" y="20850"/>
                    </a:lnTo>
                    <a:close/>
                    <a:moveTo>
                      <a:pt x="87500" y="22500"/>
                    </a:moveTo>
                    <a:lnTo>
                      <a:pt x="88200" y="22500"/>
                    </a:lnTo>
                    <a:lnTo>
                      <a:pt x="88200" y="23200"/>
                    </a:lnTo>
                    <a:lnTo>
                      <a:pt x="87500" y="23200"/>
                    </a:lnTo>
                    <a:close/>
                    <a:moveTo>
                      <a:pt x="90000" y="20000"/>
                    </a:moveTo>
                    <a:lnTo>
                      <a:pt x="90850" y="20000"/>
                    </a:lnTo>
                    <a:lnTo>
                      <a:pt x="90850" y="20850"/>
                    </a:lnTo>
                    <a:lnTo>
                      <a:pt x="90000" y="20850"/>
                    </a:lnTo>
                    <a:close/>
                    <a:moveTo>
                      <a:pt x="92500" y="22500"/>
                    </a:moveTo>
                    <a:lnTo>
                      <a:pt x="93200" y="22500"/>
                    </a:lnTo>
                    <a:lnTo>
                      <a:pt x="93200" y="23200"/>
                    </a:lnTo>
                    <a:lnTo>
                      <a:pt x="92500" y="23200"/>
                    </a:lnTo>
                    <a:close/>
                    <a:moveTo>
                      <a:pt x="95000" y="20000"/>
                    </a:moveTo>
                    <a:lnTo>
                      <a:pt x="95850" y="20000"/>
                    </a:lnTo>
                    <a:lnTo>
                      <a:pt x="95850" y="20850"/>
                    </a:lnTo>
                    <a:lnTo>
                      <a:pt x="95000" y="20850"/>
                    </a:lnTo>
                    <a:close/>
                    <a:moveTo>
                      <a:pt x="97500" y="22500"/>
                    </a:moveTo>
                    <a:lnTo>
                      <a:pt x="98200" y="22500"/>
                    </a:lnTo>
                    <a:lnTo>
                      <a:pt x="98200" y="23200"/>
                    </a:lnTo>
                    <a:lnTo>
                      <a:pt x="97500" y="23200"/>
                    </a:lnTo>
                    <a:close/>
                    <a:moveTo>
                      <a:pt x="100000" y="20000"/>
                    </a:moveTo>
                    <a:lnTo>
                      <a:pt x="100850" y="20000"/>
                    </a:lnTo>
                    <a:lnTo>
                      <a:pt x="100850" y="20850"/>
                    </a:lnTo>
                    <a:lnTo>
                      <a:pt x="100000" y="20850"/>
                    </a:lnTo>
                    <a:close/>
                    <a:moveTo>
                      <a:pt x="102500" y="22500"/>
                    </a:moveTo>
                    <a:lnTo>
                      <a:pt x="103200" y="22500"/>
                    </a:lnTo>
                    <a:lnTo>
                      <a:pt x="103200" y="23200"/>
                    </a:lnTo>
                    <a:lnTo>
                      <a:pt x="102500" y="23200"/>
                    </a:lnTo>
                    <a:close/>
                    <a:moveTo>
                      <a:pt x="105000" y="20000"/>
                    </a:moveTo>
                    <a:lnTo>
                      <a:pt x="105850" y="20000"/>
                    </a:lnTo>
                    <a:lnTo>
                      <a:pt x="105850" y="20850"/>
                    </a:lnTo>
                    <a:lnTo>
                      <a:pt x="105000" y="20850"/>
                    </a:lnTo>
                    <a:close/>
                    <a:moveTo>
                      <a:pt x="107500" y="22500"/>
                    </a:moveTo>
                    <a:lnTo>
                      <a:pt x="108200" y="22500"/>
                    </a:lnTo>
                    <a:lnTo>
                      <a:pt x="108200" y="23200"/>
                    </a:lnTo>
                    <a:lnTo>
                      <a:pt x="107500" y="23200"/>
                    </a:lnTo>
                    <a:close/>
                    <a:moveTo>
                      <a:pt x="110000" y="20000"/>
                    </a:moveTo>
                    <a:lnTo>
                      <a:pt x="110850" y="20000"/>
                    </a:lnTo>
                    <a:lnTo>
                      <a:pt x="110850" y="20850"/>
                    </a:lnTo>
                    <a:lnTo>
                      <a:pt x="110000" y="20850"/>
                    </a:lnTo>
                    <a:close/>
                    <a:moveTo>
                      <a:pt x="112500" y="22500"/>
                    </a:moveTo>
                    <a:lnTo>
                      <a:pt x="113200" y="22500"/>
                    </a:lnTo>
                    <a:lnTo>
                      <a:pt x="113200" y="23200"/>
                    </a:lnTo>
                    <a:lnTo>
                      <a:pt x="112500" y="23200"/>
                    </a:lnTo>
                    <a:close/>
                    <a:moveTo>
                      <a:pt x="115000" y="20000"/>
                    </a:moveTo>
                    <a:lnTo>
                      <a:pt x="115850" y="20000"/>
                    </a:lnTo>
                    <a:lnTo>
                      <a:pt x="115850" y="20850"/>
                    </a:lnTo>
                    <a:lnTo>
                      <a:pt x="115000" y="20850"/>
                    </a:lnTo>
                    <a:close/>
                    <a:moveTo>
                      <a:pt x="117500" y="22500"/>
                    </a:moveTo>
                    <a:lnTo>
                      <a:pt x="118200" y="22500"/>
                    </a:lnTo>
                    <a:lnTo>
                      <a:pt x="118200" y="23200"/>
                    </a:lnTo>
                    <a:lnTo>
                      <a:pt x="117500" y="23200"/>
                    </a:lnTo>
                    <a:close/>
                    <a:moveTo>
                      <a:pt x="120000" y="20000"/>
                    </a:moveTo>
                    <a:lnTo>
                      <a:pt x="120850" y="20000"/>
                    </a:lnTo>
                    <a:lnTo>
                      <a:pt x="120850" y="20850"/>
                    </a:lnTo>
                    <a:lnTo>
                      <a:pt x="120000" y="20850"/>
                    </a:lnTo>
                    <a:close/>
                    <a:moveTo>
                      <a:pt x="122500" y="22500"/>
                    </a:moveTo>
                    <a:lnTo>
                      <a:pt x="123200" y="22500"/>
                    </a:lnTo>
                    <a:lnTo>
                      <a:pt x="123200" y="23200"/>
                    </a:lnTo>
                    <a:lnTo>
                      <a:pt x="122500" y="23200"/>
                    </a:lnTo>
                    <a:close/>
                    <a:moveTo>
                      <a:pt x="125000" y="20000"/>
                    </a:moveTo>
                    <a:lnTo>
                      <a:pt x="125850" y="20000"/>
                    </a:lnTo>
                    <a:lnTo>
                      <a:pt x="125850" y="20850"/>
                    </a:lnTo>
                    <a:lnTo>
                      <a:pt x="125000" y="20850"/>
                    </a:lnTo>
                    <a:close/>
                    <a:moveTo>
                      <a:pt x="127500" y="22500"/>
                    </a:moveTo>
                    <a:lnTo>
                      <a:pt x="128200" y="22500"/>
                    </a:lnTo>
                    <a:lnTo>
                      <a:pt x="128200" y="23200"/>
                    </a:lnTo>
                    <a:lnTo>
                      <a:pt x="127500" y="23200"/>
                    </a:lnTo>
                    <a:close/>
                    <a:moveTo>
                      <a:pt x="130000" y="20000"/>
                    </a:moveTo>
                    <a:lnTo>
                      <a:pt x="130850" y="20000"/>
                    </a:lnTo>
                    <a:lnTo>
                      <a:pt x="130850" y="20850"/>
                    </a:lnTo>
                    <a:lnTo>
                      <a:pt x="130000" y="20850"/>
                    </a:lnTo>
                    <a:close/>
                    <a:moveTo>
                      <a:pt x="132500" y="22500"/>
                    </a:moveTo>
                    <a:lnTo>
                      <a:pt x="133200" y="22500"/>
                    </a:lnTo>
                    <a:lnTo>
                      <a:pt x="133200" y="23200"/>
                    </a:lnTo>
                    <a:lnTo>
                      <a:pt x="132500" y="23200"/>
                    </a:lnTo>
                    <a:close/>
                    <a:moveTo>
                      <a:pt x="135000" y="20000"/>
                    </a:moveTo>
                    <a:lnTo>
                      <a:pt x="135850" y="20000"/>
                    </a:lnTo>
                    <a:lnTo>
                      <a:pt x="135850" y="20850"/>
                    </a:lnTo>
                    <a:lnTo>
                      <a:pt x="135000" y="20850"/>
                    </a:lnTo>
                    <a:close/>
                    <a:moveTo>
                      <a:pt x="137500" y="22500"/>
                    </a:moveTo>
                    <a:lnTo>
                      <a:pt x="138200" y="22500"/>
                    </a:lnTo>
                    <a:lnTo>
                      <a:pt x="138200" y="23200"/>
                    </a:lnTo>
                    <a:lnTo>
                      <a:pt x="137500" y="23200"/>
                    </a:lnTo>
                    <a:close/>
                    <a:moveTo>
                      <a:pt x="140000" y="20000"/>
                    </a:moveTo>
                    <a:lnTo>
                      <a:pt x="140850" y="20000"/>
                    </a:lnTo>
                    <a:lnTo>
                      <a:pt x="140850" y="20850"/>
                    </a:lnTo>
                    <a:lnTo>
                      <a:pt x="140000" y="20850"/>
                    </a:lnTo>
                    <a:close/>
                    <a:moveTo>
                      <a:pt x="142500" y="22500"/>
                    </a:moveTo>
                    <a:lnTo>
                      <a:pt x="143200" y="22500"/>
                    </a:lnTo>
                    <a:lnTo>
                      <a:pt x="143200" y="23200"/>
                    </a:lnTo>
                    <a:lnTo>
                      <a:pt x="142500" y="23200"/>
                    </a:lnTo>
                    <a:close/>
                    <a:moveTo>
                      <a:pt x="145000" y="20000"/>
                    </a:moveTo>
                    <a:lnTo>
                      <a:pt x="145850" y="20000"/>
                    </a:lnTo>
                    <a:lnTo>
                      <a:pt x="145850" y="20850"/>
                    </a:lnTo>
                    <a:lnTo>
                      <a:pt x="145000" y="20850"/>
                    </a:lnTo>
                    <a:close/>
                    <a:moveTo>
                      <a:pt x="147500" y="22500"/>
                    </a:moveTo>
                    <a:lnTo>
                      <a:pt x="148200" y="22500"/>
                    </a:lnTo>
                    <a:lnTo>
                      <a:pt x="148200" y="23200"/>
                    </a:lnTo>
                    <a:lnTo>
                      <a:pt x="147500" y="23200"/>
                    </a:lnTo>
                    <a:close/>
                    <a:moveTo>
                      <a:pt x="150000" y="20000"/>
                    </a:moveTo>
                    <a:lnTo>
                      <a:pt x="150850" y="20000"/>
                    </a:lnTo>
                    <a:lnTo>
                      <a:pt x="150850" y="20850"/>
                    </a:lnTo>
                    <a:lnTo>
                      <a:pt x="150000" y="20850"/>
                    </a:lnTo>
                    <a:close/>
                    <a:moveTo>
                      <a:pt x="152500" y="22500"/>
                    </a:moveTo>
                    <a:lnTo>
                      <a:pt x="153200" y="22500"/>
                    </a:lnTo>
                    <a:lnTo>
                      <a:pt x="153200" y="23200"/>
                    </a:lnTo>
                    <a:lnTo>
                      <a:pt x="152500" y="23200"/>
                    </a:lnTo>
                    <a:close/>
                    <a:moveTo>
                      <a:pt x="155000" y="20000"/>
                    </a:moveTo>
                    <a:lnTo>
                      <a:pt x="155850" y="20000"/>
                    </a:lnTo>
                    <a:lnTo>
                      <a:pt x="155850" y="20850"/>
                    </a:lnTo>
                    <a:lnTo>
                      <a:pt x="155000" y="20850"/>
                    </a:lnTo>
                    <a:close/>
                    <a:moveTo>
                      <a:pt x="157500" y="22500"/>
                    </a:moveTo>
                    <a:lnTo>
                      <a:pt x="158200" y="22500"/>
                    </a:lnTo>
                    <a:lnTo>
                      <a:pt x="158200" y="23200"/>
                    </a:lnTo>
                    <a:lnTo>
                      <a:pt x="157500" y="23200"/>
                    </a:lnTo>
                    <a:close/>
                    <a:moveTo>
                      <a:pt x="160000" y="20000"/>
                    </a:moveTo>
                    <a:lnTo>
                      <a:pt x="160850" y="20000"/>
                    </a:lnTo>
                    <a:lnTo>
                      <a:pt x="160850" y="20850"/>
                    </a:lnTo>
                    <a:lnTo>
                      <a:pt x="160000" y="20850"/>
                    </a:lnTo>
                    <a:close/>
                    <a:moveTo>
                      <a:pt x="162500" y="22500"/>
                    </a:moveTo>
                    <a:lnTo>
                      <a:pt x="163200" y="22500"/>
                    </a:lnTo>
                    <a:lnTo>
                      <a:pt x="163200" y="23200"/>
                    </a:lnTo>
                    <a:lnTo>
                      <a:pt x="162500" y="23200"/>
                    </a:lnTo>
                    <a:close/>
                    <a:moveTo>
                      <a:pt x="165000" y="20000"/>
                    </a:moveTo>
                    <a:lnTo>
                      <a:pt x="165850" y="20000"/>
                    </a:lnTo>
                    <a:lnTo>
                      <a:pt x="165850" y="20850"/>
                    </a:lnTo>
                    <a:lnTo>
                      <a:pt x="165000" y="20850"/>
                    </a:lnTo>
                    <a:close/>
                    <a:moveTo>
                      <a:pt x="167500" y="22500"/>
                    </a:moveTo>
                    <a:lnTo>
                      <a:pt x="168200" y="22500"/>
                    </a:lnTo>
                    <a:lnTo>
                      <a:pt x="168200" y="23200"/>
                    </a:lnTo>
                    <a:lnTo>
                      <a:pt x="167500" y="23200"/>
                    </a:lnTo>
                    <a:close/>
                    <a:moveTo>
                      <a:pt x="170000" y="20000"/>
                    </a:moveTo>
                    <a:lnTo>
                      <a:pt x="170850" y="20000"/>
                    </a:lnTo>
                    <a:lnTo>
                      <a:pt x="170850" y="20850"/>
                    </a:lnTo>
                    <a:lnTo>
                      <a:pt x="170000" y="20850"/>
                    </a:lnTo>
                    <a:close/>
                    <a:moveTo>
                      <a:pt x="172500" y="22500"/>
                    </a:moveTo>
                    <a:lnTo>
                      <a:pt x="173200" y="22500"/>
                    </a:lnTo>
                    <a:lnTo>
                      <a:pt x="173200" y="23200"/>
                    </a:lnTo>
                    <a:lnTo>
                      <a:pt x="172500" y="23200"/>
                    </a:lnTo>
                    <a:close/>
                    <a:moveTo>
                      <a:pt x="175000" y="20000"/>
                    </a:moveTo>
                    <a:lnTo>
                      <a:pt x="175850" y="20000"/>
                    </a:lnTo>
                    <a:lnTo>
                      <a:pt x="175850" y="20850"/>
                    </a:lnTo>
                    <a:lnTo>
                      <a:pt x="175000" y="20850"/>
                    </a:lnTo>
                    <a:close/>
                    <a:moveTo>
                      <a:pt x="177500" y="22500"/>
                    </a:moveTo>
                    <a:lnTo>
                      <a:pt x="178200" y="22500"/>
                    </a:lnTo>
                    <a:lnTo>
                      <a:pt x="178200" y="23200"/>
                    </a:lnTo>
                    <a:lnTo>
                      <a:pt x="177500" y="23200"/>
                    </a:lnTo>
                    <a:close/>
                    <a:moveTo>
                      <a:pt x="180000" y="20000"/>
                    </a:moveTo>
                    <a:lnTo>
                      <a:pt x="180850" y="20000"/>
                    </a:lnTo>
                    <a:lnTo>
                      <a:pt x="180850" y="20850"/>
                    </a:lnTo>
                    <a:lnTo>
                      <a:pt x="180000" y="20850"/>
                    </a:lnTo>
                    <a:close/>
                    <a:moveTo>
                      <a:pt x="182500" y="22500"/>
                    </a:moveTo>
                    <a:lnTo>
                      <a:pt x="183200" y="22500"/>
                    </a:lnTo>
                    <a:lnTo>
                      <a:pt x="183200" y="23200"/>
                    </a:lnTo>
                    <a:lnTo>
                      <a:pt x="182500" y="23200"/>
                    </a:lnTo>
                    <a:close/>
                    <a:moveTo>
                      <a:pt x="185000" y="20000"/>
                    </a:moveTo>
                    <a:lnTo>
                      <a:pt x="185850" y="20000"/>
                    </a:lnTo>
                    <a:lnTo>
                      <a:pt x="185850" y="20850"/>
                    </a:lnTo>
                    <a:lnTo>
                      <a:pt x="185000" y="20850"/>
                    </a:lnTo>
                    <a:close/>
                    <a:moveTo>
                      <a:pt x="187500" y="22500"/>
                    </a:moveTo>
                    <a:lnTo>
                      <a:pt x="188200" y="22500"/>
                    </a:lnTo>
                    <a:lnTo>
                      <a:pt x="188200" y="23200"/>
                    </a:lnTo>
                    <a:lnTo>
                      <a:pt x="187500" y="23200"/>
                    </a:lnTo>
                    <a:close/>
                    <a:moveTo>
                      <a:pt x="190000" y="20000"/>
                    </a:moveTo>
                    <a:lnTo>
                      <a:pt x="190850" y="20000"/>
                    </a:lnTo>
                    <a:lnTo>
                      <a:pt x="190850" y="20850"/>
                    </a:lnTo>
                    <a:lnTo>
                      <a:pt x="190000" y="20850"/>
                    </a:lnTo>
                    <a:close/>
                    <a:moveTo>
                      <a:pt x="192500" y="22500"/>
                    </a:moveTo>
                    <a:lnTo>
                      <a:pt x="193200" y="22500"/>
                    </a:lnTo>
                    <a:lnTo>
                      <a:pt x="193200" y="23200"/>
                    </a:lnTo>
                    <a:lnTo>
                      <a:pt x="192500" y="23200"/>
                    </a:lnTo>
                    <a:close/>
                    <a:moveTo>
                      <a:pt x="195000" y="20000"/>
                    </a:moveTo>
                    <a:lnTo>
                      <a:pt x="195850" y="20000"/>
                    </a:lnTo>
                    <a:lnTo>
                      <a:pt x="195850" y="20850"/>
                    </a:lnTo>
                    <a:lnTo>
                      <a:pt x="195000" y="20850"/>
                    </a:lnTo>
                    <a:close/>
                    <a:moveTo>
                      <a:pt x="197500" y="22500"/>
                    </a:moveTo>
                    <a:lnTo>
                      <a:pt x="198200" y="22500"/>
                    </a:lnTo>
                    <a:lnTo>
                      <a:pt x="198200" y="23200"/>
                    </a:lnTo>
                    <a:lnTo>
                      <a:pt x="197500" y="23200"/>
                    </a:lnTo>
                    <a:close/>
                    <a:moveTo>
                      <a:pt x="200000" y="20000"/>
                    </a:moveTo>
                    <a:lnTo>
                      <a:pt x="200850" y="20000"/>
                    </a:lnTo>
                    <a:lnTo>
                      <a:pt x="200850" y="20850"/>
                    </a:lnTo>
                    <a:lnTo>
                      <a:pt x="200000" y="20850"/>
                    </a:lnTo>
                    <a:close/>
                    <a:moveTo>
                      <a:pt x="202500" y="22500"/>
                    </a:moveTo>
                    <a:lnTo>
                      <a:pt x="203200" y="22500"/>
                    </a:lnTo>
                    <a:lnTo>
                      <a:pt x="203200" y="23200"/>
                    </a:lnTo>
                    <a:lnTo>
                      <a:pt x="202500" y="23200"/>
                    </a:lnTo>
                    <a:close/>
                    <a:moveTo>
                      <a:pt x="205000" y="20000"/>
                    </a:moveTo>
                    <a:lnTo>
                      <a:pt x="205850" y="20000"/>
                    </a:lnTo>
                    <a:lnTo>
                      <a:pt x="205850" y="20850"/>
                    </a:lnTo>
                    <a:lnTo>
                      <a:pt x="205000" y="20850"/>
                    </a:lnTo>
                    <a:close/>
                    <a:moveTo>
                      <a:pt x="207500" y="22500"/>
                    </a:moveTo>
                    <a:lnTo>
                      <a:pt x="208200" y="22500"/>
                    </a:lnTo>
                    <a:lnTo>
                      <a:pt x="208200" y="23200"/>
                    </a:lnTo>
                    <a:lnTo>
                      <a:pt x="207500" y="23200"/>
                    </a:lnTo>
                    <a:close/>
                    <a:moveTo>
                      <a:pt x="210000" y="20000"/>
                    </a:moveTo>
                    <a:lnTo>
                      <a:pt x="210850" y="20000"/>
                    </a:lnTo>
                    <a:lnTo>
                      <a:pt x="210850" y="20850"/>
                    </a:lnTo>
                    <a:lnTo>
                      <a:pt x="210000" y="20850"/>
                    </a:lnTo>
                    <a:close/>
                    <a:moveTo>
                      <a:pt x="212500" y="22500"/>
                    </a:moveTo>
                    <a:lnTo>
                      <a:pt x="213200" y="22500"/>
                    </a:lnTo>
                    <a:lnTo>
                      <a:pt x="213200" y="23200"/>
                    </a:lnTo>
                    <a:lnTo>
                      <a:pt x="212500" y="23200"/>
                    </a:lnTo>
                    <a:close/>
                    <a:moveTo>
                      <a:pt x="215000" y="20000"/>
                    </a:moveTo>
                    <a:lnTo>
                      <a:pt x="215850" y="20000"/>
                    </a:lnTo>
                    <a:lnTo>
                      <a:pt x="215850" y="20850"/>
                    </a:lnTo>
                    <a:lnTo>
                      <a:pt x="215000" y="20850"/>
                    </a:lnTo>
                    <a:close/>
                    <a:moveTo>
                      <a:pt x="217500" y="22500"/>
                    </a:moveTo>
                    <a:lnTo>
                      <a:pt x="218200" y="22500"/>
                    </a:lnTo>
                    <a:lnTo>
                      <a:pt x="218200" y="23200"/>
                    </a:lnTo>
                    <a:lnTo>
                      <a:pt x="217500" y="23200"/>
                    </a:lnTo>
                    <a:close/>
                    <a:moveTo>
                      <a:pt x="220000" y="20000"/>
                    </a:moveTo>
                    <a:lnTo>
                      <a:pt x="220850" y="20000"/>
                    </a:lnTo>
                    <a:lnTo>
                      <a:pt x="220850" y="20850"/>
                    </a:lnTo>
                    <a:lnTo>
                      <a:pt x="220000" y="20850"/>
                    </a:lnTo>
                    <a:close/>
                    <a:moveTo>
                      <a:pt x="222500" y="22500"/>
                    </a:moveTo>
                    <a:lnTo>
                      <a:pt x="223200" y="22500"/>
                    </a:lnTo>
                    <a:lnTo>
                      <a:pt x="223200" y="23200"/>
                    </a:lnTo>
                    <a:lnTo>
                      <a:pt x="222500" y="23200"/>
                    </a:lnTo>
                    <a:close/>
                    <a:moveTo>
                      <a:pt x="225000" y="20000"/>
                    </a:moveTo>
                    <a:lnTo>
                      <a:pt x="225850" y="20000"/>
                    </a:lnTo>
                    <a:lnTo>
                      <a:pt x="225850" y="20850"/>
                    </a:lnTo>
                    <a:lnTo>
                      <a:pt x="225000" y="20850"/>
                    </a:lnTo>
                    <a:close/>
                    <a:moveTo>
                      <a:pt x="227500" y="22500"/>
                    </a:moveTo>
                    <a:lnTo>
                      <a:pt x="228200" y="22500"/>
                    </a:lnTo>
                    <a:lnTo>
                      <a:pt x="228200" y="23200"/>
                    </a:lnTo>
                    <a:lnTo>
                      <a:pt x="227500" y="23200"/>
                    </a:lnTo>
                    <a:close/>
                    <a:moveTo>
                      <a:pt x="230000" y="20000"/>
                    </a:moveTo>
                    <a:lnTo>
                      <a:pt x="230850" y="20000"/>
                    </a:lnTo>
                    <a:lnTo>
                      <a:pt x="230850" y="20850"/>
                    </a:lnTo>
                    <a:lnTo>
                      <a:pt x="230000" y="20850"/>
                    </a:lnTo>
                    <a:close/>
                    <a:moveTo>
                      <a:pt x="232500" y="22500"/>
                    </a:moveTo>
                    <a:lnTo>
                      <a:pt x="233200" y="22500"/>
                    </a:lnTo>
                    <a:lnTo>
                      <a:pt x="233200" y="23200"/>
                    </a:lnTo>
                    <a:lnTo>
                      <a:pt x="232500" y="23200"/>
                    </a:lnTo>
                    <a:close/>
                    <a:moveTo>
                      <a:pt x="235000" y="20000"/>
                    </a:moveTo>
                    <a:lnTo>
                      <a:pt x="235850" y="20000"/>
                    </a:lnTo>
                    <a:lnTo>
                      <a:pt x="235850" y="20850"/>
                    </a:lnTo>
                    <a:lnTo>
                      <a:pt x="235000" y="20850"/>
                    </a:lnTo>
                    <a:close/>
                    <a:moveTo>
                      <a:pt x="237500" y="22500"/>
                    </a:moveTo>
                    <a:lnTo>
                      <a:pt x="238200" y="22500"/>
                    </a:lnTo>
                    <a:lnTo>
                      <a:pt x="238200" y="23200"/>
                    </a:lnTo>
                    <a:lnTo>
                      <a:pt x="237500" y="23200"/>
                    </a:lnTo>
                    <a:close/>
                    <a:moveTo>
                      <a:pt x="240000" y="20000"/>
                    </a:moveTo>
                    <a:lnTo>
                      <a:pt x="240850" y="20000"/>
                    </a:lnTo>
                    <a:lnTo>
                      <a:pt x="240850" y="20850"/>
                    </a:lnTo>
                    <a:lnTo>
                      <a:pt x="240000" y="20850"/>
                    </a:lnTo>
                    <a:close/>
                    <a:moveTo>
                      <a:pt x="242500" y="22500"/>
                    </a:moveTo>
                    <a:lnTo>
                      <a:pt x="243200" y="22500"/>
                    </a:lnTo>
                    <a:lnTo>
                      <a:pt x="243200" y="23200"/>
                    </a:lnTo>
                    <a:lnTo>
                      <a:pt x="242500" y="23200"/>
                    </a:lnTo>
                    <a:close/>
                    <a:moveTo>
                      <a:pt x="245000" y="20000"/>
                    </a:moveTo>
                    <a:lnTo>
                      <a:pt x="245850" y="20000"/>
                    </a:lnTo>
                    <a:lnTo>
                      <a:pt x="245850" y="20850"/>
                    </a:lnTo>
                    <a:lnTo>
                      <a:pt x="245000" y="20850"/>
                    </a:lnTo>
                    <a:close/>
                    <a:moveTo>
                      <a:pt x="247500" y="22500"/>
                    </a:moveTo>
                    <a:lnTo>
                      <a:pt x="248200" y="22500"/>
                    </a:lnTo>
                    <a:lnTo>
                      <a:pt x="248200" y="23200"/>
                    </a:lnTo>
                    <a:lnTo>
                      <a:pt x="247500" y="23200"/>
                    </a:lnTo>
                    <a:close/>
                    <a:moveTo>
                      <a:pt x="250000" y="20000"/>
                    </a:moveTo>
                    <a:lnTo>
                      <a:pt x="250850" y="20000"/>
                    </a:lnTo>
                    <a:lnTo>
                      <a:pt x="250850" y="20850"/>
                    </a:lnTo>
                    <a:lnTo>
                      <a:pt x="250000" y="20850"/>
                    </a:lnTo>
                    <a:close/>
                    <a:moveTo>
                      <a:pt x="252500" y="22500"/>
                    </a:moveTo>
                    <a:lnTo>
                      <a:pt x="253200" y="22500"/>
                    </a:lnTo>
                    <a:lnTo>
                      <a:pt x="253200" y="23200"/>
                    </a:lnTo>
                    <a:lnTo>
                      <a:pt x="252500" y="23200"/>
                    </a:lnTo>
                    <a:close/>
                    <a:moveTo>
                      <a:pt x="255000" y="20000"/>
                    </a:moveTo>
                    <a:lnTo>
                      <a:pt x="255850" y="20000"/>
                    </a:lnTo>
                    <a:lnTo>
                      <a:pt x="255850" y="20850"/>
                    </a:lnTo>
                    <a:lnTo>
                      <a:pt x="255000" y="20850"/>
                    </a:lnTo>
                    <a:close/>
                    <a:moveTo>
                      <a:pt x="257500" y="22500"/>
                    </a:moveTo>
                    <a:lnTo>
                      <a:pt x="258200" y="22500"/>
                    </a:lnTo>
                    <a:lnTo>
                      <a:pt x="258200" y="23200"/>
                    </a:lnTo>
                    <a:lnTo>
                      <a:pt x="257500" y="23200"/>
                    </a:lnTo>
                    <a:close/>
                    <a:moveTo>
                      <a:pt x="260000" y="20000"/>
                    </a:moveTo>
                    <a:lnTo>
                      <a:pt x="260850" y="20000"/>
                    </a:lnTo>
                    <a:lnTo>
                      <a:pt x="260850" y="20850"/>
                    </a:lnTo>
                    <a:lnTo>
                      <a:pt x="260000" y="20850"/>
                    </a:lnTo>
                    <a:close/>
                    <a:moveTo>
                      <a:pt x="262500" y="22500"/>
                    </a:moveTo>
                    <a:lnTo>
                      <a:pt x="263200" y="22500"/>
                    </a:lnTo>
                    <a:lnTo>
                      <a:pt x="263200" y="23200"/>
                    </a:lnTo>
                    <a:lnTo>
                      <a:pt x="262500" y="23200"/>
                    </a:lnTo>
                    <a:close/>
                    <a:moveTo>
                      <a:pt x="265000" y="20000"/>
                    </a:moveTo>
                    <a:lnTo>
                      <a:pt x="265850" y="20000"/>
                    </a:lnTo>
                    <a:lnTo>
                      <a:pt x="265850" y="20850"/>
                    </a:lnTo>
                    <a:lnTo>
                      <a:pt x="265000" y="20850"/>
                    </a:lnTo>
                    <a:close/>
                    <a:moveTo>
                      <a:pt x="267500" y="22500"/>
                    </a:moveTo>
                    <a:lnTo>
                      <a:pt x="268200" y="22500"/>
                    </a:lnTo>
                    <a:lnTo>
                      <a:pt x="268200" y="23200"/>
                    </a:lnTo>
                    <a:lnTo>
                      <a:pt x="267500" y="23200"/>
                    </a:lnTo>
                    <a:close/>
                    <a:moveTo>
                      <a:pt x="270000" y="20000"/>
                    </a:moveTo>
                    <a:lnTo>
                      <a:pt x="270850" y="20000"/>
                    </a:lnTo>
                    <a:lnTo>
                      <a:pt x="270850" y="20850"/>
                    </a:lnTo>
                    <a:lnTo>
                      <a:pt x="270000" y="20850"/>
                    </a:lnTo>
                    <a:close/>
                    <a:moveTo>
                      <a:pt x="272500" y="22500"/>
                    </a:moveTo>
                    <a:lnTo>
                      <a:pt x="273200" y="22500"/>
                    </a:lnTo>
                    <a:lnTo>
                      <a:pt x="273200" y="23200"/>
                    </a:lnTo>
                    <a:lnTo>
                      <a:pt x="272500" y="23200"/>
                    </a:lnTo>
                    <a:close/>
                    <a:moveTo>
                      <a:pt x="275000" y="20000"/>
                    </a:moveTo>
                    <a:lnTo>
                      <a:pt x="275850" y="20000"/>
                    </a:lnTo>
                    <a:lnTo>
                      <a:pt x="275850" y="20850"/>
                    </a:lnTo>
                    <a:lnTo>
                      <a:pt x="275000" y="20850"/>
                    </a:lnTo>
                    <a:close/>
                    <a:moveTo>
                      <a:pt x="277500" y="22500"/>
                    </a:moveTo>
                    <a:lnTo>
                      <a:pt x="278200" y="22500"/>
                    </a:lnTo>
                    <a:lnTo>
                      <a:pt x="278200" y="23200"/>
                    </a:lnTo>
                    <a:lnTo>
                      <a:pt x="277500" y="23200"/>
                    </a:lnTo>
                    <a:close/>
                    <a:moveTo>
                      <a:pt x="280000" y="20000"/>
                    </a:moveTo>
                    <a:lnTo>
                      <a:pt x="280850" y="20000"/>
                    </a:lnTo>
                    <a:lnTo>
                      <a:pt x="280850" y="20850"/>
                    </a:lnTo>
                    <a:lnTo>
                      <a:pt x="280000" y="20850"/>
                    </a:lnTo>
                    <a:close/>
                    <a:moveTo>
                      <a:pt x="282500" y="22500"/>
                    </a:moveTo>
                    <a:lnTo>
                      <a:pt x="283200" y="22500"/>
                    </a:lnTo>
                    <a:lnTo>
                      <a:pt x="283200" y="23200"/>
                    </a:lnTo>
                    <a:lnTo>
                      <a:pt x="282500" y="23200"/>
                    </a:lnTo>
                    <a:close/>
                    <a:moveTo>
                      <a:pt x="285000" y="20000"/>
                    </a:moveTo>
                    <a:lnTo>
                      <a:pt x="285850" y="20000"/>
                    </a:lnTo>
                    <a:lnTo>
                      <a:pt x="285850" y="20850"/>
                    </a:lnTo>
                    <a:lnTo>
                      <a:pt x="285000" y="20850"/>
                    </a:lnTo>
                    <a:close/>
                    <a:moveTo>
                      <a:pt x="287500" y="22500"/>
                    </a:moveTo>
                    <a:lnTo>
                      <a:pt x="288200" y="22500"/>
                    </a:lnTo>
                    <a:lnTo>
                      <a:pt x="288200" y="23200"/>
                    </a:lnTo>
                    <a:lnTo>
                      <a:pt x="287500" y="23200"/>
                    </a:lnTo>
                    <a:close/>
                    <a:moveTo>
                      <a:pt x="0" y="25000"/>
                    </a:moveTo>
                    <a:lnTo>
                      <a:pt x="850" y="25000"/>
                    </a:lnTo>
                    <a:lnTo>
                      <a:pt x="850" y="25850"/>
                    </a:lnTo>
                    <a:lnTo>
                      <a:pt x="0" y="25850"/>
                    </a:lnTo>
                    <a:close/>
                    <a:moveTo>
                      <a:pt x="2500" y="27500"/>
                    </a:moveTo>
                    <a:lnTo>
                      <a:pt x="3200" y="27500"/>
                    </a:lnTo>
                    <a:lnTo>
                      <a:pt x="3200" y="28200"/>
                    </a:lnTo>
                    <a:lnTo>
                      <a:pt x="2500" y="28200"/>
                    </a:lnTo>
                    <a:close/>
                    <a:moveTo>
                      <a:pt x="5000" y="25000"/>
                    </a:moveTo>
                    <a:lnTo>
                      <a:pt x="5850" y="25000"/>
                    </a:lnTo>
                    <a:lnTo>
                      <a:pt x="5850" y="25850"/>
                    </a:lnTo>
                    <a:lnTo>
                      <a:pt x="5000" y="25850"/>
                    </a:lnTo>
                    <a:close/>
                    <a:moveTo>
                      <a:pt x="7500" y="27500"/>
                    </a:moveTo>
                    <a:lnTo>
                      <a:pt x="8200" y="27500"/>
                    </a:lnTo>
                    <a:lnTo>
                      <a:pt x="8200" y="28200"/>
                    </a:lnTo>
                    <a:lnTo>
                      <a:pt x="7500" y="28200"/>
                    </a:lnTo>
                    <a:close/>
                    <a:moveTo>
                      <a:pt x="10000" y="25000"/>
                    </a:moveTo>
                    <a:lnTo>
                      <a:pt x="10850" y="25000"/>
                    </a:lnTo>
                    <a:lnTo>
                      <a:pt x="10850" y="25850"/>
                    </a:lnTo>
                    <a:lnTo>
                      <a:pt x="10000" y="25850"/>
                    </a:lnTo>
                    <a:close/>
                    <a:moveTo>
                      <a:pt x="12500" y="27500"/>
                    </a:moveTo>
                    <a:lnTo>
                      <a:pt x="13200" y="27500"/>
                    </a:lnTo>
                    <a:lnTo>
                      <a:pt x="13200" y="28200"/>
                    </a:lnTo>
                    <a:lnTo>
                      <a:pt x="12500" y="28200"/>
                    </a:lnTo>
                    <a:close/>
                    <a:moveTo>
                      <a:pt x="15000" y="25000"/>
                    </a:moveTo>
                    <a:lnTo>
                      <a:pt x="15850" y="25000"/>
                    </a:lnTo>
                    <a:lnTo>
                      <a:pt x="15850" y="25850"/>
                    </a:lnTo>
                    <a:lnTo>
                      <a:pt x="15000" y="25850"/>
                    </a:lnTo>
                    <a:close/>
                    <a:moveTo>
                      <a:pt x="17500" y="27500"/>
                    </a:moveTo>
                    <a:lnTo>
                      <a:pt x="18200" y="27500"/>
                    </a:lnTo>
                    <a:lnTo>
                      <a:pt x="18200" y="28200"/>
                    </a:lnTo>
                    <a:lnTo>
                      <a:pt x="17500" y="28200"/>
                    </a:lnTo>
                    <a:close/>
                    <a:moveTo>
                      <a:pt x="20000" y="25000"/>
                    </a:moveTo>
                    <a:lnTo>
                      <a:pt x="20850" y="25000"/>
                    </a:lnTo>
                    <a:lnTo>
                      <a:pt x="20850" y="25850"/>
                    </a:lnTo>
                    <a:lnTo>
                      <a:pt x="20000" y="25850"/>
                    </a:lnTo>
                    <a:close/>
                    <a:moveTo>
                      <a:pt x="22500" y="27500"/>
                    </a:moveTo>
                    <a:lnTo>
                      <a:pt x="23200" y="27500"/>
                    </a:lnTo>
                    <a:lnTo>
                      <a:pt x="23200" y="28200"/>
                    </a:lnTo>
                    <a:lnTo>
                      <a:pt x="22500" y="28200"/>
                    </a:lnTo>
                    <a:close/>
                    <a:moveTo>
                      <a:pt x="25000" y="25000"/>
                    </a:moveTo>
                    <a:lnTo>
                      <a:pt x="25850" y="25000"/>
                    </a:lnTo>
                    <a:lnTo>
                      <a:pt x="25850" y="25850"/>
                    </a:lnTo>
                    <a:lnTo>
                      <a:pt x="25000" y="25850"/>
                    </a:lnTo>
                    <a:close/>
                    <a:moveTo>
                      <a:pt x="27500" y="27500"/>
                    </a:moveTo>
                    <a:lnTo>
                      <a:pt x="28200" y="27500"/>
                    </a:lnTo>
                    <a:lnTo>
                      <a:pt x="28200" y="28200"/>
                    </a:lnTo>
                    <a:lnTo>
                      <a:pt x="27500" y="28200"/>
                    </a:lnTo>
                    <a:close/>
                    <a:moveTo>
                      <a:pt x="30000" y="25000"/>
                    </a:moveTo>
                    <a:lnTo>
                      <a:pt x="30850" y="25000"/>
                    </a:lnTo>
                    <a:lnTo>
                      <a:pt x="30850" y="25850"/>
                    </a:lnTo>
                    <a:lnTo>
                      <a:pt x="30000" y="25850"/>
                    </a:lnTo>
                    <a:close/>
                    <a:moveTo>
                      <a:pt x="32500" y="27500"/>
                    </a:moveTo>
                    <a:lnTo>
                      <a:pt x="33200" y="27500"/>
                    </a:lnTo>
                    <a:lnTo>
                      <a:pt x="33200" y="28200"/>
                    </a:lnTo>
                    <a:lnTo>
                      <a:pt x="32500" y="28200"/>
                    </a:lnTo>
                    <a:close/>
                    <a:moveTo>
                      <a:pt x="35000" y="25000"/>
                    </a:moveTo>
                    <a:lnTo>
                      <a:pt x="35850" y="25000"/>
                    </a:lnTo>
                    <a:lnTo>
                      <a:pt x="35850" y="25850"/>
                    </a:lnTo>
                    <a:lnTo>
                      <a:pt x="35000" y="25850"/>
                    </a:lnTo>
                    <a:close/>
                    <a:moveTo>
                      <a:pt x="37500" y="27500"/>
                    </a:moveTo>
                    <a:lnTo>
                      <a:pt x="38200" y="27500"/>
                    </a:lnTo>
                    <a:lnTo>
                      <a:pt x="38200" y="28200"/>
                    </a:lnTo>
                    <a:lnTo>
                      <a:pt x="37500" y="28200"/>
                    </a:lnTo>
                    <a:close/>
                    <a:moveTo>
                      <a:pt x="40000" y="25000"/>
                    </a:moveTo>
                    <a:lnTo>
                      <a:pt x="40850" y="25000"/>
                    </a:lnTo>
                    <a:lnTo>
                      <a:pt x="40850" y="25850"/>
                    </a:lnTo>
                    <a:lnTo>
                      <a:pt x="40000" y="25850"/>
                    </a:lnTo>
                    <a:close/>
                    <a:moveTo>
                      <a:pt x="42500" y="27500"/>
                    </a:moveTo>
                    <a:lnTo>
                      <a:pt x="43200" y="27500"/>
                    </a:lnTo>
                    <a:lnTo>
                      <a:pt x="43200" y="28200"/>
                    </a:lnTo>
                    <a:lnTo>
                      <a:pt x="42500" y="28200"/>
                    </a:lnTo>
                    <a:close/>
                    <a:moveTo>
                      <a:pt x="45000" y="25000"/>
                    </a:moveTo>
                    <a:lnTo>
                      <a:pt x="45850" y="25000"/>
                    </a:lnTo>
                    <a:lnTo>
                      <a:pt x="45850" y="25850"/>
                    </a:lnTo>
                    <a:lnTo>
                      <a:pt x="45000" y="25850"/>
                    </a:lnTo>
                    <a:close/>
                    <a:moveTo>
                      <a:pt x="47500" y="27500"/>
                    </a:moveTo>
                    <a:lnTo>
                      <a:pt x="48200" y="27500"/>
                    </a:lnTo>
                    <a:lnTo>
                      <a:pt x="48200" y="28200"/>
                    </a:lnTo>
                    <a:lnTo>
                      <a:pt x="47500" y="28200"/>
                    </a:lnTo>
                    <a:close/>
                    <a:moveTo>
                      <a:pt x="50000" y="25000"/>
                    </a:moveTo>
                    <a:lnTo>
                      <a:pt x="50850" y="25000"/>
                    </a:lnTo>
                    <a:lnTo>
                      <a:pt x="50850" y="25850"/>
                    </a:lnTo>
                    <a:lnTo>
                      <a:pt x="50000" y="25850"/>
                    </a:lnTo>
                    <a:close/>
                    <a:moveTo>
                      <a:pt x="52500" y="27500"/>
                    </a:moveTo>
                    <a:lnTo>
                      <a:pt x="53200" y="27500"/>
                    </a:lnTo>
                    <a:lnTo>
                      <a:pt x="53200" y="28200"/>
                    </a:lnTo>
                    <a:lnTo>
                      <a:pt x="52500" y="28200"/>
                    </a:lnTo>
                    <a:close/>
                    <a:moveTo>
                      <a:pt x="55000" y="25000"/>
                    </a:moveTo>
                    <a:lnTo>
                      <a:pt x="55850" y="25000"/>
                    </a:lnTo>
                    <a:lnTo>
                      <a:pt x="55850" y="25850"/>
                    </a:lnTo>
                    <a:lnTo>
                      <a:pt x="55000" y="25850"/>
                    </a:lnTo>
                    <a:close/>
                    <a:moveTo>
                      <a:pt x="57500" y="27500"/>
                    </a:moveTo>
                    <a:lnTo>
                      <a:pt x="58200" y="27500"/>
                    </a:lnTo>
                    <a:lnTo>
                      <a:pt x="58200" y="28200"/>
                    </a:lnTo>
                    <a:lnTo>
                      <a:pt x="57500" y="28200"/>
                    </a:lnTo>
                    <a:close/>
                    <a:moveTo>
                      <a:pt x="60000" y="25000"/>
                    </a:moveTo>
                    <a:lnTo>
                      <a:pt x="60850" y="25000"/>
                    </a:lnTo>
                    <a:lnTo>
                      <a:pt x="60850" y="25850"/>
                    </a:lnTo>
                    <a:lnTo>
                      <a:pt x="60000" y="25850"/>
                    </a:lnTo>
                    <a:close/>
                    <a:moveTo>
                      <a:pt x="62500" y="27500"/>
                    </a:moveTo>
                    <a:lnTo>
                      <a:pt x="63200" y="27500"/>
                    </a:lnTo>
                    <a:lnTo>
                      <a:pt x="63200" y="28200"/>
                    </a:lnTo>
                    <a:lnTo>
                      <a:pt x="62500" y="28200"/>
                    </a:lnTo>
                    <a:close/>
                    <a:moveTo>
                      <a:pt x="65000" y="25000"/>
                    </a:moveTo>
                    <a:lnTo>
                      <a:pt x="65850" y="25000"/>
                    </a:lnTo>
                    <a:lnTo>
                      <a:pt x="65850" y="25850"/>
                    </a:lnTo>
                    <a:lnTo>
                      <a:pt x="65000" y="25850"/>
                    </a:lnTo>
                    <a:close/>
                    <a:moveTo>
                      <a:pt x="67500" y="27500"/>
                    </a:moveTo>
                    <a:lnTo>
                      <a:pt x="68200" y="27500"/>
                    </a:lnTo>
                    <a:lnTo>
                      <a:pt x="68200" y="28200"/>
                    </a:lnTo>
                    <a:lnTo>
                      <a:pt x="67500" y="28200"/>
                    </a:lnTo>
                    <a:close/>
                    <a:moveTo>
                      <a:pt x="70000" y="25000"/>
                    </a:moveTo>
                    <a:lnTo>
                      <a:pt x="70850" y="25000"/>
                    </a:lnTo>
                    <a:lnTo>
                      <a:pt x="70850" y="25850"/>
                    </a:lnTo>
                    <a:lnTo>
                      <a:pt x="70000" y="25850"/>
                    </a:lnTo>
                    <a:close/>
                    <a:moveTo>
                      <a:pt x="72500" y="27500"/>
                    </a:moveTo>
                    <a:lnTo>
                      <a:pt x="73200" y="27500"/>
                    </a:lnTo>
                    <a:lnTo>
                      <a:pt x="73200" y="28200"/>
                    </a:lnTo>
                    <a:lnTo>
                      <a:pt x="72500" y="28200"/>
                    </a:lnTo>
                    <a:close/>
                    <a:moveTo>
                      <a:pt x="75000" y="25000"/>
                    </a:moveTo>
                    <a:lnTo>
                      <a:pt x="75850" y="25000"/>
                    </a:lnTo>
                    <a:lnTo>
                      <a:pt x="75850" y="25850"/>
                    </a:lnTo>
                    <a:lnTo>
                      <a:pt x="75000" y="25850"/>
                    </a:lnTo>
                    <a:close/>
                    <a:moveTo>
                      <a:pt x="77500" y="27500"/>
                    </a:moveTo>
                    <a:lnTo>
                      <a:pt x="78200" y="27500"/>
                    </a:lnTo>
                    <a:lnTo>
                      <a:pt x="78200" y="28200"/>
                    </a:lnTo>
                    <a:lnTo>
                      <a:pt x="77500" y="28200"/>
                    </a:lnTo>
                    <a:close/>
                    <a:moveTo>
                      <a:pt x="80000" y="25000"/>
                    </a:moveTo>
                    <a:lnTo>
                      <a:pt x="80850" y="25000"/>
                    </a:lnTo>
                    <a:lnTo>
                      <a:pt x="80850" y="25850"/>
                    </a:lnTo>
                    <a:lnTo>
                      <a:pt x="80000" y="25850"/>
                    </a:lnTo>
                    <a:close/>
                    <a:moveTo>
                      <a:pt x="82500" y="27500"/>
                    </a:moveTo>
                    <a:lnTo>
                      <a:pt x="83200" y="27500"/>
                    </a:lnTo>
                    <a:lnTo>
                      <a:pt x="83200" y="28200"/>
                    </a:lnTo>
                    <a:lnTo>
                      <a:pt x="82500" y="28200"/>
                    </a:lnTo>
                    <a:close/>
                    <a:moveTo>
                      <a:pt x="85000" y="25000"/>
                    </a:moveTo>
                    <a:lnTo>
                      <a:pt x="85850" y="25000"/>
                    </a:lnTo>
                    <a:lnTo>
                      <a:pt x="85850" y="25850"/>
                    </a:lnTo>
                    <a:lnTo>
                      <a:pt x="85000" y="25850"/>
                    </a:lnTo>
                    <a:close/>
                    <a:moveTo>
                      <a:pt x="87500" y="27500"/>
                    </a:moveTo>
                    <a:lnTo>
                      <a:pt x="88200" y="27500"/>
                    </a:lnTo>
                    <a:lnTo>
                      <a:pt x="88200" y="28200"/>
                    </a:lnTo>
                    <a:lnTo>
                      <a:pt x="87500" y="28200"/>
                    </a:lnTo>
                    <a:close/>
                    <a:moveTo>
                      <a:pt x="90000" y="25000"/>
                    </a:moveTo>
                    <a:lnTo>
                      <a:pt x="90850" y="25000"/>
                    </a:lnTo>
                    <a:lnTo>
                      <a:pt x="90850" y="25850"/>
                    </a:lnTo>
                    <a:lnTo>
                      <a:pt x="90000" y="25850"/>
                    </a:lnTo>
                    <a:close/>
                    <a:moveTo>
                      <a:pt x="92500" y="27500"/>
                    </a:moveTo>
                    <a:lnTo>
                      <a:pt x="93200" y="27500"/>
                    </a:lnTo>
                    <a:lnTo>
                      <a:pt x="93200" y="28200"/>
                    </a:lnTo>
                    <a:lnTo>
                      <a:pt x="92500" y="28200"/>
                    </a:lnTo>
                    <a:close/>
                    <a:moveTo>
                      <a:pt x="95000" y="25000"/>
                    </a:moveTo>
                    <a:lnTo>
                      <a:pt x="95850" y="25000"/>
                    </a:lnTo>
                    <a:lnTo>
                      <a:pt x="95850" y="25850"/>
                    </a:lnTo>
                    <a:lnTo>
                      <a:pt x="95000" y="25850"/>
                    </a:lnTo>
                    <a:close/>
                    <a:moveTo>
                      <a:pt x="97500" y="27500"/>
                    </a:moveTo>
                    <a:lnTo>
                      <a:pt x="98200" y="27500"/>
                    </a:lnTo>
                    <a:lnTo>
                      <a:pt x="98200" y="28200"/>
                    </a:lnTo>
                    <a:lnTo>
                      <a:pt x="97500" y="28200"/>
                    </a:lnTo>
                    <a:close/>
                    <a:moveTo>
                      <a:pt x="100000" y="25000"/>
                    </a:moveTo>
                    <a:lnTo>
                      <a:pt x="100850" y="25000"/>
                    </a:lnTo>
                    <a:lnTo>
                      <a:pt x="100850" y="25850"/>
                    </a:lnTo>
                    <a:lnTo>
                      <a:pt x="100000" y="25850"/>
                    </a:lnTo>
                    <a:close/>
                    <a:moveTo>
                      <a:pt x="102500" y="27500"/>
                    </a:moveTo>
                    <a:lnTo>
                      <a:pt x="103200" y="27500"/>
                    </a:lnTo>
                    <a:lnTo>
                      <a:pt x="103200" y="28200"/>
                    </a:lnTo>
                    <a:lnTo>
                      <a:pt x="102500" y="28200"/>
                    </a:lnTo>
                    <a:close/>
                    <a:moveTo>
                      <a:pt x="105000" y="25000"/>
                    </a:moveTo>
                    <a:lnTo>
                      <a:pt x="105850" y="25000"/>
                    </a:lnTo>
                    <a:lnTo>
                      <a:pt x="105850" y="25850"/>
                    </a:lnTo>
                    <a:lnTo>
                      <a:pt x="105000" y="25850"/>
                    </a:lnTo>
                    <a:close/>
                    <a:moveTo>
                      <a:pt x="107500" y="27500"/>
                    </a:moveTo>
                    <a:lnTo>
                      <a:pt x="108200" y="27500"/>
                    </a:lnTo>
                    <a:lnTo>
                      <a:pt x="108200" y="28200"/>
                    </a:lnTo>
                    <a:lnTo>
                      <a:pt x="107500" y="28200"/>
                    </a:lnTo>
                    <a:close/>
                    <a:moveTo>
                      <a:pt x="110000" y="25000"/>
                    </a:moveTo>
                    <a:lnTo>
                      <a:pt x="110850" y="25000"/>
                    </a:lnTo>
                    <a:lnTo>
                      <a:pt x="110850" y="25850"/>
                    </a:lnTo>
                    <a:lnTo>
                      <a:pt x="110000" y="25850"/>
                    </a:lnTo>
                    <a:close/>
                    <a:moveTo>
                      <a:pt x="112500" y="27500"/>
                    </a:moveTo>
                    <a:lnTo>
                      <a:pt x="113200" y="27500"/>
                    </a:lnTo>
                    <a:lnTo>
                      <a:pt x="113200" y="28200"/>
                    </a:lnTo>
                    <a:lnTo>
                      <a:pt x="112500" y="28200"/>
                    </a:lnTo>
                    <a:close/>
                    <a:moveTo>
                      <a:pt x="115000" y="25000"/>
                    </a:moveTo>
                    <a:lnTo>
                      <a:pt x="115850" y="25000"/>
                    </a:lnTo>
                    <a:lnTo>
                      <a:pt x="115850" y="25850"/>
                    </a:lnTo>
                    <a:lnTo>
                      <a:pt x="115000" y="25850"/>
                    </a:lnTo>
                    <a:close/>
                    <a:moveTo>
                      <a:pt x="117500" y="27500"/>
                    </a:moveTo>
                    <a:lnTo>
                      <a:pt x="118200" y="27500"/>
                    </a:lnTo>
                    <a:lnTo>
                      <a:pt x="118200" y="28200"/>
                    </a:lnTo>
                    <a:lnTo>
                      <a:pt x="117500" y="28200"/>
                    </a:lnTo>
                    <a:close/>
                    <a:moveTo>
                      <a:pt x="120000" y="25000"/>
                    </a:moveTo>
                    <a:lnTo>
                      <a:pt x="120850" y="25000"/>
                    </a:lnTo>
                    <a:lnTo>
                      <a:pt x="120850" y="25850"/>
                    </a:lnTo>
                    <a:lnTo>
                      <a:pt x="120000" y="25850"/>
                    </a:lnTo>
                    <a:close/>
                    <a:moveTo>
                      <a:pt x="122500" y="27500"/>
                    </a:moveTo>
                    <a:lnTo>
                      <a:pt x="123200" y="27500"/>
                    </a:lnTo>
                    <a:lnTo>
                      <a:pt x="123200" y="28200"/>
                    </a:lnTo>
                    <a:lnTo>
                      <a:pt x="122500" y="28200"/>
                    </a:lnTo>
                    <a:close/>
                    <a:moveTo>
                      <a:pt x="125000" y="25000"/>
                    </a:moveTo>
                    <a:lnTo>
                      <a:pt x="125850" y="25000"/>
                    </a:lnTo>
                    <a:lnTo>
                      <a:pt x="125850" y="25850"/>
                    </a:lnTo>
                    <a:lnTo>
                      <a:pt x="125000" y="25850"/>
                    </a:lnTo>
                    <a:close/>
                    <a:moveTo>
                      <a:pt x="127500" y="27500"/>
                    </a:moveTo>
                    <a:lnTo>
                      <a:pt x="128200" y="27500"/>
                    </a:lnTo>
                    <a:lnTo>
                      <a:pt x="128200" y="28200"/>
                    </a:lnTo>
                    <a:lnTo>
                      <a:pt x="127500" y="28200"/>
                    </a:lnTo>
                    <a:close/>
                    <a:moveTo>
                      <a:pt x="130000" y="25000"/>
                    </a:moveTo>
                    <a:lnTo>
                      <a:pt x="130850" y="25000"/>
                    </a:lnTo>
                    <a:lnTo>
                      <a:pt x="130850" y="25850"/>
                    </a:lnTo>
                    <a:lnTo>
                      <a:pt x="130000" y="25850"/>
                    </a:lnTo>
                    <a:close/>
                    <a:moveTo>
                      <a:pt x="132500" y="27500"/>
                    </a:moveTo>
                    <a:lnTo>
                      <a:pt x="133200" y="27500"/>
                    </a:lnTo>
                    <a:lnTo>
                      <a:pt x="133200" y="28200"/>
                    </a:lnTo>
                    <a:lnTo>
                      <a:pt x="132500" y="28200"/>
                    </a:lnTo>
                    <a:close/>
                    <a:moveTo>
                      <a:pt x="135000" y="25000"/>
                    </a:moveTo>
                    <a:lnTo>
                      <a:pt x="135850" y="25000"/>
                    </a:lnTo>
                    <a:lnTo>
                      <a:pt x="135850" y="25850"/>
                    </a:lnTo>
                    <a:lnTo>
                      <a:pt x="135000" y="25850"/>
                    </a:lnTo>
                    <a:close/>
                    <a:moveTo>
                      <a:pt x="137500" y="27500"/>
                    </a:moveTo>
                    <a:lnTo>
                      <a:pt x="138200" y="27500"/>
                    </a:lnTo>
                    <a:lnTo>
                      <a:pt x="138200" y="28200"/>
                    </a:lnTo>
                    <a:lnTo>
                      <a:pt x="137500" y="28200"/>
                    </a:lnTo>
                    <a:close/>
                    <a:moveTo>
                      <a:pt x="140000" y="25000"/>
                    </a:moveTo>
                    <a:lnTo>
                      <a:pt x="140850" y="25000"/>
                    </a:lnTo>
                    <a:lnTo>
                      <a:pt x="140850" y="25850"/>
                    </a:lnTo>
                    <a:lnTo>
                      <a:pt x="140000" y="25850"/>
                    </a:lnTo>
                    <a:close/>
                    <a:moveTo>
                      <a:pt x="142500" y="27500"/>
                    </a:moveTo>
                    <a:lnTo>
                      <a:pt x="143200" y="27500"/>
                    </a:lnTo>
                    <a:lnTo>
                      <a:pt x="143200" y="28200"/>
                    </a:lnTo>
                    <a:lnTo>
                      <a:pt x="142500" y="28200"/>
                    </a:lnTo>
                    <a:close/>
                    <a:moveTo>
                      <a:pt x="145000" y="25000"/>
                    </a:moveTo>
                    <a:lnTo>
                      <a:pt x="145850" y="25000"/>
                    </a:lnTo>
                    <a:lnTo>
                      <a:pt x="145850" y="25850"/>
                    </a:lnTo>
                    <a:lnTo>
                      <a:pt x="145000" y="25850"/>
                    </a:lnTo>
                    <a:close/>
                    <a:moveTo>
                      <a:pt x="147500" y="27500"/>
                    </a:moveTo>
                    <a:lnTo>
                      <a:pt x="148200" y="27500"/>
                    </a:lnTo>
                    <a:lnTo>
                      <a:pt x="148200" y="28200"/>
                    </a:lnTo>
                    <a:lnTo>
                      <a:pt x="147500" y="28200"/>
                    </a:lnTo>
                    <a:close/>
                    <a:moveTo>
                      <a:pt x="150000" y="25000"/>
                    </a:moveTo>
                    <a:lnTo>
                      <a:pt x="150850" y="25000"/>
                    </a:lnTo>
                    <a:lnTo>
                      <a:pt x="150850" y="25850"/>
                    </a:lnTo>
                    <a:lnTo>
                      <a:pt x="150000" y="25850"/>
                    </a:lnTo>
                    <a:close/>
                    <a:moveTo>
                      <a:pt x="152500" y="27500"/>
                    </a:moveTo>
                    <a:lnTo>
                      <a:pt x="153200" y="27500"/>
                    </a:lnTo>
                    <a:lnTo>
                      <a:pt x="153200" y="28200"/>
                    </a:lnTo>
                    <a:lnTo>
                      <a:pt x="152500" y="28200"/>
                    </a:lnTo>
                    <a:close/>
                    <a:moveTo>
                      <a:pt x="155000" y="25000"/>
                    </a:moveTo>
                    <a:lnTo>
                      <a:pt x="155850" y="25000"/>
                    </a:lnTo>
                    <a:lnTo>
                      <a:pt x="155850" y="25850"/>
                    </a:lnTo>
                    <a:lnTo>
                      <a:pt x="155000" y="25850"/>
                    </a:lnTo>
                    <a:close/>
                    <a:moveTo>
                      <a:pt x="157500" y="27500"/>
                    </a:moveTo>
                    <a:lnTo>
                      <a:pt x="158200" y="27500"/>
                    </a:lnTo>
                    <a:lnTo>
                      <a:pt x="158200" y="28200"/>
                    </a:lnTo>
                    <a:lnTo>
                      <a:pt x="157500" y="28200"/>
                    </a:lnTo>
                    <a:close/>
                    <a:moveTo>
                      <a:pt x="160000" y="25000"/>
                    </a:moveTo>
                    <a:lnTo>
                      <a:pt x="160850" y="25000"/>
                    </a:lnTo>
                    <a:lnTo>
                      <a:pt x="160850" y="25850"/>
                    </a:lnTo>
                    <a:lnTo>
                      <a:pt x="160000" y="25850"/>
                    </a:lnTo>
                    <a:close/>
                    <a:moveTo>
                      <a:pt x="162500" y="27500"/>
                    </a:moveTo>
                    <a:lnTo>
                      <a:pt x="163200" y="27500"/>
                    </a:lnTo>
                    <a:lnTo>
                      <a:pt x="163200" y="28200"/>
                    </a:lnTo>
                    <a:lnTo>
                      <a:pt x="162500" y="28200"/>
                    </a:lnTo>
                    <a:close/>
                    <a:moveTo>
                      <a:pt x="165000" y="25000"/>
                    </a:moveTo>
                    <a:lnTo>
                      <a:pt x="165850" y="25000"/>
                    </a:lnTo>
                    <a:lnTo>
                      <a:pt x="165850" y="25850"/>
                    </a:lnTo>
                    <a:lnTo>
                      <a:pt x="165000" y="25850"/>
                    </a:lnTo>
                    <a:close/>
                    <a:moveTo>
                      <a:pt x="167500" y="27500"/>
                    </a:moveTo>
                    <a:lnTo>
                      <a:pt x="168200" y="27500"/>
                    </a:lnTo>
                    <a:lnTo>
                      <a:pt x="168200" y="28200"/>
                    </a:lnTo>
                    <a:lnTo>
                      <a:pt x="167500" y="28200"/>
                    </a:lnTo>
                    <a:close/>
                    <a:moveTo>
                      <a:pt x="170000" y="25000"/>
                    </a:moveTo>
                    <a:lnTo>
                      <a:pt x="170850" y="25000"/>
                    </a:lnTo>
                    <a:lnTo>
                      <a:pt x="170850" y="25850"/>
                    </a:lnTo>
                    <a:lnTo>
                      <a:pt x="170000" y="25850"/>
                    </a:lnTo>
                    <a:close/>
                    <a:moveTo>
                      <a:pt x="172500" y="27500"/>
                    </a:moveTo>
                    <a:lnTo>
                      <a:pt x="173200" y="27500"/>
                    </a:lnTo>
                    <a:lnTo>
                      <a:pt x="173200" y="28200"/>
                    </a:lnTo>
                    <a:lnTo>
                      <a:pt x="172500" y="28200"/>
                    </a:lnTo>
                    <a:close/>
                    <a:moveTo>
                      <a:pt x="175000" y="25000"/>
                    </a:moveTo>
                    <a:lnTo>
                      <a:pt x="175850" y="25000"/>
                    </a:lnTo>
                    <a:lnTo>
                      <a:pt x="175850" y="25850"/>
                    </a:lnTo>
                    <a:lnTo>
                      <a:pt x="175000" y="25850"/>
                    </a:lnTo>
                    <a:close/>
                    <a:moveTo>
                      <a:pt x="177500" y="27500"/>
                    </a:moveTo>
                    <a:lnTo>
                      <a:pt x="178200" y="27500"/>
                    </a:lnTo>
                    <a:lnTo>
                      <a:pt x="178200" y="28200"/>
                    </a:lnTo>
                    <a:lnTo>
                      <a:pt x="177500" y="28200"/>
                    </a:lnTo>
                    <a:close/>
                    <a:moveTo>
                      <a:pt x="180000" y="25000"/>
                    </a:moveTo>
                    <a:lnTo>
                      <a:pt x="180850" y="25000"/>
                    </a:lnTo>
                    <a:lnTo>
                      <a:pt x="180850" y="25850"/>
                    </a:lnTo>
                    <a:lnTo>
                      <a:pt x="180000" y="25850"/>
                    </a:lnTo>
                    <a:close/>
                    <a:moveTo>
                      <a:pt x="182500" y="27500"/>
                    </a:moveTo>
                    <a:lnTo>
                      <a:pt x="183200" y="27500"/>
                    </a:lnTo>
                    <a:lnTo>
                      <a:pt x="183200" y="28200"/>
                    </a:lnTo>
                    <a:lnTo>
                      <a:pt x="182500" y="28200"/>
                    </a:lnTo>
                    <a:close/>
                    <a:moveTo>
                      <a:pt x="185000" y="25000"/>
                    </a:moveTo>
                    <a:lnTo>
                      <a:pt x="185850" y="25000"/>
                    </a:lnTo>
                    <a:lnTo>
                      <a:pt x="185850" y="25850"/>
                    </a:lnTo>
                    <a:lnTo>
                      <a:pt x="185000" y="25850"/>
                    </a:lnTo>
                    <a:close/>
                    <a:moveTo>
                      <a:pt x="187500" y="27500"/>
                    </a:moveTo>
                    <a:lnTo>
                      <a:pt x="188200" y="27500"/>
                    </a:lnTo>
                    <a:lnTo>
                      <a:pt x="188200" y="28200"/>
                    </a:lnTo>
                    <a:lnTo>
                      <a:pt x="187500" y="28200"/>
                    </a:lnTo>
                    <a:close/>
                    <a:moveTo>
                      <a:pt x="190000" y="25000"/>
                    </a:moveTo>
                    <a:lnTo>
                      <a:pt x="190850" y="25000"/>
                    </a:lnTo>
                    <a:lnTo>
                      <a:pt x="190850" y="25850"/>
                    </a:lnTo>
                    <a:lnTo>
                      <a:pt x="190000" y="25850"/>
                    </a:lnTo>
                    <a:close/>
                    <a:moveTo>
                      <a:pt x="192500" y="27500"/>
                    </a:moveTo>
                    <a:lnTo>
                      <a:pt x="193200" y="27500"/>
                    </a:lnTo>
                    <a:lnTo>
                      <a:pt x="193200" y="28200"/>
                    </a:lnTo>
                    <a:lnTo>
                      <a:pt x="192500" y="28200"/>
                    </a:lnTo>
                    <a:close/>
                    <a:moveTo>
                      <a:pt x="195000" y="25000"/>
                    </a:moveTo>
                    <a:lnTo>
                      <a:pt x="195850" y="25000"/>
                    </a:lnTo>
                    <a:lnTo>
                      <a:pt x="195850" y="25850"/>
                    </a:lnTo>
                    <a:lnTo>
                      <a:pt x="195000" y="25850"/>
                    </a:lnTo>
                    <a:close/>
                    <a:moveTo>
                      <a:pt x="197500" y="27500"/>
                    </a:moveTo>
                    <a:lnTo>
                      <a:pt x="198200" y="27500"/>
                    </a:lnTo>
                    <a:lnTo>
                      <a:pt x="198200" y="28200"/>
                    </a:lnTo>
                    <a:lnTo>
                      <a:pt x="197500" y="28200"/>
                    </a:lnTo>
                    <a:close/>
                    <a:moveTo>
                      <a:pt x="200000" y="25000"/>
                    </a:moveTo>
                    <a:lnTo>
                      <a:pt x="200850" y="25000"/>
                    </a:lnTo>
                    <a:lnTo>
                      <a:pt x="200850" y="25850"/>
                    </a:lnTo>
                    <a:lnTo>
                      <a:pt x="200000" y="25850"/>
                    </a:lnTo>
                    <a:close/>
                    <a:moveTo>
                      <a:pt x="202500" y="27500"/>
                    </a:moveTo>
                    <a:lnTo>
                      <a:pt x="203200" y="27500"/>
                    </a:lnTo>
                    <a:lnTo>
                      <a:pt x="203200" y="28200"/>
                    </a:lnTo>
                    <a:lnTo>
                      <a:pt x="202500" y="28200"/>
                    </a:lnTo>
                    <a:close/>
                    <a:moveTo>
                      <a:pt x="205000" y="25000"/>
                    </a:moveTo>
                    <a:lnTo>
                      <a:pt x="205850" y="25000"/>
                    </a:lnTo>
                    <a:lnTo>
                      <a:pt x="205850" y="25850"/>
                    </a:lnTo>
                    <a:lnTo>
                      <a:pt x="205000" y="25850"/>
                    </a:lnTo>
                    <a:close/>
                    <a:moveTo>
                      <a:pt x="207500" y="27500"/>
                    </a:moveTo>
                    <a:lnTo>
                      <a:pt x="208200" y="27500"/>
                    </a:lnTo>
                    <a:lnTo>
                      <a:pt x="208200" y="28200"/>
                    </a:lnTo>
                    <a:lnTo>
                      <a:pt x="207500" y="28200"/>
                    </a:lnTo>
                    <a:close/>
                    <a:moveTo>
                      <a:pt x="210000" y="25000"/>
                    </a:moveTo>
                    <a:lnTo>
                      <a:pt x="210850" y="25000"/>
                    </a:lnTo>
                    <a:lnTo>
                      <a:pt x="210850" y="25850"/>
                    </a:lnTo>
                    <a:lnTo>
                      <a:pt x="210000" y="25850"/>
                    </a:lnTo>
                    <a:close/>
                    <a:moveTo>
                      <a:pt x="212500" y="27500"/>
                    </a:moveTo>
                    <a:lnTo>
                      <a:pt x="213200" y="27500"/>
                    </a:lnTo>
                    <a:lnTo>
                      <a:pt x="213200" y="28200"/>
                    </a:lnTo>
                    <a:lnTo>
                      <a:pt x="212500" y="28200"/>
                    </a:lnTo>
                    <a:close/>
                    <a:moveTo>
                      <a:pt x="215000" y="25000"/>
                    </a:moveTo>
                    <a:lnTo>
                      <a:pt x="215850" y="25000"/>
                    </a:lnTo>
                    <a:lnTo>
                      <a:pt x="215850" y="25850"/>
                    </a:lnTo>
                    <a:lnTo>
                      <a:pt x="215000" y="25850"/>
                    </a:lnTo>
                    <a:close/>
                    <a:moveTo>
                      <a:pt x="217500" y="27500"/>
                    </a:moveTo>
                    <a:lnTo>
                      <a:pt x="218200" y="27500"/>
                    </a:lnTo>
                    <a:lnTo>
                      <a:pt x="218200" y="28200"/>
                    </a:lnTo>
                    <a:lnTo>
                      <a:pt x="217500" y="28200"/>
                    </a:lnTo>
                    <a:close/>
                    <a:moveTo>
                      <a:pt x="220000" y="25000"/>
                    </a:moveTo>
                    <a:lnTo>
                      <a:pt x="220850" y="25000"/>
                    </a:lnTo>
                    <a:lnTo>
                      <a:pt x="220850" y="25850"/>
                    </a:lnTo>
                    <a:lnTo>
                      <a:pt x="220000" y="25850"/>
                    </a:lnTo>
                    <a:close/>
                    <a:moveTo>
                      <a:pt x="222500" y="27500"/>
                    </a:moveTo>
                    <a:lnTo>
                      <a:pt x="223200" y="27500"/>
                    </a:lnTo>
                    <a:lnTo>
                      <a:pt x="223200" y="28200"/>
                    </a:lnTo>
                    <a:lnTo>
                      <a:pt x="222500" y="28200"/>
                    </a:lnTo>
                    <a:close/>
                    <a:moveTo>
                      <a:pt x="225000" y="25000"/>
                    </a:moveTo>
                    <a:lnTo>
                      <a:pt x="225850" y="25000"/>
                    </a:lnTo>
                    <a:lnTo>
                      <a:pt x="225850" y="25850"/>
                    </a:lnTo>
                    <a:lnTo>
                      <a:pt x="225000" y="25850"/>
                    </a:lnTo>
                    <a:close/>
                    <a:moveTo>
                      <a:pt x="227500" y="27500"/>
                    </a:moveTo>
                    <a:lnTo>
                      <a:pt x="228200" y="27500"/>
                    </a:lnTo>
                    <a:lnTo>
                      <a:pt x="228200" y="28200"/>
                    </a:lnTo>
                    <a:lnTo>
                      <a:pt x="227500" y="28200"/>
                    </a:lnTo>
                    <a:close/>
                    <a:moveTo>
                      <a:pt x="230000" y="25000"/>
                    </a:moveTo>
                    <a:lnTo>
                      <a:pt x="230850" y="25000"/>
                    </a:lnTo>
                    <a:lnTo>
                      <a:pt x="230850" y="25850"/>
                    </a:lnTo>
                    <a:lnTo>
                      <a:pt x="230000" y="25850"/>
                    </a:lnTo>
                    <a:close/>
                    <a:moveTo>
                      <a:pt x="232500" y="27500"/>
                    </a:moveTo>
                    <a:lnTo>
                      <a:pt x="233200" y="27500"/>
                    </a:lnTo>
                    <a:lnTo>
                      <a:pt x="233200" y="28200"/>
                    </a:lnTo>
                    <a:lnTo>
                      <a:pt x="232500" y="28200"/>
                    </a:lnTo>
                    <a:close/>
                    <a:moveTo>
                      <a:pt x="235000" y="25000"/>
                    </a:moveTo>
                    <a:lnTo>
                      <a:pt x="235850" y="25000"/>
                    </a:lnTo>
                    <a:lnTo>
                      <a:pt x="235850" y="25850"/>
                    </a:lnTo>
                    <a:lnTo>
                      <a:pt x="235000" y="25850"/>
                    </a:lnTo>
                    <a:close/>
                    <a:moveTo>
                      <a:pt x="237500" y="27500"/>
                    </a:moveTo>
                    <a:lnTo>
                      <a:pt x="238200" y="27500"/>
                    </a:lnTo>
                    <a:lnTo>
                      <a:pt x="238200" y="28200"/>
                    </a:lnTo>
                    <a:lnTo>
                      <a:pt x="237500" y="28200"/>
                    </a:lnTo>
                    <a:close/>
                    <a:moveTo>
                      <a:pt x="240000" y="25000"/>
                    </a:moveTo>
                    <a:lnTo>
                      <a:pt x="240850" y="25000"/>
                    </a:lnTo>
                    <a:lnTo>
                      <a:pt x="240850" y="25850"/>
                    </a:lnTo>
                    <a:lnTo>
                      <a:pt x="240000" y="25850"/>
                    </a:lnTo>
                    <a:close/>
                    <a:moveTo>
                      <a:pt x="242500" y="27500"/>
                    </a:moveTo>
                    <a:lnTo>
                      <a:pt x="243200" y="27500"/>
                    </a:lnTo>
                    <a:lnTo>
                      <a:pt x="243200" y="28200"/>
                    </a:lnTo>
                    <a:lnTo>
                      <a:pt x="242500" y="28200"/>
                    </a:lnTo>
                    <a:close/>
                    <a:moveTo>
                      <a:pt x="245000" y="25000"/>
                    </a:moveTo>
                    <a:lnTo>
                      <a:pt x="245850" y="25000"/>
                    </a:lnTo>
                    <a:lnTo>
                      <a:pt x="245850" y="25850"/>
                    </a:lnTo>
                    <a:lnTo>
                      <a:pt x="245000" y="25850"/>
                    </a:lnTo>
                    <a:close/>
                    <a:moveTo>
                      <a:pt x="247500" y="27500"/>
                    </a:moveTo>
                    <a:lnTo>
                      <a:pt x="248200" y="27500"/>
                    </a:lnTo>
                    <a:lnTo>
                      <a:pt x="248200" y="28200"/>
                    </a:lnTo>
                    <a:lnTo>
                      <a:pt x="247500" y="28200"/>
                    </a:lnTo>
                    <a:close/>
                    <a:moveTo>
                      <a:pt x="250000" y="25000"/>
                    </a:moveTo>
                    <a:lnTo>
                      <a:pt x="250850" y="25000"/>
                    </a:lnTo>
                    <a:lnTo>
                      <a:pt x="250850" y="25850"/>
                    </a:lnTo>
                    <a:lnTo>
                      <a:pt x="250000" y="25850"/>
                    </a:lnTo>
                    <a:close/>
                    <a:moveTo>
                      <a:pt x="252500" y="27500"/>
                    </a:moveTo>
                    <a:lnTo>
                      <a:pt x="253200" y="27500"/>
                    </a:lnTo>
                    <a:lnTo>
                      <a:pt x="253200" y="28200"/>
                    </a:lnTo>
                    <a:lnTo>
                      <a:pt x="252500" y="28200"/>
                    </a:lnTo>
                    <a:close/>
                    <a:moveTo>
                      <a:pt x="255000" y="25000"/>
                    </a:moveTo>
                    <a:lnTo>
                      <a:pt x="255850" y="25000"/>
                    </a:lnTo>
                    <a:lnTo>
                      <a:pt x="255850" y="25850"/>
                    </a:lnTo>
                    <a:lnTo>
                      <a:pt x="255000" y="25850"/>
                    </a:lnTo>
                    <a:close/>
                    <a:moveTo>
                      <a:pt x="257500" y="27500"/>
                    </a:moveTo>
                    <a:lnTo>
                      <a:pt x="258200" y="27500"/>
                    </a:lnTo>
                    <a:lnTo>
                      <a:pt x="258200" y="28200"/>
                    </a:lnTo>
                    <a:lnTo>
                      <a:pt x="257500" y="28200"/>
                    </a:lnTo>
                    <a:close/>
                    <a:moveTo>
                      <a:pt x="260000" y="25000"/>
                    </a:moveTo>
                    <a:lnTo>
                      <a:pt x="260850" y="25000"/>
                    </a:lnTo>
                    <a:lnTo>
                      <a:pt x="260850" y="25850"/>
                    </a:lnTo>
                    <a:lnTo>
                      <a:pt x="260000" y="25850"/>
                    </a:lnTo>
                    <a:close/>
                    <a:moveTo>
                      <a:pt x="262500" y="27500"/>
                    </a:moveTo>
                    <a:lnTo>
                      <a:pt x="263200" y="27500"/>
                    </a:lnTo>
                    <a:lnTo>
                      <a:pt x="263200" y="28200"/>
                    </a:lnTo>
                    <a:lnTo>
                      <a:pt x="262500" y="28200"/>
                    </a:lnTo>
                    <a:close/>
                    <a:moveTo>
                      <a:pt x="265000" y="25000"/>
                    </a:moveTo>
                    <a:lnTo>
                      <a:pt x="265850" y="25000"/>
                    </a:lnTo>
                    <a:lnTo>
                      <a:pt x="265850" y="25850"/>
                    </a:lnTo>
                    <a:lnTo>
                      <a:pt x="265000" y="25850"/>
                    </a:lnTo>
                    <a:close/>
                    <a:moveTo>
                      <a:pt x="267500" y="27500"/>
                    </a:moveTo>
                    <a:lnTo>
                      <a:pt x="268200" y="27500"/>
                    </a:lnTo>
                    <a:lnTo>
                      <a:pt x="268200" y="28200"/>
                    </a:lnTo>
                    <a:lnTo>
                      <a:pt x="267500" y="28200"/>
                    </a:lnTo>
                    <a:close/>
                    <a:moveTo>
                      <a:pt x="270000" y="25000"/>
                    </a:moveTo>
                    <a:lnTo>
                      <a:pt x="270850" y="25000"/>
                    </a:lnTo>
                    <a:lnTo>
                      <a:pt x="270850" y="25850"/>
                    </a:lnTo>
                    <a:lnTo>
                      <a:pt x="270000" y="25850"/>
                    </a:lnTo>
                    <a:close/>
                    <a:moveTo>
                      <a:pt x="272500" y="27500"/>
                    </a:moveTo>
                    <a:lnTo>
                      <a:pt x="273200" y="27500"/>
                    </a:lnTo>
                    <a:lnTo>
                      <a:pt x="273200" y="28200"/>
                    </a:lnTo>
                    <a:lnTo>
                      <a:pt x="272500" y="28200"/>
                    </a:lnTo>
                    <a:close/>
                    <a:moveTo>
                      <a:pt x="275000" y="25000"/>
                    </a:moveTo>
                    <a:lnTo>
                      <a:pt x="275850" y="25000"/>
                    </a:lnTo>
                    <a:lnTo>
                      <a:pt x="275850" y="25850"/>
                    </a:lnTo>
                    <a:lnTo>
                      <a:pt x="275000" y="25850"/>
                    </a:lnTo>
                    <a:close/>
                    <a:moveTo>
                      <a:pt x="277500" y="27500"/>
                    </a:moveTo>
                    <a:lnTo>
                      <a:pt x="278200" y="27500"/>
                    </a:lnTo>
                    <a:lnTo>
                      <a:pt x="278200" y="28200"/>
                    </a:lnTo>
                    <a:lnTo>
                      <a:pt x="277500" y="28200"/>
                    </a:lnTo>
                    <a:close/>
                    <a:moveTo>
                      <a:pt x="280000" y="25000"/>
                    </a:moveTo>
                    <a:lnTo>
                      <a:pt x="280850" y="25000"/>
                    </a:lnTo>
                    <a:lnTo>
                      <a:pt x="280850" y="25850"/>
                    </a:lnTo>
                    <a:lnTo>
                      <a:pt x="280000" y="25850"/>
                    </a:lnTo>
                    <a:close/>
                    <a:moveTo>
                      <a:pt x="282500" y="27500"/>
                    </a:moveTo>
                    <a:lnTo>
                      <a:pt x="283200" y="27500"/>
                    </a:lnTo>
                    <a:lnTo>
                      <a:pt x="283200" y="28200"/>
                    </a:lnTo>
                    <a:lnTo>
                      <a:pt x="282500" y="28200"/>
                    </a:lnTo>
                    <a:close/>
                    <a:moveTo>
                      <a:pt x="285000" y="25000"/>
                    </a:moveTo>
                    <a:lnTo>
                      <a:pt x="285850" y="25000"/>
                    </a:lnTo>
                    <a:lnTo>
                      <a:pt x="285850" y="25850"/>
                    </a:lnTo>
                    <a:lnTo>
                      <a:pt x="285000" y="25850"/>
                    </a:lnTo>
                    <a:close/>
                    <a:moveTo>
                      <a:pt x="287500" y="27500"/>
                    </a:moveTo>
                    <a:lnTo>
                      <a:pt x="288200" y="27500"/>
                    </a:lnTo>
                    <a:lnTo>
                      <a:pt x="288200" y="28200"/>
                    </a:lnTo>
                    <a:lnTo>
                      <a:pt x="287500" y="28200"/>
                    </a:lnTo>
                    <a:close/>
                    <a:moveTo>
                      <a:pt x="0" y="30000"/>
                    </a:moveTo>
                    <a:lnTo>
                      <a:pt x="850" y="30000"/>
                    </a:lnTo>
                    <a:lnTo>
                      <a:pt x="850" y="30850"/>
                    </a:lnTo>
                    <a:lnTo>
                      <a:pt x="0" y="30850"/>
                    </a:lnTo>
                    <a:close/>
                    <a:moveTo>
                      <a:pt x="2500" y="32500"/>
                    </a:moveTo>
                    <a:lnTo>
                      <a:pt x="3200" y="32500"/>
                    </a:lnTo>
                    <a:lnTo>
                      <a:pt x="3200" y="33200"/>
                    </a:lnTo>
                    <a:lnTo>
                      <a:pt x="2500" y="33200"/>
                    </a:lnTo>
                    <a:close/>
                    <a:moveTo>
                      <a:pt x="5000" y="30000"/>
                    </a:moveTo>
                    <a:lnTo>
                      <a:pt x="5850" y="30000"/>
                    </a:lnTo>
                    <a:lnTo>
                      <a:pt x="5850" y="30850"/>
                    </a:lnTo>
                    <a:lnTo>
                      <a:pt x="5000" y="30850"/>
                    </a:lnTo>
                    <a:close/>
                    <a:moveTo>
                      <a:pt x="7500" y="32500"/>
                    </a:moveTo>
                    <a:lnTo>
                      <a:pt x="8200" y="32500"/>
                    </a:lnTo>
                    <a:lnTo>
                      <a:pt x="8200" y="33200"/>
                    </a:lnTo>
                    <a:lnTo>
                      <a:pt x="7500" y="33200"/>
                    </a:lnTo>
                    <a:close/>
                    <a:moveTo>
                      <a:pt x="10000" y="30000"/>
                    </a:moveTo>
                    <a:lnTo>
                      <a:pt x="10850" y="30000"/>
                    </a:lnTo>
                    <a:lnTo>
                      <a:pt x="10850" y="30850"/>
                    </a:lnTo>
                    <a:lnTo>
                      <a:pt x="10000" y="30850"/>
                    </a:lnTo>
                    <a:close/>
                    <a:moveTo>
                      <a:pt x="12500" y="32500"/>
                    </a:moveTo>
                    <a:lnTo>
                      <a:pt x="13200" y="32500"/>
                    </a:lnTo>
                    <a:lnTo>
                      <a:pt x="13200" y="33200"/>
                    </a:lnTo>
                    <a:lnTo>
                      <a:pt x="12500" y="33200"/>
                    </a:lnTo>
                    <a:close/>
                    <a:moveTo>
                      <a:pt x="15000" y="30000"/>
                    </a:moveTo>
                    <a:lnTo>
                      <a:pt x="15850" y="30000"/>
                    </a:lnTo>
                    <a:lnTo>
                      <a:pt x="15850" y="30850"/>
                    </a:lnTo>
                    <a:lnTo>
                      <a:pt x="15000" y="30850"/>
                    </a:lnTo>
                    <a:close/>
                    <a:moveTo>
                      <a:pt x="17500" y="32500"/>
                    </a:moveTo>
                    <a:lnTo>
                      <a:pt x="18200" y="32500"/>
                    </a:lnTo>
                    <a:lnTo>
                      <a:pt x="18200" y="33200"/>
                    </a:lnTo>
                    <a:lnTo>
                      <a:pt x="17500" y="33200"/>
                    </a:lnTo>
                    <a:close/>
                    <a:moveTo>
                      <a:pt x="20000" y="30000"/>
                    </a:moveTo>
                    <a:lnTo>
                      <a:pt x="20850" y="30000"/>
                    </a:lnTo>
                    <a:lnTo>
                      <a:pt x="20850" y="30850"/>
                    </a:lnTo>
                    <a:lnTo>
                      <a:pt x="20000" y="30850"/>
                    </a:lnTo>
                    <a:close/>
                    <a:moveTo>
                      <a:pt x="22500" y="32500"/>
                    </a:moveTo>
                    <a:lnTo>
                      <a:pt x="23200" y="32500"/>
                    </a:lnTo>
                    <a:lnTo>
                      <a:pt x="23200" y="33200"/>
                    </a:lnTo>
                    <a:lnTo>
                      <a:pt x="22500" y="33200"/>
                    </a:lnTo>
                    <a:close/>
                    <a:moveTo>
                      <a:pt x="25000" y="30000"/>
                    </a:moveTo>
                    <a:lnTo>
                      <a:pt x="25850" y="30000"/>
                    </a:lnTo>
                    <a:lnTo>
                      <a:pt x="25850" y="30850"/>
                    </a:lnTo>
                    <a:lnTo>
                      <a:pt x="25000" y="30850"/>
                    </a:lnTo>
                    <a:close/>
                    <a:moveTo>
                      <a:pt x="27500" y="32500"/>
                    </a:moveTo>
                    <a:lnTo>
                      <a:pt x="28200" y="32500"/>
                    </a:lnTo>
                    <a:lnTo>
                      <a:pt x="28200" y="33200"/>
                    </a:lnTo>
                    <a:lnTo>
                      <a:pt x="27500" y="33200"/>
                    </a:lnTo>
                    <a:close/>
                    <a:moveTo>
                      <a:pt x="30000" y="30000"/>
                    </a:moveTo>
                    <a:lnTo>
                      <a:pt x="30850" y="30000"/>
                    </a:lnTo>
                    <a:lnTo>
                      <a:pt x="30850" y="30850"/>
                    </a:lnTo>
                    <a:lnTo>
                      <a:pt x="30000" y="30850"/>
                    </a:lnTo>
                    <a:close/>
                    <a:moveTo>
                      <a:pt x="32500" y="32500"/>
                    </a:moveTo>
                    <a:lnTo>
                      <a:pt x="33200" y="32500"/>
                    </a:lnTo>
                    <a:lnTo>
                      <a:pt x="33200" y="33200"/>
                    </a:lnTo>
                    <a:lnTo>
                      <a:pt x="32500" y="33200"/>
                    </a:lnTo>
                    <a:close/>
                    <a:moveTo>
                      <a:pt x="35000" y="30000"/>
                    </a:moveTo>
                    <a:lnTo>
                      <a:pt x="35850" y="30000"/>
                    </a:lnTo>
                    <a:lnTo>
                      <a:pt x="35850" y="30850"/>
                    </a:lnTo>
                    <a:lnTo>
                      <a:pt x="35000" y="30850"/>
                    </a:lnTo>
                    <a:close/>
                    <a:moveTo>
                      <a:pt x="37500" y="32500"/>
                    </a:moveTo>
                    <a:lnTo>
                      <a:pt x="38200" y="32500"/>
                    </a:lnTo>
                    <a:lnTo>
                      <a:pt x="38200" y="33200"/>
                    </a:lnTo>
                    <a:lnTo>
                      <a:pt x="37500" y="33200"/>
                    </a:lnTo>
                    <a:close/>
                    <a:moveTo>
                      <a:pt x="40000" y="30000"/>
                    </a:moveTo>
                    <a:lnTo>
                      <a:pt x="40850" y="30000"/>
                    </a:lnTo>
                    <a:lnTo>
                      <a:pt x="40850" y="30850"/>
                    </a:lnTo>
                    <a:lnTo>
                      <a:pt x="40000" y="30850"/>
                    </a:lnTo>
                    <a:close/>
                    <a:moveTo>
                      <a:pt x="42500" y="32500"/>
                    </a:moveTo>
                    <a:lnTo>
                      <a:pt x="43200" y="32500"/>
                    </a:lnTo>
                    <a:lnTo>
                      <a:pt x="43200" y="33200"/>
                    </a:lnTo>
                    <a:lnTo>
                      <a:pt x="42500" y="33200"/>
                    </a:lnTo>
                    <a:close/>
                    <a:moveTo>
                      <a:pt x="45000" y="30000"/>
                    </a:moveTo>
                    <a:lnTo>
                      <a:pt x="45850" y="30000"/>
                    </a:lnTo>
                    <a:lnTo>
                      <a:pt x="45850" y="30850"/>
                    </a:lnTo>
                    <a:lnTo>
                      <a:pt x="45000" y="30850"/>
                    </a:lnTo>
                    <a:close/>
                    <a:moveTo>
                      <a:pt x="47500" y="32500"/>
                    </a:moveTo>
                    <a:lnTo>
                      <a:pt x="48200" y="32500"/>
                    </a:lnTo>
                    <a:lnTo>
                      <a:pt x="48200" y="33200"/>
                    </a:lnTo>
                    <a:lnTo>
                      <a:pt x="47500" y="33200"/>
                    </a:lnTo>
                    <a:close/>
                    <a:moveTo>
                      <a:pt x="50000" y="30000"/>
                    </a:moveTo>
                    <a:lnTo>
                      <a:pt x="50850" y="30000"/>
                    </a:lnTo>
                    <a:lnTo>
                      <a:pt x="50850" y="30850"/>
                    </a:lnTo>
                    <a:lnTo>
                      <a:pt x="50000" y="30850"/>
                    </a:lnTo>
                    <a:close/>
                    <a:moveTo>
                      <a:pt x="52500" y="32500"/>
                    </a:moveTo>
                    <a:lnTo>
                      <a:pt x="53200" y="32500"/>
                    </a:lnTo>
                    <a:lnTo>
                      <a:pt x="53200" y="33200"/>
                    </a:lnTo>
                    <a:lnTo>
                      <a:pt x="52500" y="33200"/>
                    </a:lnTo>
                    <a:close/>
                    <a:moveTo>
                      <a:pt x="55000" y="30000"/>
                    </a:moveTo>
                    <a:lnTo>
                      <a:pt x="55850" y="30000"/>
                    </a:lnTo>
                    <a:lnTo>
                      <a:pt x="55850" y="30850"/>
                    </a:lnTo>
                    <a:lnTo>
                      <a:pt x="55000" y="30850"/>
                    </a:lnTo>
                    <a:close/>
                    <a:moveTo>
                      <a:pt x="57500" y="32500"/>
                    </a:moveTo>
                    <a:lnTo>
                      <a:pt x="58200" y="32500"/>
                    </a:lnTo>
                    <a:lnTo>
                      <a:pt x="58200" y="33200"/>
                    </a:lnTo>
                    <a:lnTo>
                      <a:pt x="57500" y="33200"/>
                    </a:lnTo>
                    <a:close/>
                    <a:moveTo>
                      <a:pt x="60000" y="30000"/>
                    </a:moveTo>
                    <a:lnTo>
                      <a:pt x="60850" y="30000"/>
                    </a:lnTo>
                    <a:lnTo>
                      <a:pt x="60850" y="30850"/>
                    </a:lnTo>
                    <a:lnTo>
                      <a:pt x="60000" y="30850"/>
                    </a:lnTo>
                    <a:close/>
                    <a:moveTo>
                      <a:pt x="62500" y="32500"/>
                    </a:moveTo>
                    <a:lnTo>
                      <a:pt x="63200" y="32500"/>
                    </a:lnTo>
                    <a:lnTo>
                      <a:pt x="63200" y="33200"/>
                    </a:lnTo>
                    <a:lnTo>
                      <a:pt x="62500" y="33200"/>
                    </a:lnTo>
                    <a:close/>
                    <a:moveTo>
                      <a:pt x="65000" y="30000"/>
                    </a:moveTo>
                    <a:lnTo>
                      <a:pt x="65850" y="30000"/>
                    </a:lnTo>
                    <a:lnTo>
                      <a:pt x="65850" y="30850"/>
                    </a:lnTo>
                    <a:lnTo>
                      <a:pt x="65000" y="30850"/>
                    </a:lnTo>
                    <a:close/>
                    <a:moveTo>
                      <a:pt x="67500" y="32500"/>
                    </a:moveTo>
                    <a:lnTo>
                      <a:pt x="68200" y="32500"/>
                    </a:lnTo>
                    <a:lnTo>
                      <a:pt x="68200" y="33200"/>
                    </a:lnTo>
                    <a:lnTo>
                      <a:pt x="67500" y="33200"/>
                    </a:lnTo>
                    <a:close/>
                    <a:moveTo>
                      <a:pt x="70000" y="30000"/>
                    </a:moveTo>
                    <a:lnTo>
                      <a:pt x="70850" y="30000"/>
                    </a:lnTo>
                    <a:lnTo>
                      <a:pt x="70850" y="30850"/>
                    </a:lnTo>
                    <a:lnTo>
                      <a:pt x="70000" y="30850"/>
                    </a:lnTo>
                    <a:close/>
                    <a:moveTo>
                      <a:pt x="72500" y="32500"/>
                    </a:moveTo>
                    <a:lnTo>
                      <a:pt x="73200" y="32500"/>
                    </a:lnTo>
                    <a:lnTo>
                      <a:pt x="73200" y="33200"/>
                    </a:lnTo>
                    <a:lnTo>
                      <a:pt x="72500" y="33200"/>
                    </a:lnTo>
                    <a:close/>
                    <a:moveTo>
                      <a:pt x="75000" y="30000"/>
                    </a:moveTo>
                    <a:lnTo>
                      <a:pt x="75850" y="30000"/>
                    </a:lnTo>
                    <a:lnTo>
                      <a:pt x="75850" y="30850"/>
                    </a:lnTo>
                    <a:lnTo>
                      <a:pt x="75000" y="30850"/>
                    </a:lnTo>
                    <a:close/>
                    <a:moveTo>
                      <a:pt x="77500" y="32500"/>
                    </a:moveTo>
                    <a:lnTo>
                      <a:pt x="78200" y="32500"/>
                    </a:lnTo>
                    <a:lnTo>
                      <a:pt x="78200" y="33200"/>
                    </a:lnTo>
                    <a:lnTo>
                      <a:pt x="77500" y="33200"/>
                    </a:lnTo>
                    <a:close/>
                    <a:moveTo>
                      <a:pt x="80000" y="30000"/>
                    </a:moveTo>
                    <a:lnTo>
                      <a:pt x="80850" y="30000"/>
                    </a:lnTo>
                    <a:lnTo>
                      <a:pt x="80850" y="30850"/>
                    </a:lnTo>
                    <a:lnTo>
                      <a:pt x="80000" y="30850"/>
                    </a:lnTo>
                    <a:close/>
                    <a:moveTo>
                      <a:pt x="82500" y="32500"/>
                    </a:moveTo>
                    <a:lnTo>
                      <a:pt x="83200" y="32500"/>
                    </a:lnTo>
                    <a:lnTo>
                      <a:pt x="83200" y="33200"/>
                    </a:lnTo>
                    <a:lnTo>
                      <a:pt x="82500" y="33200"/>
                    </a:lnTo>
                    <a:close/>
                    <a:moveTo>
                      <a:pt x="85000" y="30000"/>
                    </a:moveTo>
                    <a:lnTo>
                      <a:pt x="85850" y="30000"/>
                    </a:lnTo>
                    <a:lnTo>
                      <a:pt x="85850" y="30850"/>
                    </a:lnTo>
                    <a:lnTo>
                      <a:pt x="85000" y="30850"/>
                    </a:lnTo>
                    <a:close/>
                    <a:moveTo>
                      <a:pt x="87500" y="32500"/>
                    </a:moveTo>
                    <a:lnTo>
                      <a:pt x="88200" y="32500"/>
                    </a:lnTo>
                    <a:lnTo>
                      <a:pt x="88200" y="33200"/>
                    </a:lnTo>
                    <a:lnTo>
                      <a:pt x="87500" y="33200"/>
                    </a:lnTo>
                    <a:close/>
                    <a:moveTo>
                      <a:pt x="90000" y="30000"/>
                    </a:moveTo>
                    <a:lnTo>
                      <a:pt x="90850" y="30000"/>
                    </a:lnTo>
                    <a:lnTo>
                      <a:pt x="90850" y="30850"/>
                    </a:lnTo>
                    <a:lnTo>
                      <a:pt x="90000" y="30850"/>
                    </a:lnTo>
                    <a:close/>
                    <a:moveTo>
                      <a:pt x="92500" y="32500"/>
                    </a:moveTo>
                    <a:lnTo>
                      <a:pt x="93200" y="32500"/>
                    </a:lnTo>
                    <a:lnTo>
                      <a:pt x="93200" y="33200"/>
                    </a:lnTo>
                    <a:lnTo>
                      <a:pt x="92500" y="33200"/>
                    </a:lnTo>
                    <a:close/>
                    <a:moveTo>
                      <a:pt x="95000" y="30000"/>
                    </a:moveTo>
                    <a:lnTo>
                      <a:pt x="95850" y="30000"/>
                    </a:lnTo>
                    <a:lnTo>
                      <a:pt x="95850" y="30850"/>
                    </a:lnTo>
                    <a:lnTo>
                      <a:pt x="95000" y="30850"/>
                    </a:lnTo>
                    <a:close/>
                    <a:moveTo>
                      <a:pt x="97500" y="32500"/>
                    </a:moveTo>
                    <a:lnTo>
                      <a:pt x="98200" y="32500"/>
                    </a:lnTo>
                    <a:lnTo>
                      <a:pt x="98200" y="33200"/>
                    </a:lnTo>
                    <a:lnTo>
                      <a:pt x="97500" y="33200"/>
                    </a:lnTo>
                    <a:close/>
                    <a:moveTo>
                      <a:pt x="100000" y="30000"/>
                    </a:moveTo>
                    <a:lnTo>
                      <a:pt x="100850" y="30000"/>
                    </a:lnTo>
                    <a:lnTo>
                      <a:pt x="100850" y="30850"/>
                    </a:lnTo>
                    <a:lnTo>
                      <a:pt x="100000" y="30850"/>
                    </a:lnTo>
                    <a:close/>
                    <a:moveTo>
                      <a:pt x="102500" y="32500"/>
                    </a:moveTo>
                    <a:lnTo>
                      <a:pt x="103200" y="32500"/>
                    </a:lnTo>
                    <a:lnTo>
                      <a:pt x="103200" y="33200"/>
                    </a:lnTo>
                    <a:lnTo>
                      <a:pt x="102500" y="33200"/>
                    </a:lnTo>
                    <a:close/>
                    <a:moveTo>
                      <a:pt x="105000" y="30000"/>
                    </a:moveTo>
                    <a:lnTo>
                      <a:pt x="105850" y="30000"/>
                    </a:lnTo>
                    <a:lnTo>
                      <a:pt x="105850" y="30850"/>
                    </a:lnTo>
                    <a:lnTo>
                      <a:pt x="105000" y="30850"/>
                    </a:lnTo>
                    <a:close/>
                    <a:moveTo>
                      <a:pt x="107500" y="32500"/>
                    </a:moveTo>
                    <a:lnTo>
                      <a:pt x="108200" y="32500"/>
                    </a:lnTo>
                    <a:lnTo>
                      <a:pt x="108200" y="33200"/>
                    </a:lnTo>
                    <a:lnTo>
                      <a:pt x="107500" y="33200"/>
                    </a:lnTo>
                    <a:close/>
                    <a:moveTo>
                      <a:pt x="110000" y="30000"/>
                    </a:moveTo>
                    <a:lnTo>
                      <a:pt x="110850" y="30000"/>
                    </a:lnTo>
                    <a:lnTo>
                      <a:pt x="110850" y="30850"/>
                    </a:lnTo>
                    <a:lnTo>
                      <a:pt x="110000" y="30850"/>
                    </a:lnTo>
                    <a:close/>
                    <a:moveTo>
                      <a:pt x="112500" y="32500"/>
                    </a:moveTo>
                    <a:lnTo>
                      <a:pt x="113200" y="32500"/>
                    </a:lnTo>
                    <a:lnTo>
                      <a:pt x="113200" y="33200"/>
                    </a:lnTo>
                    <a:lnTo>
                      <a:pt x="112500" y="33200"/>
                    </a:lnTo>
                    <a:close/>
                    <a:moveTo>
                      <a:pt x="115000" y="30000"/>
                    </a:moveTo>
                    <a:lnTo>
                      <a:pt x="115850" y="30000"/>
                    </a:lnTo>
                    <a:lnTo>
                      <a:pt x="115850" y="30850"/>
                    </a:lnTo>
                    <a:lnTo>
                      <a:pt x="115000" y="30850"/>
                    </a:lnTo>
                    <a:close/>
                    <a:moveTo>
                      <a:pt x="117500" y="32500"/>
                    </a:moveTo>
                    <a:lnTo>
                      <a:pt x="118200" y="32500"/>
                    </a:lnTo>
                    <a:lnTo>
                      <a:pt x="118200" y="33200"/>
                    </a:lnTo>
                    <a:lnTo>
                      <a:pt x="117500" y="33200"/>
                    </a:lnTo>
                    <a:close/>
                    <a:moveTo>
                      <a:pt x="120000" y="30000"/>
                    </a:moveTo>
                    <a:lnTo>
                      <a:pt x="120850" y="30000"/>
                    </a:lnTo>
                    <a:lnTo>
                      <a:pt x="120850" y="30850"/>
                    </a:lnTo>
                    <a:lnTo>
                      <a:pt x="120000" y="30850"/>
                    </a:lnTo>
                    <a:close/>
                    <a:moveTo>
                      <a:pt x="122500" y="32500"/>
                    </a:moveTo>
                    <a:lnTo>
                      <a:pt x="123200" y="32500"/>
                    </a:lnTo>
                    <a:lnTo>
                      <a:pt x="123200" y="33200"/>
                    </a:lnTo>
                    <a:lnTo>
                      <a:pt x="122500" y="33200"/>
                    </a:lnTo>
                    <a:close/>
                    <a:moveTo>
                      <a:pt x="125000" y="30000"/>
                    </a:moveTo>
                    <a:lnTo>
                      <a:pt x="125850" y="30000"/>
                    </a:lnTo>
                    <a:lnTo>
                      <a:pt x="125850" y="30850"/>
                    </a:lnTo>
                    <a:lnTo>
                      <a:pt x="125000" y="30850"/>
                    </a:lnTo>
                    <a:close/>
                    <a:moveTo>
                      <a:pt x="127500" y="32500"/>
                    </a:moveTo>
                    <a:lnTo>
                      <a:pt x="128200" y="32500"/>
                    </a:lnTo>
                    <a:lnTo>
                      <a:pt x="128200" y="33200"/>
                    </a:lnTo>
                    <a:lnTo>
                      <a:pt x="127500" y="33200"/>
                    </a:lnTo>
                    <a:close/>
                    <a:moveTo>
                      <a:pt x="130000" y="30000"/>
                    </a:moveTo>
                    <a:lnTo>
                      <a:pt x="130850" y="30000"/>
                    </a:lnTo>
                    <a:lnTo>
                      <a:pt x="130850" y="30850"/>
                    </a:lnTo>
                    <a:lnTo>
                      <a:pt x="130000" y="30850"/>
                    </a:lnTo>
                    <a:close/>
                    <a:moveTo>
                      <a:pt x="132500" y="32500"/>
                    </a:moveTo>
                    <a:lnTo>
                      <a:pt x="133200" y="32500"/>
                    </a:lnTo>
                    <a:lnTo>
                      <a:pt x="133200" y="33200"/>
                    </a:lnTo>
                    <a:lnTo>
                      <a:pt x="132500" y="33200"/>
                    </a:lnTo>
                    <a:close/>
                    <a:moveTo>
                      <a:pt x="135000" y="30000"/>
                    </a:moveTo>
                    <a:lnTo>
                      <a:pt x="135850" y="30000"/>
                    </a:lnTo>
                    <a:lnTo>
                      <a:pt x="135850" y="30850"/>
                    </a:lnTo>
                    <a:lnTo>
                      <a:pt x="135000" y="30850"/>
                    </a:lnTo>
                    <a:close/>
                    <a:moveTo>
                      <a:pt x="137500" y="32500"/>
                    </a:moveTo>
                    <a:lnTo>
                      <a:pt x="138200" y="32500"/>
                    </a:lnTo>
                    <a:lnTo>
                      <a:pt x="138200" y="33200"/>
                    </a:lnTo>
                    <a:lnTo>
                      <a:pt x="137500" y="33200"/>
                    </a:lnTo>
                    <a:close/>
                    <a:moveTo>
                      <a:pt x="140000" y="30000"/>
                    </a:moveTo>
                    <a:lnTo>
                      <a:pt x="140850" y="30000"/>
                    </a:lnTo>
                    <a:lnTo>
                      <a:pt x="140850" y="30850"/>
                    </a:lnTo>
                    <a:lnTo>
                      <a:pt x="140000" y="30850"/>
                    </a:lnTo>
                    <a:close/>
                    <a:moveTo>
                      <a:pt x="142500" y="32500"/>
                    </a:moveTo>
                    <a:lnTo>
                      <a:pt x="143200" y="32500"/>
                    </a:lnTo>
                    <a:lnTo>
                      <a:pt x="143200" y="33200"/>
                    </a:lnTo>
                    <a:lnTo>
                      <a:pt x="142500" y="33200"/>
                    </a:lnTo>
                    <a:close/>
                    <a:moveTo>
                      <a:pt x="145000" y="30000"/>
                    </a:moveTo>
                    <a:lnTo>
                      <a:pt x="145850" y="30000"/>
                    </a:lnTo>
                    <a:lnTo>
                      <a:pt x="145850" y="30850"/>
                    </a:lnTo>
                    <a:lnTo>
                      <a:pt x="145000" y="30850"/>
                    </a:lnTo>
                    <a:close/>
                    <a:moveTo>
                      <a:pt x="147500" y="32500"/>
                    </a:moveTo>
                    <a:lnTo>
                      <a:pt x="148200" y="32500"/>
                    </a:lnTo>
                    <a:lnTo>
                      <a:pt x="148200" y="33200"/>
                    </a:lnTo>
                    <a:lnTo>
                      <a:pt x="147500" y="33200"/>
                    </a:lnTo>
                    <a:close/>
                    <a:moveTo>
                      <a:pt x="150000" y="30000"/>
                    </a:moveTo>
                    <a:lnTo>
                      <a:pt x="150850" y="30000"/>
                    </a:lnTo>
                    <a:lnTo>
                      <a:pt x="150850" y="30850"/>
                    </a:lnTo>
                    <a:lnTo>
                      <a:pt x="150000" y="30850"/>
                    </a:lnTo>
                    <a:close/>
                    <a:moveTo>
                      <a:pt x="152500" y="32500"/>
                    </a:moveTo>
                    <a:lnTo>
                      <a:pt x="153200" y="32500"/>
                    </a:lnTo>
                    <a:lnTo>
                      <a:pt x="153200" y="33200"/>
                    </a:lnTo>
                    <a:lnTo>
                      <a:pt x="152500" y="33200"/>
                    </a:lnTo>
                    <a:close/>
                    <a:moveTo>
                      <a:pt x="155000" y="30000"/>
                    </a:moveTo>
                    <a:lnTo>
                      <a:pt x="155850" y="30000"/>
                    </a:lnTo>
                    <a:lnTo>
                      <a:pt x="155850" y="30850"/>
                    </a:lnTo>
                    <a:lnTo>
                      <a:pt x="155000" y="30850"/>
                    </a:lnTo>
                    <a:close/>
                    <a:moveTo>
                      <a:pt x="157500" y="32500"/>
                    </a:moveTo>
                    <a:lnTo>
                      <a:pt x="158200" y="32500"/>
                    </a:lnTo>
                    <a:lnTo>
                      <a:pt x="158200" y="33200"/>
                    </a:lnTo>
                    <a:lnTo>
                      <a:pt x="157500" y="33200"/>
                    </a:lnTo>
                    <a:close/>
                    <a:moveTo>
                      <a:pt x="160000" y="30000"/>
                    </a:moveTo>
                    <a:lnTo>
                      <a:pt x="160850" y="30000"/>
                    </a:lnTo>
                    <a:lnTo>
                      <a:pt x="160850" y="30850"/>
                    </a:lnTo>
                    <a:lnTo>
                      <a:pt x="160000" y="30850"/>
                    </a:lnTo>
                    <a:close/>
                    <a:moveTo>
                      <a:pt x="162500" y="32500"/>
                    </a:moveTo>
                    <a:lnTo>
                      <a:pt x="163200" y="32500"/>
                    </a:lnTo>
                    <a:lnTo>
                      <a:pt x="163200" y="33200"/>
                    </a:lnTo>
                    <a:lnTo>
                      <a:pt x="162500" y="33200"/>
                    </a:lnTo>
                    <a:close/>
                    <a:moveTo>
                      <a:pt x="165000" y="30000"/>
                    </a:moveTo>
                    <a:lnTo>
                      <a:pt x="165850" y="30000"/>
                    </a:lnTo>
                    <a:lnTo>
                      <a:pt x="165850" y="30850"/>
                    </a:lnTo>
                    <a:lnTo>
                      <a:pt x="165000" y="30850"/>
                    </a:lnTo>
                    <a:close/>
                    <a:moveTo>
                      <a:pt x="167500" y="32500"/>
                    </a:moveTo>
                    <a:lnTo>
                      <a:pt x="168200" y="32500"/>
                    </a:lnTo>
                    <a:lnTo>
                      <a:pt x="168200" y="33200"/>
                    </a:lnTo>
                    <a:lnTo>
                      <a:pt x="167500" y="33200"/>
                    </a:lnTo>
                    <a:close/>
                    <a:moveTo>
                      <a:pt x="170000" y="30000"/>
                    </a:moveTo>
                    <a:lnTo>
                      <a:pt x="170850" y="30000"/>
                    </a:lnTo>
                    <a:lnTo>
                      <a:pt x="170850" y="30850"/>
                    </a:lnTo>
                    <a:lnTo>
                      <a:pt x="170000" y="30850"/>
                    </a:lnTo>
                    <a:close/>
                    <a:moveTo>
                      <a:pt x="172500" y="32500"/>
                    </a:moveTo>
                    <a:lnTo>
                      <a:pt x="173200" y="32500"/>
                    </a:lnTo>
                    <a:lnTo>
                      <a:pt x="173200" y="33200"/>
                    </a:lnTo>
                    <a:lnTo>
                      <a:pt x="172500" y="33200"/>
                    </a:lnTo>
                    <a:close/>
                    <a:moveTo>
                      <a:pt x="175000" y="30000"/>
                    </a:moveTo>
                    <a:lnTo>
                      <a:pt x="175850" y="30000"/>
                    </a:lnTo>
                    <a:lnTo>
                      <a:pt x="175850" y="30850"/>
                    </a:lnTo>
                    <a:lnTo>
                      <a:pt x="175000" y="30850"/>
                    </a:lnTo>
                    <a:close/>
                    <a:moveTo>
                      <a:pt x="177500" y="32500"/>
                    </a:moveTo>
                    <a:lnTo>
                      <a:pt x="178200" y="32500"/>
                    </a:lnTo>
                    <a:lnTo>
                      <a:pt x="178200" y="33200"/>
                    </a:lnTo>
                    <a:lnTo>
                      <a:pt x="177500" y="33200"/>
                    </a:lnTo>
                    <a:close/>
                    <a:moveTo>
                      <a:pt x="180000" y="30000"/>
                    </a:moveTo>
                    <a:lnTo>
                      <a:pt x="180850" y="30000"/>
                    </a:lnTo>
                    <a:lnTo>
                      <a:pt x="180850" y="30850"/>
                    </a:lnTo>
                    <a:lnTo>
                      <a:pt x="180000" y="30850"/>
                    </a:lnTo>
                    <a:close/>
                    <a:moveTo>
                      <a:pt x="182500" y="32500"/>
                    </a:moveTo>
                    <a:lnTo>
                      <a:pt x="183200" y="32500"/>
                    </a:lnTo>
                    <a:lnTo>
                      <a:pt x="183200" y="33200"/>
                    </a:lnTo>
                    <a:lnTo>
                      <a:pt x="182500" y="33200"/>
                    </a:lnTo>
                    <a:close/>
                    <a:moveTo>
                      <a:pt x="185000" y="30000"/>
                    </a:moveTo>
                    <a:lnTo>
                      <a:pt x="185850" y="30000"/>
                    </a:lnTo>
                    <a:lnTo>
                      <a:pt x="185850" y="30850"/>
                    </a:lnTo>
                    <a:lnTo>
                      <a:pt x="185000" y="30850"/>
                    </a:lnTo>
                    <a:close/>
                    <a:moveTo>
                      <a:pt x="187500" y="32500"/>
                    </a:moveTo>
                    <a:lnTo>
                      <a:pt x="188200" y="32500"/>
                    </a:lnTo>
                    <a:lnTo>
                      <a:pt x="188200" y="33200"/>
                    </a:lnTo>
                    <a:lnTo>
                      <a:pt x="187500" y="33200"/>
                    </a:lnTo>
                    <a:close/>
                    <a:moveTo>
                      <a:pt x="190000" y="30000"/>
                    </a:moveTo>
                    <a:lnTo>
                      <a:pt x="190850" y="30000"/>
                    </a:lnTo>
                    <a:lnTo>
                      <a:pt x="190850" y="30850"/>
                    </a:lnTo>
                    <a:lnTo>
                      <a:pt x="190000" y="30850"/>
                    </a:lnTo>
                    <a:close/>
                    <a:moveTo>
                      <a:pt x="192500" y="32500"/>
                    </a:moveTo>
                    <a:lnTo>
                      <a:pt x="193200" y="32500"/>
                    </a:lnTo>
                    <a:lnTo>
                      <a:pt x="193200" y="33200"/>
                    </a:lnTo>
                    <a:lnTo>
                      <a:pt x="192500" y="33200"/>
                    </a:lnTo>
                    <a:close/>
                    <a:moveTo>
                      <a:pt x="195000" y="30000"/>
                    </a:moveTo>
                    <a:lnTo>
                      <a:pt x="195850" y="30000"/>
                    </a:lnTo>
                    <a:lnTo>
                      <a:pt x="195850" y="30850"/>
                    </a:lnTo>
                    <a:lnTo>
                      <a:pt x="195000" y="30850"/>
                    </a:lnTo>
                    <a:close/>
                    <a:moveTo>
                      <a:pt x="197500" y="32500"/>
                    </a:moveTo>
                    <a:lnTo>
                      <a:pt x="198200" y="32500"/>
                    </a:lnTo>
                    <a:lnTo>
                      <a:pt x="198200" y="33200"/>
                    </a:lnTo>
                    <a:lnTo>
                      <a:pt x="197500" y="33200"/>
                    </a:lnTo>
                    <a:close/>
                    <a:moveTo>
                      <a:pt x="200000" y="30000"/>
                    </a:moveTo>
                    <a:lnTo>
                      <a:pt x="200850" y="30000"/>
                    </a:lnTo>
                    <a:lnTo>
                      <a:pt x="200850" y="30850"/>
                    </a:lnTo>
                    <a:lnTo>
                      <a:pt x="200000" y="30850"/>
                    </a:lnTo>
                    <a:close/>
                    <a:moveTo>
                      <a:pt x="202500" y="32500"/>
                    </a:moveTo>
                    <a:lnTo>
                      <a:pt x="203200" y="32500"/>
                    </a:lnTo>
                    <a:lnTo>
                      <a:pt x="203200" y="33200"/>
                    </a:lnTo>
                    <a:lnTo>
                      <a:pt x="202500" y="33200"/>
                    </a:lnTo>
                    <a:close/>
                    <a:moveTo>
                      <a:pt x="205000" y="30000"/>
                    </a:moveTo>
                    <a:lnTo>
                      <a:pt x="205850" y="30000"/>
                    </a:lnTo>
                    <a:lnTo>
                      <a:pt x="205850" y="30850"/>
                    </a:lnTo>
                    <a:lnTo>
                      <a:pt x="205000" y="30850"/>
                    </a:lnTo>
                    <a:close/>
                    <a:moveTo>
                      <a:pt x="207500" y="32500"/>
                    </a:moveTo>
                    <a:lnTo>
                      <a:pt x="208200" y="32500"/>
                    </a:lnTo>
                    <a:lnTo>
                      <a:pt x="208200" y="33200"/>
                    </a:lnTo>
                    <a:lnTo>
                      <a:pt x="207500" y="33200"/>
                    </a:lnTo>
                    <a:close/>
                    <a:moveTo>
                      <a:pt x="210000" y="30000"/>
                    </a:moveTo>
                    <a:lnTo>
                      <a:pt x="210850" y="30000"/>
                    </a:lnTo>
                    <a:lnTo>
                      <a:pt x="210850" y="30850"/>
                    </a:lnTo>
                    <a:lnTo>
                      <a:pt x="210000" y="30850"/>
                    </a:lnTo>
                    <a:close/>
                    <a:moveTo>
                      <a:pt x="212500" y="32500"/>
                    </a:moveTo>
                    <a:lnTo>
                      <a:pt x="213200" y="32500"/>
                    </a:lnTo>
                    <a:lnTo>
                      <a:pt x="213200" y="33200"/>
                    </a:lnTo>
                    <a:lnTo>
                      <a:pt x="212500" y="33200"/>
                    </a:lnTo>
                    <a:close/>
                    <a:moveTo>
                      <a:pt x="215000" y="30000"/>
                    </a:moveTo>
                    <a:lnTo>
                      <a:pt x="215850" y="30000"/>
                    </a:lnTo>
                    <a:lnTo>
                      <a:pt x="215850" y="30850"/>
                    </a:lnTo>
                    <a:lnTo>
                      <a:pt x="215000" y="30850"/>
                    </a:lnTo>
                    <a:close/>
                    <a:moveTo>
                      <a:pt x="217500" y="32500"/>
                    </a:moveTo>
                    <a:lnTo>
                      <a:pt x="218200" y="32500"/>
                    </a:lnTo>
                    <a:lnTo>
                      <a:pt x="218200" y="33200"/>
                    </a:lnTo>
                    <a:lnTo>
                      <a:pt x="217500" y="33200"/>
                    </a:lnTo>
                    <a:close/>
                    <a:moveTo>
                      <a:pt x="220000" y="30000"/>
                    </a:moveTo>
                    <a:lnTo>
                      <a:pt x="220850" y="30000"/>
                    </a:lnTo>
                    <a:lnTo>
                      <a:pt x="220850" y="30850"/>
                    </a:lnTo>
                    <a:lnTo>
                      <a:pt x="220000" y="30850"/>
                    </a:lnTo>
                    <a:close/>
                    <a:moveTo>
                      <a:pt x="222500" y="32500"/>
                    </a:moveTo>
                    <a:lnTo>
                      <a:pt x="223200" y="32500"/>
                    </a:lnTo>
                    <a:lnTo>
                      <a:pt x="223200" y="33200"/>
                    </a:lnTo>
                    <a:lnTo>
                      <a:pt x="222500" y="33200"/>
                    </a:lnTo>
                    <a:close/>
                    <a:moveTo>
                      <a:pt x="225000" y="30000"/>
                    </a:moveTo>
                    <a:lnTo>
                      <a:pt x="225850" y="30000"/>
                    </a:lnTo>
                    <a:lnTo>
                      <a:pt x="225850" y="30850"/>
                    </a:lnTo>
                    <a:lnTo>
                      <a:pt x="225000" y="30850"/>
                    </a:lnTo>
                    <a:close/>
                    <a:moveTo>
                      <a:pt x="227500" y="32500"/>
                    </a:moveTo>
                    <a:lnTo>
                      <a:pt x="228200" y="32500"/>
                    </a:lnTo>
                    <a:lnTo>
                      <a:pt x="228200" y="33200"/>
                    </a:lnTo>
                    <a:lnTo>
                      <a:pt x="227500" y="33200"/>
                    </a:lnTo>
                    <a:close/>
                    <a:moveTo>
                      <a:pt x="230000" y="30000"/>
                    </a:moveTo>
                    <a:lnTo>
                      <a:pt x="230850" y="30000"/>
                    </a:lnTo>
                    <a:lnTo>
                      <a:pt x="230850" y="30850"/>
                    </a:lnTo>
                    <a:lnTo>
                      <a:pt x="230000" y="30850"/>
                    </a:lnTo>
                    <a:close/>
                    <a:moveTo>
                      <a:pt x="232500" y="32500"/>
                    </a:moveTo>
                    <a:lnTo>
                      <a:pt x="233200" y="32500"/>
                    </a:lnTo>
                    <a:lnTo>
                      <a:pt x="233200" y="33200"/>
                    </a:lnTo>
                    <a:lnTo>
                      <a:pt x="232500" y="33200"/>
                    </a:lnTo>
                    <a:close/>
                    <a:moveTo>
                      <a:pt x="235000" y="30000"/>
                    </a:moveTo>
                    <a:lnTo>
                      <a:pt x="235850" y="30000"/>
                    </a:lnTo>
                    <a:lnTo>
                      <a:pt x="235850" y="30850"/>
                    </a:lnTo>
                    <a:lnTo>
                      <a:pt x="235000" y="30850"/>
                    </a:lnTo>
                    <a:close/>
                    <a:moveTo>
                      <a:pt x="237500" y="32500"/>
                    </a:moveTo>
                    <a:lnTo>
                      <a:pt x="238200" y="32500"/>
                    </a:lnTo>
                    <a:lnTo>
                      <a:pt x="238200" y="33200"/>
                    </a:lnTo>
                    <a:lnTo>
                      <a:pt x="237500" y="33200"/>
                    </a:lnTo>
                    <a:close/>
                    <a:moveTo>
                      <a:pt x="240000" y="30000"/>
                    </a:moveTo>
                    <a:lnTo>
                      <a:pt x="240850" y="30000"/>
                    </a:lnTo>
                    <a:lnTo>
                      <a:pt x="240850" y="30850"/>
                    </a:lnTo>
                    <a:lnTo>
                      <a:pt x="240000" y="30850"/>
                    </a:lnTo>
                    <a:close/>
                    <a:moveTo>
                      <a:pt x="242500" y="32500"/>
                    </a:moveTo>
                    <a:lnTo>
                      <a:pt x="243200" y="32500"/>
                    </a:lnTo>
                    <a:lnTo>
                      <a:pt x="243200" y="33200"/>
                    </a:lnTo>
                    <a:lnTo>
                      <a:pt x="242500" y="33200"/>
                    </a:lnTo>
                    <a:close/>
                    <a:moveTo>
                      <a:pt x="245000" y="30000"/>
                    </a:moveTo>
                    <a:lnTo>
                      <a:pt x="245850" y="30000"/>
                    </a:lnTo>
                    <a:lnTo>
                      <a:pt x="245850" y="30850"/>
                    </a:lnTo>
                    <a:lnTo>
                      <a:pt x="245000" y="30850"/>
                    </a:lnTo>
                    <a:close/>
                    <a:moveTo>
                      <a:pt x="247500" y="32500"/>
                    </a:moveTo>
                    <a:lnTo>
                      <a:pt x="248200" y="32500"/>
                    </a:lnTo>
                    <a:lnTo>
                      <a:pt x="248200" y="33200"/>
                    </a:lnTo>
                    <a:lnTo>
                      <a:pt x="247500" y="33200"/>
                    </a:lnTo>
                    <a:close/>
                    <a:moveTo>
                      <a:pt x="250000" y="30000"/>
                    </a:moveTo>
                    <a:lnTo>
                      <a:pt x="250850" y="30000"/>
                    </a:lnTo>
                    <a:lnTo>
                      <a:pt x="250850" y="30850"/>
                    </a:lnTo>
                    <a:lnTo>
                      <a:pt x="250000" y="30850"/>
                    </a:lnTo>
                    <a:close/>
                    <a:moveTo>
                      <a:pt x="252500" y="32500"/>
                    </a:moveTo>
                    <a:lnTo>
                      <a:pt x="253200" y="32500"/>
                    </a:lnTo>
                    <a:lnTo>
                      <a:pt x="253200" y="33200"/>
                    </a:lnTo>
                    <a:lnTo>
                      <a:pt x="252500" y="33200"/>
                    </a:lnTo>
                    <a:close/>
                    <a:moveTo>
                      <a:pt x="255000" y="30000"/>
                    </a:moveTo>
                    <a:lnTo>
                      <a:pt x="255850" y="30000"/>
                    </a:lnTo>
                    <a:lnTo>
                      <a:pt x="255850" y="30850"/>
                    </a:lnTo>
                    <a:lnTo>
                      <a:pt x="255000" y="30850"/>
                    </a:lnTo>
                    <a:close/>
                    <a:moveTo>
                      <a:pt x="257500" y="32500"/>
                    </a:moveTo>
                    <a:lnTo>
                      <a:pt x="258200" y="32500"/>
                    </a:lnTo>
                    <a:lnTo>
                      <a:pt x="258200" y="33200"/>
                    </a:lnTo>
                    <a:lnTo>
                      <a:pt x="257500" y="33200"/>
                    </a:lnTo>
                    <a:close/>
                    <a:moveTo>
                      <a:pt x="260000" y="30000"/>
                    </a:moveTo>
                    <a:lnTo>
                      <a:pt x="260850" y="30000"/>
                    </a:lnTo>
                    <a:lnTo>
                      <a:pt x="260850" y="30850"/>
                    </a:lnTo>
                    <a:lnTo>
                      <a:pt x="260000" y="30850"/>
                    </a:lnTo>
                    <a:close/>
                    <a:moveTo>
                      <a:pt x="262500" y="32500"/>
                    </a:moveTo>
                    <a:lnTo>
                      <a:pt x="263200" y="32500"/>
                    </a:lnTo>
                    <a:lnTo>
                      <a:pt x="263200" y="33200"/>
                    </a:lnTo>
                    <a:lnTo>
                      <a:pt x="262500" y="33200"/>
                    </a:lnTo>
                    <a:close/>
                    <a:moveTo>
                      <a:pt x="265000" y="30000"/>
                    </a:moveTo>
                    <a:lnTo>
                      <a:pt x="265850" y="30000"/>
                    </a:lnTo>
                    <a:lnTo>
                      <a:pt x="265850" y="30850"/>
                    </a:lnTo>
                    <a:lnTo>
                      <a:pt x="265000" y="30850"/>
                    </a:lnTo>
                    <a:close/>
                    <a:moveTo>
                      <a:pt x="267500" y="32500"/>
                    </a:moveTo>
                    <a:lnTo>
                      <a:pt x="268200" y="32500"/>
                    </a:lnTo>
                    <a:lnTo>
                      <a:pt x="268200" y="33200"/>
                    </a:lnTo>
                    <a:lnTo>
                      <a:pt x="267500" y="33200"/>
                    </a:lnTo>
                    <a:close/>
                    <a:moveTo>
                      <a:pt x="270000" y="30000"/>
                    </a:moveTo>
                    <a:lnTo>
                      <a:pt x="270850" y="30000"/>
                    </a:lnTo>
                    <a:lnTo>
                      <a:pt x="270850" y="30850"/>
                    </a:lnTo>
                    <a:lnTo>
                      <a:pt x="270000" y="30850"/>
                    </a:lnTo>
                    <a:close/>
                    <a:moveTo>
                      <a:pt x="272500" y="32500"/>
                    </a:moveTo>
                    <a:lnTo>
                      <a:pt x="273200" y="32500"/>
                    </a:lnTo>
                    <a:lnTo>
                      <a:pt x="273200" y="33200"/>
                    </a:lnTo>
                    <a:lnTo>
                      <a:pt x="272500" y="33200"/>
                    </a:lnTo>
                    <a:close/>
                    <a:moveTo>
                      <a:pt x="275000" y="30000"/>
                    </a:moveTo>
                    <a:lnTo>
                      <a:pt x="275850" y="30000"/>
                    </a:lnTo>
                    <a:lnTo>
                      <a:pt x="275850" y="30850"/>
                    </a:lnTo>
                    <a:lnTo>
                      <a:pt x="275000" y="30850"/>
                    </a:lnTo>
                    <a:close/>
                    <a:moveTo>
                      <a:pt x="277500" y="32500"/>
                    </a:moveTo>
                    <a:lnTo>
                      <a:pt x="278200" y="32500"/>
                    </a:lnTo>
                    <a:lnTo>
                      <a:pt x="278200" y="33200"/>
                    </a:lnTo>
                    <a:lnTo>
                      <a:pt x="277500" y="33200"/>
                    </a:lnTo>
                    <a:close/>
                    <a:moveTo>
                      <a:pt x="280000" y="30000"/>
                    </a:moveTo>
                    <a:lnTo>
                      <a:pt x="280850" y="30000"/>
                    </a:lnTo>
                    <a:lnTo>
                      <a:pt x="280850" y="30850"/>
                    </a:lnTo>
                    <a:lnTo>
                      <a:pt x="280000" y="30850"/>
                    </a:lnTo>
                    <a:close/>
                    <a:moveTo>
                      <a:pt x="282500" y="32500"/>
                    </a:moveTo>
                    <a:lnTo>
                      <a:pt x="283200" y="32500"/>
                    </a:lnTo>
                    <a:lnTo>
                      <a:pt x="283200" y="33200"/>
                    </a:lnTo>
                    <a:lnTo>
                      <a:pt x="282500" y="33200"/>
                    </a:lnTo>
                    <a:close/>
                    <a:moveTo>
                      <a:pt x="285000" y="30000"/>
                    </a:moveTo>
                    <a:lnTo>
                      <a:pt x="285850" y="30000"/>
                    </a:lnTo>
                    <a:lnTo>
                      <a:pt x="285850" y="30850"/>
                    </a:lnTo>
                    <a:lnTo>
                      <a:pt x="285000" y="30850"/>
                    </a:lnTo>
                    <a:close/>
                    <a:moveTo>
                      <a:pt x="287500" y="32500"/>
                    </a:moveTo>
                    <a:lnTo>
                      <a:pt x="288200" y="32500"/>
                    </a:lnTo>
                    <a:lnTo>
                      <a:pt x="288200" y="33200"/>
                    </a:lnTo>
                    <a:lnTo>
                      <a:pt x="287500" y="33200"/>
                    </a:lnTo>
                    <a:close/>
                    <a:moveTo>
                      <a:pt x="0" y="35000"/>
                    </a:moveTo>
                    <a:lnTo>
                      <a:pt x="850" y="35000"/>
                    </a:lnTo>
                    <a:lnTo>
                      <a:pt x="850" y="35850"/>
                    </a:lnTo>
                    <a:lnTo>
                      <a:pt x="0" y="35850"/>
                    </a:lnTo>
                    <a:close/>
                    <a:moveTo>
                      <a:pt x="2500" y="37500"/>
                    </a:moveTo>
                    <a:lnTo>
                      <a:pt x="3200" y="37500"/>
                    </a:lnTo>
                    <a:lnTo>
                      <a:pt x="3200" y="38200"/>
                    </a:lnTo>
                    <a:lnTo>
                      <a:pt x="2500" y="38200"/>
                    </a:lnTo>
                    <a:close/>
                    <a:moveTo>
                      <a:pt x="5000" y="35000"/>
                    </a:moveTo>
                    <a:lnTo>
                      <a:pt x="5850" y="35000"/>
                    </a:lnTo>
                    <a:lnTo>
                      <a:pt x="5850" y="35850"/>
                    </a:lnTo>
                    <a:lnTo>
                      <a:pt x="5000" y="35850"/>
                    </a:lnTo>
                    <a:close/>
                    <a:moveTo>
                      <a:pt x="7500" y="37500"/>
                    </a:moveTo>
                    <a:lnTo>
                      <a:pt x="8200" y="37500"/>
                    </a:lnTo>
                    <a:lnTo>
                      <a:pt x="8200" y="38200"/>
                    </a:lnTo>
                    <a:lnTo>
                      <a:pt x="7500" y="38200"/>
                    </a:lnTo>
                    <a:close/>
                    <a:moveTo>
                      <a:pt x="10000" y="35000"/>
                    </a:moveTo>
                    <a:lnTo>
                      <a:pt x="10850" y="35000"/>
                    </a:lnTo>
                    <a:lnTo>
                      <a:pt x="10850" y="35850"/>
                    </a:lnTo>
                    <a:lnTo>
                      <a:pt x="10000" y="35850"/>
                    </a:lnTo>
                    <a:close/>
                    <a:moveTo>
                      <a:pt x="12500" y="37500"/>
                    </a:moveTo>
                    <a:lnTo>
                      <a:pt x="13200" y="37500"/>
                    </a:lnTo>
                    <a:lnTo>
                      <a:pt x="13200" y="38200"/>
                    </a:lnTo>
                    <a:lnTo>
                      <a:pt x="12500" y="38200"/>
                    </a:lnTo>
                    <a:close/>
                    <a:moveTo>
                      <a:pt x="15000" y="35000"/>
                    </a:moveTo>
                    <a:lnTo>
                      <a:pt x="15850" y="35000"/>
                    </a:lnTo>
                    <a:lnTo>
                      <a:pt x="15850" y="35850"/>
                    </a:lnTo>
                    <a:lnTo>
                      <a:pt x="15000" y="35850"/>
                    </a:lnTo>
                    <a:close/>
                    <a:moveTo>
                      <a:pt x="17500" y="37500"/>
                    </a:moveTo>
                    <a:lnTo>
                      <a:pt x="18200" y="37500"/>
                    </a:lnTo>
                    <a:lnTo>
                      <a:pt x="18200" y="38200"/>
                    </a:lnTo>
                    <a:lnTo>
                      <a:pt x="17500" y="38200"/>
                    </a:lnTo>
                    <a:close/>
                    <a:moveTo>
                      <a:pt x="20000" y="35000"/>
                    </a:moveTo>
                    <a:lnTo>
                      <a:pt x="20850" y="35000"/>
                    </a:lnTo>
                    <a:lnTo>
                      <a:pt x="20850" y="35850"/>
                    </a:lnTo>
                    <a:lnTo>
                      <a:pt x="20000" y="35850"/>
                    </a:lnTo>
                    <a:close/>
                    <a:moveTo>
                      <a:pt x="22500" y="37500"/>
                    </a:moveTo>
                    <a:lnTo>
                      <a:pt x="23200" y="37500"/>
                    </a:lnTo>
                    <a:lnTo>
                      <a:pt x="23200" y="38200"/>
                    </a:lnTo>
                    <a:lnTo>
                      <a:pt x="22500" y="38200"/>
                    </a:lnTo>
                    <a:close/>
                    <a:moveTo>
                      <a:pt x="25000" y="35000"/>
                    </a:moveTo>
                    <a:lnTo>
                      <a:pt x="25850" y="35000"/>
                    </a:lnTo>
                    <a:lnTo>
                      <a:pt x="25850" y="35850"/>
                    </a:lnTo>
                    <a:lnTo>
                      <a:pt x="25000" y="35850"/>
                    </a:lnTo>
                    <a:close/>
                    <a:moveTo>
                      <a:pt x="27500" y="37500"/>
                    </a:moveTo>
                    <a:lnTo>
                      <a:pt x="28200" y="37500"/>
                    </a:lnTo>
                    <a:lnTo>
                      <a:pt x="28200" y="38200"/>
                    </a:lnTo>
                    <a:lnTo>
                      <a:pt x="27500" y="38200"/>
                    </a:lnTo>
                    <a:close/>
                    <a:moveTo>
                      <a:pt x="30000" y="35000"/>
                    </a:moveTo>
                    <a:lnTo>
                      <a:pt x="30850" y="35000"/>
                    </a:lnTo>
                    <a:lnTo>
                      <a:pt x="30850" y="35850"/>
                    </a:lnTo>
                    <a:lnTo>
                      <a:pt x="30000" y="35850"/>
                    </a:lnTo>
                    <a:close/>
                    <a:moveTo>
                      <a:pt x="32500" y="37500"/>
                    </a:moveTo>
                    <a:lnTo>
                      <a:pt x="33200" y="37500"/>
                    </a:lnTo>
                    <a:lnTo>
                      <a:pt x="33200" y="38200"/>
                    </a:lnTo>
                    <a:lnTo>
                      <a:pt x="32500" y="38200"/>
                    </a:lnTo>
                    <a:close/>
                    <a:moveTo>
                      <a:pt x="35000" y="35000"/>
                    </a:moveTo>
                    <a:lnTo>
                      <a:pt x="35850" y="35000"/>
                    </a:lnTo>
                    <a:lnTo>
                      <a:pt x="35850" y="35850"/>
                    </a:lnTo>
                    <a:lnTo>
                      <a:pt x="35000" y="35850"/>
                    </a:lnTo>
                    <a:close/>
                    <a:moveTo>
                      <a:pt x="37500" y="37500"/>
                    </a:moveTo>
                    <a:lnTo>
                      <a:pt x="38200" y="37500"/>
                    </a:lnTo>
                    <a:lnTo>
                      <a:pt x="38200" y="38200"/>
                    </a:lnTo>
                    <a:lnTo>
                      <a:pt x="37500" y="38200"/>
                    </a:lnTo>
                    <a:close/>
                    <a:moveTo>
                      <a:pt x="40000" y="35000"/>
                    </a:moveTo>
                    <a:lnTo>
                      <a:pt x="40850" y="35000"/>
                    </a:lnTo>
                    <a:lnTo>
                      <a:pt x="40850" y="35850"/>
                    </a:lnTo>
                    <a:lnTo>
                      <a:pt x="40000" y="35850"/>
                    </a:lnTo>
                    <a:close/>
                    <a:moveTo>
                      <a:pt x="42500" y="37500"/>
                    </a:moveTo>
                    <a:lnTo>
                      <a:pt x="43200" y="37500"/>
                    </a:lnTo>
                    <a:lnTo>
                      <a:pt x="43200" y="38200"/>
                    </a:lnTo>
                    <a:lnTo>
                      <a:pt x="42500" y="38200"/>
                    </a:lnTo>
                    <a:close/>
                    <a:moveTo>
                      <a:pt x="45000" y="35000"/>
                    </a:moveTo>
                    <a:lnTo>
                      <a:pt x="45850" y="35000"/>
                    </a:lnTo>
                    <a:lnTo>
                      <a:pt x="45850" y="35850"/>
                    </a:lnTo>
                    <a:lnTo>
                      <a:pt x="45000" y="35850"/>
                    </a:lnTo>
                    <a:close/>
                    <a:moveTo>
                      <a:pt x="47500" y="37500"/>
                    </a:moveTo>
                    <a:lnTo>
                      <a:pt x="48200" y="37500"/>
                    </a:lnTo>
                    <a:lnTo>
                      <a:pt x="48200" y="38200"/>
                    </a:lnTo>
                    <a:lnTo>
                      <a:pt x="47500" y="38200"/>
                    </a:lnTo>
                    <a:close/>
                    <a:moveTo>
                      <a:pt x="50000" y="35000"/>
                    </a:moveTo>
                    <a:lnTo>
                      <a:pt x="50850" y="35000"/>
                    </a:lnTo>
                    <a:lnTo>
                      <a:pt x="50850" y="35850"/>
                    </a:lnTo>
                    <a:lnTo>
                      <a:pt x="50000" y="35850"/>
                    </a:lnTo>
                    <a:close/>
                    <a:moveTo>
                      <a:pt x="52500" y="37500"/>
                    </a:moveTo>
                    <a:lnTo>
                      <a:pt x="53200" y="37500"/>
                    </a:lnTo>
                    <a:lnTo>
                      <a:pt x="53200" y="38200"/>
                    </a:lnTo>
                    <a:lnTo>
                      <a:pt x="52500" y="38200"/>
                    </a:lnTo>
                    <a:close/>
                    <a:moveTo>
                      <a:pt x="55000" y="35000"/>
                    </a:moveTo>
                    <a:lnTo>
                      <a:pt x="55850" y="35000"/>
                    </a:lnTo>
                    <a:lnTo>
                      <a:pt x="55850" y="35850"/>
                    </a:lnTo>
                    <a:lnTo>
                      <a:pt x="55000" y="35850"/>
                    </a:lnTo>
                    <a:close/>
                    <a:moveTo>
                      <a:pt x="57500" y="37500"/>
                    </a:moveTo>
                    <a:lnTo>
                      <a:pt x="58200" y="37500"/>
                    </a:lnTo>
                    <a:lnTo>
                      <a:pt x="58200" y="38200"/>
                    </a:lnTo>
                    <a:lnTo>
                      <a:pt x="57500" y="38200"/>
                    </a:lnTo>
                    <a:close/>
                    <a:moveTo>
                      <a:pt x="60000" y="35000"/>
                    </a:moveTo>
                    <a:lnTo>
                      <a:pt x="60850" y="35000"/>
                    </a:lnTo>
                    <a:lnTo>
                      <a:pt x="60850" y="35850"/>
                    </a:lnTo>
                    <a:lnTo>
                      <a:pt x="60000" y="35850"/>
                    </a:lnTo>
                    <a:close/>
                    <a:moveTo>
                      <a:pt x="62500" y="37500"/>
                    </a:moveTo>
                    <a:lnTo>
                      <a:pt x="63200" y="37500"/>
                    </a:lnTo>
                    <a:lnTo>
                      <a:pt x="63200" y="38200"/>
                    </a:lnTo>
                    <a:lnTo>
                      <a:pt x="62500" y="38200"/>
                    </a:lnTo>
                    <a:close/>
                    <a:moveTo>
                      <a:pt x="65000" y="35000"/>
                    </a:moveTo>
                    <a:lnTo>
                      <a:pt x="65850" y="35000"/>
                    </a:lnTo>
                    <a:lnTo>
                      <a:pt x="65850" y="35850"/>
                    </a:lnTo>
                    <a:lnTo>
                      <a:pt x="65000" y="35850"/>
                    </a:lnTo>
                    <a:close/>
                    <a:moveTo>
                      <a:pt x="67500" y="37500"/>
                    </a:moveTo>
                    <a:lnTo>
                      <a:pt x="68200" y="37500"/>
                    </a:lnTo>
                    <a:lnTo>
                      <a:pt x="68200" y="38200"/>
                    </a:lnTo>
                    <a:lnTo>
                      <a:pt x="67500" y="38200"/>
                    </a:lnTo>
                    <a:close/>
                    <a:moveTo>
                      <a:pt x="70000" y="35000"/>
                    </a:moveTo>
                    <a:lnTo>
                      <a:pt x="70850" y="35000"/>
                    </a:lnTo>
                    <a:lnTo>
                      <a:pt x="70850" y="35850"/>
                    </a:lnTo>
                    <a:lnTo>
                      <a:pt x="70000" y="35850"/>
                    </a:lnTo>
                    <a:close/>
                    <a:moveTo>
                      <a:pt x="72500" y="37500"/>
                    </a:moveTo>
                    <a:lnTo>
                      <a:pt x="73200" y="37500"/>
                    </a:lnTo>
                    <a:lnTo>
                      <a:pt x="73200" y="38200"/>
                    </a:lnTo>
                    <a:lnTo>
                      <a:pt x="72500" y="38200"/>
                    </a:lnTo>
                    <a:close/>
                    <a:moveTo>
                      <a:pt x="75000" y="35000"/>
                    </a:moveTo>
                    <a:lnTo>
                      <a:pt x="75850" y="35000"/>
                    </a:lnTo>
                    <a:lnTo>
                      <a:pt x="75850" y="35850"/>
                    </a:lnTo>
                    <a:lnTo>
                      <a:pt x="75000" y="35850"/>
                    </a:lnTo>
                    <a:close/>
                    <a:moveTo>
                      <a:pt x="77500" y="37500"/>
                    </a:moveTo>
                    <a:lnTo>
                      <a:pt x="78200" y="37500"/>
                    </a:lnTo>
                    <a:lnTo>
                      <a:pt x="78200" y="38200"/>
                    </a:lnTo>
                    <a:lnTo>
                      <a:pt x="77500" y="38200"/>
                    </a:lnTo>
                    <a:close/>
                    <a:moveTo>
                      <a:pt x="80000" y="35000"/>
                    </a:moveTo>
                    <a:lnTo>
                      <a:pt x="80850" y="35000"/>
                    </a:lnTo>
                    <a:lnTo>
                      <a:pt x="80850" y="35850"/>
                    </a:lnTo>
                    <a:lnTo>
                      <a:pt x="80000" y="35850"/>
                    </a:lnTo>
                    <a:close/>
                    <a:moveTo>
                      <a:pt x="82500" y="37500"/>
                    </a:moveTo>
                    <a:lnTo>
                      <a:pt x="83200" y="37500"/>
                    </a:lnTo>
                    <a:lnTo>
                      <a:pt x="83200" y="38200"/>
                    </a:lnTo>
                    <a:lnTo>
                      <a:pt x="82500" y="38200"/>
                    </a:lnTo>
                    <a:close/>
                    <a:moveTo>
                      <a:pt x="85000" y="35000"/>
                    </a:moveTo>
                    <a:lnTo>
                      <a:pt x="85850" y="35000"/>
                    </a:lnTo>
                    <a:lnTo>
                      <a:pt x="85850" y="35850"/>
                    </a:lnTo>
                    <a:lnTo>
                      <a:pt x="85000" y="35850"/>
                    </a:lnTo>
                    <a:close/>
                    <a:moveTo>
                      <a:pt x="87500" y="37500"/>
                    </a:moveTo>
                    <a:lnTo>
                      <a:pt x="88200" y="37500"/>
                    </a:lnTo>
                    <a:lnTo>
                      <a:pt x="88200" y="38200"/>
                    </a:lnTo>
                    <a:lnTo>
                      <a:pt x="87500" y="38200"/>
                    </a:lnTo>
                    <a:close/>
                    <a:moveTo>
                      <a:pt x="90000" y="35000"/>
                    </a:moveTo>
                    <a:lnTo>
                      <a:pt x="90850" y="35000"/>
                    </a:lnTo>
                    <a:lnTo>
                      <a:pt x="90850" y="35850"/>
                    </a:lnTo>
                    <a:lnTo>
                      <a:pt x="90000" y="35850"/>
                    </a:lnTo>
                    <a:close/>
                    <a:moveTo>
                      <a:pt x="92500" y="37500"/>
                    </a:moveTo>
                    <a:lnTo>
                      <a:pt x="93200" y="37500"/>
                    </a:lnTo>
                    <a:lnTo>
                      <a:pt x="93200" y="38200"/>
                    </a:lnTo>
                    <a:lnTo>
                      <a:pt x="92500" y="38200"/>
                    </a:lnTo>
                    <a:close/>
                    <a:moveTo>
                      <a:pt x="95000" y="35000"/>
                    </a:moveTo>
                    <a:lnTo>
                      <a:pt x="95850" y="35000"/>
                    </a:lnTo>
                    <a:lnTo>
                      <a:pt x="95850" y="35850"/>
                    </a:lnTo>
                    <a:lnTo>
                      <a:pt x="95000" y="35850"/>
                    </a:lnTo>
                    <a:close/>
                    <a:moveTo>
                      <a:pt x="97500" y="37500"/>
                    </a:moveTo>
                    <a:lnTo>
                      <a:pt x="98200" y="37500"/>
                    </a:lnTo>
                    <a:lnTo>
                      <a:pt x="98200" y="38200"/>
                    </a:lnTo>
                    <a:lnTo>
                      <a:pt x="97500" y="38200"/>
                    </a:lnTo>
                    <a:close/>
                    <a:moveTo>
                      <a:pt x="100000" y="35000"/>
                    </a:moveTo>
                    <a:lnTo>
                      <a:pt x="100850" y="35000"/>
                    </a:lnTo>
                    <a:lnTo>
                      <a:pt x="100850" y="35850"/>
                    </a:lnTo>
                    <a:lnTo>
                      <a:pt x="100000" y="35850"/>
                    </a:lnTo>
                    <a:close/>
                    <a:moveTo>
                      <a:pt x="102500" y="37500"/>
                    </a:moveTo>
                    <a:lnTo>
                      <a:pt x="103200" y="37500"/>
                    </a:lnTo>
                    <a:lnTo>
                      <a:pt x="103200" y="38200"/>
                    </a:lnTo>
                    <a:lnTo>
                      <a:pt x="102500" y="38200"/>
                    </a:lnTo>
                    <a:close/>
                    <a:moveTo>
                      <a:pt x="105000" y="35000"/>
                    </a:moveTo>
                    <a:lnTo>
                      <a:pt x="105850" y="35000"/>
                    </a:lnTo>
                    <a:lnTo>
                      <a:pt x="105850" y="35850"/>
                    </a:lnTo>
                    <a:lnTo>
                      <a:pt x="105000" y="35850"/>
                    </a:lnTo>
                    <a:close/>
                    <a:moveTo>
                      <a:pt x="107500" y="37500"/>
                    </a:moveTo>
                    <a:lnTo>
                      <a:pt x="108200" y="37500"/>
                    </a:lnTo>
                    <a:lnTo>
                      <a:pt x="108200" y="38200"/>
                    </a:lnTo>
                    <a:lnTo>
                      <a:pt x="107500" y="38200"/>
                    </a:lnTo>
                    <a:close/>
                    <a:moveTo>
                      <a:pt x="110000" y="35000"/>
                    </a:moveTo>
                    <a:lnTo>
                      <a:pt x="110850" y="35000"/>
                    </a:lnTo>
                    <a:lnTo>
                      <a:pt x="110850" y="35850"/>
                    </a:lnTo>
                    <a:lnTo>
                      <a:pt x="110000" y="35850"/>
                    </a:lnTo>
                    <a:close/>
                    <a:moveTo>
                      <a:pt x="112500" y="37500"/>
                    </a:moveTo>
                    <a:lnTo>
                      <a:pt x="113200" y="37500"/>
                    </a:lnTo>
                    <a:lnTo>
                      <a:pt x="113200" y="38200"/>
                    </a:lnTo>
                    <a:lnTo>
                      <a:pt x="112500" y="38200"/>
                    </a:lnTo>
                    <a:close/>
                    <a:moveTo>
                      <a:pt x="115000" y="35000"/>
                    </a:moveTo>
                    <a:lnTo>
                      <a:pt x="115850" y="35000"/>
                    </a:lnTo>
                    <a:lnTo>
                      <a:pt x="115850" y="35850"/>
                    </a:lnTo>
                    <a:lnTo>
                      <a:pt x="115000" y="35850"/>
                    </a:lnTo>
                    <a:close/>
                    <a:moveTo>
                      <a:pt x="117500" y="37500"/>
                    </a:moveTo>
                    <a:lnTo>
                      <a:pt x="118200" y="37500"/>
                    </a:lnTo>
                    <a:lnTo>
                      <a:pt x="118200" y="38200"/>
                    </a:lnTo>
                    <a:lnTo>
                      <a:pt x="117500" y="38200"/>
                    </a:lnTo>
                    <a:close/>
                    <a:moveTo>
                      <a:pt x="120000" y="35000"/>
                    </a:moveTo>
                    <a:lnTo>
                      <a:pt x="120850" y="35000"/>
                    </a:lnTo>
                    <a:lnTo>
                      <a:pt x="120850" y="35850"/>
                    </a:lnTo>
                    <a:lnTo>
                      <a:pt x="120000" y="35850"/>
                    </a:lnTo>
                    <a:close/>
                    <a:moveTo>
                      <a:pt x="122500" y="37500"/>
                    </a:moveTo>
                    <a:lnTo>
                      <a:pt x="123200" y="37500"/>
                    </a:lnTo>
                    <a:lnTo>
                      <a:pt x="123200" y="38200"/>
                    </a:lnTo>
                    <a:lnTo>
                      <a:pt x="122500" y="38200"/>
                    </a:lnTo>
                    <a:close/>
                    <a:moveTo>
                      <a:pt x="125000" y="35000"/>
                    </a:moveTo>
                    <a:lnTo>
                      <a:pt x="125850" y="35000"/>
                    </a:lnTo>
                    <a:lnTo>
                      <a:pt x="125850" y="35850"/>
                    </a:lnTo>
                    <a:lnTo>
                      <a:pt x="125000" y="35850"/>
                    </a:lnTo>
                    <a:close/>
                    <a:moveTo>
                      <a:pt x="127500" y="37500"/>
                    </a:moveTo>
                    <a:lnTo>
                      <a:pt x="128200" y="37500"/>
                    </a:lnTo>
                    <a:lnTo>
                      <a:pt x="128200" y="38200"/>
                    </a:lnTo>
                    <a:lnTo>
                      <a:pt x="127500" y="38200"/>
                    </a:lnTo>
                    <a:close/>
                    <a:moveTo>
                      <a:pt x="130000" y="35000"/>
                    </a:moveTo>
                    <a:lnTo>
                      <a:pt x="130850" y="35000"/>
                    </a:lnTo>
                    <a:lnTo>
                      <a:pt x="130850" y="35850"/>
                    </a:lnTo>
                    <a:lnTo>
                      <a:pt x="130000" y="35850"/>
                    </a:lnTo>
                    <a:close/>
                    <a:moveTo>
                      <a:pt x="132500" y="37500"/>
                    </a:moveTo>
                    <a:lnTo>
                      <a:pt x="133200" y="37500"/>
                    </a:lnTo>
                    <a:lnTo>
                      <a:pt x="133200" y="38200"/>
                    </a:lnTo>
                    <a:lnTo>
                      <a:pt x="132500" y="38200"/>
                    </a:lnTo>
                    <a:close/>
                    <a:moveTo>
                      <a:pt x="135000" y="35000"/>
                    </a:moveTo>
                    <a:lnTo>
                      <a:pt x="135850" y="35000"/>
                    </a:lnTo>
                    <a:lnTo>
                      <a:pt x="135850" y="35850"/>
                    </a:lnTo>
                    <a:lnTo>
                      <a:pt x="135000" y="35850"/>
                    </a:lnTo>
                    <a:close/>
                    <a:moveTo>
                      <a:pt x="137500" y="37500"/>
                    </a:moveTo>
                    <a:lnTo>
                      <a:pt x="138200" y="37500"/>
                    </a:lnTo>
                    <a:lnTo>
                      <a:pt x="138200" y="38200"/>
                    </a:lnTo>
                    <a:lnTo>
                      <a:pt x="137500" y="38200"/>
                    </a:lnTo>
                    <a:close/>
                    <a:moveTo>
                      <a:pt x="140000" y="35000"/>
                    </a:moveTo>
                    <a:lnTo>
                      <a:pt x="140850" y="35000"/>
                    </a:lnTo>
                    <a:lnTo>
                      <a:pt x="140850" y="35850"/>
                    </a:lnTo>
                    <a:lnTo>
                      <a:pt x="140000" y="35850"/>
                    </a:lnTo>
                    <a:close/>
                    <a:moveTo>
                      <a:pt x="142500" y="37500"/>
                    </a:moveTo>
                    <a:lnTo>
                      <a:pt x="143200" y="37500"/>
                    </a:lnTo>
                    <a:lnTo>
                      <a:pt x="143200" y="38200"/>
                    </a:lnTo>
                    <a:lnTo>
                      <a:pt x="142500" y="38200"/>
                    </a:lnTo>
                    <a:close/>
                    <a:moveTo>
                      <a:pt x="145000" y="35000"/>
                    </a:moveTo>
                    <a:lnTo>
                      <a:pt x="145850" y="35000"/>
                    </a:lnTo>
                    <a:lnTo>
                      <a:pt x="145850" y="35850"/>
                    </a:lnTo>
                    <a:lnTo>
                      <a:pt x="145000" y="35850"/>
                    </a:lnTo>
                    <a:close/>
                    <a:moveTo>
                      <a:pt x="147500" y="37500"/>
                    </a:moveTo>
                    <a:lnTo>
                      <a:pt x="148200" y="37500"/>
                    </a:lnTo>
                    <a:lnTo>
                      <a:pt x="148200" y="38200"/>
                    </a:lnTo>
                    <a:lnTo>
                      <a:pt x="147500" y="38200"/>
                    </a:lnTo>
                    <a:close/>
                    <a:moveTo>
                      <a:pt x="150000" y="35000"/>
                    </a:moveTo>
                    <a:lnTo>
                      <a:pt x="150850" y="35000"/>
                    </a:lnTo>
                    <a:lnTo>
                      <a:pt x="150850" y="35850"/>
                    </a:lnTo>
                    <a:lnTo>
                      <a:pt x="150000" y="35850"/>
                    </a:lnTo>
                    <a:close/>
                    <a:moveTo>
                      <a:pt x="152500" y="37500"/>
                    </a:moveTo>
                    <a:lnTo>
                      <a:pt x="153200" y="37500"/>
                    </a:lnTo>
                    <a:lnTo>
                      <a:pt x="153200" y="38200"/>
                    </a:lnTo>
                    <a:lnTo>
                      <a:pt x="152500" y="38200"/>
                    </a:lnTo>
                    <a:close/>
                    <a:moveTo>
                      <a:pt x="155000" y="35000"/>
                    </a:moveTo>
                    <a:lnTo>
                      <a:pt x="155850" y="35000"/>
                    </a:lnTo>
                    <a:lnTo>
                      <a:pt x="155850" y="35850"/>
                    </a:lnTo>
                    <a:lnTo>
                      <a:pt x="155000" y="35850"/>
                    </a:lnTo>
                    <a:close/>
                    <a:moveTo>
                      <a:pt x="157500" y="37500"/>
                    </a:moveTo>
                    <a:lnTo>
                      <a:pt x="158200" y="37500"/>
                    </a:lnTo>
                    <a:lnTo>
                      <a:pt x="158200" y="38200"/>
                    </a:lnTo>
                    <a:lnTo>
                      <a:pt x="157500" y="38200"/>
                    </a:lnTo>
                    <a:close/>
                    <a:moveTo>
                      <a:pt x="160000" y="35000"/>
                    </a:moveTo>
                    <a:lnTo>
                      <a:pt x="160850" y="35000"/>
                    </a:lnTo>
                    <a:lnTo>
                      <a:pt x="160850" y="35850"/>
                    </a:lnTo>
                    <a:lnTo>
                      <a:pt x="160000" y="35850"/>
                    </a:lnTo>
                    <a:close/>
                    <a:moveTo>
                      <a:pt x="162500" y="37500"/>
                    </a:moveTo>
                    <a:lnTo>
                      <a:pt x="163200" y="37500"/>
                    </a:lnTo>
                    <a:lnTo>
                      <a:pt x="163200" y="38200"/>
                    </a:lnTo>
                    <a:lnTo>
                      <a:pt x="162500" y="38200"/>
                    </a:lnTo>
                    <a:close/>
                    <a:moveTo>
                      <a:pt x="165000" y="35000"/>
                    </a:moveTo>
                    <a:lnTo>
                      <a:pt x="165850" y="35000"/>
                    </a:lnTo>
                    <a:lnTo>
                      <a:pt x="165850" y="35850"/>
                    </a:lnTo>
                    <a:lnTo>
                      <a:pt x="165000" y="35850"/>
                    </a:lnTo>
                    <a:close/>
                    <a:moveTo>
                      <a:pt x="167500" y="37500"/>
                    </a:moveTo>
                    <a:lnTo>
                      <a:pt x="168200" y="37500"/>
                    </a:lnTo>
                    <a:lnTo>
                      <a:pt x="168200" y="38200"/>
                    </a:lnTo>
                    <a:lnTo>
                      <a:pt x="167500" y="38200"/>
                    </a:lnTo>
                    <a:close/>
                    <a:moveTo>
                      <a:pt x="170000" y="35000"/>
                    </a:moveTo>
                    <a:lnTo>
                      <a:pt x="170850" y="35000"/>
                    </a:lnTo>
                    <a:lnTo>
                      <a:pt x="170850" y="35850"/>
                    </a:lnTo>
                    <a:lnTo>
                      <a:pt x="170000" y="35850"/>
                    </a:lnTo>
                    <a:close/>
                    <a:moveTo>
                      <a:pt x="172500" y="37500"/>
                    </a:moveTo>
                    <a:lnTo>
                      <a:pt x="173200" y="37500"/>
                    </a:lnTo>
                    <a:lnTo>
                      <a:pt x="173200" y="38200"/>
                    </a:lnTo>
                    <a:lnTo>
                      <a:pt x="172500" y="38200"/>
                    </a:lnTo>
                    <a:close/>
                    <a:moveTo>
                      <a:pt x="175000" y="35000"/>
                    </a:moveTo>
                    <a:lnTo>
                      <a:pt x="175850" y="35000"/>
                    </a:lnTo>
                    <a:lnTo>
                      <a:pt x="175850" y="35850"/>
                    </a:lnTo>
                    <a:lnTo>
                      <a:pt x="175000" y="35850"/>
                    </a:lnTo>
                    <a:close/>
                    <a:moveTo>
                      <a:pt x="177500" y="37500"/>
                    </a:moveTo>
                    <a:lnTo>
                      <a:pt x="178200" y="37500"/>
                    </a:lnTo>
                    <a:lnTo>
                      <a:pt x="178200" y="38200"/>
                    </a:lnTo>
                    <a:lnTo>
                      <a:pt x="177500" y="38200"/>
                    </a:lnTo>
                    <a:close/>
                    <a:moveTo>
                      <a:pt x="180000" y="35000"/>
                    </a:moveTo>
                    <a:lnTo>
                      <a:pt x="180850" y="35000"/>
                    </a:lnTo>
                    <a:lnTo>
                      <a:pt x="180850" y="35850"/>
                    </a:lnTo>
                    <a:lnTo>
                      <a:pt x="180000" y="35850"/>
                    </a:lnTo>
                    <a:close/>
                    <a:moveTo>
                      <a:pt x="182500" y="37500"/>
                    </a:moveTo>
                    <a:lnTo>
                      <a:pt x="183200" y="37500"/>
                    </a:lnTo>
                    <a:lnTo>
                      <a:pt x="183200" y="38200"/>
                    </a:lnTo>
                    <a:lnTo>
                      <a:pt x="182500" y="38200"/>
                    </a:lnTo>
                    <a:close/>
                    <a:moveTo>
                      <a:pt x="185000" y="35000"/>
                    </a:moveTo>
                    <a:lnTo>
                      <a:pt x="185850" y="35000"/>
                    </a:lnTo>
                    <a:lnTo>
                      <a:pt x="185850" y="35850"/>
                    </a:lnTo>
                    <a:lnTo>
                      <a:pt x="185000" y="35850"/>
                    </a:lnTo>
                    <a:close/>
                    <a:moveTo>
                      <a:pt x="187500" y="37500"/>
                    </a:moveTo>
                    <a:lnTo>
                      <a:pt x="188200" y="37500"/>
                    </a:lnTo>
                    <a:lnTo>
                      <a:pt x="188200" y="38200"/>
                    </a:lnTo>
                    <a:lnTo>
                      <a:pt x="187500" y="38200"/>
                    </a:lnTo>
                    <a:close/>
                    <a:moveTo>
                      <a:pt x="190000" y="35000"/>
                    </a:moveTo>
                    <a:lnTo>
                      <a:pt x="190850" y="35000"/>
                    </a:lnTo>
                    <a:lnTo>
                      <a:pt x="190850" y="35850"/>
                    </a:lnTo>
                    <a:lnTo>
                      <a:pt x="190000" y="35850"/>
                    </a:lnTo>
                    <a:close/>
                    <a:moveTo>
                      <a:pt x="192500" y="37500"/>
                    </a:moveTo>
                    <a:lnTo>
                      <a:pt x="193200" y="37500"/>
                    </a:lnTo>
                    <a:lnTo>
                      <a:pt x="193200" y="38200"/>
                    </a:lnTo>
                    <a:lnTo>
                      <a:pt x="192500" y="38200"/>
                    </a:lnTo>
                    <a:close/>
                    <a:moveTo>
                      <a:pt x="195000" y="35000"/>
                    </a:moveTo>
                    <a:lnTo>
                      <a:pt x="195850" y="35000"/>
                    </a:lnTo>
                    <a:lnTo>
                      <a:pt x="195850" y="35850"/>
                    </a:lnTo>
                    <a:lnTo>
                      <a:pt x="195000" y="35850"/>
                    </a:lnTo>
                    <a:close/>
                    <a:moveTo>
                      <a:pt x="197500" y="37500"/>
                    </a:moveTo>
                    <a:lnTo>
                      <a:pt x="198200" y="37500"/>
                    </a:lnTo>
                    <a:lnTo>
                      <a:pt x="198200" y="38200"/>
                    </a:lnTo>
                    <a:lnTo>
                      <a:pt x="197500" y="38200"/>
                    </a:lnTo>
                    <a:close/>
                    <a:moveTo>
                      <a:pt x="200000" y="35000"/>
                    </a:moveTo>
                    <a:lnTo>
                      <a:pt x="200850" y="35000"/>
                    </a:lnTo>
                    <a:lnTo>
                      <a:pt x="200850" y="35850"/>
                    </a:lnTo>
                    <a:lnTo>
                      <a:pt x="200000" y="35850"/>
                    </a:lnTo>
                    <a:close/>
                    <a:moveTo>
                      <a:pt x="202500" y="37500"/>
                    </a:moveTo>
                    <a:lnTo>
                      <a:pt x="203200" y="37500"/>
                    </a:lnTo>
                    <a:lnTo>
                      <a:pt x="203200" y="38200"/>
                    </a:lnTo>
                    <a:lnTo>
                      <a:pt x="202500" y="38200"/>
                    </a:lnTo>
                    <a:close/>
                    <a:moveTo>
                      <a:pt x="205000" y="35000"/>
                    </a:moveTo>
                    <a:lnTo>
                      <a:pt x="205850" y="35000"/>
                    </a:lnTo>
                    <a:lnTo>
                      <a:pt x="205850" y="35850"/>
                    </a:lnTo>
                    <a:lnTo>
                      <a:pt x="205000" y="35850"/>
                    </a:lnTo>
                    <a:close/>
                    <a:moveTo>
                      <a:pt x="207500" y="37500"/>
                    </a:moveTo>
                    <a:lnTo>
                      <a:pt x="208200" y="37500"/>
                    </a:lnTo>
                    <a:lnTo>
                      <a:pt x="208200" y="38200"/>
                    </a:lnTo>
                    <a:lnTo>
                      <a:pt x="207500" y="38200"/>
                    </a:lnTo>
                    <a:close/>
                    <a:moveTo>
                      <a:pt x="210000" y="35000"/>
                    </a:moveTo>
                    <a:lnTo>
                      <a:pt x="210850" y="35000"/>
                    </a:lnTo>
                    <a:lnTo>
                      <a:pt x="210850" y="35850"/>
                    </a:lnTo>
                    <a:lnTo>
                      <a:pt x="210000" y="35850"/>
                    </a:lnTo>
                    <a:close/>
                    <a:moveTo>
                      <a:pt x="212500" y="37500"/>
                    </a:moveTo>
                    <a:lnTo>
                      <a:pt x="213200" y="37500"/>
                    </a:lnTo>
                    <a:lnTo>
                      <a:pt x="213200" y="38200"/>
                    </a:lnTo>
                    <a:lnTo>
                      <a:pt x="212500" y="38200"/>
                    </a:lnTo>
                    <a:close/>
                    <a:moveTo>
                      <a:pt x="215000" y="35000"/>
                    </a:moveTo>
                    <a:lnTo>
                      <a:pt x="215850" y="35000"/>
                    </a:lnTo>
                    <a:lnTo>
                      <a:pt x="215850" y="35850"/>
                    </a:lnTo>
                    <a:lnTo>
                      <a:pt x="215000" y="35850"/>
                    </a:lnTo>
                    <a:close/>
                    <a:moveTo>
                      <a:pt x="217500" y="37500"/>
                    </a:moveTo>
                    <a:lnTo>
                      <a:pt x="218200" y="37500"/>
                    </a:lnTo>
                    <a:lnTo>
                      <a:pt x="218200" y="38200"/>
                    </a:lnTo>
                    <a:lnTo>
                      <a:pt x="217500" y="38200"/>
                    </a:lnTo>
                    <a:close/>
                    <a:moveTo>
                      <a:pt x="220000" y="35000"/>
                    </a:moveTo>
                    <a:lnTo>
                      <a:pt x="220850" y="35000"/>
                    </a:lnTo>
                    <a:lnTo>
                      <a:pt x="220850" y="35850"/>
                    </a:lnTo>
                    <a:lnTo>
                      <a:pt x="220000" y="35850"/>
                    </a:lnTo>
                    <a:close/>
                    <a:moveTo>
                      <a:pt x="222500" y="37500"/>
                    </a:moveTo>
                    <a:lnTo>
                      <a:pt x="223200" y="37500"/>
                    </a:lnTo>
                    <a:lnTo>
                      <a:pt x="223200" y="38200"/>
                    </a:lnTo>
                    <a:lnTo>
                      <a:pt x="222500" y="38200"/>
                    </a:lnTo>
                    <a:close/>
                    <a:moveTo>
                      <a:pt x="225000" y="35000"/>
                    </a:moveTo>
                    <a:lnTo>
                      <a:pt x="225850" y="35000"/>
                    </a:lnTo>
                    <a:lnTo>
                      <a:pt x="225850" y="35850"/>
                    </a:lnTo>
                    <a:lnTo>
                      <a:pt x="225000" y="35850"/>
                    </a:lnTo>
                    <a:close/>
                    <a:moveTo>
                      <a:pt x="227500" y="37500"/>
                    </a:moveTo>
                    <a:lnTo>
                      <a:pt x="228200" y="37500"/>
                    </a:lnTo>
                    <a:lnTo>
                      <a:pt x="228200" y="38200"/>
                    </a:lnTo>
                    <a:lnTo>
                      <a:pt x="227500" y="38200"/>
                    </a:lnTo>
                    <a:close/>
                    <a:moveTo>
                      <a:pt x="230000" y="35000"/>
                    </a:moveTo>
                    <a:lnTo>
                      <a:pt x="230850" y="35000"/>
                    </a:lnTo>
                    <a:lnTo>
                      <a:pt x="230850" y="35850"/>
                    </a:lnTo>
                    <a:lnTo>
                      <a:pt x="230000" y="35850"/>
                    </a:lnTo>
                    <a:close/>
                    <a:moveTo>
                      <a:pt x="232500" y="37500"/>
                    </a:moveTo>
                    <a:lnTo>
                      <a:pt x="233200" y="37500"/>
                    </a:lnTo>
                    <a:lnTo>
                      <a:pt x="233200" y="38200"/>
                    </a:lnTo>
                    <a:lnTo>
                      <a:pt x="232500" y="38200"/>
                    </a:lnTo>
                    <a:close/>
                    <a:moveTo>
                      <a:pt x="235000" y="35000"/>
                    </a:moveTo>
                    <a:lnTo>
                      <a:pt x="235850" y="35000"/>
                    </a:lnTo>
                    <a:lnTo>
                      <a:pt x="235850" y="35850"/>
                    </a:lnTo>
                    <a:lnTo>
                      <a:pt x="235000" y="35850"/>
                    </a:lnTo>
                    <a:close/>
                    <a:moveTo>
                      <a:pt x="237500" y="37500"/>
                    </a:moveTo>
                    <a:lnTo>
                      <a:pt x="238200" y="37500"/>
                    </a:lnTo>
                    <a:lnTo>
                      <a:pt x="238200" y="38200"/>
                    </a:lnTo>
                    <a:lnTo>
                      <a:pt x="237500" y="38200"/>
                    </a:lnTo>
                    <a:close/>
                    <a:moveTo>
                      <a:pt x="240000" y="35000"/>
                    </a:moveTo>
                    <a:lnTo>
                      <a:pt x="240850" y="35000"/>
                    </a:lnTo>
                    <a:lnTo>
                      <a:pt x="240850" y="35850"/>
                    </a:lnTo>
                    <a:lnTo>
                      <a:pt x="240000" y="35850"/>
                    </a:lnTo>
                    <a:close/>
                    <a:moveTo>
                      <a:pt x="242500" y="37500"/>
                    </a:moveTo>
                    <a:lnTo>
                      <a:pt x="243200" y="37500"/>
                    </a:lnTo>
                    <a:lnTo>
                      <a:pt x="243200" y="38200"/>
                    </a:lnTo>
                    <a:lnTo>
                      <a:pt x="242500" y="38200"/>
                    </a:lnTo>
                    <a:close/>
                    <a:moveTo>
                      <a:pt x="245000" y="35000"/>
                    </a:moveTo>
                    <a:lnTo>
                      <a:pt x="245850" y="35000"/>
                    </a:lnTo>
                    <a:lnTo>
                      <a:pt x="245850" y="35850"/>
                    </a:lnTo>
                    <a:lnTo>
                      <a:pt x="245000" y="35850"/>
                    </a:lnTo>
                    <a:close/>
                    <a:moveTo>
                      <a:pt x="247500" y="37500"/>
                    </a:moveTo>
                    <a:lnTo>
                      <a:pt x="248200" y="37500"/>
                    </a:lnTo>
                    <a:lnTo>
                      <a:pt x="248200" y="38200"/>
                    </a:lnTo>
                    <a:lnTo>
                      <a:pt x="247500" y="38200"/>
                    </a:lnTo>
                    <a:close/>
                    <a:moveTo>
                      <a:pt x="250000" y="35000"/>
                    </a:moveTo>
                    <a:lnTo>
                      <a:pt x="250850" y="35000"/>
                    </a:lnTo>
                    <a:lnTo>
                      <a:pt x="250850" y="35850"/>
                    </a:lnTo>
                    <a:lnTo>
                      <a:pt x="250000" y="35850"/>
                    </a:lnTo>
                    <a:close/>
                    <a:moveTo>
                      <a:pt x="252500" y="37500"/>
                    </a:moveTo>
                    <a:lnTo>
                      <a:pt x="253200" y="37500"/>
                    </a:lnTo>
                    <a:lnTo>
                      <a:pt x="253200" y="38200"/>
                    </a:lnTo>
                    <a:lnTo>
                      <a:pt x="252500" y="38200"/>
                    </a:lnTo>
                    <a:close/>
                    <a:moveTo>
                      <a:pt x="255000" y="35000"/>
                    </a:moveTo>
                    <a:lnTo>
                      <a:pt x="255850" y="35000"/>
                    </a:lnTo>
                    <a:lnTo>
                      <a:pt x="255850" y="35850"/>
                    </a:lnTo>
                    <a:lnTo>
                      <a:pt x="255000" y="35850"/>
                    </a:lnTo>
                    <a:close/>
                    <a:moveTo>
                      <a:pt x="257500" y="37500"/>
                    </a:moveTo>
                    <a:lnTo>
                      <a:pt x="258200" y="37500"/>
                    </a:lnTo>
                    <a:lnTo>
                      <a:pt x="258200" y="38200"/>
                    </a:lnTo>
                    <a:lnTo>
                      <a:pt x="257500" y="38200"/>
                    </a:lnTo>
                    <a:close/>
                    <a:moveTo>
                      <a:pt x="260000" y="35000"/>
                    </a:moveTo>
                    <a:lnTo>
                      <a:pt x="260850" y="35000"/>
                    </a:lnTo>
                    <a:lnTo>
                      <a:pt x="260850" y="35850"/>
                    </a:lnTo>
                    <a:lnTo>
                      <a:pt x="260000" y="35850"/>
                    </a:lnTo>
                    <a:close/>
                    <a:moveTo>
                      <a:pt x="262500" y="37500"/>
                    </a:moveTo>
                    <a:lnTo>
                      <a:pt x="263200" y="37500"/>
                    </a:lnTo>
                    <a:lnTo>
                      <a:pt x="263200" y="38200"/>
                    </a:lnTo>
                    <a:lnTo>
                      <a:pt x="262500" y="38200"/>
                    </a:lnTo>
                    <a:close/>
                    <a:moveTo>
                      <a:pt x="265000" y="35000"/>
                    </a:moveTo>
                    <a:lnTo>
                      <a:pt x="265850" y="35000"/>
                    </a:lnTo>
                    <a:lnTo>
                      <a:pt x="265850" y="35850"/>
                    </a:lnTo>
                    <a:lnTo>
                      <a:pt x="265000" y="35850"/>
                    </a:lnTo>
                    <a:close/>
                    <a:moveTo>
                      <a:pt x="267500" y="37500"/>
                    </a:moveTo>
                    <a:lnTo>
                      <a:pt x="268200" y="37500"/>
                    </a:lnTo>
                    <a:lnTo>
                      <a:pt x="268200" y="38200"/>
                    </a:lnTo>
                    <a:lnTo>
                      <a:pt x="267500" y="38200"/>
                    </a:lnTo>
                    <a:close/>
                    <a:moveTo>
                      <a:pt x="270000" y="35000"/>
                    </a:moveTo>
                    <a:lnTo>
                      <a:pt x="270850" y="35000"/>
                    </a:lnTo>
                    <a:lnTo>
                      <a:pt x="270850" y="35850"/>
                    </a:lnTo>
                    <a:lnTo>
                      <a:pt x="270000" y="35850"/>
                    </a:lnTo>
                    <a:close/>
                    <a:moveTo>
                      <a:pt x="272500" y="37500"/>
                    </a:moveTo>
                    <a:lnTo>
                      <a:pt x="273200" y="37500"/>
                    </a:lnTo>
                    <a:lnTo>
                      <a:pt x="273200" y="38200"/>
                    </a:lnTo>
                    <a:lnTo>
                      <a:pt x="272500" y="38200"/>
                    </a:lnTo>
                    <a:close/>
                    <a:moveTo>
                      <a:pt x="275000" y="35000"/>
                    </a:moveTo>
                    <a:lnTo>
                      <a:pt x="275850" y="35000"/>
                    </a:lnTo>
                    <a:lnTo>
                      <a:pt x="275850" y="35850"/>
                    </a:lnTo>
                    <a:lnTo>
                      <a:pt x="275000" y="35850"/>
                    </a:lnTo>
                    <a:close/>
                    <a:moveTo>
                      <a:pt x="277500" y="37500"/>
                    </a:moveTo>
                    <a:lnTo>
                      <a:pt x="278200" y="37500"/>
                    </a:lnTo>
                    <a:lnTo>
                      <a:pt x="278200" y="38200"/>
                    </a:lnTo>
                    <a:lnTo>
                      <a:pt x="277500" y="38200"/>
                    </a:lnTo>
                    <a:close/>
                    <a:moveTo>
                      <a:pt x="280000" y="35000"/>
                    </a:moveTo>
                    <a:lnTo>
                      <a:pt x="280850" y="35000"/>
                    </a:lnTo>
                    <a:lnTo>
                      <a:pt x="280850" y="35850"/>
                    </a:lnTo>
                    <a:lnTo>
                      <a:pt x="280000" y="35850"/>
                    </a:lnTo>
                    <a:close/>
                    <a:moveTo>
                      <a:pt x="282500" y="37500"/>
                    </a:moveTo>
                    <a:lnTo>
                      <a:pt x="283200" y="37500"/>
                    </a:lnTo>
                    <a:lnTo>
                      <a:pt x="283200" y="38200"/>
                    </a:lnTo>
                    <a:lnTo>
                      <a:pt x="282500" y="38200"/>
                    </a:lnTo>
                    <a:close/>
                    <a:moveTo>
                      <a:pt x="285000" y="35000"/>
                    </a:moveTo>
                    <a:lnTo>
                      <a:pt x="285850" y="35000"/>
                    </a:lnTo>
                    <a:lnTo>
                      <a:pt x="285850" y="35850"/>
                    </a:lnTo>
                    <a:lnTo>
                      <a:pt x="285000" y="35850"/>
                    </a:lnTo>
                    <a:close/>
                    <a:moveTo>
                      <a:pt x="287500" y="37500"/>
                    </a:moveTo>
                    <a:lnTo>
                      <a:pt x="288200" y="37500"/>
                    </a:lnTo>
                    <a:lnTo>
                      <a:pt x="288200" y="38200"/>
                    </a:lnTo>
                    <a:lnTo>
                      <a:pt x="287500" y="38200"/>
                    </a:lnTo>
                    <a:close/>
                    <a:moveTo>
                      <a:pt x="0" y="40000"/>
                    </a:moveTo>
                    <a:lnTo>
                      <a:pt x="850" y="40000"/>
                    </a:lnTo>
                    <a:lnTo>
                      <a:pt x="850" y="40850"/>
                    </a:lnTo>
                    <a:lnTo>
                      <a:pt x="0" y="40850"/>
                    </a:lnTo>
                    <a:close/>
                    <a:moveTo>
                      <a:pt x="2500" y="42500"/>
                    </a:moveTo>
                    <a:lnTo>
                      <a:pt x="3200" y="42500"/>
                    </a:lnTo>
                    <a:lnTo>
                      <a:pt x="3200" y="43200"/>
                    </a:lnTo>
                    <a:lnTo>
                      <a:pt x="2500" y="43200"/>
                    </a:lnTo>
                    <a:close/>
                    <a:moveTo>
                      <a:pt x="5000" y="40000"/>
                    </a:moveTo>
                    <a:lnTo>
                      <a:pt x="5850" y="40000"/>
                    </a:lnTo>
                    <a:lnTo>
                      <a:pt x="5850" y="40850"/>
                    </a:lnTo>
                    <a:lnTo>
                      <a:pt x="5000" y="40850"/>
                    </a:lnTo>
                    <a:close/>
                    <a:moveTo>
                      <a:pt x="7500" y="42500"/>
                    </a:moveTo>
                    <a:lnTo>
                      <a:pt x="8200" y="42500"/>
                    </a:lnTo>
                    <a:lnTo>
                      <a:pt x="8200" y="43200"/>
                    </a:lnTo>
                    <a:lnTo>
                      <a:pt x="7500" y="43200"/>
                    </a:lnTo>
                    <a:close/>
                    <a:moveTo>
                      <a:pt x="10000" y="40000"/>
                    </a:moveTo>
                    <a:lnTo>
                      <a:pt x="10850" y="40000"/>
                    </a:lnTo>
                    <a:lnTo>
                      <a:pt x="10850" y="40850"/>
                    </a:lnTo>
                    <a:lnTo>
                      <a:pt x="10000" y="40850"/>
                    </a:lnTo>
                    <a:close/>
                    <a:moveTo>
                      <a:pt x="12500" y="42500"/>
                    </a:moveTo>
                    <a:lnTo>
                      <a:pt x="13200" y="42500"/>
                    </a:lnTo>
                    <a:lnTo>
                      <a:pt x="13200" y="43200"/>
                    </a:lnTo>
                    <a:lnTo>
                      <a:pt x="12500" y="43200"/>
                    </a:lnTo>
                    <a:close/>
                    <a:moveTo>
                      <a:pt x="15000" y="40000"/>
                    </a:moveTo>
                    <a:lnTo>
                      <a:pt x="15850" y="40000"/>
                    </a:lnTo>
                    <a:lnTo>
                      <a:pt x="15850" y="40850"/>
                    </a:lnTo>
                    <a:lnTo>
                      <a:pt x="15000" y="40850"/>
                    </a:lnTo>
                    <a:close/>
                    <a:moveTo>
                      <a:pt x="17500" y="42500"/>
                    </a:moveTo>
                    <a:lnTo>
                      <a:pt x="18200" y="42500"/>
                    </a:lnTo>
                    <a:lnTo>
                      <a:pt x="18200" y="43200"/>
                    </a:lnTo>
                    <a:lnTo>
                      <a:pt x="17500" y="43200"/>
                    </a:lnTo>
                    <a:close/>
                    <a:moveTo>
                      <a:pt x="20000" y="40000"/>
                    </a:moveTo>
                    <a:lnTo>
                      <a:pt x="20850" y="40000"/>
                    </a:lnTo>
                    <a:lnTo>
                      <a:pt x="20850" y="40850"/>
                    </a:lnTo>
                    <a:lnTo>
                      <a:pt x="20000" y="40850"/>
                    </a:lnTo>
                    <a:close/>
                    <a:moveTo>
                      <a:pt x="22500" y="42500"/>
                    </a:moveTo>
                    <a:lnTo>
                      <a:pt x="23200" y="42500"/>
                    </a:lnTo>
                    <a:lnTo>
                      <a:pt x="23200" y="43200"/>
                    </a:lnTo>
                    <a:lnTo>
                      <a:pt x="22500" y="43200"/>
                    </a:lnTo>
                    <a:close/>
                    <a:moveTo>
                      <a:pt x="25000" y="40000"/>
                    </a:moveTo>
                    <a:lnTo>
                      <a:pt x="25850" y="40000"/>
                    </a:lnTo>
                    <a:lnTo>
                      <a:pt x="25850" y="40850"/>
                    </a:lnTo>
                    <a:lnTo>
                      <a:pt x="25000" y="40850"/>
                    </a:lnTo>
                    <a:close/>
                    <a:moveTo>
                      <a:pt x="27500" y="42500"/>
                    </a:moveTo>
                    <a:lnTo>
                      <a:pt x="28200" y="42500"/>
                    </a:lnTo>
                    <a:lnTo>
                      <a:pt x="28200" y="43200"/>
                    </a:lnTo>
                    <a:lnTo>
                      <a:pt x="27500" y="43200"/>
                    </a:lnTo>
                    <a:close/>
                    <a:moveTo>
                      <a:pt x="30000" y="40000"/>
                    </a:moveTo>
                    <a:lnTo>
                      <a:pt x="30850" y="40000"/>
                    </a:lnTo>
                    <a:lnTo>
                      <a:pt x="30850" y="40850"/>
                    </a:lnTo>
                    <a:lnTo>
                      <a:pt x="30000" y="40850"/>
                    </a:lnTo>
                    <a:close/>
                    <a:moveTo>
                      <a:pt x="32500" y="42500"/>
                    </a:moveTo>
                    <a:lnTo>
                      <a:pt x="33200" y="42500"/>
                    </a:lnTo>
                    <a:lnTo>
                      <a:pt x="33200" y="43200"/>
                    </a:lnTo>
                    <a:lnTo>
                      <a:pt x="32500" y="43200"/>
                    </a:lnTo>
                    <a:close/>
                    <a:moveTo>
                      <a:pt x="35000" y="40000"/>
                    </a:moveTo>
                    <a:lnTo>
                      <a:pt x="35850" y="40000"/>
                    </a:lnTo>
                    <a:lnTo>
                      <a:pt x="35850" y="40850"/>
                    </a:lnTo>
                    <a:lnTo>
                      <a:pt x="35000" y="40850"/>
                    </a:lnTo>
                    <a:close/>
                    <a:moveTo>
                      <a:pt x="37500" y="42500"/>
                    </a:moveTo>
                    <a:lnTo>
                      <a:pt x="38200" y="42500"/>
                    </a:lnTo>
                    <a:lnTo>
                      <a:pt x="38200" y="43200"/>
                    </a:lnTo>
                    <a:lnTo>
                      <a:pt x="37500" y="43200"/>
                    </a:lnTo>
                    <a:close/>
                    <a:moveTo>
                      <a:pt x="40000" y="40000"/>
                    </a:moveTo>
                    <a:lnTo>
                      <a:pt x="40850" y="40000"/>
                    </a:lnTo>
                    <a:lnTo>
                      <a:pt x="40850" y="40850"/>
                    </a:lnTo>
                    <a:lnTo>
                      <a:pt x="40000" y="40850"/>
                    </a:lnTo>
                    <a:close/>
                    <a:moveTo>
                      <a:pt x="42500" y="42500"/>
                    </a:moveTo>
                    <a:lnTo>
                      <a:pt x="43200" y="42500"/>
                    </a:lnTo>
                    <a:lnTo>
                      <a:pt x="43200" y="43200"/>
                    </a:lnTo>
                    <a:lnTo>
                      <a:pt x="42500" y="43200"/>
                    </a:lnTo>
                    <a:close/>
                    <a:moveTo>
                      <a:pt x="45000" y="40000"/>
                    </a:moveTo>
                    <a:lnTo>
                      <a:pt x="45850" y="40000"/>
                    </a:lnTo>
                    <a:lnTo>
                      <a:pt x="45850" y="40850"/>
                    </a:lnTo>
                    <a:lnTo>
                      <a:pt x="45000" y="40850"/>
                    </a:lnTo>
                    <a:close/>
                    <a:moveTo>
                      <a:pt x="47500" y="42500"/>
                    </a:moveTo>
                    <a:lnTo>
                      <a:pt x="48200" y="42500"/>
                    </a:lnTo>
                    <a:lnTo>
                      <a:pt x="48200" y="43200"/>
                    </a:lnTo>
                    <a:lnTo>
                      <a:pt x="47500" y="43200"/>
                    </a:lnTo>
                    <a:close/>
                    <a:moveTo>
                      <a:pt x="50000" y="40000"/>
                    </a:moveTo>
                    <a:lnTo>
                      <a:pt x="50850" y="40000"/>
                    </a:lnTo>
                    <a:lnTo>
                      <a:pt x="50850" y="40850"/>
                    </a:lnTo>
                    <a:lnTo>
                      <a:pt x="50000" y="40850"/>
                    </a:lnTo>
                    <a:close/>
                    <a:moveTo>
                      <a:pt x="52500" y="42500"/>
                    </a:moveTo>
                    <a:lnTo>
                      <a:pt x="53200" y="42500"/>
                    </a:lnTo>
                    <a:lnTo>
                      <a:pt x="53200" y="43200"/>
                    </a:lnTo>
                    <a:lnTo>
                      <a:pt x="52500" y="43200"/>
                    </a:lnTo>
                    <a:close/>
                    <a:moveTo>
                      <a:pt x="55000" y="40000"/>
                    </a:moveTo>
                    <a:lnTo>
                      <a:pt x="55850" y="40000"/>
                    </a:lnTo>
                    <a:lnTo>
                      <a:pt x="55850" y="40850"/>
                    </a:lnTo>
                    <a:lnTo>
                      <a:pt x="55000" y="40850"/>
                    </a:lnTo>
                    <a:close/>
                    <a:moveTo>
                      <a:pt x="57500" y="42500"/>
                    </a:moveTo>
                    <a:lnTo>
                      <a:pt x="58200" y="42500"/>
                    </a:lnTo>
                    <a:lnTo>
                      <a:pt x="58200" y="43200"/>
                    </a:lnTo>
                    <a:lnTo>
                      <a:pt x="57500" y="43200"/>
                    </a:lnTo>
                    <a:close/>
                    <a:moveTo>
                      <a:pt x="60000" y="40000"/>
                    </a:moveTo>
                    <a:lnTo>
                      <a:pt x="60850" y="40000"/>
                    </a:lnTo>
                    <a:lnTo>
                      <a:pt x="60850" y="40850"/>
                    </a:lnTo>
                    <a:lnTo>
                      <a:pt x="60000" y="40850"/>
                    </a:lnTo>
                    <a:close/>
                    <a:moveTo>
                      <a:pt x="62500" y="42500"/>
                    </a:moveTo>
                    <a:lnTo>
                      <a:pt x="63200" y="42500"/>
                    </a:lnTo>
                    <a:lnTo>
                      <a:pt x="63200" y="43200"/>
                    </a:lnTo>
                    <a:lnTo>
                      <a:pt x="62500" y="43200"/>
                    </a:lnTo>
                    <a:close/>
                    <a:moveTo>
                      <a:pt x="65000" y="40000"/>
                    </a:moveTo>
                    <a:lnTo>
                      <a:pt x="65850" y="40000"/>
                    </a:lnTo>
                    <a:lnTo>
                      <a:pt x="65850" y="40850"/>
                    </a:lnTo>
                    <a:lnTo>
                      <a:pt x="65000" y="40850"/>
                    </a:lnTo>
                    <a:close/>
                    <a:moveTo>
                      <a:pt x="67500" y="42500"/>
                    </a:moveTo>
                    <a:lnTo>
                      <a:pt x="68200" y="42500"/>
                    </a:lnTo>
                    <a:lnTo>
                      <a:pt x="68200" y="43200"/>
                    </a:lnTo>
                    <a:lnTo>
                      <a:pt x="67500" y="43200"/>
                    </a:lnTo>
                    <a:close/>
                    <a:moveTo>
                      <a:pt x="70000" y="40000"/>
                    </a:moveTo>
                    <a:lnTo>
                      <a:pt x="70850" y="40000"/>
                    </a:lnTo>
                    <a:lnTo>
                      <a:pt x="70850" y="40850"/>
                    </a:lnTo>
                    <a:lnTo>
                      <a:pt x="70000" y="40850"/>
                    </a:lnTo>
                    <a:close/>
                    <a:moveTo>
                      <a:pt x="72500" y="42500"/>
                    </a:moveTo>
                    <a:lnTo>
                      <a:pt x="73200" y="42500"/>
                    </a:lnTo>
                    <a:lnTo>
                      <a:pt x="73200" y="43200"/>
                    </a:lnTo>
                    <a:lnTo>
                      <a:pt x="72500" y="43200"/>
                    </a:lnTo>
                    <a:close/>
                    <a:moveTo>
                      <a:pt x="75000" y="40000"/>
                    </a:moveTo>
                    <a:lnTo>
                      <a:pt x="75850" y="40000"/>
                    </a:lnTo>
                    <a:lnTo>
                      <a:pt x="75850" y="40850"/>
                    </a:lnTo>
                    <a:lnTo>
                      <a:pt x="75000" y="40850"/>
                    </a:lnTo>
                    <a:close/>
                    <a:moveTo>
                      <a:pt x="77500" y="42500"/>
                    </a:moveTo>
                    <a:lnTo>
                      <a:pt x="78200" y="42500"/>
                    </a:lnTo>
                    <a:lnTo>
                      <a:pt x="78200" y="43200"/>
                    </a:lnTo>
                    <a:lnTo>
                      <a:pt x="77500" y="43200"/>
                    </a:lnTo>
                    <a:close/>
                    <a:moveTo>
                      <a:pt x="80000" y="40000"/>
                    </a:moveTo>
                    <a:lnTo>
                      <a:pt x="80850" y="40000"/>
                    </a:lnTo>
                    <a:lnTo>
                      <a:pt x="80850" y="40850"/>
                    </a:lnTo>
                    <a:lnTo>
                      <a:pt x="80000" y="40850"/>
                    </a:lnTo>
                    <a:close/>
                    <a:moveTo>
                      <a:pt x="82500" y="42500"/>
                    </a:moveTo>
                    <a:lnTo>
                      <a:pt x="83200" y="42500"/>
                    </a:lnTo>
                    <a:lnTo>
                      <a:pt x="83200" y="43200"/>
                    </a:lnTo>
                    <a:lnTo>
                      <a:pt x="82500" y="43200"/>
                    </a:lnTo>
                    <a:close/>
                    <a:moveTo>
                      <a:pt x="85000" y="40000"/>
                    </a:moveTo>
                    <a:lnTo>
                      <a:pt x="85850" y="40000"/>
                    </a:lnTo>
                    <a:lnTo>
                      <a:pt x="85850" y="40850"/>
                    </a:lnTo>
                    <a:lnTo>
                      <a:pt x="85000" y="40850"/>
                    </a:lnTo>
                    <a:close/>
                    <a:moveTo>
                      <a:pt x="87500" y="42500"/>
                    </a:moveTo>
                    <a:lnTo>
                      <a:pt x="88200" y="42500"/>
                    </a:lnTo>
                    <a:lnTo>
                      <a:pt x="88200" y="43200"/>
                    </a:lnTo>
                    <a:lnTo>
                      <a:pt x="87500" y="43200"/>
                    </a:lnTo>
                    <a:close/>
                    <a:moveTo>
                      <a:pt x="90000" y="40000"/>
                    </a:moveTo>
                    <a:lnTo>
                      <a:pt x="90850" y="40000"/>
                    </a:lnTo>
                    <a:lnTo>
                      <a:pt x="90850" y="40850"/>
                    </a:lnTo>
                    <a:lnTo>
                      <a:pt x="90000" y="40850"/>
                    </a:lnTo>
                    <a:close/>
                    <a:moveTo>
                      <a:pt x="92500" y="42500"/>
                    </a:moveTo>
                    <a:lnTo>
                      <a:pt x="93200" y="42500"/>
                    </a:lnTo>
                    <a:lnTo>
                      <a:pt x="93200" y="43200"/>
                    </a:lnTo>
                    <a:lnTo>
                      <a:pt x="92500" y="43200"/>
                    </a:lnTo>
                    <a:close/>
                    <a:moveTo>
                      <a:pt x="95000" y="40000"/>
                    </a:moveTo>
                    <a:lnTo>
                      <a:pt x="95850" y="40000"/>
                    </a:lnTo>
                    <a:lnTo>
                      <a:pt x="95850" y="40850"/>
                    </a:lnTo>
                    <a:lnTo>
                      <a:pt x="95000" y="40850"/>
                    </a:lnTo>
                    <a:close/>
                    <a:moveTo>
                      <a:pt x="97500" y="42500"/>
                    </a:moveTo>
                    <a:lnTo>
                      <a:pt x="98200" y="42500"/>
                    </a:lnTo>
                    <a:lnTo>
                      <a:pt x="98200" y="43200"/>
                    </a:lnTo>
                    <a:lnTo>
                      <a:pt x="97500" y="43200"/>
                    </a:lnTo>
                    <a:close/>
                    <a:moveTo>
                      <a:pt x="100000" y="40000"/>
                    </a:moveTo>
                    <a:lnTo>
                      <a:pt x="100850" y="40000"/>
                    </a:lnTo>
                    <a:lnTo>
                      <a:pt x="100850" y="40850"/>
                    </a:lnTo>
                    <a:lnTo>
                      <a:pt x="100000" y="40850"/>
                    </a:lnTo>
                    <a:close/>
                    <a:moveTo>
                      <a:pt x="102500" y="42500"/>
                    </a:moveTo>
                    <a:lnTo>
                      <a:pt x="103200" y="42500"/>
                    </a:lnTo>
                    <a:lnTo>
                      <a:pt x="103200" y="43200"/>
                    </a:lnTo>
                    <a:lnTo>
                      <a:pt x="102500" y="43200"/>
                    </a:lnTo>
                    <a:close/>
                    <a:moveTo>
                      <a:pt x="105000" y="40000"/>
                    </a:moveTo>
                    <a:lnTo>
                      <a:pt x="105850" y="40000"/>
                    </a:lnTo>
                    <a:lnTo>
                      <a:pt x="105850" y="40850"/>
                    </a:lnTo>
                    <a:lnTo>
                      <a:pt x="105000" y="40850"/>
                    </a:lnTo>
                    <a:close/>
                    <a:moveTo>
                      <a:pt x="107500" y="42500"/>
                    </a:moveTo>
                    <a:lnTo>
                      <a:pt x="108200" y="42500"/>
                    </a:lnTo>
                    <a:lnTo>
                      <a:pt x="108200" y="43200"/>
                    </a:lnTo>
                    <a:lnTo>
                      <a:pt x="107500" y="43200"/>
                    </a:lnTo>
                    <a:close/>
                    <a:moveTo>
                      <a:pt x="110000" y="40000"/>
                    </a:moveTo>
                    <a:lnTo>
                      <a:pt x="110850" y="40000"/>
                    </a:lnTo>
                    <a:lnTo>
                      <a:pt x="110850" y="40850"/>
                    </a:lnTo>
                    <a:lnTo>
                      <a:pt x="110000" y="40850"/>
                    </a:lnTo>
                    <a:close/>
                    <a:moveTo>
                      <a:pt x="112500" y="42500"/>
                    </a:moveTo>
                    <a:lnTo>
                      <a:pt x="113200" y="42500"/>
                    </a:lnTo>
                    <a:lnTo>
                      <a:pt x="113200" y="43200"/>
                    </a:lnTo>
                    <a:lnTo>
                      <a:pt x="112500" y="43200"/>
                    </a:lnTo>
                    <a:close/>
                    <a:moveTo>
                      <a:pt x="115000" y="40000"/>
                    </a:moveTo>
                    <a:lnTo>
                      <a:pt x="115850" y="40000"/>
                    </a:lnTo>
                    <a:lnTo>
                      <a:pt x="115850" y="40850"/>
                    </a:lnTo>
                    <a:lnTo>
                      <a:pt x="115000" y="40850"/>
                    </a:lnTo>
                    <a:close/>
                    <a:moveTo>
                      <a:pt x="117500" y="42500"/>
                    </a:moveTo>
                    <a:lnTo>
                      <a:pt x="118200" y="42500"/>
                    </a:lnTo>
                    <a:lnTo>
                      <a:pt x="118200" y="43200"/>
                    </a:lnTo>
                    <a:lnTo>
                      <a:pt x="117500" y="43200"/>
                    </a:lnTo>
                    <a:close/>
                    <a:moveTo>
                      <a:pt x="120000" y="40000"/>
                    </a:moveTo>
                    <a:lnTo>
                      <a:pt x="120850" y="40000"/>
                    </a:lnTo>
                    <a:lnTo>
                      <a:pt x="120850" y="40850"/>
                    </a:lnTo>
                    <a:lnTo>
                      <a:pt x="120000" y="40850"/>
                    </a:lnTo>
                    <a:close/>
                    <a:moveTo>
                      <a:pt x="122500" y="42500"/>
                    </a:moveTo>
                    <a:lnTo>
                      <a:pt x="123200" y="42500"/>
                    </a:lnTo>
                    <a:lnTo>
                      <a:pt x="123200" y="43200"/>
                    </a:lnTo>
                    <a:lnTo>
                      <a:pt x="122500" y="43200"/>
                    </a:lnTo>
                    <a:close/>
                    <a:moveTo>
                      <a:pt x="125000" y="40000"/>
                    </a:moveTo>
                    <a:lnTo>
                      <a:pt x="125850" y="40000"/>
                    </a:lnTo>
                    <a:lnTo>
                      <a:pt x="125850" y="40850"/>
                    </a:lnTo>
                    <a:lnTo>
                      <a:pt x="125000" y="40850"/>
                    </a:lnTo>
                    <a:close/>
                    <a:moveTo>
                      <a:pt x="127500" y="42500"/>
                    </a:moveTo>
                    <a:lnTo>
                      <a:pt x="128200" y="42500"/>
                    </a:lnTo>
                    <a:lnTo>
                      <a:pt x="128200" y="43200"/>
                    </a:lnTo>
                    <a:lnTo>
                      <a:pt x="127500" y="43200"/>
                    </a:lnTo>
                    <a:close/>
                    <a:moveTo>
                      <a:pt x="130000" y="40000"/>
                    </a:moveTo>
                    <a:lnTo>
                      <a:pt x="130850" y="40000"/>
                    </a:lnTo>
                    <a:lnTo>
                      <a:pt x="130850" y="40850"/>
                    </a:lnTo>
                    <a:lnTo>
                      <a:pt x="130000" y="40850"/>
                    </a:lnTo>
                    <a:close/>
                    <a:moveTo>
                      <a:pt x="132500" y="42500"/>
                    </a:moveTo>
                    <a:lnTo>
                      <a:pt x="133200" y="42500"/>
                    </a:lnTo>
                    <a:lnTo>
                      <a:pt x="133200" y="43200"/>
                    </a:lnTo>
                    <a:lnTo>
                      <a:pt x="132500" y="43200"/>
                    </a:lnTo>
                    <a:close/>
                    <a:moveTo>
                      <a:pt x="135000" y="40000"/>
                    </a:moveTo>
                    <a:lnTo>
                      <a:pt x="135850" y="40000"/>
                    </a:lnTo>
                    <a:lnTo>
                      <a:pt x="135850" y="40850"/>
                    </a:lnTo>
                    <a:lnTo>
                      <a:pt x="135000" y="40850"/>
                    </a:lnTo>
                    <a:close/>
                    <a:moveTo>
                      <a:pt x="137500" y="42500"/>
                    </a:moveTo>
                    <a:lnTo>
                      <a:pt x="138200" y="42500"/>
                    </a:lnTo>
                    <a:lnTo>
                      <a:pt x="138200" y="43200"/>
                    </a:lnTo>
                    <a:lnTo>
                      <a:pt x="137500" y="43200"/>
                    </a:lnTo>
                    <a:close/>
                    <a:moveTo>
                      <a:pt x="140000" y="40000"/>
                    </a:moveTo>
                    <a:lnTo>
                      <a:pt x="140850" y="40000"/>
                    </a:lnTo>
                    <a:lnTo>
                      <a:pt x="140850" y="40850"/>
                    </a:lnTo>
                    <a:lnTo>
                      <a:pt x="140000" y="40850"/>
                    </a:lnTo>
                    <a:close/>
                    <a:moveTo>
                      <a:pt x="142500" y="42500"/>
                    </a:moveTo>
                    <a:lnTo>
                      <a:pt x="143200" y="42500"/>
                    </a:lnTo>
                    <a:lnTo>
                      <a:pt x="143200" y="43200"/>
                    </a:lnTo>
                    <a:lnTo>
                      <a:pt x="142500" y="43200"/>
                    </a:lnTo>
                    <a:close/>
                    <a:moveTo>
                      <a:pt x="145000" y="40000"/>
                    </a:moveTo>
                    <a:lnTo>
                      <a:pt x="145850" y="40000"/>
                    </a:lnTo>
                    <a:lnTo>
                      <a:pt x="145850" y="40850"/>
                    </a:lnTo>
                    <a:lnTo>
                      <a:pt x="145000" y="40850"/>
                    </a:lnTo>
                    <a:close/>
                    <a:moveTo>
                      <a:pt x="147500" y="42500"/>
                    </a:moveTo>
                    <a:lnTo>
                      <a:pt x="148200" y="42500"/>
                    </a:lnTo>
                    <a:lnTo>
                      <a:pt x="148200" y="43200"/>
                    </a:lnTo>
                    <a:lnTo>
                      <a:pt x="147500" y="43200"/>
                    </a:lnTo>
                    <a:close/>
                    <a:moveTo>
                      <a:pt x="150000" y="40000"/>
                    </a:moveTo>
                    <a:lnTo>
                      <a:pt x="150850" y="40000"/>
                    </a:lnTo>
                    <a:lnTo>
                      <a:pt x="150850" y="40850"/>
                    </a:lnTo>
                    <a:lnTo>
                      <a:pt x="150000" y="40850"/>
                    </a:lnTo>
                    <a:close/>
                    <a:moveTo>
                      <a:pt x="152500" y="42500"/>
                    </a:moveTo>
                    <a:lnTo>
                      <a:pt x="153200" y="42500"/>
                    </a:lnTo>
                    <a:lnTo>
                      <a:pt x="153200" y="43200"/>
                    </a:lnTo>
                    <a:lnTo>
                      <a:pt x="152500" y="43200"/>
                    </a:lnTo>
                    <a:close/>
                    <a:moveTo>
                      <a:pt x="155000" y="40000"/>
                    </a:moveTo>
                    <a:lnTo>
                      <a:pt x="155850" y="40000"/>
                    </a:lnTo>
                    <a:lnTo>
                      <a:pt x="155850" y="40850"/>
                    </a:lnTo>
                    <a:lnTo>
                      <a:pt x="155000" y="40850"/>
                    </a:lnTo>
                    <a:close/>
                    <a:moveTo>
                      <a:pt x="157500" y="42500"/>
                    </a:moveTo>
                    <a:lnTo>
                      <a:pt x="158200" y="42500"/>
                    </a:lnTo>
                    <a:lnTo>
                      <a:pt x="158200" y="43200"/>
                    </a:lnTo>
                    <a:lnTo>
                      <a:pt x="157500" y="43200"/>
                    </a:lnTo>
                    <a:close/>
                    <a:moveTo>
                      <a:pt x="160000" y="40000"/>
                    </a:moveTo>
                    <a:lnTo>
                      <a:pt x="160850" y="40000"/>
                    </a:lnTo>
                    <a:lnTo>
                      <a:pt x="160850" y="40850"/>
                    </a:lnTo>
                    <a:lnTo>
                      <a:pt x="160000" y="40850"/>
                    </a:lnTo>
                    <a:close/>
                    <a:moveTo>
                      <a:pt x="162500" y="42500"/>
                    </a:moveTo>
                    <a:lnTo>
                      <a:pt x="163200" y="42500"/>
                    </a:lnTo>
                    <a:lnTo>
                      <a:pt x="163200" y="43200"/>
                    </a:lnTo>
                    <a:lnTo>
                      <a:pt x="162500" y="43200"/>
                    </a:lnTo>
                    <a:close/>
                    <a:moveTo>
                      <a:pt x="165000" y="40000"/>
                    </a:moveTo>
                    <a:lnTo>
                      <a:pt x="165850" y="40000"/>
                    </a:lnTo>
                    <a:lnTo>
                      <a:pt x="165850" y="40850"/>
                    </a:lnTo>
                    <a:lnTo>
                      <a:pt x="165000" y="40850"/>
                    </a:lnTo>
                    <a:close/>
                    <a:moveTo>
                      <a:pt x="167500" y="42500"/>
                    </a:moveTo>
                    <a:lnTo>
                      <a:pt x="168200" y="42500"/>
                    </a:lnTo>
                    <a:lnTo>
                      <a:pt x="168200" y="43200"/>
                    </a:lnTo>
                    <a:lnTo>
                      <a:pt x="167500" y="43200"/>
                    </a:lnTo>
                    <a:close/>
                    <a:moveTo>
                      <a:pt x="170000" y="40000"/>
                    </a:moveTo>
                    <a:lnTo>
                      <a:pt x="170850" y="40000"/>
                    </a:lnTo>
                    <a:lnTo>
                      <a:pt x="170850" y="40850"/>
                    </a:lnTo>
                    <a:lnTo>
                      <a:pt x="170000" y="40850"/>
                    </a:lnTo>
                    <a:close/>
                    <a:moveTo>
                      <a:pt x="172500" y="42500"/>
                    </a:moveTo>
                    <a:lnTo>
                      <a:pt x="173200" y="42500"/>
                    </a:lnTo>
                    <a:lnTo>
                      <a:pt x="173200" y="43200"/>
                    </a:lnTo>
                    <a:lnTo>
                      <a:pt x="172500" y="43200"/>
                    </a:lnTo>
                    <a:close/>
                    <a:moveTo>
                      <a:pt x="175000" y="40000"/>
                    </a:moveTo>
                    <a:lnTo>
                      <a:pt x="175850" y="40000"/>
                    </a:lnTo>
                    <a:lnTo>
                      <a:pt x="175850" y="40850"/>
                    </a:lnTo>
                    <a:lnTo>
                      <a:pt x="175000" y="40850"/>
                    </a:lnTo>
                    <a:close/>
                    <a:moveTo>
                      <a:pt x="177500" y="42500"/>
                    </a:moveTo>
                    <a:lnTo>
                      <a:pt x="178200" y="42500"/>
                    </a:lnTo>
                    <a:lnTo>
                      <a:pt x="178200" y="43200"/>
                    </a:lnTo>
                    <a:lnTo>
                      <a:pt x="177500" y="43200"/>
                    </a:lnTo>
                    <a:close/>
                    <a:moveTo>
                      <a:pt x="180000" y="40000"/>
                    </a:moveTo>
                    <a:lnTo>
                      <a:pt x="180850" y="40000"/>
                    </a:lnTo>
                    <a:lnTo>
                      <a:pt x="180850" y="40850"/>
                    </a:lnTo>
                    <a:lnTo>
                      <a:pt x="180000" y="40850"/>
                    </a:lnTo>
                    <a:close/>
                    <a:moveTo>
                      <a:pt x="182500" y="42500"/>
                    </a:moveTo>
                    <a:lnTo>
                      <a:pt x="183200" y="42500"/>
                    </a:lnTo>
                    <a:lnTo>
                      <a:pt x="183200" y="43200"/>
                    </a:lnTo>
                    <a:lnTo>
                      <a:pt x="182500" y="43200"/>
                    </a:lnTo>
                    <a:close/>
                    <a:moveTo>
                      <a:pt x="185000" y="40000"/>
                    </a:moveTo>
                    <a:lnTo>
                      <a:pt x="185850" y="40000"/>
                    </a:lnTo>
                    <a:lnTo>
                      <a:pt x="185850" y="40850"/>
                    </a:lnTo>
                    <a:lnTo>
                      <a:pt x="185000" y="40850"/>
                    </a:lnTo>
                    <a:close/>
                    <a:moveTo>
                      <a:pt x="187500" y="42500"/>
                    </a:moveTo>
                    <a:lnTo>
                      <a:pt x="188200" y="42500"/>
                    </a:lnTo>
                    <a:lnTo>
                      <a:pt x="188200" y="43200"/>
                    </a:lnTo>
                    <a:lnTo>
                      <a:pt x="187500" y="43200"/>
                    </a:lnTo>
                    <a:close/>
                    <a:moveTo>
                      <a:pt x="190000" y="40000"/>
                    </a:moveTo>
                    <a:lnTo>
                      <a:pt x="190850" y="40000"/>
                    </a:lnTo>
                    <a:lnTo>
                      <a:pt x="190850" y="40850"/>
                    </a:lnTo>
                    <a:lnTo>
                      <a:pt x="190000" y="40850"/>
                    </a:lnTo>
                    <a:close/>
                    <a:moveTo>
                      <a:pt x="192500" y="42500"/>
                    </a:moveTo>
                    <a:lnTo>
                      <a:pt x="193200" y="42500"/>
                    </a:lnTo>
                    <a:lnTo>
                      <a:pt x="193200" y="43200"/>
                    </a:lnTo>
                    <a:lnTo>
                      <a:pt x="192500" y="43200"/>
                    </a:lnTo>
                    <a:close/>
                    <a:moveTo>
                      <a:pt x="195000" y="40000"/>
                    </a:moveTo>
                    <a:lnTo>
                      <a:pt x="195850" y="40000"/>
                    </a:lnTo>
                    <a:lnTo>
                      <a:pt x="195850" y="40850"/>
                    </a:lnTo>
                    <a:lnTo>
                      <a:pt x="195000" y="40850"/>
                    </a:lnTo>
                    <a:close/>
                    <a:moveTo>
                      <a:pt x="197500" y="42500"/>
                    </a:moveTo>
                    <a:lnTo>
                      <a:pt x="198200" y="42500"/>
                    </a:lnTo>
                    <a:lnTo>
                      <a:pt x="198200" y="43200"/>
                    </a:lnTo>
                    <a:lnTo>
                      <a:pt x="197500" y="43200"/>
                    </a:lnTo>
                    <a:close/>
                    <a:moveTo>
                      <a:pt x="200000" y="40000"/>
                    </a:moveTo>
                    <a:lnTo>
                      <a:pt x="200850" y="40000"/>
                    </a:lnTo>
                    <a:lnTo>
                      <a:pt x="200850" y="40850"/>
                    </a:lnTo>
                    <a:lnTo>
                      <a:pt x="200000" y="40850"/>
                    </a:lnTo>
                    <a:close/>
                    <a:moveTo>
                      <a:pt x="202500" y="42500"/>
                    </a:moveTo>
                    <a:lnTo>
                      <a:pt x="203200" y="42500"/>
                    </a:lnTo>
                    <a:lnTo>
                      <a:pt x="203200" y="43200"/>
                    </a:lnTo>
                    <a:lnTo>
                      <a:pt x="202500" y="43200"/>
                    </a:lnTo>
                    <a:close/>
                    <a:moveTo>
                      <a:pt x="205000" y="40000"/>
                    </a:moveTo>
                    <a:lnTo>
                      <a:pt x="205850" y="40000"/>
                    </a:lnTo>
                    <a:lnTo>
                      <a:pt x="205850" y="40850"/>
                    </a:lnTo>
                    <a:lnTo>
                      <a:pt x="205000" y="40850"/>
                    </a:lnTo>
                    <a:close/>
                    <a:moveTo>
                      <a:pt x="207500" y="42500"/>
                    </a:moveTo>
                    <a:lnTo>
                      <a:pt x="208200" y="42500"/>
                    </a:lnTo>
                    <a:lnTo>
                      <a:pt x="208200" y="43200"/>
                    </a:lnTo>
                    <a:lnTo>
                      <a:pt x="207500" y="43200"/>
                    </a:lnTo>
                    <a:close/>
                    <a:moveTo>
                      <a:pt x="210000" y="40000"/>
                    </a:moveTo>
                    <a:lnTo>
                      <a:pt x="210850" y="40000"/>
                    </a:lnTo>
                    <a:lnTo>
                      <a:pt x="210850" y="40850"/>
                    </a:lnTo>
                    <a:lnTo>
                      <a:pt x="210000" y="40850"/>
                    </a:lnTo>
                    <a:close/>
                    <a:moveTo>
                      <a:pt x="212500" y="42500"/>
                    </a:moveTo>
                    <a:lnTo>
                      <a:pt x="213200" y="42500"/>
                    </a:lnTo>
                    <a:lnTo>
                      <a:pt x="213200" y="43200"/>
                    </a:lnTo>
                    <a:lnTo>
                      <a:pt x="212500" y="43200"/>
                    </a:lnTo>
                    <a:close/>
                    <a:moveTo>
                      <a:pt x="215000" y="40000"/>
                    </a:moveTo>
                    <a:lnTo>
                      <a:pt x="215850" y="40000"/>
                    </a:lnTo>
                    <a:lnTo>
                      <a:pt x="215850" y="40850"/>
                    </a:lnTo>
                    <a:lnTo>
                      <a:pt x="215000" y="40850"/>
                    </a:lnTo>
                    <a:close/>
                    <a:moveTo>
                      <a:pt x="217500" y="42500"/>
                    </a:moveTo>
                    <a:lnTo>
                      <a:pt x="218200" y="42500"/>
                    </a:lnTo>
                    <a:lnTo>
                      <a:pt x="218200" y="43200"/>
                    </a:lnTo>
                    <a:lnTo>
                      <a:pt x="217500" y="43200"/>
                    </a:lnTo>
                    <a:close/>
                    <a:moveTo>
                      <a:pt x="220000" y="40000"/>
                    </a:moveTo>
                    <a:lnTo>
                      <a:pt x="220850" y="40000"/>
                    </a:lnTo>
                    <a:lnTo>
                      <a:pt x="220850" y="40850"/>
                    </a:lnTo>
                    <a:lnTo>
                      <a:pt x="220000" y="40850"/>
                    </a:lnTo>
                    <a:close/>
                    <a:moveTo>
                      <a:pt x="222500" y="42500"/>
                    </a:moveTo>
                    <a:lnTo>
                      <a:pt x="223200" y="42500"/>
                    </a:lnTo>
                    <a:lnTo>
                      <a:pt x="223200" y="43200"/>
                    </a:lnTo>
                    <a:lnTo>
                      <a:pt x="222500" y="43200"/>
                    </a:lnTo>
                    <a:close/>
                    <a:moveTo>
                      <a:pt x="225000" y="40000"/>
                    </a:moveTo>
                    <a:lnTo>
                      <a:pt x="225850" y="40000"/>
                    </a:lnTo>
                    <a:lnTo>
                      <a:pt x="225850" y="40850"/>
                    </a:lnTo>
                    <a:lnTo>
                      <a:pt x="225000" y="40850"/>
                    </a:lnTo>
                    <a:close/>
                    <a:moveTo>
                      <a:pt x="227500" y="42500"/>
                    </a:moveTo>
                    <a:lnTo>
                      <a:pt x="228200" y="42500"/>
                    </a:lnTo>
                    <a:lnTo>
                      <a:pt x="228200" y="43200"/>
                    </a:lnTo>
                    <a:lnTo>
                      <a:pt x="227500" y="43200"/>
                    </a:lnTo>
                    <a:close/>
                    <a:moveTo>
                      <a:pt x="230000" y="40000"/>
                    </a:moveTo>
                    <a:lnTo>
                      <a:pt x="230850" y="40000"/>
                    </a:lnTo>
                    <a:lnTo>
                      <a:pt x="230850" y="40850"/>
                    </a:lnTo>
                    <a:lnTo>
                      <a:pt x="230000" y="40850"/>
                    </a:lnTo>
                    <a:close/>
                    <a:moveTo>
                      <a:pt x="232500" y="42500"/>
                    </a:moveTo>
                    <a:lnTo>
                      <a:pt x="233200" y="42500"/>
                    </a:lnTo>
                    <a:lnTo>
                      <a:pt x="233200" y="43200"/>
                    </a:lnTo>
                    <a:lnTo>
                      <a:pt x="232500" y="43200"/>
                    </a:lnTo>
                    <a:close/>
                    <a:moveTo>
                      <a:pt x="235000" y="40000"/>
                    </a:moveTo>
                    <a:lnTo>
                      <a:pt x="235850" y="40000"/>
                    </a:lnTo>
                    <a:lnTo>
                      <a:pt x="235850" y="40850"/>
                    </a:lnTo>
                    <a:lnTo>
                      <a:pt x="235000" y="40850"/>
                    </a:lnTo>
                    <a:close/>
                    <a:moveTo>
                      <a:pt x="237500" y="42500"/>
                    </a:moveTo>
                    <a:lnTo>
                      <a:pt x="238200" y="42500"/>
                    </a:lnTo>
                    <a:lnTo>
                      <a:pt x="238200" y="43200"/>
                    </a:lnTo>
                    <a:lnTo>
                      <a:pt x="237500" y="43200"/>
                    </a:lnTo>
                    <a:close/>
                    <a:moveTo>
                      <a:pt x="240000" y="40000"/>
                    </a:moveTo>
                    <a:lnTo>
                      <a:pt x="240850" y="40000"/>
                    </a:lnTo>
                    <a:lnTo>
                      <a:pt x="240850" y="40850"/>
                    </a:lnTo>
                    <a:lnTo>
                      <a:pt x="240000" y="40850"/>
                    </a:lnTo>
                    <a:close/>
                    <a:moveTo>
                      <a:pt x="242500" y="42500"/>
                    </a:moveTo>
                    <a:lnTo>
                      <a:pt x="243200" y="42500"/>
                    </a:lnTo>
                    <a:lnTo>
                      <a:pt x="243200" y="43200"/>
                    </a:lnTo>
                    <a:lnTo>
                      <a:pt x="242500" y="43200"/>
                    </a:lnTo>
                    <a:close/>
                    <a:moveTo>
                      <a:pt x="245000" y="40000"/>
                    </a:moveTo>
                    <a:lnTo>
                      <a:pt x="245850" y="40000"/>
                    </a:lnTo>
                    <a:lnTo>
                      <a:pt x="245850" y="40850"/>
                    </a:lnTo>
                    <a:lnTo>
                      <a:pt x="245000" y="40850"/>
                    </a:lnTo>
                    <a:close/>
                    <a:moveTo>
                      <a:pt x="247500" y="42500"/>
                    </a:moveTo>
                    <a:lnTo>
                      <a:pt x="248200" y="42500"/>
                    </a:lnTo>
                    <a:lnTo>
                      <a:pt x="248200" y="43200"/>
                    </a:lnTo>
                    <a:lnTo>
                      <a:pt x="247500" y="43200"/>
                    </a:lnTo>
                    <a:close/>
                    <a:moveTo>
                      <a:pt x="250000" y="40000"/>
                    </a:moveTo>
                    <a:lnTo>
                      <a:pt x="250850" y="40000"/>
                    </a:lnTo>
                    <a:lnTo>
                      <a:pt x="250850" y="40850"/>
                    </a:lnTo>
                    <a:lnTo>
                      <a:pt x="250000" y="40850"/>
                    </a:lnTo>
                    <a:close/>
                    <a:moveTo>
                      <a:pt x="252500" y="42500"/>
                    </a:moveTo>
                    <a:lnTo>
                      <a:pt x="253200" y="42500"/>
                    </a:lnTo>
                    <a:lnTo>
                      <a:pt x="253200" y="43200"/>
                    </a:lnTo>
                    <a:lnTo>
                      <a:pt x="252500" y="43200"/>
                    </a:lnTo>
                    <a:close/>
                    <a:moveTo>
                      <a:pt x="255000" y="40000"/>
                    </a:moveTo>
                    <a:lnTo>
                      <a:pt x="255850" y="40000"/>
                    </a:lnTo>
                    <a:lnTo>
                      <a:pt x="255850" y="40850"/>
                    </a:lnTo>
                    <a:lnTo>
                      <a:pt x="255000" y="40850"/>
                    </a:lnTo>
                    <a:close/>
                    <a:moveTo>
                      <a:pt x="257500" y="42500"/>
                    </a:moveTo>
                    <a:lnTo>
                      <a:pt x="258200" y="42500"/>
                    </a:lnTo>
                    <a:lnTo>
                      <a:pt x="258200" y="43200"/>
                    </a:lnTo>
                    <a:lnTo>
                      <a:pt x="257500" y="43200"/>
                    </a:lnTo>
                    <a:close/>
                    <a:moveTo>
                      <a:pt x="260000" y="40000"/>
                    </a:moveTo>
                    <a:lnTo>
                      <a:pt x="260850" y="40000"/>
                    </a:lnTo>
                    <a:lnTo>
                      <a:pt x="260850" y="40850"/>
                    </a:lnTo>
                    <a:lnTo>
                      <a:pt x="260000" y="40850"/>
                    </a:lnTo>
                    <a:close/>
                    <a:moveTo>
                      <a:pt x="262500" y="42500"/>
                    </a:moveTo>
                    <a:lnTo>
                      <a:pt x="263200" y="42500"/>
                    </a:lnTo>
                    <a:lnTo>
                      <a:pt x="263200" y="43200"/>
                    </a:lnTo>
                    <a:lnTo>
                      <a:pt x="262500" y="43200"/>
                    </a:lnTo>
                    <a:close/>
                    <a:moveTo>
                      <a:pt x="265000" y="40000"/>
                    </a:moveTo>
                    <a:lnTo>
                      <a:pt x="265850" y="40000"/>
                    </a:lnTo>
                    <a:lnTo>
                      <a:pt x="265850" y="40850"/>
                    </a:lnTo>
                    <a:lnTo>
                      <a:pt x="265000" y="40850"/>
                    </a:lnTo>
                    <a:close/>
                    <a:moveTo>
                      <a:pt x="267500" y="42500"/>
                    </a:moveTo>
                    <a:lnTo>
                      <a:pt x="268200" y="42500"/>
                    </a:lnTo>
                    <a:lnTo>
                      <a:pt x="268200" y="43200"/>
                    </a:lnTo>
                    <a:lnTo>
                      <a:pt x="267500" y="43200"/>
                    </a:lnTo>
                    <a:close/>
                    <a:moveTo>
                      <a:pt x="270000" y="40000"/>
                    </a:moveTo>
                    <a:lnTo>
                      <a:pt x="270850" y="40000"/>
                    </a:lnTo>
                    <a:lnTo>
                      <a:pt x="270850" y="40850"/>
                    </a:lnTo>
                    <a:lnTo>
                      <a:pt x="270000" y="40850"/>
                    </a:lnTo>
                    <a:close/>
                    <a:moveTo>
                      <a:pt x="272500" y="42500"/>
                    </a:moveTo>
                    <a:lnTo>
                      <a:pt x="273200" y="42500"/>
                    </a:lnTo>
                    <a:lnTo>
                      <a:pt x="273200" y="43200"/>
                    </a:lnTo>
                    <a:lnTo>
                      <a:pt x="272500" y="43200"/>
                    </a:lnTo>
                    <a:close/>
                    <a:moveTo>
                      <a:pt x="275000" y="40000"/>
                    </a:moveTo>
                    <a:lnTo>
                      <a:pt x="275850" y="40000"/>
                    </a:lnTo>
                    <a:lnTo>
                      <a:pt x="275850" y="40850"/>
                    </a:lnTo>
                    <a:lnTo>
                      <a:pt x="275000" y="40850"/>
                    </a:lnTo>
                    <a:close/>
                    <a:moveTo>
                      <a:pt x="277500" y="42500"/>
                    </a:moveTo>
                    <a:lnTo>
                      <a:pt x="278200" y="42500"/>
                    </a:lnTo>
                    <a:lnTo>
                      <a:pt x="278200" y="43200"/>
                    </a:lnTo>
                    <a:lnTo>
                      <a:pt x="277500" y="43200"/>
                    </a:lnTo>
                    <a:close/>
                    <a:moveTo>
                      <a:pt x="280000" y="40000"/>
                    </a:moveTo>
                    <a:lnTo>
                      <a:pt x="280850" y="40000"/>
                    </a:lnTo>
                    <a:lnTo>
                      <a:pt x="280850" y="40850"/>
                    </a:lnTo>
                    <a:lnTo>
                      <a:pt x="280000" y="40850"/>
                    </a:lnTo>
                    <a:close/>
                    <a:moveTo>
                      <a:pt x="282500" y="42500"/>
                    </a:moveTo>
                    <a:lnTo>
                      <a:pt x="283200" y="42500"/>
                    </a:lnTo>
                    <a:lnTo>
                      <a:pt x="283200" y="43200"/>
                    </a:lnTo>
                    <a:lnTo>
                      <a:pt x="282500" y="43200"/>
                    </a:lnTo>
                    <a:close/>
                    <a:moveTo>
                      <a:pt x="285000" y="40000"/>
                    </a:moveTo>
                    <a:lnTo>
                      <a:pt x="285850" y="40000"/>
                    </a:lnTo>
                    <a:lnTo>
                      <a:pt x="285850" y="40850"/>
                    </a:lnTo>
                    <a:lnTo>
                      <a:pt x="285000" y="40850"/>
                    </a:lnTo>
                    <a:close/>
                    <a:moveTo>
                      <a:pt x="287500" y="42500"/>
                    </a:moveTo>
                    <a:lnTo>
                      <a:pt x="288200" y="42500"/>
                    </a:lnTo>
                    <a:lnTo>
                      <a:pt x="288200" y="43200"/>
                    </a:lnTo>
                    <a:lnTo>
                      <a:pt x="287500" y="43200"/>
                    </a:lnTo>
                    <a:close/>
                    <a:moveTo>
                      <a:pt x="0" y="45000"/>
                    </a:moveTo>
                    <a:lnTo>
                      <a:pt x="850" y="45000"/>
                    </a:lnTo>
                    <a:lnTo>
                      <a:pt x="850" y="45850"/>
                    </a:lnTo>
                    <a:lnTo>
                      <a:pt x="0" y="45850"/>
                    </a:lnTo>
                    <a:close/>
                    <a:moveTo>
                      <a:pt x="2500" y="47500"/>
                    </a:moveTo>
                    <a:lnTo>
                      <a:pt x="3200" y="47500"/>
                    </a:lnTo>
                    <a:lnTo>
                      <a:pt x="3200" y="48200"/>
                    </a:lnTo>
                    <a:lnTo>
                      <a:pt x="2500" y="48200"/>
                    </a:lnTo>
                    <a:close/>
                    <a:moveTo>
                      <a:pt x="5000" y="45000"/>
                    </a:moveTo>
                    <a:lnTo>
                      <a:pt x="5850" y="45000"/>
                    </a:lnTo>
                    <a:lnTo>
                      <a:pt x="5850" y="45850"/>
                    </a:lnTo>
                    <a:lnTo>
                      <a:pt x="5000" y="45850"/>
                    </a:lnTo>
                    <a:close/>
                    <a:moveTo>
                      <a:pt x="7500" y="47500"/>
                    </a:moveTo>
                    <a:lnTo>
                      <a:pt x="8200" y="47500"/>
                    </a:lnTo>
                    <a:lnTo>
                      <a:pt x="8200" y="48200"/>
                    </a:lnTo>
                    <a:lnTo>
                      <a:pt x="7500" y="48200"/>
                    </a:lnTo>
                    <a:close/>
                    <a:moveTo>
                      <a:pt x="10000" y="45000"/>
                    </a:moveTo>
                    <a:lnTo>
                      <a:pt x="10850" y="45000"/>
                    </a:lnTo>
                    <a:lnTo>
                      <a:pt x="10850" y="45850"/>
                    </a:lnTo>
                    <a:lnTo>
                      <a:pt x="10000" y="45850"/>
                    </a:lnTo>
                    <a:close/>
                    <a:moveTo>
                      <a:pt x="12500" y="47500"/>
                    </a:moveTo>
                    <a:lnTo>
                      <a:pt x="13200" y="47500"/>
                    </a:lnTo>
                    <a:lnTo>
                      <a:pt x="13200" y="48200"/>
                    </a:lnTo>
                    <a:lnTo>
                      <a:pt x="12500" y="48200"/>
                    </a:lnTo>
                    <a:close/>
                    <a:moveTo>
                      <a:pt x="15000" y="45000"/>
                    </a:moveTo>
                    <a:lnTo>
                      <a:pt x="15850" y="45000"/>
                    </a:lnTo>
                    <a:lnTo>
                      <a:pt x="15850" y="45850"/>
                    </a:lnTo>
                    <a:lnTo>
                      <a:pt x="15000" y="45850"/>
                    </a:lnTo>
                    <a:close/>
                    <a:moveTo>
                      <a:pt x="17500" y="47500"/>
                    </a:moveTo>
                    <a:lnTo>
                      <a:pt x="18200" y="47500"/>
                    </a:lnTo>
                    <a:lnTo>
                      <a:pt x="18200" y="48200"/>
                    </a:lnTo>
                    <a:lnTo>
                      <a:pt x="17500" y="48200"/>
                    </a:lnTo>
                    <a:close/>
                    <a:moveTo>
                      <a:pt x="20000" y="45000"/>
                    </a:moveTo>
                    <a:lnTo>
                      <a:pt x="20850" y="45000"/>
                    </a:lnTo>
                    <a:lnTo>
                      <a:pt x="20850" y="45850"/>
                    </a:lnTo>
                    <a:lnTo>
                      <a:pt x="20000" y="45850"/>
                    </a:lnTo>
                    <a:close/>
                    <a:moveTo>
                      <a:pt x="22500" y="47500"/>
                    </a:moveTo>
                    <a:lnTo>
                      <a:pt x="23200" y="47500"/>
                    </a:lnTo>
                    <a:lnTo>
                      <a:pt x="23200" y="48200"/>
                    </a:lnTo>
                    <a:lnTo>
                      <a:pt x="22500" y="48200"/>
                    </a:lnTo>
                    <a:close/>
                    <a:moveTo>
                      <a:pt x="25000" y="45000"/>
                    </a:moveTo>
                    <a:lnTo>
                      <a:pt x="25850" y="45000"/>
                    </a:lnTo>
                    <a:lnTo>
                      <a:pt x="25850" y="45850"/>
                    </a:lnTo>
                    <a:lnTo>
                      <a:pt x="25000" y="45850"/>
                    </a:lnTo>
                    <a:close/>
                    <a:moveTo>
                      <a:pt x="27500" y="47500"/>
                    </a:moveTo>
                    <a:lnTo>
                      <a:pt x="28200" y="47500"/>
                    </a:lnTo>
                    <a:lnTo>
                      <a:pt x="28200" y="48200"/>
                    </a:lnTo>
                    <a:lnTo>
                      <a:pt x="27500" y="48200"/>
                    </a:lnTo>
                    <a:close/>
                    <a:moveTo>
                      <a:pt x="30000" y="45000"/>
                    </a:moveTo>
                    <a:lnTo>
                      <a:pt x="30850" y="45000"/>
                    </a:lnTo>
                    <a:lnTo>
                      <a:pt x="30850" y="45850"/>
                    </a:lnTo>
                    <a:lnTo>
                      <a:pt x="30000" y="45850"/>
                    </a:lnTo>
                    <a:close/>
                    <a:moveTo>
                      <a:pt x="32500" y="47500"/>
                    </a:moveTo>
                    <a:lnTo>
                      <a:pt x="33200" y="47500"/>
                    </a:lnTo>
                    <a:lnTo>
                      <a:pt x="33200" y="48200"/>
                    </a:lnTo>
                    <a:lnTo>
                      <a:pt x="32500" y="48200"/>
                    </a:lnTo>
                    <a:close/>
                    <a:moveTo>
                      <a:pt x="35000" y="45000"/>
                    </a:moveTo>
                    <a:lnTo>
                      <a:pt x="35850" y="45000"/>
                    </a:lnTo>
                    <a:lnTo>
                      <a:pt x="35850" y="45850"/>
                    </a:lnTo>
                    <a:lnTo>
                      <a:pt x="35000" y="45850"/>
                    </a:lnTo>
                    <a:close/>
                    <a:moveTo>
                      <a:pt x="37500" y="47500"/>
                    </a:moveTo>
                    <a:lnTo>
                      <a:pt x="38200" y="47500"/>
                    </a:lnTo>
                    <a:lnTo>
                      <a:pt x="38200" y="48200"/>
                    </a:lnTo>
                    <a:lnTo>
                      <a:pt x="37500" y="48200"/>
                    </a:lnTo>
                    <a:close/>
                    <a:moveTo>
                      <a:pt x="40000" y="45000"/>
                    </a:moveTo>
                    <a:lnTo>
                      <a:pt x="40850" y="45000"/>
                    </a:lnTo>
                    <a:lnTo>
                      <a:pt x="40850" y="45850"/>
                    </a:lnTo>
                    <a:lnTo>
                      <a:pt x="40000" y="45850"/>
                    </a:lnTo>
                    <a:close/>
                    <a:moveTo>
                      <a:pt x="42500" y="47500"/>
                    </a:moveTo>
                    <a:lnTo>
                      <a:pt x="43200" y="47500"/>
                    </a:lnTo>
                    <a:lnTo>
                      <a:pt x="43200" y="48200"/>
                    </a:lnTo>
                    <a:lnTo>
                      <a:pt x="42500" y="48200"/>
                    </a:lnTo>
                    <a:close/>
                    <a:moveTo>
                      <a:pt x="45000" y="45000"/>
                    </a:moveTo>
                    <a:lnTo>
                      <a:pt x="45850" y="45000"/>
                    </a:lnTo>
                    <a:lnTo>
                      <a:pt x="45850" y="45850"/>
                    </a:lnTo>
                    <a:lnTo>
                      <a:pt x="45000" y="45850"/>
                    </a:lnTo>
                    <a:close/>
                    <a:moveTo>
                      <a:pt x="47500" y="47500"/>
                    </a:moveTo>
                    <a:lnTo>
                      <a:pt x="48200" y="47500"/>
                    </a:lnTo>
                    <a:lnTo>
                      <a:pt x="48200" y="48200"/>
                    </a:lnTo>
                    <a:lnTo>
                      <a:pt x="47500" y="48200"/>
                    </a:lnTo>
                    <a:close/>
                    <a:moveTo>
                      <a:pt x="50000" y="45000"/>
                    </a:moveTo>
                    <a:lnTo>
                      <a:pt x="50850" y="45000"/>
                    </a:lnTo>
                    <a:lnTo>
                      <a:pt x="50850" y="45850"/>
                    </a:lnTo>
                    <a:lnTo>
                      <a:pt x="50000" y="45850"/>
                    </a:lnTo>
                    <a:close/>
                    <a:moveTo>
                      <a:pt x="52500" y="47500"/>
                    </a:moveTo>
                    <a:lnTo>
                      <a:pt x="53200" y="47500"/>
                    </a:lnTo>
                    <a:lnTo>
                      <a:pt x="53200" y="48200"/>
                    </a:lnTo>
                    <a:lnTo>
                      <a:pt x="52500" y="48200"/>
                    </a:lnTo>
                    <a:close/>
                    <a:moveTo>
                      <a:pt x="55000" y="45000"/>
                    </a:moveTo>
                    <a:lnTo>
                      <a:pt x="55850" y="45000"/>
                    </a:lnTo>
                    <a:lnTo>
                      <a:pt x="55850" y="45850"/>
                    </a:lnTo>
                    <a:lnTo>
                      <a:pt x="55000" y="45850"/>
                    </a:lnTo>
                    <a:close/>
                    <a:moveTo>
                      <a:pt x="57500" y="47500"/>
                    </a:moveTo>
                    <a:lnTo>
                      <a:pt x="58200" y="47500"/>
                    </a:lnTo>
                    <a:lnTo>
                      <a:pt x="58200" y="48200"/>
                    </a:lnTo>
                    <a:lnTo>
                      <a:pt x="57500" y="48200"/>
                    </a:lnTo>
                    <a:close/>
                    <a:moveTo>
                      <a:pt x="60000" y="45000"/>
                    </a:moveTo>
                    <a:lnTo>
                      <a:pt x="60850" y="45000"/>
                    </a:lnTo>
                    <a:lnTo>
                      <a:pt x="60850" y="45850"/>
                    </a:lnTo>
                    <a:lnTo>
                      <a:pt x="60000" y="45850"/>
                    </a:lnTo>
                    <a:close/>
                    <a:moveTo>
                      <a:pt x="62500" y="47500"/>
                    </a:moveTo>
                    <a:lnTo>
                      <a:pt x="63200" y="47500"/>
                    </a:lnTo>
                    <a:lnTo>
                      <a:pt x="63200" y="48200"/>
                    </a:lnTo>
                    <a:lnTo>
                      <a:pt x="62500" y="48200"/>
                    </a:lnTo>
                    <a:close/>
                    <a:moveTo>
                      <a:pt x="65000" y="45000"/>
                    </a:moveTo>
                    <a:lnTo>
                      <a:pt x="65850" y="45000"/>
                    </a:lnTo>
                    <a:lnTo>
                      <a:pt x="65850" y="45850"/>
                    </a:lnTo>
                    <a:lnTo>
                      <a:pt x="65000" y="45850"/>
                    </a:lnTo>
                    <a:close/>
                    <a:moveTo>
                      <a:pt x="67500" y="47500"/>
                    </a:moveTo>
                    <a:lnTo>
                      <a:pt x="68200" y="47500"/>
                    </a:lnTo>
                    <a:lnTo>
                      <a:pt x="68200" y="48200"/>
                    </a:lnTo>
                    <a:lnTo>
                      <a:pt x="67500" y="48200"/>
                    </a:lnTo>
                    <a:close/>
                    <a:moveTo>
                      <a:pt x="70000" y="45000"/>
                    </a:moveTo>
                    <a:lnTo>
                      <a:pt x="70850" y="45000"/>
                    </a:lnTo>
                    <a:lnTo>
                      <a:pt x="70850" y="45850"/>
                    </a:lnTo>
                    <a:lnTo>
                      <a:pt x="70000" y="45850"/>
                    </a:lnTo>
                    <a:close/>
                    <a:moveTo>
                      <a:pt x="72500" y="47500"/>
                    </a:moveTo>
                    <a:lnTo>
                      <a:pt x="73200" y="47500"/>
                    </a:lnTo>
                    <a:lnTo>
                      <a:pt x="73200" y="48200"/>
                    </a:lnTo>
                    <a:lnTo>
                      <a:pt x="72500" y="48200"/>
                    </a:lnTo>
                    <a:close/>
                    <a:moveTo>
                      <a:pt x="75000" y="45000"/>
                    </a:moveTo>
                    <a:lnTo>
                      <a:pt x="75850" y="45000"/>
                    </a:lnTo>
                    <a:lnTo>
                      <a:pt x="75850" y="45850"/>
                    </a:lnTo>
                    <a:lnTo>
                      <a:pt x="75000" y="45850"/>
                    </a:lnTo>
                    <a:close/>
                    <a:moveTo>
                      <a:pt x="77500" y="47500"/>
                    </a:moveTo>
                    <a:lnTo>
                      <a:pt x="78200" y="47500"/>
                    </a:lnTo>
                    <a:lnTo>
                      <a:pt x="78200" y="48200"/>
                    </a:lnTo>
                    <a:lnTo>
                      <a:pt x="77500" y="48200"/>
                    </a:lnTo>
                    <a:close/>
                    <a:moveTo>
                      <a:pt x="80000" y="45000"/>
                    </a:moveTo>
                    <a:lnTo>
                      <a:pt x="80850" y="45000"/>
                    </a:lnTo>
                    <a:lnTo>
                      <a:pt x="80850" y="45850"/>
                    </a:lnTo>
                    <a:lnTo>
                      <a:pt x="80000" y="45850"/>
                    </a:lnTo>
                    <a:close/>
                    <a:moveTo>
                      <a:pt x="82500" y="47500"/>
                    </a:moveTo>
                    <a:lnTo>
                      <a:pt x="83200" y="47500"/>
                    </a:lnTo>
                    <a:lnTo>
                      <a:pt x="83200" y="48200"/>
                    </a:lnTo>
                    <a:lnTo>
                      <a:pt x="82500" y="48200"/>
                    </a:lnTo>
                    <a:close/>
                    <a:moveTo>
                      <a:pt x="85000" y="45000"/>
                    </a:moveTo>
                    <a:lnTo>
                      <a:pt x="85850" y="45000"/>
                    </a:lnTo>
                    <a:lnTo>
                      <a:pt x="85850" y="45850"/>
                    </a:lnTo>
                    <a:lnTo>
                      <a:pt x="85000" y="45850"/>
                    </a:lnTo>
                    <a:close/>
                    <a:moveTo>
                      <a:pt x="87500" y="47500"/>
                    </a:moveTo>
                    <a:lnTo>
                      <a:pt x="88200" y="47500"/>
                    </a:lnTo>
                    <a:lnTo>
                      <a:pt x="88200" y="48200"/>
                    </a:lnTo>
                    <a:lnTo>
                      <a:pt x="87500" y="48200"/>
                    </a:lnTo>
                    <a:close/>
                    <a:moveTo>
                      <a:pt x="90000" y="45000"/>
                    </a:moveTo>
                    <a:lnTo>
                      <a:pt x="90850" y="45000"/>
                    </a:lnTo>
                    <a:lnTo>
                      <a:pt x="90850" y="45850"/>
                    </a:lnTo>
                    <a:lnTo>
                      <a:pt x="90000" y="45850"/>
                    </a:lnTo>
                    <a:close/>
                    <a:moveTo>
                      <a:pt x="92500" y="47500"/>
                    </a:moveTo>
                    <a:lnTo>
                      <a:pt x="93200" y="47500"/>
                    </a:lnTo>
                    <a:lnTo>
                      <a:pt x="93200" y="48200"/>
                    </a:lnTo>
                    <a:lnTo>
                      <a:pt x="92500" y="48200"/>
                    </a:lnTo>
                    <a:close/>
                    <a:moveTo>
                      <a:pt x="95000" y="45000"/>
                    </a:moveTo>
                    <a:lnTo>
                      <a:pt x="95850" y="45000"/>
                    </a:lnTo>
                    <a:lnTo>
                      <a:pt x="95850" y="45850"/>
                    </a:lnTo>
                    <a:lnTo>
                      <a:pt x="95000" y="45850"/>
                    </a:lnTo>
                    <a:close/>
                    <a:moveTo>
                      <a:pt x="97500" y="47500"/>
                    </a:moveTo>
                    <a:lnTo>
                      <a:pt x="98200" y="47500"/>
                    </a:lnTo>
                    <a:lnTo>
                      <a:pt x="98200" y="48200"/>
                    </a:lnTo>
                    <a:lnTo>
                      <a:pt x="97500" y="48200"/>
                    </a:lnTo>
                    <a:close/>
                    <a:moveTo>
                      <a:pt x="100000" y="45000"/>
                    </a:moveTo>
                    <a:lnTo>
                      <a:pt x="100850" y="45000"/>
                    </a:lnTo>
                    <a:lnTo>
                      <a:pt x="100850" y="45850"/>
                    </a:lnTo>
                    <a:lnTo>
                      <a:pt x="100000" y="45850"/>
                    </a:lnTo>
                    <a:close/>
                    <a:moveTo>
                      <a:pt x="102500" y="47500"/>
                    </a:moveTo>
                    <a:lnTo>
                      <a:pt x="103200" y="47500"/>
                    </a:lnTo>
                    <a:lnTo>
                      <a:pt x="103200" y="48200"/>
                    </a:lnTo>
                    <a:lnTo>
                      <a:pt x="102500" y="48200"/>
                    </a:lnTo>
                    <a:close/>
                    <a:moveTo>
                      <a:pt x="105000" y="45000"/>
                    </a:moveTo>
                    <a:lnTo>
                      <a:pt x="105850" y="45000"/>
                    </a:lnTo>
                    <a:lnTo>
                      <a:pt x="105850" y="45850"/>
                    </a:lnTo>
                    <a:lnTo>
                      <a:pt x="105000" y="45850"/>
                    </a:lnTo>
                    <a:close/>
                    <a:moveTo>
                      <a:pt x="107500" y="47500"/>
                    </a:moveTo>
                    <a:lnTo>
                      <a:pt x="108200" y="47500"/>
                    </a:lnTo>
                    <a:lnTo>
                      <a:pt x="108200" y="48200"/>
                    </a:lnTo>
                    <a:lnTo>
                      <a:pt x="107500" y="48200"/>
                    </a:lnTo>
                    <a:close/>
                    <a:moveTo>
                      <a:pt x="110000" y="45000"/>
                    </a:moveTo>
                    <a:lnTo>
                      <a:pt x="110850" y="45000"/>
                    </a:lnTo>
                    <a:lnTo>
                      <a:pt x="110850" y="45850"/>
                    </a:lnTo>
                    <a:lnTo>
                      <a:pt x="110000" y="45850"/>
                    </a:lnTo>
                    <a:close/>
                    <a:moveTo>
                      <a:pt x="112500" y="47500"/>
                    </a:moveTo>
                    <a:lnTo>
                      <a:pt x="113200" y="47500"/>
                    </a:lnTo>
                    <a:lnTo>
                      <a:pt x="113200" y="48200"/>
                    </a:lnTo>
                    <a:lnTo>
                      <a:pt x="112500" y="48200"/>
                    </a:lnTo>
                    <a:close/>
                    <a:moveTo>
                      <a:pt x="115000" y="45000"/>
                    </a:moveTo>
                    <a:lnTo>
                      <a:pt x="115850" y="45000"/>
                    </a:lnTo>
                    <a:lnTo>
                      <a:pt x="115850" y="45850"/>
                    </a:lnTo>
                    <a:lnTo>
                      <a:pt x="115000" y="45850"/>
                    </a:lnTo>
                    <a:close/>
                    <a:moveTo>
                      <a:pt x="117500" y="47500"/>
                    </a:moveTo>
                    <a:lnTo>
                      <a:pt x="118200" y="47500"/>
                    </a:lnTo>
                    <a:lnTo>
                      <a:pt x="118200" y="48200"/>
                    </a:lnTo>
                    <a:lnTo>
                      <a:pt x="117500" y="48200"/>
                    </a:lnTo>
                    <a:close/>
                    <a:moveTo>
                      <a:pt x="120000" y="45000"/>
                    </a:moveTo>
                    <a:lnTo>
                      <a:pt x="120850" y="45000"/>
                    </a:lnTo>
                    <a:lnTo>
                      <a:pt x="120850" y="45850"/>
                    </a:lnTo>
                    <a:lnTo>
                      <a:pt x="120000" y="45850"/>
                    </a:lnTo>
                    <a:close/>
                    <a:moveTo>
                      <a:pt x="122500" y="47500"/>
                    </a:moveTo>
                    <a:lnTo>
                      <a:pt x="123200" y="47500"/>
                    </a:lnTo>
                    <a:lnTo>
                      <a:pt x="123200" y="48200"/>
                    </a:lnTo>
                    <a:lnTo>
                      <a:pt x="122500" y="48200"/>
                    </a:lnTo>
                    <a:close/>
                    <a:moveTo>
                      <a:pt x="125000" y="45000"/>
                    </a:moveTo>
                    <a:lnTo>
                      <a:pt x="125850" y="45000"/>
                    </a:lnTo>
                    <a:lnTo>
                      <a:pt x="125850" y="45850"/>
                    </a:lnTo>
                    <a:lnTo>
                      <a:pt x="125000" y="45850"/>
                    </a:lnTo>
                    <a:close/>
                    <a:moveTo>
                      <a:pt x="127500" y="47500"/>
                    </a:moveTo>
                    <a:lnTo>
                      <a:pt x="128200" y="47500"/>
                    </a:lnTo>
                    <a:lnTo>
                      <a:pt x="128200" y="48200"/>
                    </a:lnTo>
                    <a:lnTo>
                      <a:pt x="127500" y="48200"/>
                    </a:lnTo>
                    <a:close/>
                    <a:moveTo>
                      <a:pt x="130000" y="45000"/>
                    </a:moveTo>
                    <a:lnTo>
                      <a:pt x="130850" y="45000"/>
                    </a:lnTo>
                    <a:lnTo>
                      <a:pt x="130850" y="45850"/>
                    </a:lnTo>
                    <a:lnTo>
                      <a:pt x="130000" y="45850"/>
                    </a:lnTo>
                    <a:close/>
                    <a:moveTo>
                      <a:pt x="132500" y="47500"/>
                    </a:moveTo>
                    <a:lnTo>
                      <a:pt x="133200" y="47500"/>
                    </a:lnTo>
                    <a:lnTo>
                      <a:pt x="133200" y="48200"/>
                    </a:lnTo>
                    <a:lnTo>
                      <a:pt x="132500" y="48200"/>
                    </a:lnTo>
                    <a:close/>
                    <a:moveTo>
                      <a:pt x="135000" y="45000"/>
                    </a:moveTo>
                    <a:lnTo>
                      <a:pt x="135850" y="45000"/>
                    </a:lnTo>
                    <a:lnTo>
                      <a:pt x="135850" y="45850"/>
                    </a:lnTo>
                    <a:lnTo>
                      <a:pt x="135000" y="45850"/>
                    </a:lnTo>
                    <a:close/>
                    <a:moveTo>
                      <a:pt x="137500" y="47500"/>
                    </a:moveTo>
                    <a:lnTo>
                      <a:pt x="138200" y="47500"/>
                    </a:lnTo>
                    <a:lnTo>
                      <a:pt x="138200" y="48200"/>
                    </a:lnTo>
                    <a:lnTo>
                      <a:pt x="137500" y="48200"/>
                    </a:lnTo>
                    <a:close/>
                    <a:moveTo>
                      <a:pt x="140000" y="45000"/>
                    </a:moveTo>
                    <a:lnTo>
                      <a:pt x="140850" y="45000"/>
                    </a:lnTo>
                    <a:lnTo>
                      <a:pt x="140850" y="45850"/>
                    </a:lnTo>
                    <a:lnTo>
                      <a:pt x="140000" y="45850"/>
                    </a:lnTo>
                    <a:close/>
                    <a:moveTo>
                      <a:pt x="142500" y="47500"/>
                    </a:moveTo>
                    <a:lnTo>
                      <a:pt x="143200" y="47500"/>
                    </a:lnTo>
                    <a:lnTo>
                      <a:pt x="143200" y="48200"/>
                    </a:lnTo>
                    <a:lnTo>
                      <a:pt x="142500" y="48200"/>
                    </a:lnTo>
                    <a:close/>
                    <a:moveTo>
                      <a:pt x="145000" y="45000"/>
                    </a:moveTo>
                    <a:lnTo>
                      <a:pt x="145850" y="45000"/>
                    </a:lnTo>
                    <a:lnTo>
                      <a:pt x="145850" y="45850"/>
                    </a:lnTo>
                    <a:lnTo>
                      <a:pt x="145000" y="45850"/>
                    </a:lnTo>
                    <a:close/>
                    <a:moveTo>
                      <a:pt x="147500" y="47500"/>
                    </a:moveTo>
                    <a:lnTo>
                      <a:pt x="148200" y="47500"/>
                    </a:lnTo>
                    <a:lnTo>
                      <a:pt x="148200" y="48200"/>
                    </a:lnTo>
                    <a:lnTo>
                      <a:pt x="147500" y="48200"/>
                    </a:lnTo>
                    <a:close/>
                    <a:moveTo>
                      <a:pt x="150000" y="45000"/>
                    </a:moveTo>
                    <a:lnTo>
                      <a:pt x="150850" y="45000"/>
                    </a:lnTo>
                    <a:lnTo>
                      <a:pt x="150850" y="45850"/>
                    </a:lnTo>
                    <a:lnTo>
                      <a:pt x="150000" y="45850"/>
                    </a:lnTo>
                    <a:close/>
                    <a:moveTo>
                      <a:pt x="152500" y="47500"/>
                    </a:moveTo>
                    <a:lnTo>
                      <a:pt x="153200" y="47500"/>
                    </a:lnTo>
                    <a:lnTo>
                      <a:pt x="153200" y="48200"/>
                    </a:lnTo>
                    <a:lnTo>
                      <a:pt x="152500" y="48200"/>
                    </a:lnTo>
                    <a:close/>
                    <a:moveTo>
                      <a:pt x="155000" y="45000"/>
                    </a:moveTo>
                    <a:lnTo>
                      <a:pt x="155850" y="45000"/>
                    </a:lnTo>
                    <a:lnTo>
                      <a:pt x="155850" y="45850"/>
                    </a:lnTo>
                    <a:lnTo>
                      <a:pt x="155000" y="45850"/>
                    </a:lnTo>
                    <a:close/>
                    <a:moveTo>
                      <a:pt x="157500" y="47500"/>
                    </a:moveTo>
                    <a:lnTo>
                      <a:pt x="158200" y="47500"/>
                    </a:lnTo>
                    <a:lnTo>
                      <a:pt x="158200" y="48200"/>
                    </a:lnTo>
                    <a:lnTo>
                      <a:pt x="157500" y="48200"/>
                    </a:lnTo>
                    <a:close/>
                    <a:moveTo>
                      <a:pt x="160000" y="45000"/>
                    </a:moveTo>
                    <a:lnTo>
                      <a:pt x="160850" y="45000"/>
                    </a:lnTo>
                    <a:lnTo>
                      <a:pt x="160850" y="45850"/>
                    </a:lnTo>
                    <a:lnTo>
                      <a:pt x="160000" y="45850"/>
                    </a:lnTo>
                    <a:close/>
                    <a:moveTo>
                      <a:pt x="162500" y="47500"/>
                    </a:moveTo>
                    <a:lnTo>
                      <a:pt x="163200" y="47500"/>
                    </a:lnTo>
                    <a:lnTo>
                      <a:pt x="163200" y="48200"/>
                    </a:lnTo>
                    <a:lnTo>
                      <a:pt x="162500" y="48200"/>
                    </a:lnTo>
                    <a:close/>
                    <a:moveTo>
                      <a:pt x="165000" y="45000"/>
                    </a:moveTo>
                    <a:lnTo>
                      <a:pt x="165850" y="45000"/>
                    </a:lnTo>
                    <a:lnTo>
                      <a:pt x="165850" y="45850"/>
                    </a:lnTo>
                    <a:lnTo>
                      <a:pt x="165000" y="45850"/>
                    </a:lnTo>
                    <a:close/>
                    <a:moveTo>
                      <a:pt x="167500" y="47500"/>
                    </a:moveTo>
                    <a:lnTo>
                      <a:pt x="168200" y="47500"/>
                    </a:lnTo>
                    <a:lnTo>
                      <a:pt x="168200" y="48200"/>
                    </a:lnTo>
                    <a:lnTo>
                      <a:pt x="167500" y="48200"/>
                    </a:lnTo>
                    <a:close/>
                    <a:moveTo>
                      <a:pt x="170000" y="45000"/>
                    </a:moveTo>
                    <a:lnTo>
                      <a:pt x="170850" y="45000"/>
                    </a:lnTo>
                    <a:lnTo>
                      <a:pt x="170850" y="45850"/>
                    </a:lnTo>
                    <a:lnTo>
                      <a:pt x="170000" y="45850"/>
                    </a:lnTo>
                    <a:close/>
                    <a:moveTo>
                      <a:pt x="172500" y="47500"/>
                    </a:moveTo>
                    <a:lnTo>
                      <a:pt x="173200" y="47500"/>
                    </a:lnTo>
                    <a:lnTo>
                      <a:pt x="173200" y="48200"/>
                    </a:lnTo>
                    <a:lnTo>
                      <a:pt x="172500" y="48200"/>
                    </a:lnTo>
                    <a:close/>
                    <a:moveTo>
                      <a:pt x="175000" y="45000"/>
                    </a:moveTo>
                    <a:lnTo>
                      <a:pt x="175850" y="45000"/>
                    </a:lnTo>
                    <a:lnTo>
                      <a:pt x="175850" y="45850"/>
                    </a:lnTo>
                    <a:lnTo>
                      <a:pt x="175000" y="45850"/>
                    </a:lnTo>
                    <a:close/>
                    <a:moveTo>
                      <a:pt x="177500" y="47500"/>
                    </a:moveTo>
                    <a:lnTo>
                      <a:pt x="178200" y="47500"/>
                    </a:lnTo>
                    <a:lnTo>
                      <a:pt x="178200" y="48200"/>
                    </a:lnTo>
                    <a:lnTo>
                      <a:pt x="177500" y="48200"/>
                    </a:lnTo>
                    <a:close/>
                    <a:moveTo>
                      <a:pt x="180000" y="45000"/>
                    </a:moveTo>
                    <a:lnTo>
                      <a:pt x="180850" y="45000"/>
                    </a:lnTo>
                    <a:lnTo>
                      <a:pt x="180850" y="45850"/>
                    </a:lnTo>
                    <a:lnTo>
                      <a:pt x="180000" y="45850"/>
                    </a:lnTo>
                    <a:close/>
                    <a:moveTo>
                      <a:pt x="182500" y="47500"/>
                    </a:moveTo>
                    <a:lnTo>
                      <a:pt x="183200" y="47500"/>
                    </a:lnTo>
                    <a:lnTo>
                      <a:pt x="183200" y="48200"/>
                    </a:lnTo>
                    <a:lnTo>
                      <a:pt x="182500" y="48200"/>
                    </a:lnTo>
                    <a:close/>
                    <a:moveTo>
                      <a:pt x="185000" y="45000"/>
                    </a:moveTo>
                    <a:lnTo>
                      <a:pt x="185850" y="45000"/>
                    </a:lnTo>
                    <a:lnTo>
                      <a:pt x="185850" y="45850"/>
                    </a:lnTo>
                    <a:lnTo>
                      <a:pt x="185000" y="45850"/>
                    </a:lnTo>
                    <a:close/>
                    <a:moveTo>
                      <a:pt x="187500" y="47500"/>
                    </a:moveTo>
                    <a:lnTo>
                      <a:pt x="188200" y="47500"/>
                    </a:lnTo>
                    <a:lnTo>
                      <a:pt x="188200" y="48200"/>
                    </a:lnTo>
                    <a:lnTo>
                      <a:pt x="187500" y="48200"/>
                    </a:lnTo>
                    <a:close/>
                    <a:moveTo>
                      <a:pt x="190000" y="45000"/>
                    </a:moveTo>
                    <a:lnTo>
                      <a:pt x="190850" y="45000"/>
                    </a:lnTo>
                    <a:lnTo>
                      <a:pt x="190850" y="45850"/>
                    </a:lnTo>
                    <a:lnTo>
                      <a:pt x="190000" y="45850"/>
                    </a:lnTo>
                    <a:close/>
                    <a:moveTo>
                      <a:pt x="192500" y="47500"/>
                    </a:moveTo>
                    <a:lnTo>
                      <a:pt x="193200" y="47500"/>
                    </a:lnTo>
                    <a:lnTo>
                      <a:pt x="193200" y="48200"/>
                    </a:lnTo>
                    <a:lnTo>
                      <a:pt x="192500" y="48200"/>
                    </a:lnTo>
                    <a:close/>
                    <a:moveTo>
                      <a:pt x="195000" y="45000"/>
                    </a:moveTo>
                    <a:lnTo>
                      <a:pt x="195850" y="45000"/>
                    </a:lnTo>
                    <a:lnTo>
                      <a:pt x="195850" y="45850"/>
                    </a:lnTo>
                    <a:lnTo>
                      <a:pt x="195000" y="45850"/>
                    </a:lnTo>
                    <a:close/>
                    <a:moveTo>
                      <a:pt x="197500" y="47500"/>
                    </a:moveTo>
                    <a:lnTo>
                      <a:pt x="198200" y="47500"/>
                    </a:lnTo>
                    <a:lnTo>
                      <a:pt x="198200" y="48200"/>
                    </a:lnTo>
                    <a:lnTo>
                      <a:pt x="197500" y="48200"/>
                    </a:lnTo>
                    <a:close/>
                    <a:moveTo>
                      <a:pt x="200000" y="45000"/>
                    </a:moveTo>
                    <a:lnTo>
                      <a:pt x="200850" y="45000"/>
                    </a:lnTo>
                    <a:lnTo>
                      <a:pt x="200850" y="45850"/>
                    </a:lnTo>
                    <a:lnTo>
                      <a:pt x="200000" y="45850"/>
                    </a:lnTo>
                    <a:close/>
                    <a:moveTo>
                      <a:pt x="202500" y="47500"/>
                    </a:moveTo>
                    <a:lnTo>
                      <a:pt x="203200" y="47500"/>
                    </a:lnTo>
                    <a:lnTo>
                      <a:pt x="203200" y="48200"/>
                    </a:lnTo>
                    <a:lnTo>
                      <a:pt x="202500" y="48200"/>
                    </a:lnTo>
                    <a:close/>
                    <a:moveTo>
                      <a:pt x="205000" y="45000"/>
                    </a:moveTo>
                    <a:lnTo>
                      <a:pt x="205850" y="45000"/>
                    </a:lnTo>
                    <a:lnTo>
                      <a:pt x="205850" y="45850"/>
                    </a:lnTo>
                    <a:lnTo>
                      <a:pt x="205000" y="45850"/>
                    </a:lnTo>
                    <a:close/>
                    <a:moveTo>
                      <a:pt x="207500" y="47500"/>
                    </a:moveTo>
                    <a:lnTo>
                      <a:pt x="208200" y="47500"/>
                    </a:lnTo>
                    <a:lnTo>
                      <a:pt x="208200" y="48200"/>
                    </a:lnTo>
                    <a:lnTo>
                      <a:pt x="207500" y="48200"/>
                    </a:lnTo>
                    <a:close/>
                    <a:moveTo>
                      <a:pt x="210000" y="45000"/>
                    </a:moveTo>
                    <a:lnTo>
                      <a:pt x="210850" y="45000"/>
                    </a:lnTo>
                    <a:lnTo>
                      <a:pt x="210850" y="45850"/>
                    </a:lnTo>
                    <a:lnTo>
                      <a:pt x="210000" y="45850"/>
                    </a:lnTo>
                    <a:close/>
                    <a:moveTo>
                      <a:pt x="212500" y="47500"/>
                    </a:moveTo>
                    <a:lnTo>
                      <a:pt x="213200" y="47500"/>
                    </a:lnTo>
                    <a:lnTo>
                      <a:pt x="213200" y="48200"/>
                    </a:lnTo>
                    <a:lnTo>
                      <a:pt x="212500" y="48200"/>
                    </a:lnTo>
                    <a:close/>
                    <a:moveTo>
                      <a:pt x="215000" y="45000"/>
                    </a:moveTo>
                    <a:lnTo>
                      <a:pt x="215850" y="45000"/>
                    </a:lnTo>
                    <a:lnTo>
                      <a:pt x="215850" y="45850"/>
                    </a:lnTo>
                    <a:lnTo>
                      <a:pt x="215000" y="45850"/>
                    </a:lnTo>
                    <a:close/>
                    <a:moveTo>
                      <a:pt x="217500" y="47500"/>
                    </a:moveTo>
                    <a:lnTo>
                      <a:pt x="218200" y="47500"/>
                    </a:lnTo>
                    <a:lnTo>
                      <a:pt x="218200" y="48200"/>
                    </a:lnTo>
                    <a:lnTo>
                      <a:pt x="217500" y="48200"/>
                    </a:lnTo>
                    <a:close/>
                    <a:moveTo>
                      <a:pt x="220000" y="45000"/>
                    </a:moveTo>
                    <a:lnTo>
                      <a:pt x="220850" y="45000"/>
                    </a:lnTo>
                    <a:lnTo>
                      <a:pt x="220850" y="45850"/>
                    </a:lnTo>
                    <a:lnTo>
                      <a:pt x="220000" y="45850"/>
                    </a:lnTo>
                    <a:close/>
                    <a:moveTo>
                      <a:pt x="222500" y="47500"/>
                    </a:moveTo>
                    <a:lnTo>
                      <a:pt x="223200" y="47500"/>
                    </a:lnTo>
                    <a:lnTo>
                      <a:pt x="223200" y="48200"/>
                    </a:lnTo>
                    <a:lnTo>
                      <a:pt x="222500" y="48200"/>
                    </a:lnTo>
                    <a:close/>
                    <a:moveTo>
                      <a:pt x="225000" y="45000"/>
                    </a:moveTo>
                    <a:lnTo>
                      <a:pt x="225850" y="45000"/>
                    </a:lnTo>
                    <a:lnTo>
                      <a:pt x="225850" y="45850"/>
                    </a:lnTo>
                    <a:lnTo>
                      <a:pt x="225000" y="45850"/>
                    </a:lnTo>
                    <a:close/>
                    <a:moveTo>
                      <a:pt x="227500" y="47500"/>
                    </a:moveTo>
                    <a:lnTo>
                      <a:pt x="228200" y="47500"/>
                    </a:lnTo>
                    <a:lnTo>
                      <a:pt x="228200" y="48200"/>
                    </a:lnTo>
                    <a:lnTo>
                      <a:pt x="227500" y="48200"/>
                    </a:lnTo>
                    <a:close/>
                    <a:moveTo>
                      <a:pt x="230000" y="45000"/>
                    </a:moveTo>
                    <a:lnTo>
                      <a:pt x="230850" y="45000"/>
                    </a:lnTo>
                    <a:lnTo>
                      <a:pt x="230850" y="45850"/>
                    </a:lnTo>
                    <a:lnTo>
                      <a:pt x="230000" y="45850"/>
                    </a:lnTo>
                    <a:close/>
                    <a:moveTo>
                      <a:pt x="232500" y="47500"/>
                    </a:moveTo>
                    <a:lnTo>
                      <a:pt x="233200" y="47500"/>
                    </a:lnTo>
                    <a:lnTo>
                      <a:pt x="233200" y="48200"/>
                    </a:lnTo>
                    <a:lnTo>
                      <a:pt x="232500" y="48200"/>
                    </a:lnTo>
                    <a:close/>
                    <a:moveTo>
                      <a:pt x="235000" y="45000"/>
                    </a:moveTo>
                    <a:lnTo>
                      <a:pt x="235850" y="45000"/>
                    </a:lnTo>
                    <a:lnTo>
                      <a:pt x="235850" y="45850"/>
                    </a:lnTo>
                    <a:lnTo>
                      <a:pt x="235000" y="45850"/>
                    </a:lnTo>
                    <a:close/>
                    <a:moveTo>
                      <a:pt x="237500" y="47500"/>
                    </a:moveTo>
                    <a:lnTo>
                      <a:pt x="238200" y="47500"/>
                    </a:lnTo>
                    <a:lnTo>
                      <a:pt x="238200" y="48200"/>
                    </a:lnTo>
                    <a:lnTo>
                      <a:pt x="237500" y="48200"/>
                    </a:lnTo>
                    <a:close/>
                    <a:moveTo>
                      <a:pt x="240000" y="45000"/>
                    </a:moveTo>
                    <a:lnTo>
                      <a:pt x="240850" y="45000"/>
                    </a:lnTo>
                    <a:lnTo>
                      <a:pt x="240850" y="45850"/>
                    </a:lnTo>
                    <a:lnTo>
                      <a:pt x="240000" y="45850"/>
                    </a:lnTo>
                    <a:close/>
                    <a:moveTo>
                      <a:pt x="242500" y="47500"/>
                    </a:moveTo>
                    <a:lnTo>
                      <a:pt x="243200" y="47500"/>
                    </a:lnTo>
                    <a:lnTo>
                      <a:pt x="243200" y="48200"/>
                    </a:lnTo>
                    <a:lnTo>
                      <a:pt x="242500" y="48200"/>
                    </a:lnTo>
                    <a:close/>
                    <a:moveTo>
                      <a:pt x="245000" y="45000"/>
                    </a:moveTo>
                    <a:lnTo>
                      <a:pt x="245850" y="45000"/>
                    </a:lnTo>
                    <a:lnTo>
                      <a:pt x="245850" y="45850"/>
                    </a:lnTo>
                    <a:lnTo>
                      <a:pt x="245000" y="45850"/>
                    </a:lnTo>
                    <a:close/>
                    <a:moveTo>
                      <a:pt x="247500" y="47500"/>
                    </a:moveTo>
                    <a:lnTo>
                      <a:pt x="248200" y="47500"/>
                    </a:lnTo>
                    <a:lnTo>
                      <a:pt x="248200" y="48200"/>
                    </a:lnTo>
                    <a:lnTo>
                      <a:pt x="247500" y="48200"/>
                    </a:lnTo>
                    <a:close/>
                    <a:moveTo>
                      <a:pt x="250000" y="45000"/>
                    </a:moveTo>
                    <a:lnTo>
                      <a:pt x="250850" y="45000"/>
                    </a:lnTo>
                    <a:lnTo>
                      <a:pt x="250850" y="45850"/>
                    </a:lnTo>
                    <a:lnTo>
                      <a:pt x="250000" y="45850"/>
                    </a:lnTo>
                    <a:close/>
                    <a:moveTo>
                      <a:pt x="252500" y="47500"/>
                    </a:moveTo>
                    <a:lnTo>
                      <a:pt x="253200" y="47500"/>
                    </a:lnTo>
                    <a:lnTo>
                      <a:pt x="253200" y="48200"/>
                    </a:lnTo>
                    <a:lnTo>
                      <a:pt x="252500" y="48200"/>
                    </a:lnTo>
                    <a:close/>
                    <a:moveTo>
                      <a:pt x="255000" y="45000"/>
                    </a:moveTo>
                    <a:lnTo>
                      <a:pt x="255850" y="45000"/>
                    </a:lnTo>
                    <a:lnTo>
                      <a:pt x="255850" y="45850"/>
                    </a:lnTo>
                    <a:lnTo>
                      <a:pt x="255000" y="45850"/>
                    </a:lnTo>
                    <a:close/>
                    <a:moveTo>
                      <a:pt x="257500" y="47500"/>
                    </a:moveTo>
                    <a:lnTo>
                      <a:pt x="258200" y="47500"/>
                    </a:lnTo>
                    <a:lnTo>
                      <a:pt x="258200" y="48200"/>
                    </a:lnTo>
                    <a:lnTo>
                      <a:pt x="257500" y="48200"/>
                    </a:lnTo>
                    <a:close/>
                    <a:moveTo>
                      <a:pt x="260000" y="45000"/>
                    </a:moveTo>
                    <a:lnTo>
                      <a:pt x="260850" y="45000"/>
                    </a:lnTo>
                    <a:lnTo>
                      <a:pt x="260850" y="45850"/>
                    </a:lnTo>
                    <a:lnTo>
                      <a:pt x="260000" y="45850"/>
                    </a:lnTo>
                    <a:close/>
                    <a:moveTo>
                      <a:pt x="262500" y="47500"/>
                    </a:moveTo>
                    <a:lnTo>
                      <a:pt x="263200" y="47500"/>
                    </a:lnTo>
                    <a:lnTo>
                      <a:pt x="263200" y="48200"/>
                    </a:lnTo>
                    <a:lnTo>
                      <a:pt x="262500" y="48200"/>
                    </a:lnTo>
                    <a:close/>
                    <a:moveTo>
                      <a:pt x="265000" y="45000"/>
                    </a:moveTo>
                    <a:lnTo>
                      <a:pt x="265850" y="45000"/>
                    </a:lnTo>
                    <a:lnTo>
                      <a:pt x="265850" y="45850"/>
                    </a:lnTo>
                    <a:lnTo>
                      <a:pt x="265000" y="45850"/>
                    </a:lnTo>
                    <a:close/>
                    <a:moveTo>
                      <a:pt x="267500" y="47500"/>
                    </a:moveTo>
                    <a:lnTo>
                      <a:pt x="268200" y="47500"/>
                    </a:lnTo>
                    <a:lnTo>
                      <a:pt x="268200" y="48200"/>
                    </a:lnTo>
                    <a:lnTo>
                      <a:pt x="267500" y="48200"/>
                    </a:lnTo>
                    <a:close/>
                    <a:moveTo>
                      <a:pt x="270000" y="45000"/>
                    </a:moveTo>
                    <a:lnTo>
                      <a:pt x="270850" y="45000"/>
                    </a:lnTo>
                    <a:lnTo>
                      <a:pt x="270850" y="45850"/>
                    </a:lnTo>
                    <a:lnTo>
                      <a:pt x="270000" y="45850"/>
                    </a:lnTo>
                    <a:close/>
                    <a:moveTo>
                      <a:pt x="272500" y="47500"/>
                    </a:moveTo>
                    <a:lnTo>
                      <a:pt x="273200" y="47500"/>
                    </a:lnTo>
                    <a:lnTo>
                      <a:pt x="273200" y="48200"/>
                    </a:lnTo>
                    <a:lnTo>
                      <a:pt x="272500" y="48200"/>
                    </a:lnTo>
                    <a:close/>
                    <a:moveTo>
                      <a:pt x="275000" y="45000"/>
                    </a:moveTo>
                    <a:lnTo>
                      <a:pt x="275850" y="45000"/>
                    </a:lnTo>
                    <a:lnTo>
                      <a:pt x="275850" y="45850"/>
                    </a:lnTo>
                    <a:lnTo>
                      <a:pt x="275000" y="45850"/>
                    </a:lnTo>
                    <a:close/>
                    <a:moveTo>
                      <a:pt x="277500" y="47500"/>
                    </a:moveTo>
                    <a:lnTo>
                      <a:pt x="278200" y="47500"/>
                    </a:lnTo>
                    <a:lnTo>
                      <a:pt x="278200" y="48200"/>
                    </a:lnTo>
                    <a:lnTo>
                      <a:pt x="277500" y="48200"/>
                    </a:lnTo>
                    <a:close/>
                    <a:moveTo>
                      <a:pt x="280000" y="45000"/>
                    </a:moveTo>
                    <a:lnTo>
                      <a:pt x="280850" y="45000"/>
                    </a:lnTo>
                    <a:lnTo>
                      <a:pt x="280850" y="45850"/>
                    </a:lnTo>
                    <a:lnTo>
                      <a:pt x="280000" y="45850"/>
                    </a:lnTo>
                    <a:close/>
                    <a:moveTo>
                      <a:pt x="282500" y="47500"/>
                    </a:moveTo>
                    <a:lnTo>
                      <a:pt x="283200" y="47500"/>
                    </a:lnTo>
                    <a:lnTo>
                      <a:pt x="283200" y="48200"/>
                    </a:lnTo>
                    <a:lnTo>
                      <a:pt x="282500" y="48200"/>
                    </a:lnTo>
                    <a:close/>
                    <a:moveTo>
                      <a:pt x="285000" y="45000"/>
                    </a:moveTo>
                    <a:lnTo>
                      <a:pt x="285850" y="45000"/>
                    </a:lnTo>
                    <a:lnTo>
                      <a:pt x="285850" y="45850"/>
                    </a:lnTo>
                    <a:lnTo>
                      <a:pt x="285000" y="45850"/>
                    </a:lnTo>
                    <a:close/>
                    <a:moveTo>
                      <a:pt x="287500" y="47500"/>
                    </a:moveTo>
                    <a:lnTo>
                      <a:pt x="288200" y="47500"/>
                    </a:lnTo>
                    <a:lnTo>
                      <a:pt x="288200" y="48200"/>
                    </a:lnTo>
                    <a:lnTo>
                      <a:pt x="287500" y="48200"/>
                    </a:lnTo>
                    <a:close/>
                    <a:moveTo>
                      <a:pt x="0" y="50000"/>
                    </a:moveTo>
                    <a:lnTo>
                      <a:pt x="850" y="50000"/>
                    </a:lnTo>
                    <a:lnTo>
                      <a:pt x="850" y="50850"/>
                    </a:lnTo>
                    <a:lnTo>
                      <a:pt x="0" y="50850"/>
                    </a:lnTo>
                    <a:close/>
                    <a:moveTo>
                      <a:pt x="2500" y="52500"/>
                    </a:moveTo>
                    <a:lnTo>
                      <a:pt x="3200" y="52500"/>
                    </a:lnTo>
                    <a:lnTo>
                      <a:pt x="3200" y="53200"/>
                    </a:lnTo>
                    <a:lnTo>
                      <a:pt x="2500" y="53200"/>
                    </a:lnTo>
                    <a:close/>
                    <a:moveTo>
                      <a:pt x="5000" y="50000"/>
                    </a:moveTo>
                    <a:lnTo>
                      <a:pt x="5850" y="50000"/>
                    </a:lnTo>
                    <a:lnTo>
                      <a:pt x="5850" y="50850"/>
                    </a:lnTo>
                    <a:lnTo>
                      <a:pt x="5000" y="50850"/>
                    </a:lnTo>
                    <a:close/>
                    <a:moveTo>
                      <a:pt x="7500" y="52500"/>
                    </a:moveTo>
                    <a:lnTo>
                      <a:pt x="8200" y="52500"/>
                    </a:lnTo>
                    <a:lnTo>
                      <a:pt x="8200" y="53200"/>
                    </a:lnTo>
                    <a:lnTo>
                      <a:pt x="7500" y="53200"/>
                    </a:lnTo>
                    <a:close/>
                    <a:moveTo>
                      <a:pt x="10000" y="50000"/>
                    </a:moveTo>
                    <a:lnTo>
                      <a:pt x="10850" y="50000"/>
                    </a:lnTo>
                    <a:lnTo>
                      <a:pt x="10850" y="50850"/>
                    </a:lnTo>
                    <a:lnTo>
                      <a:pt x="10000" y="50850"/>
                    </a:lnTo>
                    <a:close/>
                    <a:moveTo>
                      <a:pt x="12500" y="52500"/>
                    </a:moveTo>
                    <a:lnTo>
                      <a:pt x="13200" y="52500"/>
                    </a:lnTo>
                    <a:lnTo>
                      <a:pt x="13200" y="53200"/>
                    </a:lnTo>
                    <a:lnTo>
                      <a:pt x="12500" y="53200"/>
                    </a:lnTo>
                    <a:close/>
                    <a:moveTo>
                      <a:pt x="15000" y="50000"/>
                    </a:moveTo>
                    <a:lnTo>
                      <a:pt x="15850" y="50000"/>
                    </a:lnTo>
                    <a:lnTo>
                      <a:pt x="15850" y="50850"/>
                    </a:lnTo>
                    <a:lnTo>
                      <a:pt x="15000" y="50850"/>
                    </a:lnTo>
                    <a:close/>
                    <a:moveTo>
                      <a:pt x="17500" y="52500"/>
                    </a:moveTo>
                    <a:lnTo>
                      <a:pt x="18200" y="52500"/>
                    </a:lnTo>
                    <a:lnTo>
                      <a:pt x="18200" y="53200"/>
                    </a:lnTo>
                    <a:lnTo>
                      <a:pt x="17500" y="53200"/>
                    </a:lnTo>
                    <a:close/>
                    <a:moveTo>
                      <a:pt x="20000" y="50000"/>
                    </a:moveTo>
                    <a:lnTo>
                      <a:pt x="20850" y="50000"/>
                    </a:lnTo>
                    <a:lnTo>
                      <a:pt x="20850" y="50850"/>
                    </a:lnTo>
                    <a:lnTo>
                      <a:pt x="20000" y="50850"/>
                    </a:lnTo>
                    <a:close/>
                    <a:moveTo>
                      <a:pt x="22500" y="52500"/>
                    </a:moveTo>
                    <a:lnTo>
                      <a:pt x="23200" y="52500"/>
                    </a:lnTo>
                    <a:lnTo>
                      <a:pt x="23200" y="53200"/>
                    </a:lnTo>
                    <a:lnTo>
                      <a:pt x="22500" y="53200"/>
                    </a:lnTo>
                    <a:close/>
                    <a:moveTo>
                      <a:pt x="25000" y="50000"/>
                    </a:moveTo>
                    <a:lnTo>
                      <a:pt x="25850" y="50000"/>
                    </a:lnTo>
                    <a:lnTo>
                      <a:pt x="25850" y="50850"/>
                    </a:lnTo>
                    <a:lnTo>
                      <a:pt x="25000" y="50850"/>
                    </a:lnTo>
                    <a:close/>
                    <a:moveTo>
                      <a:pt x="27500" y="52500"/>
                    </a:moveTo>
                    <a:lnTo>
                      <a:pt x="28200" y="52500"/>
                    </a:lnTo>
                    <a:lnTo>
                      <a:pt x="28200" y="53200"/>
                    </a:lnTo>
                    <a:lnTo>
                      <a:pt x="27500" y="53200"/>
                    </a:lnTo>
                    <a:close/>
                    <a:moveTo>
                      <a:pt x="30000" y="50000"/>
                    </a:moveTo>
                    <a:lnTo>
                      <a:pt x="30850" y="50000"/>
                    </a:lnTo>
                    <a:lnTo>
                      <a:pt x="30850" y="50850"/>
                    </a:lnTo>
                    <a:lnTo>
                      <a:pt x="30000" y="50850"/>
                    </a:lnTo>
                    <a:close/>
                    <a:moveTo>
                      <a:pt x="32500" y="52500"/>
                    </a:moveTo>
                    <a:lnTo>
                      <a:pt x="33200" y="52500"/>
                    </a:lnTo>
                    <a:lnTo>
                      <a:pt x="33200" y="53200"/>
                    </a:lnTo>
                    <a:lnTo>
                      <a:pt x="32500" y="53200"/>
                    </a:lnTo>
                    <a:close/>
                    <a:moveTo>
                      <a:pt x="35000" y="50000"/>
                    </a:moveTo>
                    <a:lnTo>
                      <a:pt x="35850" y="50000"/>
                    </a:lnTo>
                    <a:lnTo>
                      <a:pt x="35850" y="50850"/>
                    </a:lnTo>
                    <a:lnTo>
                      <a:pt x="35000" y="50850"/>
                    </a:lnTo>
                    <a:close/>
                    <a:moveTo>
                      <a:pt x="37500" y="52500"/>
                    </a:moveTo>
                    <a:lnTo>
                      <a:pt x="38200" y="52500"/>
                    </a:lnTo>
                    <a:lnTo>
                      <a:pt x="38200" y="53200"/>
                    </a:lnTo>
                    <a:lnTo>
                      <a:pt x="37500" y="53200"/>
                    </a:lnTo>
                    <a:close/>
                    <a:moveTo>
                      <a:pt x="40000" y="50000"/>
                    </a:moveTo>
                    <a:lnTo>
                      <a:pt x="40850" y="50000"/>
                    </a:lnTo>
                    <a:lnTo>
                      <a:pt x="40850" y="50850"/>
                    </a:lnTo>
                    <a:lnTo>
                      <a:pt x="40000" y="50850"/>
                    </a:lnTo>
                    <a:close/>
                    <a:moveTo>
                      <a:pt x="42500" y="52500"/>
                    </a:moveTo>
                    <a:lnTo>
                      <a:pt x="43200" y="52500"/>
                    </a:lnTo>
                    <a:lnTo>
                      <a:pt x="43200" y="53200"/>
                    </a:lnTo>
                    <a:lnTo>
                      <a:pt x="42500" y="53200"/>
                    </a:lnTo>
                    <a:close/>
                    <a:moveTo>
                      <a:pt x="45000" y="50000"/>
                    </a:moveTo>
                    <a:lnTo>
                      <a:pt x="45850" y="50000"/>
                    </a:lnTo>
                    <a:lnTo>
                      <a:pt x="45850" y="50850"/>
                    </a:lnTo>
                    <a:lnTo>
                      <a:pt x="45000" y="50850"/>
                    </a:lnTo>
                    <a:close/>
                    <a:moveTo>
                      <a:pt x="47500" y="52500"/>
                    </a:moveTo>
                    <a:lnTo>
                      <a:pt x="48200" y="52500"/>
                    </a:lnTo>
                    <a:lnTo>
                      <a:pt x="48200" y="53200"/>
                    </a:lnTo>
                    <a:lnTo>
                      <a:pt x="47500" y="53200"/>
                    </a:lnTo>
                    <a:close/>
                    <a:moveTo>
                      <a:pt x="50000" y="50000"/>
                    </a:moveTo>
                    <a:lnTo>
                      <a:pt x="50850" y="50000"/>
                    </a:lnTo>
                    <a:lnTo>
                      <a:pt x="50850" y="50850"/>
                    </a:lnTo>
                    <a:lnTo>
                      <a:pt x="50000" y="50850"/>
                    </a:lnTo>
                    <a:close/>
                    <a:moveTo>
                      <a:pt x="52500" y="52500"/>
                    </a:moveTo>
                    <a:lnTo>
                      <a:pt x="53200" y="52500"/>
                    </a:lnTo>
                    <a:lnTo>
                      <a:pt x="53200" y="53200"/>
                    </a:lnTo>
                    <a:lnTo>
                      <a:pt x="52500" y="53200"/>
                    </a:lnTo>
                    <a:close/>
                    <a:moveTo>
                      <a:pt x="55000" y="50000"/>
                    </a:moveTo>
                    <a:lnTo>
                      <a:pt x="55850" y="50000"/>
                    </a:lnTo>
                    <a:lnTo>
                      <a:pt x="55850" y="50850"/>
                    </a:lnTo>
                    <a:lnTo>
                      <a:pt x="55000" y="50850"/>
                    </a:lnTo>
                    <a:close/>
                    <a:moveTo>
                      <a:pt x="57500" y="52500"/>
                    </a:moveTo>
                    <a:lnTo>
                      <a:pt x="58200" y="52500"/>
                    </a:lnTo>
                    <a:lnTo>
                      <a:pt x="58200" y="53200"/>
                    </a:lnTo>
                    <a:lnTo>
                      <a:pt x="57500" y="53200"/>
                    </a:lnTo>
                    <a:close/>
                    <a:moveTo>
                      <a:pt x="60000" y="50000"/>
                    </a:moveTo>
                    <a:lnTo>
                      <a:pt x="60850" y="50000"/>
                    </a:lnTo>
                    <a:lnTo>
                      <a:pt x="60850" y="50850"/>
                    </a:lnTo>
                    <a:lnTo>
                      <a:pt x="60000" y="50850"/>
                    </a:lnTo>
                    <a:close/>
                    <a:moveTo>
                      <a:pt x="62500" y="52500"/>
                    </a:moveTo>
                    <a:lnTo>
                      <a:pt x="63200" y="52500"/>
                    </a:lnTo>
                    <a:lnTo>
                      <a:pt x="63200" y="53200"/>
                    </a:lnTo>
                    <a:lnTo>
                      <a:pt x="62500" y="53200"/>
                    </a:lnTo>
                    <a:close/>
                    <a:moveTo>
                      <a:pt x="65000" y="50000"/>
                    </a:moveTo>
                    <a:lnTo>
                      <a:pt x="65850" y="50000"/>
                    </a:lnTo>
                    <a:lnTo>
                      <a:pt x="65850" y="50850"/>
                    </a:lnTo>
                    <a:lnTo>
                      <a:pt x="65000" y="50850"/>
                    </a:lnTo>
                    <a:close/>
                    <a:moveTo>
                      <a:pt x="67500" y="52500"/>
                    </a:moveTo>
                    <a:lnTo>
                      <a:pt x="68200" y="52500"/>
                    </a:lnTo>
                    <a:lnTo>
                      <a:pt x="68200" y="53200"/>
                    </a:lnTo>
                    <a:lnTo>
                      <a:pt x="67500" y="53200"/>
                    </a:lnTo>
                    <a:close/>
                    <a:moveTo>
                      <a:pt x="70000" y="50000"/>
                    </a:moveTo>
                    <a:lnTo>
                      <a:pt x="70850" y="50000"/>
                    </a:lnTo>
                    <a:lnTo>
                      <a:pt x="70850" y="50850"/>
                    </a:lnTo>
                    <a:lnTo>
                      <a:pt x="70000" y="50850"/>
                    </a:lnTo>
                    <a:close/>
                    <a:moveTo>
                      <a:pt x="72500" y="52500"/>
                    </a:moveTo>
                    <a:lnTo>
                      <a:pt x="73200" y="52500"/>
                    </a:lnTo>
                    <a:lnTo>
                      <a:pt x="73200" y="53200"/>
                    </a:lnTo>
                    <a:lnTo>
                      <a:pt x="72500" y="53200"/>
                    </a:lnTo>
                    <a:close/>
                    <a:moveTo>
                      <a:pt x="75000" y="50000"/>
                    </a:moveTo>
                    <a:lnTo>
                      <a:pt x="75850" y="50000"/>
                    </a:lnTo>
                    <a:lnTo>
                      <a:pt x="75850" y="50850"/>
                    </a:lnTo>
                    <a:lnTo>
                      <a:pt x="75000" y="50850"/>
                    </a:lnTo>
                    <a:close/>
                    <a:moveTo>
                      <a:pt x="77500" y="52500"/>
                    </a:moveTo>
                    <a:lnTo>
                      <a:pt x="78200" y="52500"/>
                    </a:lnTo>
                    <a:lnTo>
                      <a:pt x="78200" y="53200"/>
                    </a:lnTo>
                    <a:lnTo>
                      <a:pt x="77500" y="53200"/>
                    </a:lnTo>
                    <a:close/>
                    <a:moveTo>
                      <a:pt x="80000" y="50000"/>
                    </a:moveTo>
                    <a:lnTo>
                      <a:pt x="80850" y="50000"/>
                    </a:lnTo>
                    <a:lnTo>
                      <a:pt x="80850" y="50850"/>
                    </a:lnTo>
                    <a:lnTo>
                      <a:pt x="80000" y="50850"/>
                    </a:lnTo>
                    <a:close/>
                    <a:moveTo>
                      <a:pt x="82500" y="52500"/>
                    </a:moveTo>
                    <a:lnTo>
                      <a:pt x="83200" y="52500"/>
                    </a:lnTo>
                    <a:lnTo>
                      <a:pt x="83200" y="53200"/>
                    </a:lnTo>
                    <a:lnTo>
                      <a:pt x="82500" y="53200"/>
                    </a:lnTo>
                    <a:close/>
                    <a:moveTo>
                      <a:pt x="85000" y="50000"/>
                    </a:moveTo>
                    <a:lnTo>
                      <a:pt x="85850" y="50000"/>
                    </a:lnTo>
                    <a:lnTo>
                      <a:pt x="85850" y="50850"/>
                    </a:lnTo>
                    <a:lnTo>
                      <a:pt x="85000" y="50850"/>
                    </a:lnTo>
                    <a:close/>
                    <a:moveTo>
                      <a:pt x="87500" y="52500"/>
                    </a:moveTo>
                    <a:lnTo>
                      <a:pt x="88200" y="52500"/>
                    </a:lnTo>
                    <a:lnTo>
                      <a:pt x="88200" y="53200"/>
                    </a:lnTo>
                    <a:lnTo>
                      <a:pt x="87500" y="53200"/>
                    </a:lnTo>
                    <a:close/>
                    <a:moveTo>
                      <a:pt x="90000" y="50000"/>
                    </a:moveTo>
                    <a:lnTo>
                      <a:pt x="90850" y="50000"/>
                    </a:lnTo>
                    <a:lnTo>
                      <a:pt x="90850" y="50850"/>
                    </a:lnTo>
                    <a:lnTo>
                      <a:pt x="90000" y="50850"/>
                    </a:lnTo>
                    <a:close/>
                    <a:moveTo>
                      <a:pt x="92500" y="52500"/>
                    </a:moveTo>
                    <a:lnTo>
                      <a:pt x="93200" y="52500"/>
                    </a:lnTo>
                    <a:lnTo>
                      <a:pt x="93200" y="53200"/>
                    </a:lnTo>
                    <a:lnTo>
                      <a:pt x="92500" y="53200"/>
                    </a:lnTo>
                    <a:close/>
                    <a:moveTo>
                      <a:pt x="95000" y="50000"/>
                    </a:moveTo>
                    <a:lnTo>
                      <a:pt x="95850" y="50000"/>
                    </a:lnTo>
                    <a:lnTo>
                      <a:pt x="95850" y="50850"/>
                    </a:lnTo>
                    <a:lnTo>
                      <a:pt x="95000" y="50850"/>
                    </a:lnTo>
                    <a:close/>
                    <a:moveTo>
                      <a:pt x="97500" y="52500"/>
                    </a:moveTo>
                    <a:lnTo>
                      <a:pt x="98200" y="52500"/>
                    </a:lnTo>
                    <a:lnTo>
                      <a:pt x="98200" y="53200"/>
                    </a:lnTo>
                    <a:lnTo>
                      <a:pt x="97500" y="53200"/>
                    </a:lnTo>
                    <a:close/>
                    <a:moveTo>
                      <a:pt x="100000" y="50000"/>
                    </a:moveTo>
                    <a:lnTo>
                      <a:pt x="100850" y="50000"/>
                    </a:lnTo>
                    <a:lnTo>
                      <a:pt x="100850" y="50850"/>
                    </a:lnTo>
                    <a:lnTo>
                      <a:pt x="100000" y="50850"/>
                    </a:lnTo>
                    <a:close/>
                    <a:moveTo>
                      <a:pt x="102500" y="52500"/>
                    </a:moveTo>
                    <a:lnTo>
                      <a:pt x="103200" y="52500"/>
                    </a:lnTo>
                    <a:lnTo>
                      <a:pt x="103200" y="53200"/>
                    </a:lnTo>
                    <a:lnTo>
                      <a:pt x="102500" y="53200"/>
                    </a:lnTo>
                    <a:close/>
                    <a:moveTo>
                      <a:pt x="105000" y="50000"/>
                    </a:moveTo>
                    <a:lnTo>
                      <a:pt x="105850" y="50000"/>
                    </a:lnTo>
                    <a:lnTo>
                      <a:pt x="105850" y="50850"/>
                    </a:lnTo>
                    <a:lnTo>
                      <a:pt x="105000" y="50850"/>
                    </a:lnTo>
                    <a:close/>
                    <a:moveTo>
                      <a:pt x="107500" y="52500"/>
                    </a:moveTo>
                    <a:lnTo>
                      <a:pt x="108200" y="52500"/>
                    </a:lnTo>
                    <a:lnTo>
                      <a:pt x="108200" y="53200"/>
                    </a:lnTo>
                    <a:lnTo>
                      <a:pt x="107500" y="53200"/>
                    </a:lnTo>
                    <a:close/>
                    <a:moveTo>
                      <a:pt x="110000" y="50000"/>
                    </a:moveTo>
                    <a:lnTo>
                      <a:pt x="110850" y="50000"/>
                    </a:lnTo>
                    <a:lnTo>
                      <a:pt x="110850" y="50850"/>
                    </a:lnTo>
                    <a:lnTo>
                      <a:pt x="110000" y="50850"/>
                    </a:lnTo>
                    <a:close/>
                    <a:moveTo>
                      <a:pt x="112500" y="52500"/>
                    </a:moveTo>
                    <a:lnTo>
                      <a:pt x="113200" y="52500"/>
                    </a:lnTo>
                    <a:lnTo>
                      <a:pt x="113200" y="53200"/>
                    </a:lnTo>
                    <a:lnTo>
                      <a:pt x="112500" y="53200"/>
                    </a:lnTo>
                    <a:close/>
                    <a:moveTo>
                      <a:pt x="115000" y="50000"/>
                    </a:moveTo>
                    <a:lnTo>
                      <a:pt x="115850" y="50000"/>
                    </a:lnTo>
                    <a:lnTo>
                      <a:pt x="115850" y="50850"/>
                    </a:lnTo>
                    <a:lnTo>
                      <a:pt x="115000" y="50850"/>
                    </a:lnTo>
                    <a:close/>
                    <a:moveTo>
                      <a:pt x="117500" y="52500"/>
                    </a:moveTo>
                    <a:lnTo>
                      <a:pt x="118200" y="52500"/>
                    </a:lnTo>
                    <a:lnTo>
                      <a:pt x="118200" y="53200"/>
                    </a:lnTo>
                    <a:lnTo>
                      <a:pt x="117500" y="53200"/>
                    </a:lnTo>
                    <a:close/>
                    <a:moveTo>
                      <a:pt x="120000" y="50000"/>
                    </a:moveTo>
                    <a:lnTo>
                      <a:pt x="120850" y="50000"/>
                    </a:lnTo>
                    <a:lnTo>
                      <a:pt x="120850" y="50850"/>
                    </a:lnTo>
                    <a:lnTo>
                      <a:pt x="120000" y="50850"/>
                    </a:lnTo>
                    <a:close/>
                    <a:moveTo>
                      <a:pt x="122500" y="52500"/>
                    </a:moveTo>
                    <a:lnTo>
                      <a:pt x="123200" y="52500"/>
                    </a:lnTo>
                    <a:lnTo>
                      <a:pt x="123200" y="53200"/>
                    </a:lnTo>
                    <a:lnTo>
                      <a:pt x="122500" y="53200"/>
                    </a:lnTo>
                    <a:close/>
                    <a:moveTo>
                      <a:pt x="125000" y="50000"/>
                    </a:moveTo>
                    <a:lnTo>
                      <a:pt x="125850" y="50000"/>
                    </a:lnTo>
                    <a:lnTo>
                      <a:pt x="125850" y="50850"/>
                    </a:lnTo>
                    <a:lnTo>
                      <a:pt x="125000" y="50850"/>
                    </a:lnTo>
                    <a:close/>
                    <a:moveTo>
                      <a:pt x="127500" y="52500"/>
                    </a:moveTo>
                    <a:lnTo>
                      <a:pt x="128200" y="52500"/>
                    </a:lnTo>
                    <a:lnTo>
                      <a:pt x="128200" y="53200"/>
                    </a:lnTo>
                    <a:lnTo>
                      <a:pt x="127500" y="53200"/>
                    </a:lnTo>
                    <a:close/>
                    <a:moveTo>
                      <a:pt x="130000" y="50000"/>
                    </a:moveTo>
                    <a:lnTo>
                      <a:pt x="130850" y="50000"/>
                    </a:lnTo>
                    <a:lnTo>
                      <a:pt x="130850" y="50850"/>
                    </a:lnTo>
                    <a:lnTo>
                      <a:pt x="130000" y="50850"/>
                    </a:lnTo>
                    <a:close/>
                    <a:moveTo>
                      <a:pt x="132500" y="52500"/>
                    </a:moveTo>
                    <a:lnTo>
                      <a:pt x="133200" y="52500"/>
                    </a:lnTo>
                    <a:lnTo>
                      <a:pt x="133200" y="53200"/>
                    </a:lnTo>
                    <a:lnTo>
                      <a:pt x="132500" y="53200"/>
                    </a:lnTo>
                    <a:close/>
                    <a:moveTo>
                      <a:pt x="135000" y="50000"/>
                    </a:moveTo>
                    <a:lnTo>
                      <a:pt x="135850" y="50000"/>
                    </a:lnTo>
                    <a:lnTo>
                      <a:pt x="135850" y="50850"/>
                    </a:lnTo>
                    <a:lnTo>
                      <a:pt x="135000" y="50850"/>
                    </a:lnTo>
                    <a:close/>
                    <a:moveTo>
                      <a:pt x="137500" y="52500"/>
                    </a:moveTo>
                    <a:lnTo>
                      <a:pt x="138200" y="52500"/>
                    </a:lnTo>
                    <a:lnTo>
                      <a:pt x="138200" y="53200"/>
                    </a:lnTo>
                    <a:lnTo>
                      <a:pt x="137500" y="53200"/>
                    </a:lnTo>
                    <a:close/>
                    <a:moveTo>
                      <a:pt x="140000" y="50000"/>
                    </a:moveTo>
                    <a:lnTo>
                      <a:pt x="140850" y="50000"/>
                    </a:lnTo>
                    <a:lnTo>
                      <a:pt x="140850" y="50850"/>
                    </a:lnTo>
                    <a:lnTo>
                      <a:pt x="140000" y="50850"/>
                    </a:lnTo>
                    <a:close/>
                    <a:moveTo>
                      <a:pt x="142500" y="52500"/>
                    </a:moveTo>
                    <a:lnTo>
                      <a:pt x="143200" y="52500"/>
                    </a:lnTo>
                    <a:lnTo>
                      <a:pt x="143200" y="53200"/>
                    </a:lnTo>
                    <a:lnTo>
                      <a:pt x="142500" y="53200"/>
                    </a:lnTo>
                    <a:close/>
                    <a:moveTo>
                      <a:pt x="145000" y="50000"/>
                    </a:moveTo>
                    <a:lnTo>
                      <a:pt x="145850" y="50000"/>
                    </a:lnTo>
                    <a:lnTo>
                      <a:pt x="145850" y="50850"/>
                    </a:lnTo>
                    <a:lnTo>
                      <a:pt x="145000" y="50850"/>
                    </a:lnTo>
                    <a:close/>
                    <a:moveTo>
                      <a:pt x="147500" y="52500"/>
                    </a:moveTo>
                    <a:lnTo>
                      <a:pt x="148200" y="52500"/>
                    </a:lnTo>
                    <a:lnTo>
                      <a:pt x="148200" y="53200"/>
                    </a:lnTo>
                    <a:lnTo>
                      <a:pt x="147500" y="53200"/>
                    </a:lnTo>
                    <a:close/>
                    <a:moveTo>
                      <a:pt x="150000" y="50000"/>
                    </a:moveTo>
                    <a:lnTo>
                      <a:pt x="150850" y="50000"/>
                    </a:lnTo>
                    <a:lnTo>
                      <a:pt x="150850" y="50850"/>
                    </a:lnTo>
                    <a:lnTo>
                      <a:pt x="150000" y="50850"/>
                    </a:lnTo>
                    <a:close/>
                    <a:moveTo>
                      <a:pt x="152500" y="52500"/>
                    </a:moveTo>
                    <a:lnTo>
                      <a:pt x="153200" y="52500"/>
                    </a:lnTo>
                    <a:lnTo>
                      <a:pt x="153200" y="53200"/>
                    </a:lnTo>
                    <a:lnTo>
                      <a:pt x="152500" y="53200"/>
                    </a:lnTo>
                    <a:close/>
                    <a:moveTo>
                      <a:pt x="155000" y="50000"/>
                    </a:moveTo>
                    <a:lnTo>
                      <a:pt x="155850" y="50000"/>
                    </a:lnTo>
                    <a:lnTo>
                      <a:pt x="155850" y="50850"/>
                    </a:lnTo>
                    <a:lnTo>
                      <a:pt x="155000" y="50850"/>
                    </a:lnTo>
                    <a:close/>
                    <a:moveTo>
                      <a:pt x="157500" y="52500"/>
                    </a:moveTo>
                    <a:lnTo>
                      <a:pt x="158200" y="52500"/>
                    </a:lnTo>
                    <a:lnTo>
                      <a:pt x="158200" y="53200"/>
                    </a:lnTo>
                    <a:lnTo>
                      <a:pt x="157500" y="53200"/>
                    </a:lnTo>
                    <a:close/>
                    <a:moveTo>
                      <a:pt x="160000" y="50000"/>
                    </a:moveTo>
                    <a:lnTo>
                      <a:pt x="160850" y="50000"/>
                    </a:lnTo>
                    <a:lnTo>
                      <a:pt x="160850" y="50850"/>
                    </a:lnTo>
                    <a:lnTo>
                      <a:pt x="160000" y="50850"/>
                    </a:lnTo>
                    <a:close/>
                    <a:moveTo>
                      <a:pt x="162500" y="52500"/>
                    </a:moveTo>
                    <a:lnTo>
                      <a:pt x="163200" y="52500"/>
                    </a:lnTo>
                    <a:lnTo>
                      <a:pt x="163200" y="53200"/>
                    </a:lnTo>
                    <a:lnTo>
                      <a:pt x="162500" y="53200"/>
                    </a:lnTo>
                    <a:close/>
                    <a:moveTo>
                      <a:pt x="165000" y="50000"/>
                    </a:moveTo>
                    <a:lnTo>
                      <a:pt x="165850" y="50000"/>
                    </a:lnTo>
                    <a:lnTo>
                      <a:pt x="165850" y="50850"/>
                    </a:lnTo>
                    <a:lnTo>
                      <a:pt x="165000" y="50850"/>
                    </a:lnTo>
                    <a:close/>
                    <a:moveTo>
                      <a:pt x="167500" y="52500"/>
                    </a:moveTo>
                    <a:lnTo>
                      <a:pt x="168200" y="52500"/>
                    </a:lnTo>
                    <a:lnTo>
                      <a:pt x="168200" y="53200"/>
                    </a:lnTo>
                    <a:lnTo>
                      <a:pt x="167500" y="53200"/>
                    </a:lnTo>
                    <a:close/>
                    <a:moveTo>
                      <a:pt x="170000" y="50000"/>
                    </a:moveTo>
                    <a:lnTo>
                      <a:pt x="170850" y="50000"/>
                    </a:lnTo>
                    <a:lnTo>
                      <a:pt x="170850" y="50850"/>
                    </a:lnTo>
                    <a:lnTo>
                      <a:pt x="170000" y="50850"/>
                    </a:lnTo>
                    <a:close/>
                    <a:moveTo>
                      <a:pt x="172500" y="52500"/>
                    </a:moveTo>
                    <a:lnTo>
                      <a:pt x="173200" y="52500"/>
                    </a:lnTo>
                    <a:lnTo>
                      <a:pt x="173200" y="53200"/>
                    </a:lnTo>
                    <a:lnTo>
                      <a:pt x="172500" y="53200"/>
                    </a:lnTo>
                    <a:close/>
                    <a:moveTo>
                      <a:pt x="175000" y="50000"/>
                    </a:moveTo>
                    <a:lnTo>
                      <a:pt x="175850" y="50000"/>
                    </a:lnTo>
                    <a:lnTo>
                      <a:pt x="175850" y="50850"/>
                    </a:lnTo>
                    <a:lnTo>
                      <a:pt x="175000" y="50850"/>
                    </a:lnTo>
                    <a:close/>
                    <a:moveTo>
                      <a:pt x="177500" y="52500"/>
                    </a:moveTo>
                    <a:lnTo>
                      <a:pt x="178200" y="52500"/>
                    </a:lnTo>
                    <a:lnTo>
                      <a:pt x="178200" y="53200"/>
                    </a:lnTo>
                    <a:lnTo>
                      <a:pt x="177500" y="53200"/>
                    </a:lnTo>
                    <a:close/>
                    <a:moveTo>
                      <a:pt x="180000" y="50000"/>
                    </a:moveTo>
                    <a:lnTo>
                      <a:pt x="180850" y="50000"/>
                    </a:lnTo>
                    <a:lnTo>
                      <a:pt x="180850" y="50850"/>
                    </a:lnTo>
                    <a:lnTo>
                      <a:pt x="180000" y="50850"/>
                    </a:lnTo>
                    <a:close/>
                    <a:moveTo>
                      <a:pt x="182500" y="52500"/>
                    </a:moveTo>
                    <a:lnTo>
                      <a:pt x="183200" y="52500"/>
                    </a:lnTo>
                    <a:lnTo>
                      <a:pt x="183200" y="53200"/>
                    </a:lnTo>
                    <a:lnTo>
                      <a:pt x="182500" y="53200"/>
                    </a:lnTo>
                    <a:close/>
                    <a:moveTo>
                      <a:pt x="185000" y="50000"/>
                    </a:moveTo>
                    <a:lnTo>
                      <a:pt x="185850" y="50000"/>
                    </a:lnTo>
                    <a:lnTo>
                      <a:pt x="185850" y="50850"/>
                    </a:lnTo>
                    <a:lnTo>
                      <a:pt x="185000" y="50850"/>
                    </a:lnTo>
                    <a:close/>
                    <a:moveTo>
                      <a:pt x="187500" y="52500"/>
                    </a:moveTo>
                    <a:lnTo>
                      <a:pt x="188200" y="52500"/>
                    </a:lnTo>
                    <a:lnTo>
                      <a:pt x="188200" y="53200"/>
                    </a:lnTo>
                    <a:lnTo>
                      <a:pt x="187500" y="53200"/>
                    </a:lnTo>
                    <a:close/>
                    <a:moveTo>
                      <a:pt x="190000" y="50000"/>
                    </a:moveTo>
                    <a:lnTo>
                      <a:pt x="190850" y="50000"/>
                    </a:lnTo>
                    <a:lnTo>
                      <a:pt x="190850" y="50850"/>
                    </a:lnTo>
                    <a:lnTo>
                      <a:pt x="190000" y="50850"/>
                    </a:lnTo>
                    <a:close/>
                    <a:moveTo>
                      <a:pt x="192500" y="52500"/>
                    </a:moveTo>
                    <a:lnTo>
                      <a:pt x="193200" y="52500"/>
                    </a:lnTo>
                    <a:lnTo>
                      <a:pt x="193200" y="53200"/>
                    </a:lnTo>
                    <a:lnTo>
                      <a:pt x="192500" y="53200"/>
                    </a:lnTo>
                    <a:close/>
                    <a:moveTo>
                      <a:pt x="195000" y="50000"/>
                    </a:moveTo>
                    <a:lnTo>
                      <a:pt x="195850" y="50000"/>
                    </a:lnTo>
                    <a:lnTo>
                      <a:pt x="195850" y="50850"/>
                    </a:lnTo>
                    <a:lnTo>
                      <a:pt x="195000" y="50850"/>
                    </a:lnTo>
                    <a:close/>
                    <a:moveTo>
                      <a:pt x="197500" y="52500"/>
                    </a:moveTo>
                    <a:lnTo>
                      <a:pt x="198200" y="52500"/>
                    </a:lnTo>
                    <a:lnTo>
                      <a:pt x="198200" y="53200"/>
                    </a:lnTo>
                    <a:lnTo>
                      <a:pt x="197500" y="53200"/>
                    </a:lnTo>
                    <a:close/>
                    <a:moveTo>
                      <a:pt x="200000" y="50000"/>
                    </a:moveTo>
                    <a:lnTo>
                      <a:pt x="200850" y="50000"/>
                    </a:lnTo>
                    <a:lnTo>
                      <a:pt x="200850" y="50850"/>
                    </a:lnTo>
                    <a:lnTo>
                      <a:pt x="200000" y="50850"/>
                    </a:lnTo>
                    <a:close/>
                    <a:moveTo>
                      <a:pt x="202500" y="52500"/>
                    </a:moveTo>
                    <a:lnTo>
                      <a:pt x="203200" y="52500"/>
                    </a:lnTo>
                    <a:lnTo>
                      <a:pt x="203200" y="53200"/>
                    </a:lnTo>
                    <a:lnTo>
                      <a:pt x="202500" y="53200"/>
                    </a:lnTo>
                    <a:close/>
                    <a:moveTo>
                      <a:pt x="205000" y="50000"/>
                    </a:moveTo>
                    <a:lnTo>
                      <a:pt x="205850" y="50000"/>
                    </a:lnTo>
                    <a:lnTo>
                      <a:pt x="205850" y="50850"/>
                    </a:lnTo>
                    <a:lnTo>
                      <a:pt x="205000" y="50850"/>
                    </a:lnTo>
                    <a:close/>
                    <a:moveTo>
                      <a:pt x="207500" y="52500"/>
                    </a:moveTo>
                    <a:lnTo>
                      <a:pt x="208200" y="52500"/>
                    </a:lnTo>
                    <a:lnTo>
                      <a:pt x="208200" y="53200"/>
                    </a:lnTo>
                    <a:lnTo>
                      <a:pt x="207500" y="53200"/>
                    </a:lnTo>
                    <a:close/>
                    <a:moveTo>
                      <a:pt x="210000" y="50000"/>
                    </a:moveTo>
                    <a:lnTo>
                      <a:pt x="210850" y="50000"/>
                    </a:lnTo>
                    <a:lnTo>
                      <a:pt x="210850" y="50850"/>
                    </a:lnTo>
                    <a:lnTo>
                      <a:pt x="210000" y="50850"/>
                    </a:lnTo>
                    <a:close/>
                    <a:moveTo>
                      <a:pt x="212500" y="52500"/>
                    </a:moveTo>
                    <a:lnTo>
                      <a:pt x="213200" y="52500"/>
                    </a:lnTo>
                    <a:lnTo>
                      <a:pt x="213200" y="53200"/>
                    </a:lnTo>
                    <a:lnTo>
                      <a:pt x="212500" y="53200"/>
                    </a:lnTo>
                    <a:close/>
                    <a:moveTo>
                      <a:pt x="215000" y="50000"/>
                    </a:moveTo>
                    <a:lnTo>
                      <a:pt x="215850" y="50000"/>
                    </a:lnTo>
                    <a:lnTo>
                      <a:pt x="215850" y="50850"/>
                    </a:lnTo>
                    <a:lnTo>
                      <a:pt x="215000" y="50850"/>
                    </a:lnTo>
                    <a:close/>
                    <a:moveTo>
                      <a:pt x="217500" y="52500"/>
                    </a:moveTo>
                    <a:lnTo>
                      <a:pt x="218200" y="52500"/>
                    </a:lnTo>
                    <a:lnTo>
                      <a:pt x="218200" y="53200"/>
                    </a:lnTo>
                    <a:lnTo>
                      <a:pt x="217500" y="53200"/>
                    </a:lnTo>
                    <a:close/>
                    <a:moveTo>
                      <a:pt x="220000" y="50000"/>
                    </a:moveTo>
                    <a:lnTo>
                      <a:pt x="220850" y="50000"/>
                    </a:lnTo>
                    <a:lnTo>
                      <a:pt x="220850" y="50850"/>
                    </a:lnTo>
                    <a:lnTo>
                      <a:pt x="220000" y="50850"/>
                    </a:lnTo>
                    <a:close/>
                    <a:moveTo>
                      <a:pt x="222500" y="52500"/>
                    </a:moveTo>
                    <a:lnTo>
                      <a:pt x="223200" y="52500"/>
                    </a:lnTo>
                    <a:lnTo>
                      <a:pt x="223200" y="53200"/>
                    </a:lnTo>
                    <a:lnTo>
                      <a:pt x="222500" y="53200"/>
                    </a:lnTo>
                    <a:close/>
                    <a:moveTo>
                      <a:pt x="225000" y="50000"/>
                    </a:moveTo>
                    <a:lnTo>
                      <a:pt x="225850" y="50000"/>
                    </a:lnTo>
                    <a:lnTo>
                      <a:pt x="225850" y="50850"/>
                    </a:lnTo>
                    <a:lnTo>
                      <a:pt x="225000" y="50850"/>
                    </a:lnTo>
                    <a:close/>
                    <a:moveTo>
                      <a:pt x="227500" y="52500"/>
                    </a:moveTo>
                    <a:lnTo>
                      <a:pt x="228200" y="52500"/>
                    </a:lnTo>
                    <a:lnTo>
                      <a:pt x="228200" y="53200"/>
                    </a:lnTo>
                    <a:lnTo>
                      <a:pt x="227500" y="53200"/>
                    </a:lnTo>
                    <a:close/>
                    <a:moveTo>
                      <a:pt x="230000" y="50000"/>
                    </a:moveTo>
                    <a:lnTo>
                      <a:pt x="230850" y="50000"/>
                    </a:lnTo>
                    <a:lnTo>
                      <a:pt x="230850" y="50850"/>
                    </a:lnTo>
                    <a:lnTo>
                      <a:pt x="230000" y="50850"/>
                    </a:lnTo>
                    <a:close/>
                    <a:moveTo>
                      <a:pt x="232500" y="52500"/>
                    </a:moveTo>
                    <a:lnTo>
                      <a:pt x="233200" y="52500"/>
                    </a:lnTo>
                    <a:lnTo>
                      <a:pt x="233200" y="53200"/>
                    </a:lnTo>
                    <a:lnTo>
                      <a:pt x="232500" y="53200"/>
                    </a:lnTo>
                    <a:close/>
                    <a:moveTo>
                      <a:pt x="235000" y="50000"/>
                    </a:moveTo>
                    <a:lnTo>
                      <a:pt x="235850" y="50000"/>
                    </a:lnTo>
                    <a:lnTo>
                      <a:pt x="235850" y="50850"/>
                    </a:lnTo>
                    <a:lnTo>
                      <a:pt x="235000" y="50850"/>
                    </a:lnTo>
                    <a:close/>
                    <a:moveTo>
                      <a:pt x="237500" y="52500"/>
                    </a:moveTo>
                    <a:lnTo>
                      <a:pt x="238200" y="52500"/>
                    </a:lnTo>
                    <a:lnTo>
                      <a:pt x="238200" y="53200"/>
                    </a:lnTo>
                    <a:lnTo>
                      <a:pt x="237500" y="53200"/>
                    </a:lnTo>
                    <a:close/>
                    <a:moveTo>
                      <a:pt x="240000" y="50000"/>
                    </a:moveTo>
                    <a:lnTo>
                      <a:pt x="240850" y="50000"/>
                    </a:lnTo>
                    <a:lnTo>
                      <a:pt x="240850" y="50850"/>
                    </a:lnTo>
                    <a:lnTo>
                      <a:pt x="240000" y="50850"/>
                    </a:lnTo>
                    <a:close/>
                    <a:moveTo>
                      <a:pt x="242500" y="52500"/>
                    </a:moveTo>
                    <a:lnTo>
                      <a:pt x="243200" y="52500"/>
                    </a:lnTo>
                    <a:lnTo>
                      <a:pt x="243200" y="53200"/>
                    </a:lnTo>
                    <a:lnTo>
                      <a:pt x="242500" y="53200"/>
                    </a:lnTo>
                    <a:close/>
                    <a:moveTo>
                      <a:pt x="245000" y="50000"/>
                    </a:moveTo>
                    <a:lnTo>
                      <a:pt x="245850" y="50000"/>
                    </a:lnTo>
                    <a:lnTo>
                      <a:pt x="245850" y="50850"/>
                    </a:lnTo>
                    <a:lnTo>
                      <a:pt x="245000" y="50850"/>
                    </a:lnTo>
                    <a:close/>
                    <a:moveTo>
                      <a:pt x="247500" y="52500"/>
                    </a:moveTo>
                    <a:lnTo>
                      <a:pt x="248200" y="52500"/>
                    </a:lnTo>
                    <a:lnTo>
                      <a:pt x="248200" y="53200"/>
                    </a:lnTo>
                    <a:lnTo>
                      <a:pt x="247500" y="53200"/>
                    </a:lnTo>
                    <a:close/>
                    <a:moveTo>
                      <a:pt x="250000" y="50000"/>
                    </a:moveTo>
                    <a:lnTo>
                      <a:pt x="250850" y="50000"/>
                    </a:lnTo>
                    <a:lnTo>
                      <a:pt x="250850" y="50850"/>
                    </a:lnTo>
                    <a:lnTo>
                      <a:pt x="250000" y="50850"/>
                    </a:lnTo>
                    <a:close/>
                    <a:moveTo>
                      <a:pt x="252500" y="52500"/>
                    </a:moveTo>
                    <a:lnTo>
                      <a:pt x="253200" y="52500"/>
                    </a:lnTo>
                    <a:lnTo>
                      <a:pt x="253200" y="53200"/>
                    </a:lnTo>
                    <a:lnTo>
                      <a:pt x="252500" y="53200"/>
                    </a:lnTo>
                    <a:close/>
                    <a:moveTo>
                      <a:pt x="255000" y="50000"/>
                    </a:moveTo>
                    <a:lnTo>
                      <a:pt x="255850" y="50000"/>
                    </a:lnTo>
                    <a:lnTo>
                      <a:pt x="255850" y="50850"/>
                    </a:lnTo>
                    <a:lnTo>
                      <a:pt x="255000" y="50850"/>
                    </a:lnTo>
                    <a:close/>
                    <a:moveTo>
                      <a:pt x="257500" y="52500"/>
                    </a:moveTo>
                    <a:lnTo>
                      <a:pt x="258200" y="52500"/>
                    </a:lnTo>
                    <a:lnTo>
                      <a:pt x="258200" y="53200"/>
                    </a:lnTo>
                    <a:lnTo>
                      <a:pt x="257500" y="53200"/>
                    </a:lnTo>
                    <a:close/>
                    <a:moveTo>
                      <a:pt x="260000" y="50000"/>
                    </a:moveTo>
                    <a:lnTo>
                      <a:pt x="260850" y="50000"/>
                    </a:lnTo>
                    <a:lnTo>
                      <a:pt x="260850" y="50850"/>
                    </a:lnTo>
                    <a:lnTo>
                      <a:pt x="260000" y="50850"/>
                    </a:lnTo>
                    <a:close/>
                    <a:moveTo>
                      <a:pt x="262500" y="52500"/>
                    </a:moveTo>
                    <a:lnTo>
                      <a:pt x="263200" y="52500"/>
                    </a:lnTo>
                    <a:lnTo>
                      <a:pt x="263200" y="53200"/>
                    </a:lnTo>
                    <a:lnTo>
                      <a:pt x="262500" y="53200"/>
                    </a:lnTo>
                    <a:close/>
                    <a:moveTo>
                      <a:pt x="265000" y="50000"/>
                    </a:moveTo>
                    <a:lnTo>
                      <a:pt x="265850" y="50000"/>
                    </a:lnTo>
                    <a:lnTo>
                      <a:pt x="265850" y="50850"/>
                    </a:lnTo>
                    <a:lnTo>
                      <a:pt x="265000" y="50850"/>
                    </a:lnTo>
                    <a:close/>
                    <a:moveTo>
                      <a:pt x="267500" y="52500"/>
                    </a:moveTo>
                    <a:lnTo>
                      <a:pt x="268200" y="52500"/>
                    </a:lnTo>
                    <a:lnTo>
                      <a:pt x="268200" y="53200"/>
                    </a:lnTo>
                    <a:lnTo>
                      <a:pt x="267500" y="53200"/>
                    </a:lnTo>
                    <a:close/>
                    <a:moveTo>
                      <a:pt x="270000" y="50000"/>
                    </a:moveTo>
                    <a:lnTo>
                      <a:pt x="270850" y="50000"/>
                    </a:lnTo>
                    <a:lnTo>
                      <a:pt x="270850" y="50850"/>
                    </a:lnTo>
                    <a:lnTo>
                      <a:pt x="270000" y="50850"/>
                    </a:lnTo>
                    <a:close/>
                    <a:moveTo>
                      <a:pt x="272500" y="52500"/>
                    </a:moveTo>
                    <a:lnTo>
                      <a:pt x="273200" y="52500"/>
                    </a:lnTo>
                    <a:lnTo>
                      <a:pt x="273200" y="53200"/>
                    </a:lnTo>
                    <a:lnTo>
                      <a:pt x="272500" y="53200"/>
                    </a:lnTo>
                    <a:close/>
                    <a:moveTo>
                      <a:pt x="275000" y="50000"/>
                    </a:moveTo>
                    <a:lnTo>
                      <a:pt x="275850" y="50000"/>
                    </a:lnTo>
                    <a:lnTo>
                      <a:pt x="275850" y="50850"/>
                    </a:lnTo>
                    <a:lnTo>
                      <a:pt x="275000" y="50850"/>
                    </a:lnTo>
                    <a:close/>
                    <a:moveTo>
                      <a:pt x="277500" y="52500"/>
                    </a:moveTo>
                    <a:lnTo>
                      <a:pt x="278200" y="52500"/>
                    </a:lnTo>
                    <a:lnTo>
                      <a:pt x="278200" y="53200"/>
                    </a:lnTo>
                    <a:lnTo>
                      <a:pt x="277500" y="53200"/>
                    </a:lnTo>
                    <a:close/>
                    <a:moveTo>
                      <a:pt x="280000" y="50000"/>
                    </a:moveTo>
                    <a:lnTo>
                      <a:pt x="280850" y="50000"/>
                    </a:lnTo>
                    <a:lnTo>
                      <a:pt x="280850" y="50850"/>
                    </a:lnTo>
                    <a:lnTo>
                      <a:pt x="280000" y="50850"/>
                    </a:lnTo>
                    <a:close/>
                    <a:moveTo>
                      <a:pt x="282500" y="52500"/>
                    </a:moveTo>
                    <a:lnTo>
                      <a:pt x="283200" y="52500"/>
                    </a:lnTo>
                    <a:lnTo>
                      <a:pt x="283200" y="53200"/>
                    </a:lnTo>
                    <a:lnTo>
                      <a:pt x="282500" y="53200"/>
                    </a:lnTo>
                    <a:close/>
                    <a:moveTo>
                      <a:pt x="285000" y="50000"/>
                    </a:moveTo>
                    <a:lnTo>
                      <a:pt x="285850" y="50000"/>
                    </a:lnTo>
                    <a:lnTo>
                      <a:pt x="285850" y="50850"/>
                    </a:lnTo>
                    <a:lnTo>
                      <a:pt x="285000" y="50850"/>
                    </a:lnTo>
                    <a:close/>
                    <a:moveTo>
                      <a:pt x="287500" y="52500"/>
                    </a:moveTo>
                    <a:lnTo>
                      <a:pt x="288200" y="52500"/>
                    </a:lnTo>
                    <a:lnTo>
                      <a:pt x="288200" y="53200"/>
                    </a:lnTo>
                    <a:lnTo>
                      <a:pt x="287500" y="53200"/>
                    </a:lnTo>
                    <a:close/>
                    <a:moveTo>
                      <a:pt x="0" y="55000"/>
                    </a:moveTo>
                    <a:lnTo>
                      <a:pt x="850" y="55000"/>
                    </a:lnTo>
                    <a:lnTo>
                      <a:pt x="850" y="55850"/>
                    </a:lnTo>
                    <a:lnTo>
                      <a:pt x="0" y="55850"/>
                    </a:lnTo>
                    <a:close/>
                    <a:moveTo>
                      <a:pt x="2500" y="57500"/>
                    </a:moveTo>
                    <a:lnTo>
                      <a:pt x="3200" y="57500"/>
                    </a:lnTo>
                    <a:lnTo>
                      <a:pt x="3200" y="58200"/>
                    </a:lnTo>
                    <a:lnTo>
                      <a:pt x="2500" y="58200"/>
                    </a:lnTo>
                    <a:close/>
                    <a:moveTo>
                      <a:pt x="5000" y="55000"/>
                    </a:moveTo>
                    <a:lnTo>
                      <a:pt x="5850" y="55000"/>
                    </a:lnTo>
                    <a:lnTo>
                      <a:pt x="5850" y="55850"/>
                    </a:lnTo>
                    <a:lnTo>
                      <a:pt x="5000" y="55850"/>
                    </a:lnTo>
                    <a:close/>
                    <a:moveTo>
                      <a:pt x="7500" y="57500"/>
                    </a:moveTo>
                    <a:lnTo>
                      <a:pt x="8200" y="57500"/>
                    </a:lnTo>
                    <a:lnTo>
                      <a:pt x="8200" y="58200"/>
                    </a:lnTo>
                    <a:lnTo>
                      <a:pt x="7500" y="58200"/>
                    </a:lnTo>
                    <a:close/>
                    <a:moveTo>
                      <a:pt x="10000" y="55000"/>
                    </a:moveTo>
                    <a:lnTo>
                      <a:pt x="10850" y="55000"/>
                    </a:lnTo>
                    <a:lnTo>
                      <a:pt x="10850" y="55850"/>
                    </a:lnTo>
                    <a:lnTo>
                      <a:pt x="10000" y="55850"/>
                    </a:lnTo>
                    <a:close/>
                    <a:moveTo>
                      <a:pt x="12500" y="57500"/>
                    </a:moveTo>
                    <a:lnTo>
                      <a:pt x="13200" y="57500"/>
                    </a:lnTo>
                    <a:lnTo>
                      <a:pt x="13200" y="58200"/>
                    </a:lnTo>
                    <a:lnTo>
                      <a:pt x="12500" y="58200"/>
                    </a:lnTo>
                    <a:close/>
                    <a:moveTo>
                      <a:pt x="15000" y="55000"/>
                    </a:moveTo>
                    <a:lnTo>
                      <a:pt x="15850" y="55000"/>
                    </a:lnTo>
                    <a:lnTo>
                      <a:pt x="15850" y="55850"/>
                    </a:lnTo>
                    <a:lnTo>
                      <a:pt x="15000" y="55850"/>
                    </a:lnTo>
                    <a:close/>
                    <a:moveTo>
                      <a:pt x="17500" y="57500"/>
                    </a:moveTo>
                    <a:lnTo>
                      <a:pt x="18200" y="57500"/>
                    </a:lnTo>
                    <a:lnTo>
                      <a:pt x="18200" y="58200"/>
                    </a:lnTo>
                    <a:lnTo>
                      <a:pt x="17500" y="58200"/>
                    </a:lnTo>
                    <a:close/>
                    <a:moveTo>
                      <a:pt x="20000" y="55000"/>
                    </a:moveTo>
                    <a:lnTo>
                      <a:pt x="20850" y="55000"/>
                    </a:lnTo>
                    <a:lnTo>
                      <a:pt x="20850" y="55850"/>
                    </a:lnTo>
                    <a:lnTo>
                      <a:pt x="20000" y="55850"/>
                    </a:lnTo>
                    <a:close/>
                    <a:moveTo>
                      <a:pt x="22500" y="57500"/>
                    </a:moveTo>
                    <a:lnTo>
                      <a:pt x="23200" y="57500"/>
                    </a:lnTo>
                    <a:lnTo>
                      <a:pt x="23200" y="58200"/>
                    </a:lnTo>
                    <a:lnTo>
                      <a:pt x="22500" y="58200"/>
                    </a:lnTo>
                    <a:close/>
                    <a:moveTo>
                      <a:pt x="25000" y="55000"/>
                    </a:moveTo>
                    <a:lnTo>
                      <a:pt x="25850" y="55000"/>
                    </a:lnTo>
                    <a:lnTo>
                      <a:pt x="25850" y="55850"/>
                    </a:lnTo>
                    <a:lnTo>
                      <a:pt x="25000" y="55850"/>
                    </a:lnTo>
                    <a:close/>
                    <a:moveTo>
                      <a:pt x="27500" y="57500"/>
                    </a:moveTo>
                    <a:lnTo>
                      <a:pt x="28200" y="57500"/>
                    </a:lnTo>
                    <a:lnTo>
                      <a:pt x="28200" y="58200"/>
                    </a:lnTo>
                    <a:lnTo>
                      <a:pt x="27500" y="58200"/>
                    </a:lnTo>
                    <a:close/>
                    <a:moveTo>
                      <a:pt x="30000" y="55000"/>
                    </a:moveTo>
                    <a:lnTo>
                      <a:pt x="30850" y="55000"/>
                    </a:lnTo>
                    <a:lnTo>
                      <a:pt x="30850" y="55850"/>
                    </a:lnTo>
                    <a:lnTo>
                      <a:pt x="30000" y="55850"/>
                    </a:lnTo>
                    <a:close/>
                    <a:moveTo>
                      <a:pt x="32500" y="57500"/>
                    </a:moveTo>
                    <a:lnTo>
                      <a:pt x="33200" y="57500"/>
                    </a:lnTo>
                    <a:lnTo>
                      <a:pt x="33200" y="58200"/>
                    </a:lnTo>
                    <a:lnTo>
                      <a:pt x="32500" y="58200"/>
                    </a:lnTo>
                    <a:close/>
                    <a:moveTo>
                      <a:pt x="35000" y="55000"/>
                    </a:moveTo>
                    <a:lnTo>
                      <a:pt x="35850" y="55000"/>
                    </a:lnTo>
                    <a:lnTo>
                      <a:pt x="35850" y="55850"/>
                    </a:lnTo>
                    <a:lnTo>
                      <a:pt x="35000" y="55850"/>
                    </a:lnTo>
                    <a:close/>
                    <a:moveTo>
                      <a:pt x="37500" y="57500"/>
                    </a:moveTo>
                    <a:lnTo>
                      <a:pt x="38200" y="57500"/>
                    </a:lnTo>
                    <a:lnTo>
                      <a:pt x="38200" y="58200"/>
                    </a:lnTo>
                    <a:lnTo>
                      <a:pt x="37500" y="58200"/>
                    </a:lnTo>
                    <a:close/>
                    <a:moveTo>
                      <a:pt x="40000" y="55000"/>
                    </a:moveTo>
                    <a:lnTo>
                      <a:pt x="40850" y="55000"/>
                    </a:lnTo>
                    <a:lnTo>
                      <a:pt x="40850" y="55850"/>
                    </a:lnTo>
                    <a:lnTo>
                      <a:pt x="40000" y="55850"/>
                    </a:lnTo>
                    <a:close/>
                    <a:moveTo>
                      <a:pt x="42500" y="57500"/>
                    </a:moveTo>
                    <a:lnTo>
                      <a:pt x="43200" y="57500"/>
                    </a:lnTo>
                    <a:lnTo>
                      <a:pt x="43200" y="58200"/>
                    </a:lnTo>
                    <a:lnTo>
                      <a:pt x="42500" y="58200"/>
                    </a:lnTo>
                    <a:close/>
                    <a:moveTo>
                      <a:pt x="45000" y="55000"/>
                    </a:moveTo>
                    <a:lnTo>
                      <a:pt x="45850" y="55000"/>
                    </a:lnTo>
                    <a:lnTo>
                      <a:pt x="45850" y="55850"/>
                    </a:lnTo>
                    <a:lnTo>
                      <a:pt x="45000" y="55850"/>
                    </a:lnTo>
                    <a:close/>
                    <a:moveTo>
                      <a:pt x="47500" y="57500"/>
                    </a:moveTo>
                    <a:lnTo>
                      <a:pt x="48200" y="57500"/>
                    </a:lnTo>
                    <a:lnTo>
                      <a:pt x="48200" y="58200"/>
                    </a:lnTo>
                    <a:lnTo>
                      <a:pt x="47500" y="58200"/>
                    </a:lnTo>
                    <a:close/>
                    <a:moveTo>
                      <a:pt x="50000" y="55000"/>
                    </a:moveTo>
                    <a:lnTo>
                      <a:pt x="50850" y="55000"/>
                    </a:lnTo>
                    <a:lnTo>
                      <a:pt x="50850" y="55850"/>
                    </a:lnTo>
                    <a:lnTo>
                      <a:pt x="50000" y="55850"/>
                    </a:lnTo>
                    <a:close/>
                    <a:moveTo>
                      <a:pt x="52500" y="57500"/>
                    </a:moveTo>
                    <a:lnTo>
                      <a:pt x="53200" y="57500"/>
                    </a:lnTo>
                    <a:lnTo>
                      <a:pt x="53200" y="58200"/>
                    </a:lnTo>
                    <a:lnTo>
                      <a:pt x="52500" y="58200"/>
                    </a:lnTo>
                    <a:close/>
                    <a:moveTo>
                      <a:pt x="55000" y="55000"/>
                    </a:moveTo>
                    <a:lnTo>
                      <a:pt x="55850" y="55000"/>
                    </a:lnTo>
                    <a:lnTo>
                      <a:pt x="55850" y="55850"/>
                    </a:lnTo>
                    <a:lnTo>
                      <a:pt x="55000" y="55850"/>
                    </a:lnTo>
                    <a:close/>
                    <a:moveTo>
                      <a:pt x="57500" y="57500"/>
                    </a:moveTo>
                    <a:lnTo>
                      <a:pt x="58200" y="57500"/>
                    </a:lnTo>
                    <a:lnTo>
                      <a:pt x="58200" y="58200"/>
                    </a:lnTo>
                    <a:lnTo>
                      <a:pt x="57500" y="58200"/>
                    </a:lnTo>
                    <a:close/>
                    <a:moveTo>
                      <a:pt x="60000" y="55000"/>
                    </a:moveTo>
                    <a:lnTo>
                      <a:pt x="60850" y="55000"/>
                    </a:lnTo>
                    <a:lnTo>
                      <a:pt x="60850" y="55850"/>
                    </a:lnTo>
                    <a:lnTo>
                      <a:pt x="60000" y="55850"/>
                    </a:lnTo>
                    <a:close/>
                    <a:moveTo>
                      <a:pt x="62500" y="57500"/>
                    </a:moveTo>
                    <a:lnTo>
                      <a:pt x="63200" y="57500"/>
                    </a:lnTo>
                    <a:lnTo>
                      <a:pt x="63200" y="58200"/>
                    </a:lnTo>
                    <a:lnTo>
                      <a:pt x="62500" y="58200"/>
                    </a:lnTo>
                    <a:close/>
                    <a:moveTo>
                      <a:pt x="65000" y="55000"/>
                    </a:moveTo>
                    <a:lnTo>
                      <a:pt x="65850" y="55000"/>
                    </a:lnTo>
                    <a:lnTo>
                      <a:pt x="65850" y="55850"/>
                    </a:lnTo>
                    <a:lnTo>
                      <a:pt x="65000" y="55850"/>
                    </a:lnTo>
                    <a:close/>
                    <a:moveTo>
                      <a:pt x="67500" y="57500"/>
                    </a:moveTo>
                    <a:lnTo>
                      <a:pt x="68200" y="57500"/>
                    </a:lnTo>
                    <a:lnTo>
                      <a:pt x="68200" y="58200"/>
                    </a:lnTo>
                    <a:lnTo>
                      <a:pt x="67500" y="58200"/>
                    </a:lnTo>
                    <a:close/>
                    <a:moveTo>
                      <a:pt x="70000" y="55000"/>
                    </a:moveTo>
                    <a:lnTo>
                      <a:pt x="70850" y="55000"/>
                    </a:lnTo>
                    <a:lnTo>
                      <a:pt x="70850" y="55850"/>
                    </a:lnTo>
                    <a:lnTo>
                      <a:pt x="70000" y="55850"/>
                    </a:lnTo>
                    <a:close/>
                    <a:moveTo>
                      <a:pt x="72500" y="57500"/>
                    </a:moveTo>
                    <a:lnTo>
                      <a:pt x="73200" y="57500"/>
                    </a:lnTo>
                    <a:lnTo>
                      <a:pt x="73200" y="58200"/>
                    </a:lnTo>
                    <a:lnTo>
                      <a:pt x="72500" y="58200"/>
                    </a:lnTo>
                    <a:close/>
                    <a:moveTo>
                      <a:pt x="75000" y="55000"/>
                    </a:moveTo>
                    <a:lnTo>
                      <a:pt x="75850" y="55000"/>
                    </a:lnTo>
                    <a:lnTo>
                      <a:pt x="75850" y="55850"/>
                    </a:lnTo>
                    <a:lnTo>
                      <a:pt x="75000" y="55850"/>
                    </a:lnTo>
                    <a:close/>
                    <a:moveTo>
                      <a:pt x="77500" y="57500"/>
                    </a:moveTo>
                    <a:lnTo>
                      <a:pt x="78200" y="57500"/>
                    </a:lnTo>
                    <a:lnTo>
                      <a:pt x="78200" y="58200"/>
                    </a:lnTo>
                    <a:lnTo>
                      <a:pt x="77500" y="58200"/>
                    </a:lnTo>
                    <a:close/>
                    <a:moveTo>
                      <a:pt x="80000" y="55000"/>
                    </a:moveTo>
                    <a:lnTo>
                      <a:pt x="80850" y="55000"/>
                    </a:lnTo>
                    <a:lnTo>
                      <a:pt x="80850" y="55850"/>
                    </a:lnTo>
                    <a:lnTo>
                      <a:pt x="80000" y="55850"/>
                    </a:lnTo>
                    <a:close/>
                    <a:moveTo>
                      <a:pt x="82500" y="57500"/>
                    </a:moveTo>
                    <a:lnTo>
                      <a:pt x="83200" y="57500"/>
                    </a:lnTo>
                    <a:lnTo>
                      <a:pt x="83200" y="58200"/>
                    </a:lnTo>
                    <a:lnTo>
                      <a:pt x="82500" y="58200"/>
                    </a:lnTo>
                    <a:close/>
                    <a:moveTo>
                      <a:pt x="85000" y="55000"/>
                    </a:moveTo>
                    <a:lnTo>
                      <a:pt x="85850" y="55000"/>
                    </a:lnTo>
                    <a:lnTo>
                      <a:pt x="85850" y="55850"/>
                    </a:lnTo>
                    <a:lnTo>
                      <a:pt x="85000" y="55850"/>
                    </a:lnTo>
                    <a:close/>
                    <a:moveTo>
                      <a:pt x="87500" y="57500"/>
                    </a:moveTo>
                    <a:lnTo>
                      <a:pt x="88200" y="57500"/>
                    </a:lnTo>
                    <a:lnTo>
                      <a:pt x="88200" y="58200"/>
                    </a:lnTo>
                    <a:lnTo>
                      <a:pt x="87500" y="58200"/>
                    </a:lnTo>
                    <a:close/>
                    <a:moveTo>
                      <a:pt x="90000" y="55000"/>
                    </a:moveTo>
                    <a:lnTo>
                      <a:pt x="90850" y="55000"/>
                    </a:lnTo>
                    <a:lnTo>
                      <a:pt x="90850" y="55850"/>
                    </a:lnTo>
                    <a:lnTo>
                      <a:pt x="90000" y="55850"/>
                    </a:lnTo>
                    <a:close/>
                    <a:moveTo>
                      <a:pt x="92500" y="57500"/>
                    </a:moveTo>
                    <a:lnTo>
                      <a:pt x="93200" y="57500"/>
                    </a:lnTo>
                    <a:lnTo>
                      <a:pt x="93200" y="58200"/>
                    </a:lnTo>
                    <a:lnTo>
                      <a:pt x="92500" y="58200"/>
                    </a:lnTo>
                    <a:close/>
                    <a:moveTo>
                      <a:pt x="95000" y="55000"/>
                    </a:moveTo>
                    <a:lnTo>
                      <a:pt x="95850" y="55000"/>
                    </a:lnTo>
                    <a:lnTo>
                      <a:pt x="95850" y="55850"/>
                    </a:lnTo>
                    <a:lnTo>
                      <a:pt x="95000" y="55850"/>
                    </a:lnTo>
                    <a:close/>
                    <a:moveTo>
                      <a:pt x="97500" y="57500"/>
                    </a:moveTo>
                    <a:lnTo>
                      <a:pt x="98200" y="57500"/>
                    </a:lnTo>
                    <a:lnTo>
                      <a:pt x="98200" y="58200"/>
                    </a:lnTo>
                    <a:lnTo>
                      <a:pt x="97500" y="58200"/>
                    </a:lnTo>
                    <a:close/>
                    <a:moveTo>
                      <a:pt x="100000" y="55000"/>
                    </a:moveTo>
                    <a:lnTo>
                      <a:pt x="100850" y="55000"/>
                    </a:lnTo>
                    <a:lnTo>
                      <a:pt x="100850" y="55850"/>
                    </a:lnTo>
                    <a:lnTo>
                      <a:pt x="100000" y="55850"/>
                    </a:lnTo>
                    <a:close/>
                    <a:moveTo>
                      <a:pt x="102500" y="57500"/>
                    </a:moveTo>
                    <a:lnTo>
                      <a:pt x="103200" y="57500"/>
                    </a:lnTo>
                    <a:lnTo>
                      <a:pt x="103200" y="58200"/>
                    </a:lnTo>
                    <a:lnTo>
                      <a:pt x="102500" y="58200"/>
                    </a:lnTo>
                    <a:close/>
                    <a:moveTo>
                      <a:pt x="105000" y="55000"/>
                    </a:moveTo>
                    <a:lnTo>
                      <a:pt x="105850" y="55000"/>
                    </a:lnTo>
                    <a:lnTo>
                      <a:pt x="105850" y="55850"/>
                    </a:lnTo>
                    <a:lnTo>
                      <a:pt x="105000" y="55850"/>
                    </a:lnTo>
                    <a:close/>
                    <a:moveTo>
                      <a:pt x="107500" y="57500"/>
                    </a:moveTo>
                    <a:lnTo>
                      <a:pt x="108200" y="57500"/>
                    </a:lnTo>
                    <a:lnTo>
                      <a:pt x="108200" y="58200"/>
                    </a:lnTo>
                    <a:lnTo>
                      <a:pt x="107500" y="58200"/>
                    </a:lnTo>
                    <a:close/>
                    <a:moveTo>
                      <a:pt x="110000" y="55000"/>
                    </a:moveTo>
                    <a:lnTo>
                      <a:pt x="110850" y="55000"/>
                    </a:lnTo>
                    <a:lnTo>
                      <a:pt x="110850" y="55850"/>
                    </a:lnTo>
                    <a:lnTo>
                      <a:pt x="110000" y="55850"/>
                    </a:lnTo>
                    <a:close/>
                    <a:moveTo>
                      <a:pt x="112500" y="57500"/>
                    </a:moveTo>
                    <a:lnTo>
                      <a:pt x="113200" y="57500"/>
                    </a:lnTo>
                    <a:lnTo>
                      <a:pt x="113200" y="58200"/>
                    </a:lnTo>
                    <a:lnTo>
                      <a:pt x="112500" y="58200"/>
                    </a:lnTo>
                    <a:close/>
                    <a:moveTo>
                      <a:pt x="115000" y="55000"/>
                    </a:moveTo>
                    <a:lnTo>
                      <a:pt x="115850" y="55000"/>
                    </a:lnTo>
                    <a:lnTo>
                      <a:pt x="115850" y="55850"/>
                    </a:lnTo>
                    <a:lnTo>
                      <a:pt x="115000" y="55850"/>
                    </a:lnTo>
                    <a:close/>
                    <a:moveTo>
                      <a:pt x="117500" y="57500"/>
                    </a:moveTo>
                    <a:lnTo>
                      <a:pt x="118200" y="57500"/>
                    </a:lnTo>
                    <a:lnTo>
                      <a:pt x="118200" y="58200"/>
                    </a:lnTo>
                    <a:lnTo>
                      <a:pt x="117500" y="58200"/>
                    </a:lnTo>
                    <a:close/>
                    <a:moveTo>
                      <a:pt x="120000" y="55000"/>
                    </a:moveTo>
                    <a:lnTo>
                      <a:pt x="120850" y="55000"/>
                    </a:lnTo>
                    <a:lnTo>
                      <a:pt x="120850" y="55850"/>
                    </a:lnTo>
                    <a:lnTo>
                      <a:pt x="120000" y="55850"/>
                    </a:lnTo>
                    <a:close/>
                    <a:moveTo>
                      <a:pt x="122500" y="57500"/>
                    </a:moveTo>
                    <a:lnTo>
                      <a:pt x="123200" y="57500"/>
                    </a:lnTo>
                    <a:lnTo>
                      <a:pt x="123200" y="58200"/>
                    </a:lnTo>
                    <a:lnTo>
                      <a:pt x="122500" y="58200"/>
                    </a:lnTo>
                    <a:close/>
                    <a:moveTo>
                      <a:pt x="125000" y="55000"/>
                    </a:moveTo>
                    <a:lnTo>
                      <a:pt x="125850" y="55000"/>
                    </a:lnTo>
                    <a:lnTo>
                      <a:pt x="125850" y="55850"/>
                    </a:lnTo>
                    <a:lnTo>
                      <a:pt x="125000" y="55850"/>
                    </a:lnTo>
                    <a:close/>
                    <a:moveTo>
                      <a:pt x="127500" y="57500"/>
                    </a:moveTo>
                    <a:lnTo>
                      <a:pt x="128200" y="57500"/>
                    </a:lnTo>
                    <a:lnTo>
                      <a:pt x="128200" y="58200"/>
                    </a:lnTo>
                    <a:lnTo>
                      <a:pt x="127500" y="58200"/>
                    </a:lnTo>
                    <a:close/>
                    <a:moveTo>
                      <a:pt x="130000" y="55000"/>
                    </a:moveTo>
                    <a:lnTo>
                      <a:pt x="130850" y="55000"/>
                    </a:lnTo>
                    <a:lnTo>
                      <a:pt x="130850" y="55850"/>
                    </a:lnTo>
                    <a:lnTo>
                      <a:pt x="130000" y="55850"/>
                    </a:lnTo>
                    <a:close/>
                    <a:moveTo>
                      <a:pt x="132500" y="57500"/>
                    </a:moveTo>
                    <a:lnTo>
                      <a:pt x="133200" y="57500"/>
                    </a:lnTo>
                    <a:lnTo>
                      <a:pt x="133200" y="58200"/>
                    </a:lnTo>
                    <a:lnTo>
                      <a:pt x="132500" y="58200"/>
                    </a:lnTo>
                    <a:close/>
                    <a:moveTo>
                      <a:pt x="135000" y="55000"/>
                    </a:moveTo>
                    <a:lnTo>
                      <a:pt x="135850" y="55000"/>
                    </a:lnTo>
                    <a:lnTo>
                      <a:pt x="135850" y="55850"/>
                    </a:lnTo>
                    <a:lnTo>
                      <a:pt x="135000" y="55850"/>
                    </a:lnTo>
                    <a:close/>
                    <a:moveTo>
                      <a:pt x="137500" y="57500"/>
                    </a:moveTo>
                    <a:lnTo>
                      <a:pt x="138200" y="57500"/>
                    </a:lnTo>
                    <a:lnTo>
                      <a:pt x="138200" y="58200"/>
                    </a:lnTo>
                    <a:lnTo>
                      <a:pt x="137500" y="58200"/>
                    </a:lnTo>
                    <a:close/>
                    <a:moveTo>
                      <a:pt x="140000" y="55000"/>
                    </a:moveTo>
                    <a:lnTo>
                      <a:pt x="140850" y="55000"/>
                    </a:lnTo>
                    <a:lnTo>
                      <a:pt x="140850" y="55850"/>
                    </a:lnTo>
                    <a:lnTo>
                      <a:pt x="140000" y="55850"/>
                    </a:lnTo>
                    <a:close/>
                    <a:moveTo>
                      <a:pt x="142500" y="57500"/>
                    </a:moveTo>
                    <a:lnTo>
                      <a:pt x="143200" y="57500"/>
                    </a:lnTo>
                    <a:lnTo>
                      <a:pt x="143200" y="58200"/>
                    </a:lnTo>
                    <a:lnTo>
                      <a:pt x="142500" y="58200"/>
                    </a:lnTo>
                    <a:close/>
                    <a:moveTo>
                      <a:pt x="145000" y="55000"/>
                    </a:moveTo>
                    <a:lnTo>
                      <a:pt x="145850" y="55000"/>
                    </a:lnTo>
                    <a:lnTo>
                      <a:pt x="145850" y="55850"/>
                    </a:lnTo>
                    <a:lnTo>
                      <a:pt x="145000" y="55850"/>
                    </a:lnTo>
                    <a:close/>
                    <a:moveTo>
                      <a:pt x="147500" y="57500"/>
                    </a:moveTo>
                    <a:lnTo>
                      <a:pt x="148200" y="57500"/>
                    </a:lnTo>
                    <a:lnTo>
                      <a:pt x="148200" y="58200"/>
                    </a:lnTo>
                    <a:lnTo>
                      <a:pt x="147500" y="58200"/>
                    </a:lnTo>
                    <a:close/>
                    <a:moveTo>
                      <a:pt x="150000" y="55000"/>
                    </a:moveTo>
                    <a:lnTo>
                      <a:pt x="150850" y="55000"/>
                    </a:lnTo>
                    <a:lnTo>
                      <a:pt x="150850" y="55850"/>
                    </a:lnTo>
                    <a:lnTo>
                      <a:pt x="150000" y="55850"/>
                    </a:lnTo>
                    <a:close/>
                    <a:moveTo>
                      <a:pt x="152500" y="57500"/>
                    </a:moveTo>
                    <a:lnTo>
                      <a:pt x="153200" y="57500"/>
                    </a:lnTo>
                    <a:lnTo>
                      <a:pt x="153200" y="58200"/>
                    </a:lnTo>
                    <a:lnTo>
                      <a:pt x="152500" y="58200"/>
                    </a:lnTo>
                    <a:close/>
                    <a:moveTo>
                      <a:pt x="155000" y="55000"/>
                    </a:moveTo>
                    <a:lnTo>
                      <a:pt x="155850" y="55000"/>
                    </a:lnTo>
                    <a:lnTo>
                      <a:pt x="155850" y="55850"/>
                    </a:lnTo>
                    <a:lnTo>
                      <a:pt x="155000" y="55850"/>
                    </a:lnTo>
                    <a:close/>
                    <a:moveTo>
                      <a:pt x="157500" y="57500"/>
                    </a:moveTo>
                    <a:lnTo>
                      <a:pt x="158200" y="57500"/>
                    </a:lnTo>
                    <a:lnTo>
                      <a:pt x="158200" y="58200"/>
                    </a:lnTo>
                    <a:lnTo>
                      <a:pt x="157500" y="58200"/>
                    </a:lnTo>
                    <a:close/>
                    <a:moveTo>
                      <a:pt x="160000" y="55000"/>
                    </a:moveTo>
                    <a:lnTo>
                      <a:pt x="160850" y="55000"/>
                    </a:lnTo>
                    <a:lnTo>
                      <a:pt x="160850" y="55850"/>
                    </a:lnTo>
                    <a:lnTo>
                      <a:pt x="160000" y="55850"/>
                    </a:lnTo>
                    <a:close/>
                    <a:moveTo>
                      <a:pt x="162500" y="57500"/>
                    </a:moveTo>
                    <a:lnTo>
                      <a:pt x="163200" y="57500"/>
                    </a:lnTo>
                    <a:lnTo>
                      <a:pt x="163200" y="58200"/>
                    </a:lnTo>
                    <a:lnTo>
                      <a:pt x="162500" y="58200"/>
                    </a:lnTo>
                    <a:close/>
                    <a:moveTo>
                      <a:pt x="165000" y="55000"/>
                    </a:moveTo>
                    <a:lnTo>
                      <a:pt x="165850" y="55000"/>
                    </a:lnTo>
                    <a:lnTo>
                      <a:pt x="165850" y="55850"/>
                    </a:lnTo>
                    <a:lnTo>
                      <a:pt x="165000" y="55850"/>
                    </a:lnTo>
                    <a:close/>
                    <a:moveTo>
                      <a:pt x="167500" y="57500"/>
                    </a:moveTo>
                    <a:lnTo>
                      <a:pt x="168200" y="57500"/>
                    </a:lnTo>
                    <a:lnTo>
                      <a:pt x="168200" y="58200"/>
                    </a:lnTo>
                    <a:lnTo>
                      <a:pt x="167500" y="58200"/>
                    </a:lnTo>
                    <a:close/>
                    <a:moveTo>
                      <a:pt x="170000" y="55000"/>
                    </a:moveTo>
                    <a:lnTo>
                      <a:pt x="170850" y="55000"/>
                    </a:lnTo>
                    <a:lnTo>
                      <a:pt x="170850" y="55850"/>
                    </a:lnTo>
                    <a:lnTo>
                      <a:pt x="170000" y="55850"/>
                    </a:lnTo>
                    <a:close/>
                    <a:moveTo>
                      <a:pt x="172500" y="57500"/>
                    </a:moveTo>
                    <a:lnTo>
                      <a:pt x="173200" y="57500"/>
                    </a:lnTo>
                    <a:lnTo>
                      <a:pt x="173200" y="58200"/>
                    </a:lnTo>
                    <a:lnTo>
                      <a:pt x="172500" y="58200"/>
                    </a:lnTo>
                    <a:close/>
                    <a:moveTo>
                      <a:pt x="175000" y="55000"/>
                    </a:moveTo>
                    <a:lnTo>
                      <a:pt x="175850" y="55000"/>
                    </a:lnTo>
                    <a:lnTo>
                      <a:pt x="175850" y="55850"/>
                    </a:lnTo>
                    <a:lnTo>
                      <a:pt x="175000" y="55850"/>
                    </a:lnTo>
                    <a:close/>
                    <a:moveTo>
                      <a:pt x="177500" y="57500"/>
                    </a:moveTo>
                    <a:lnTo>
                      <a:pt x="178200" y="57500"/>
                    </a:lnTo>
                    <a:lnTo>
                      <a:pt x="178200" y="58200"/>
                    </a:lnTo>
                    <a:lnTo>
                      <a:pt x="177500" y="58200"/>
                    </a:lnTo>
                    <a:close/>
                    <a:moveTo>
                      <a:pt x="180000" y="55000"/>
                    </a:moveTo>
                    <a:lnTo>
                      <a:pt x="180850" y="55000"/>
                    </a:lnTo>
                    <a:lnTo>
                      <a:pt x="180850" y="55850"/>
                    </a:lnTo>
                    <a:lnTo>
                      <a:pt x="180000" y="55850"/>
                    </a:lnTo>
                    <a:close/>
                    <a:moveTo>
                      <a:pt x="182500" y="57500"/>
                    </a:moveTo>
                    <a:lnTo>
                      <a:pt x="183200" y="57500"/>
                    </a:lnTo>
                    <a:lnTo>
                      <a:pt x="183200" y="58200"/>
                    </a:lnTo>
                    <a:lnTo>
                      <a:pt x="182500" y="58200"/>
                    </a:lnTo>
                    <a:close/>
                    <a:moveTo>
                      <a:pt x="185000" y="55000"/>
                    </a:moveTo>
                    <a:lnTo>
                      <a:pt x="185850" y="55000"/>
                    </a:lnTo>
                    <a:lnTo>
                      <a:pt x="185850" y="55850"/>
                    </a:lnTo>
                    <a:lnTo>
                      <a:pt x="185000" y="55850"/>
                    </a:lnTo>
                    <a:close/>
                    <a:moveTo>
                      <a:pt x="187500" y="57500"/>
                    </a:moveTo>
                    <a:lnTo>
                      <a:pt x="188200" y="57500"/>
                    </a:lnTo>
                    <a:lnTo>
                      <a:pt x="188200" y="58200"/>
                    </a:lnTo>
                    <a:lnTo>
                      <a:pt x="187500" y="58200"/>
                    </a:lnTo>
                    <a:close/>
                    <a:moveTo>
                      <a:pt x="190000" y="55000"/>
                    </a:moveTo>
                    <a:lnTo>
                      <a:pt x="190850" y="55000"/>
                    </a:lnTo>
                    <a:lnTo>
                      <a:pt x="190850" y="55850"/>
                    </a:lnTo>
                    <a:lnTo>
                      <a:pt x="190000" y="55850"/>
                    </a:lnTo>
                    <a:close/>
                    <a:moveTo>
                      <a:pt x="192500" y="57500"/>
                    </a:moveTo>
                    <a:lnTo>
                      <a:pt x="193200" y="57500"/>
                    </a:lnTo>
                    <a:lnTo>
                      <a:pt x="193200" y="58200"/>
                    </a:lnTo>
                    <a:lnTo>
                      <a:pt x="192500" y="58200"/>
                    </a:lnTo>
                    <a:close/>
                    <a:moveTo>
                      <a:pt x="195000" y="55000"/>
                    </a:moveTo>
                    <a:lnTo>
                      <a:pt x="195850" y="55000"/>
                    </a:lnTo>
                    <a:lnTo>
                      <a:pt x="195850" y="55850"/>
                    </a:lnTo>
                    <a:lnTo>
                      <a:pt x="195000" y="55850"/>
                    </a:lnTo>
                    <a:close/>
                    <a:moveTo>
                      <a:pt x="197500" y="57500"/>
                    </a:moveTo>
                    <a:lnTo>
                      <a:pt x="198200" y="57500"/>
                    </a:lnTo>
                    <a:lnTo>
                      <a:pt x="198200" y="58200"/>
                    </a:lnTo>
                    <a:lnTo>
                      <a:pt x="197500" y="58200"/>
                    </a:lnTo>
                    <a:close/>
                    <a:moveTo>
                      <a:pt x="200000" y="55000"/>
                    </a:moveTo>
                    <a:lnTo>
                      <a:pt x="200850" y="55000"/>
                    </a:lnTo>
                    <a:lnTo>
                      <a:pt x="200850" y="55850"/>
                    </a:lnTo>
                    <a:lnTo>
                      <a:pt x="200000" y="55850"/>
                    </a:lnTo>
                    <a:close/>
                    <a:moveTo>
                      <a:pt x="202500" y="57500"/>
                    </a:moveTo>
                    <a:lnTo>
                      <a:pt x="203200" y="57500"/>
                    </a:lnTo>
                    <a:lnTo>
                      <a:pt x="203200" y="58200"/>
                    </a:lnTo>
                    <a:lnTo>
                      <a:pt x="202500" y="58200"/>
                    </a:lnTo>
                    <a:close/>
                    <a:moveTo>
                      <a:pt x="205000" y="55000"/>
                    </a:moveTo>
                    <a:lnTo>
                      <a:pt x="205850" y="55000"/>
                    </a:lnTo>
                    <a:lnTo>
                      <a:pt x="205850" y="55850"/>
                    </a:lnTo>
                    <a:lnTo>
                      <a:pt x="205000" y="55850"/>
                    </a:lnTo>
                    <a:close/>
                    <a:moveTo>
                      <a:pt x="207500" y="57500"/>
                    </a:moveTo>
                    <a:lnTo>
                      <a:pt x="208200" y="57500"/>
                    </a:lnTo>
                    <a:lnTo>
                      <a:pt x="208200" y="58200"/>
                    </a:lnTo>
                    <a:lnTo>
                      <a:pt x="207500" y="58200"/>
                    </a:lnTo>
                    <a:close/>
                    <a:moveTo>
                      <a:pt x="210000" y="55000"/>
                    </a:moveTo>
                    <a:lnTo>
                      <a:pt x="210850" y="55000"/>
                    </a:lnTo>
                    <a:lnTo>
                      <a:pt x="210850" y="55850"/>
                    </a:lnTo>
                    <a:lnTo>
                      <a:pt x="210000" y="55850"/>
                    </a:lnTo>
                    <a:close/>
                    <a:moveTo>
                      <a:pt x="212500" y="57500"/>
                    </a:moveTo>
                    <a:lnTo>
                      <a:pt x="213200" y="57500"/>
                    </a:lnTo>
                    <a:lnTo>
                      <a:pt x="213200" y="58200"/>
                    </a:lnTo>
                    <a:lnTo>
                      <a:pt x="212500" y="58200"/>
                    </a:lnTo>
                    <a:close/>
                    <a:moveTo>
                      <a:pt x="215000" y="55000"/>
                    </a:moveTo>
                    <a:lnTo>
                      <a:pt x="215850" y="55000"/>
                    </a:lnTo>
                    <a:lnTo>
                      <a:pt x="215850" y="55850"/>
                    </a:lnTo>
                    <a:lnTo>
                      <a:pt x="215000" y="55850"/>
                    </a:lnTo>
                    <a:close/>
                    <a:moveTo>
                      <a:pt x="217500" y="57500"/>
                    </a:moveTo>
                    <a:lnTo>
                      <a:pt x="218200" y="57500"/>
                    </a:lnTo>
                    <a:lnTo>
                      <a:pt x="218200" y="58200"/>
                    </a:lnTo>
                    <a:lnTo>
                      <a:pt x="217500" y="58200"/>
                    </a:lnTo>
                    <a:close/>
                    <a:moveTo>
                      <a:pt x="220000" y="55000"/>
                    </a:moveTo>
                    <a:lnTo>
                      <a:pt x="220850" y="55000"/>
                    </a:lnTo>
                    <a:lnTo>
                      <a:pt x="220850" y="55850"/>
                    </a:lnTo>
                    <a:lnTo>
                      <a:pt x="220000" y="55850"/>
                    </a:lnTo>
                    <a:close/>
                    <a:moveTo>
                      <a:pt x="222500" y="57500"/>
                    </a:moveTo>
                    <a:lnTo>
                      <a:pt x="223200" y="57500"/>
                    </a:lnTo>
                    <a:lnTo>
                      <a:pt x="223200" y="58200"/>
                    </a:lnTo>
                    <a:lnTo>
                      <a:pt x="222500" y="58200"/>
                    </a:lnTo>
                    <a:close/>
                    <a:moveTo>
                      <a:pt x="225000" y="55000"/>
                    </a:moveTo>
                    <a:lnTo>
                      <a:pt x="225850" y="55000"/>
                    </a:lnTo>
                    <a:lnTo>
                      <a:pt x="225850" y="55850"/>
                    </a:lnTo>
                    <a:lnTo>
                      <a:pt x="225000" y="55850"/>
                    </a:lnTo>
                    <a:close/>
                    <a:moveTo>
                      <a:pt x="227500" y="57500"/>
                    </a:moveTo>
                    <a:lnTo>
                      <a:pt x="228200" y="57500"/>
                    </a:lnTo>
                    <a:lnTo>
                      <a:pt x="228200" y="58200"/>
                    </a:lnTo>
                    <a:lnTo>
                      <a:pt x="227500" y="58200"/>
                    </a:lnTo>
                    <a:close/>
                    <a:moveTo>
                      <a:pt x="230000" y="55000"/>
                    </a:moveTo>
                    <a:lnTo>
                      <a:pt x="230850" y="55000"/>
                    </a:lnTo>
                    <a:lnTo>
                      <a:pt x="230850" y="55850"/>
                    </a:lnTo>
                    <a:lnTo>
                      <a:pt x="230000" y="55850"/>
                    </a:lnTo>
                    <a:close/>
                    <a:moveTo>
                      <a:pt x="232500" y="57500"/>
                    </a:moveTo>
                    <a:lnTo>
                      <a:pt x="233200" y="57500"/>
                    </a:lnTo>
                    <a:lnTo>
                      <a:pt x="233200" y="58200"/>
                    </a:lnTo>
                    <a:lnTo>
                      <a:pt x="232500" y="58200"/>
                    </a:lnTo>
                    <a:close/>
                    <a:moveTo>
                      <a:pt x="235000" y="55000"/>
                    </a:moveTo>
                    <a:lnTo>
                      <a:pt x="235850" y="55000"/>
                    </a:lnTo>
                    <a:lnTo>
                      <a:pt x="235850" y="55850"/>
                    </a:lnTo>
                    <a:lnTo>
                      <a:pt x="235000" y="55850"/>
                    </a:lnTo>
                    <a:close/>
                    <a:moveTo>
                      <a:pt x="237500" y="57500"/>
                    </a:moveTo>
                    <a:lnTo>
                      <a:pt x="238200" y="57500"/>
                    </a:lnTo>
                    <a:lnTo>
                      <a:pt x="238200" y="58200"/>
                    </a:lnTo>
                    <a:lnTo>
                      <a:pt x="237500" y="58200"/>
                    </a:lnTo>
                    <a:close/>
                    <a:moveTo>
                      <a:pt x="240000" y="55000"/>
                    </a:moveTo>
                    <a:lnTo>
                      <a:pt x="240850" y="55000"/>
                    </a:lnTo>
                    <a:lnTo>
                      <a:pt x="240850" y="55850"/>
                    </a:lnTo>
                    <a:lnTo>
                      <a:pt x="240000" y="55850"/>
                    </a:lnTo>
                    <a:close/>
                    <a:moveTo>
                      <a:pt x="242500" y="57500"/>
                    </a:moveTo>
                    <a:lnTo>
                      <a:pt x="243200" y="57500"/>
                    </a:lnTo>
                    <a:lnTo>
                      <a:pt x="243200" y="58200"/>
                    </a:lnTo>
                    <a:lnTo>
                      <a:pt x="242500" y="58200"/>
                    </a:lnTo>
                    <a:close/>
                    <a:moveTo>
                      <a:pt x="245000" y="55000"/>
                    </a:moveTo>
                    <a:lnTo>
                      <a:pt x="245850" y="55000"/>
                    </a:lnTo>
                    <a:lnTo>
                      <a:pt x="245850" y="55850"/>
                    </a:lnTo>
                    <a:lnTo>
                      <a:pt x="245000" y="55850"/>
                    </a:lnTo>
                    <a:close/>
                    <a:moveTo>
                      <a:pt x="247500" y="57500"/>
                    </a:moveTo>
                    <a:lnTo>
                      <a:pt x="248200" y="57500"/>
                    </a:lnTo>
                    <a:lnTo>
                      <a:pt x="248200" y="58200"/>
                    </a:lnTo>
                    <a:lnTo>
                      <a:pt x="247500" y="58200"/>
                    </a:lnTo>
                    <a:close/>
                    <a:moveTo>
                      <a:pt x="250000" y="55000"/>
                    </a:moveTo>
                    <a:lnTo>
                      <a:pt x="250850" y="55000"/>
                    </a:lnTo>
                    <a:lnTo>
                      <a:pt x="250850" y="55850"/>
                    </a:lnTo>
                    <a:lnTo>
                      <a:pt x="250000" y="55850"/>
                    </a:lnTo>
                    <a:close/>
                    <a:moveTo>
                      <a:pt x="252500" y="57500"/>
                    </a:moveTo>
                    <a:lnTo>
                      <a:pt x="253200" y="57500"/>
                    </a:lnTo>
                    <a:lnTo>
                      <a:pt x="253200" y="58200"/>
                    </a:lnTo>
                    <a:lnTo>
                      <a:pt x="252500" y="58200"/>
                    </a:lnTo>
                    <a:close/>
                    <a:moveTo>
                      <a:pt x="255000" y="55000"/>
                    </a:moveTo>
                    <a:lnTo>
                      <a:pt x="255850" y="55000"/>
                    </a:lnTo>
                    <a:lnTo>
                      <a:pt x="255850" y="55850"/>
                    </a:lnTo>
                    <a:lnTo>
                      <a:pt x="255000" y="55850"/>
                    </a:lnTo>
                    <a:close/>
                    <a:moveTo>
                      <a:pt x="257500" y="57500"/>
                    </a:moveTo>
                    <a:lnTo>
                      <a:pt x="258200" y="57500"/>
                    </a:lnTo>
                    <a:lnTo>
                      <a:pt x="258200" y="58200"/>
                    </a:lnTo>
                    <a:lnTo>
                      <a:pt x="257500" y="58200"/>
                    </a:lnTo>
                    <a:close/>
                    <a:moveTo>
                      <a:pt x="260000" y="55000"/>
                    </a:moveTo>
                    <a:lnTo>
                      <a:pt x="260850" y="55000"/>
                    </a:lnTo>
                    <a:lnTo>
                      <a:pt x="260850" y="55850"/>
                    </a:lnTo>
                    <a:lnTo>
                      <a:pt x="260000" y="55850"/>
                    </a:lnTo>
                    <a:close/>
                    <a:moveTo>
                      <a:pt x="262500" y="57500"/>
                    </a:moveTo>
                    <a:lnTo>
                      <a:pt x="263200" y="57500"/>
                    </a:lnTo>
                    <a:lnTo>
                      <a:pt x="263200" y="58200"/>
                    </a:lnTo>
                    <a:lnTo>
                      <a:pt x="262500" y="58200"/>
                    </a:lnTo>
                    <a:close/>
                    <a:moveTo>
                      <a:pt x="265000" y="55000"/>
                    </a:moveTo>
                    <a:lnTo>
                      <a:pt x="265850" y="55000"/>
                    </a:lnTo>
                    <a:lnTo>
                      <a:pt x="265850" y="55850"/>
                    </a:lnTo>
                    <a:lnTo>
                      <a:pt x="265000" y="55850"/>
                    </a:lnTo>
                    <a:close/>
                    <a:moveTo>
                      <a:pt x="267500" y="57500"/>
                    </a:moveTo>
                    <a:lnTo>
                      <a:pt x="268200" y="57500"/>
                    </a:lnTo>
                    <a:lnTo>
                      <a:pt x="268200" y="58200"/>
                    </a:lnTo>
                    <a:lnTo>
                      <a:pt x="267500" y="58200"/>
                    </a:lnTo>
                    <a:close/>
                    <a:moveTo>
                      <a:pt x="270000" y="55000"/>
                    </a:moveTo>
                    <a:lnTo>
                      <a:pt x="270850" y="55000"/>
                    </a:lnTo>
                    <a:lnTo>
                      <a:pt x="270850" y="55850"/>
                    </a:lnTo>
                    <a:lnTo>
                      <a:pt x="270000" y="55850"/>
                    </a:lnTo>
                    <a:close/>
                    <a:moveTo>
                      <a:pt x="272500" y="57500"/>
                    </a:moveTo>
                    <a:lnTo>
                      <a:pt x="273200" y="57500"/>
                    </a:lnTo>
                    <a:lnTo>
                      <a:pt x="273200" y="58200"/>
                    </a:lnTo>
                    <a:lnTo>
                      <a:pt x="272500" y="58200"/>
                    </a:lnTo>
                    <a:close/>
                    <a:moveTo>
                      <a:pt x="275000" y="55000"/>
                    </a:moveTo>
                    <a:lnTo>
                      <a:pt x="275850" y="55000"/>
                    </a:lnTo>
                    <a:lnTo>
                      <a:pt x="275850" y="55850"/>
                    </a:lnTo>
                    <a:lnTo>
                      <a:pt x="275000" y="55850"/>
                    </a:lnTo>
                    <a:close/>
                    <a:moveTo>
                      <a:pt x="277500" y="57500"/>
                    </a:moveTo>
                    <a:lnTo>
                      <a:pt x="278200" y="57500"/>
                    </a:lnTo>
                    <a:lnTo>
                      <a:pt x="278200" y="58200"/>
                    </a:lnTo>
                    <a:lnTo>
                      <a:pt x="277500" y="58200"/>
                    </a:lnTo>
                    <a:close/>
                    <a:moveTo>
                      <a:pt x="280000" y="55000"/>
                    </a:moveTo>
                    <a:lnTo>
                      <a:pt x="280850" y="55000"/>
                    </a:lnTo>
                    <a:lnTo>
                      <a:pt x="280850" y="55850"/>
                    </a:lnTo>
                    <a:lnTo>
                      <a:pt x="280000" y="55850"/>
                    </a:lnTo>
                    <a:close/>
                    <a:moveTo>
                      <a:pt x="282500" y="57500"/>
                    </a:moveTo>
                    <a:lnTo>
                      <a:pt x="283200" y="57500"/>
                    </a:lnTo>
                    <a:lnTo>
                      <a:pt x="283200" y="58200"/>
                    </a:lnTo>
                    <a:lnTo>
                      <a:pt x="282500" y="58200"/>
                    </a:lnTo>
                    <a:close/>
                    <a:moveTo>
                      <a:pt x="285000" y="55000"/>
                    </a:moveTo>
                    <a:lnTo>
                      <a:pt x="285850" y="55000"/>
                    </a:lnTo>
                    <a:lnTo>
                      <a:pt x="285850" y="55850"/>
                    </a:lnTo>
                    <a:lnTo>
                      <a:pt x="285000" y="55850"/>
                    </a:lnTo>
                    <a:close/>
                    <a:moveTo>
                      <a:pt x="287500" y="57500"/>
                    </a:moveTo>
                    <a:lnTo>
                      <a:pt x="288200" y="57500"/>
                    </a:lnTo>
                    <a:lnTo>
                      <a:pt x="288200" y="58200"/>
                    </a:lnTo>
                    <a:lnTo>
                      <a:pt x="287500" y="58200"/>
                    </a:lnTo>
                    <a:close/>
                    <a:moveTo>
                      <a:pt x="0" y="60000"/>
                    </a:moveTo>
                    <a:lnTo>
                      <a:pt x="850" y="60000"/>
                    </a:lnTo>
                    <a:lnTo>
                      <a:pt x="850" y="60850"/>
                    </a:lnTo>
                    <a:lnTo>
                      <a:pt x="0" y="60850"/>
                    </a:lnTo>
                    <a:close/>
                    <a:moveTo>
                      <a:pt x="2500" y="62500"/>
                    </a:moveTo>
                    <a:lnTo>
                      <a:pt x="3200" y="62500"/>
                    </a:lnTo>
                    <a:lnTo>
                      <a:pt x="3200" y="63200"/>
                    </a:lnTo>
                    <a:lnTo>
                      <a:pt x="2500" y="63200"/>
                    </a:lnTo>
                    <a:close/>
                    <a:moveTo>
                      <a:pt x="5000" y="60000"/>
                    </a:moveTo>
                    <a:lnTo>
                      <a:pt x="5850" y="60000"/>
                    </a:lnTo>
                    <a:lnTo>
                      <a:pt x="5850" y="60850"/>
                    </a:lnTo>
                    <a:lnTo>
                      <a:pt x="5000" y="60850"/>
                    </a:lnTo>
                    <a:close/>
                    <a:moveTo>
                      <a:pt x="7500" y="62500"/>
                    </a:moveTo>
                    <a:lnTo>
                      <a:pt x="8200" y="62500"/>
                    </a:lnTo>
                    <a:lnTo>
                      <a:pt x="8200" y="63200"/>
                    </a:lnTo>
                    <a:lnTo>
                      <a:pt x="7500" y="63200"/>
                    </a:lnTo>
                    <a:close/>
                    <a:moveTo>
                      <a:pt x="10000" y="60000"/>
                    </a:moveTo>
                    <a:lnTo>
                      <a:pt x="10850" y="60000"/>
                    </a:lnTo>
                    <a:lnTo>
                      <a:pt x="10850" y="60850"/>
                    </a:lnTo>
                    <a:lnTo>
                      <a:pt x="10000" y="60850"/>
                    </a:lnTo>
                    <a:close/>
                    <a:moveTo>
                      <a:pt x="12500" y="62500"/>
                    </a:moveTo>
                    <a:lnTo>
                      <a:pt x="13200" y="62500"/>
                    </a:lnTo>
                    <a:lnTo>
                      <a:pt x="13200" y="63200"/>
                    </a:lnTo>
                    <a:lnTo>
                      <a:pt x="12500" y="63200"/>
                    </a:lnTo>
                    <a:close/>
                    <a:moveTo>
                      <a:pt x="15000" y="60000"/>
                    </a:moveTo>
                    <a:lnTo>
                      <a:pt x="15850" y="60000"/>
                    </a:lnTo>
                    <a:lnTo>
                      <a:pt x="15850" y="60850"/>
                    </a:lnTo>
                    <a:lnTo>
                      <a:pt x="15000" y="60850"/>
                    </a:lnTo>
                    <a:close/>
                    <a:moveTo>
                      <a:pt x="17500" y="62500"/>
                    </a:moveTo>
                    <a:lnTo>
                      <a:pt x="18200" y="62500"/>
                    </a:lnTo>
                    <a:lnTo>
                      <a:pt x="18200" y="63200"/>
                    </a:lnTo>
                    <a:lnTo>
                      <a:pt x="17500" y="63200"/>
                    </a:lnTo>
                    <a:close/>
                    <a:moveTo>
                      <a:pt x="20000" y="60000"/>
                    </a:moveTo>
                    <a:lnTo>
                      <a:pt x="20850" y="60000"/>
                    </a:lnTo>
                    <a:lnTo>
                      <a:pt x="20850" y="60850"/>
                    </a:lnTo>
                    <a:lnTo>
                      <a:pt x="20000" y="60850"/>
                    </a:lnTo>
                    <a:close/>
                    <a:moveTo>
                      <a:pt x="22500" y="62500"/>
                    </a:moveTo>
                    <a:lnTo>
                      <a:pt x="23200" y="62500"/>
                    </a:lnTo>
                    <a:lnTo>
                      <a:pt x="23200" y="63200"/>
                    </a:lnTo>
                    <a:lnTo>
                      <a:pt x="22500" y="63200"/>
                    </a:lnTo>
                    <a:close/>
                    <a:moveTo>
                      <a:pt x="25000" y="60000"/>
                    </a:moveTo>
                    <a:lnTo>
                      <a:pt x="25850" y="60000"/>
                    </a:lnTo>
                    <a:lnTo>
                      <a:pt x="25850" y="60850"/>
                    </a:lnTo>
                    <a:lnTo>
                      <a:pt x="25000" y="60850"/>
                    </a:lnTo>
                    <a:close/>
                    <a:moveTo>
                      <a:pt x="27500" y="62500"/>
                    </a:moveTo>
                    <a:lnTo>
                      <a:pt x="28200" y="62500"/>
                    </a:lnTo>
                    <a:lnTo>
                      <a:pt x="28200" y="63200"/>
                    </a:lnTo>
                    <a:lnTo>
                      <a:pt x="27500" y="63200"/>
                    </a:lnTo>
                    <a:close/>
                    <a:moveTo>
                      <a:pt x="30000" y="60000"/>
                    </a:moveTo>
                    <a:lnTo>
                      <a:pt x="30850" y="60000"/>
                    </a:lnTo>
                    <a:lnTo>
                      <a:pt x="30850" y="60850"/>
                    </a:lnTo>
                    <a:lnTo>
                      <a:pt x="30000" y="60850"/>
                    </a:lnTo>
                    <a:close/>
                    <a:moveTo>
                      <a:pt x="32500" y="62500"/>
                    </a:moveTo>
                    <a:lnTo>
                      <a:pt x="33200" y="62500"/>
                    </a:lnTo>
                    <a:lnTo>
                      <a:pt x="33200" y="63200"/>
                    </a:lnTo>
                    <a:lnTo>
                      <a:pt x="32500" y="63200"/>
                    </a:lnTo>
                    <a:close/>
                    <a:moveTo>
                      <a:pt x="35000" y="60000"/>
                    </a:moveTo>
                    <a:lnTo>
                      <a:pt x="35850" y="60000"/>
                    </a:lnTo>
                    <a:lnTo>
                      <a:pt x="35850" y="60850"/>
                    </a:lnTo>
                    <a:lnTo>
                      <a:pt x="35000" y="60850"/>
                    </a:lnTo>
                    <a:close/>
                    <a:moveTo>
                      <a:pt x="37500" y="62500"/>
                    </a:moveTo>
                    <a:lnTo>
                      <a:pt x="38200" y="62500"/>
                    </a:lnTo>
                    <a:lnTo>
                      <a:pt x="38200" y="63200"/>
                    </a:lnTo>
                    <a:lnTo>
                      <a:pt x="37500" y="63200"/>
                    </a:lnTo>
                    <a:close/>
                    <a:moveTo>
                      <a:pt x="40000" y="60000"/>
                    </a:moveTo>
                    <a:lnTo>
                      <a:pt x="40850" y="60000"/>
                    </a:lnTo>
                    <a:lnTo>
                      <a:pt x="40850" y="60850"/>
                    </a:lnTo>
                    <a:lnTo>
                      <a:pt x="40000" y="60850"/>
                    </a:lnTo>
                    <a:close/>
                    <a:moveTo>
                      <a:pt x="42500" y="62500"/>
                    </a:moveTo>
                    <a:lnTo>
                      <a:pt x="43200" y="62500"/>
                    </a:lnTo>
                    <a:lnTo>
                      <a:pt x="43200" y="63200"/>
                    </a:lnTo>
                    <a:lnTo>
                      <a:pt x="42500" y="63200"/>
                    </a:lnTo>
                    <a:close/>
                    <a:moveTo>
                      <a:pt x="45000" y="60000"/>
                    </a:moveTo>
                    <a:lnTo>
                      <a:pt x="45850" y="60000"/>
                    </a:lnTo>
                    <a:lnTo>
                      <a:pt x="45850" y="60850"/>
                    </a:lnTo>
                    <a:lnTo>
                      <a:pt x="45000" y="60850"/>
                    </a:lnTo>
                    <a:close/>
                    <a:moveTo>
                      <a:pt x="47500" y="62500"/>
                    </a:moveTo>
                    <a:lnTo>
                      <a:pt x="48200" y="62500"/>
                    </a:lnTo>
                    <a:lnTo>
                      <a:pt x="48200" y="63200"/>
                    </a:lnTo>
                    <a:lnTo>
                      <a:pt x="47500" y="63200"/>
                    </a:lnTo>
                    <a:close/>
                    <a:moveTo>
                      <a:pt x="50000" y="60000"/>
                    </a:moveTo>
                    <a:lnTo>
                      <a:pt x="50850" y="60000"/>
                    </a:lnTo>
                    <a:lnTo>
                      <a:pt x="50850" y="60850"/>
                    </a:lnTo>
                    <a:lnTo>
                      <a:pt x="50000" y="60850"/>
                    </a:lnTo>
                    <a:close/>
                    <a:moveTo>
                      <a:pt x="52500" y="62500"/>
                    </a:moveTo>
                    <a:lnTo>
                      <a:pt x="53200" y="62500"/>
                    </a:lnTo>
                    <a:lnTo>
                      <a:pt x="53200" y="63200"/>
                    </a:lnTo>
                    <a:lnTo>
                      <a:pt x="52500" y="63200"/>
                    </a:lnTo>
                    <a:close/>
                    <a:moveTo>
                      <a:pt x="55000" y="60000"/>
                    </a:moveTo>
                    <a:lnTo>
                      <a:pt x="55850" y="60000"/>
                    </a:lnTo>
                    <a:lnTo>
                      <a:pt x="55850" y="60850"/>
                    </a:lnTo>
                    <a:lnTo>
                      <a:pt x="55000" y="60850"/>
                    </a:lnTo>
                    <a:close/>
                    <a:moveTo>
                      <a:pt x="57500" y="62500"/>
                    </a:moveTo>
                    <a:lnTo>
                      <a:pt x="58200" y="62500"/>
                    </a:lnTo>
                    <a:lnTo>
                      <a:pt x="58200" y="63200"/>
                    </a:lnTo>
                    <a:lnTo>
                      <a:pt x="57500" y="63200"/>
                    </a:lnTo>
                    <a:close/>
                    <a:moveTo>
                      <a:pt x="60000" y="60000"/>
                    </a:moveTo>
                    <a:lnTo>
                      <a:pt x="60850" y="60000"/>
                    </a:lnTo>
                    <a:lnTo>
                      <a:pt x="60850" y="60850"/>
                    </a:lnTo>
                    <a:lnTo>
                      <a:pt x="60000" y="60850"/>
                    </a:lnTo>
                    <a:close/>
                    <a:moveTo>
                      <a:pt x="62500" y="62500"/>
                    </a:moveTo>
                    <a:lnTo>
                      <a:pt x="63200" y="62500"/>
                    </a:lnTo>
                    <a:lnTo>
                      <a:pt x="63200" y="63200"/>
                    </a:lnTo>
                    <a:lnTo>
                      <a:pt x="62500" y="63200"/>
                    </a:lnTo>
                    <a:close/>
                    <a:moveTo>
                      <a:pt x="65000" y="60000"/>
                    </a:moveTo>
                    <a:lnTo>
                      <a:pt x="65850" y="60000"/>
                    </a:lnTo>
                    <a:lnTo>
                      <a:pt x="65850" y="60850"/>
                    </a:lnTo>
                    <a:lnTo>
                      <a:pt x="65000" y="60850"/>
                    </a:lnTo>
                    <a:close/>
                    <a:moveTo>
                      <a:pt x="67500" y="62500"/>
                    </a:moveTo>
                    <a:lnTo>
                      <a:pt x="68200" y="62500"/>
                    </a:lnTo>
                    <a:lnTo>
                      <a:pt x="68200" y="63200"/>
                    </a:lnTo>
                    <a:lnTo>
                      <a:pt x="67500" y="63200"/>
                    </a:lnTo>
                    <a:close/>
                    <a:moveTo>
                      <a:pt x="70000" y="60000"/>
                    </a:moveTo>
                    <a:lnTo>
                      <a:pt x="70850" y="60000"/>
                    </a:lnTo>
                    <a:lnTo>
                      <a:pt x="70850" y="60850"/>
                    </a:lnTo>
                    <a:lnTo>
                      <a:pt x="70000" y="60850"/>
                    </a:lnTo>
                    <a:close/>
                    <a:moveTo>
                      <a:pt x="72500" y="62500"/>
                    </a:moveTo>
                    <a:lnTo>
                      <a:pt x="73200" y="62500"/>
                    </a:lnTo>
                    <a:lnTo>
                      <a:pt x="73200" y="63200"/>
                    </a:lnTo>
                    <a:lnTo>
                      <a:pt x="72500" y="63200"/>
                    </a:lnTo>
                    <a:close/>
                    <a:moveTo>
                      <a:pt x="75000" y="60000"/>
                    </a:moveTo>
                    <a:lnTo>
                      <a:pt x="75850" y="60000"/>
                    </a:lnTo>
                    <a:lnTo>
                      <a:pt x="75850" y="60850"/>
                    </a:lnTo>
                    <a:lnTo>
                      <a:pt x="75000" y="60850"/>
                    </a:lnTo>
                    <a:close/>
                    <a:moveTo>
                      <a:pt x="77500" y="62500"/>
                    </a:moveTo>
                    <a:lnTo>
                      <a:pt x="78200" y="62500"/>
                    </a:lnTo>
                    <a:lnTo>
                      <a:pt x="78200" y="63200"/>
                    </a:lnTo>
                    <a:lnTo>
                      <a:pt x="77500" y="63200"/>
                    </a:lnTo>
                    <a:close/>
                    <a:moveTo>
                      <a:pt x="80000" y="60000"/>
                    </a:moveTo>
                    <a:lnTo>
                      <a:pt x="80850" y="60000"/>
                    </a:lnTo>
                    <a:lnTo>
                      <a:pt x="80850" y="60850"/>
                    </a:lnTo>
                    <a:lnTo>
                      <a:pt x="80000" y="60850"/>
                    </a:lnTo>
                    <a:close/>
                    <a:moveTo>
                      <a:pt x="82500" y="62500"/>
                    </a:moveTo>
                    <a:lnTo>
                      <a:pt x="83200" y="62500"/>
                    </a:lnTo>
                    <a:lnTo>
                      <a:pt x="83200" y="63200"/>
                    </a:lnTo>
                    <a:lnTo>
                      <a:pt x="82500" y="63200"/>
                    </a:lnTo>
                    <a:close/>
                    <a:moveTo>
                      <a:pt x="85000" y="60000"/>
                    </a:moveTo>
                    <a:lnTo>
                      <a:pt x="85850" y="60000"/>
                    </a:lnTo>
                    <a:lnTo>
                      <a:pt x="85850" y="60850"/>
                    </a:lnTo>
                    <a:lnTo>
                      <a:pt x="85000" y="60850"/>
                    </a:lnTo>
                    <a:close/>
                    <a:moveTo>
                      <a:pt x="87500" y="62500"/>
                    </a:moveTo>
                    <a:lnTo>
                      <a:pt x="88200" y="62500"/>
                    </a:lnTo>
                    <a:lnTo>
                      <a:pt x="88200" y="63200"/>
                    </a:lnTo>
                    <a:lnTo>
                      <a:pt x="87500" y="63200"/>
                    </a:lnTo>
                    <a:close/>
                    <a:moveTo>
                      <a:pt x="90000" y="60000"/>
                    </a:moveTo>
                    <a:lnTo>
                      <a:pt x="90850" y="60000"/>
                    </a:lnTo>
                    <a:lnTo>
                      <a:pt x="90850" y="60850"/>
                    </a:lnTo>
                    <a:lnTo>
                      <a:pt x="90000" y="60850"/>
                    </a:lnTo>
                    <a:close/>
                    <a:moveTo>
                      <a:pt x="92500" y="62500"/>
                    </a:moveTo>
                    <a:lnTo>
                      <a:pt x="93200" y="62500"/>
                    </a:lnTo>
                    <a:lnTo>
                      <a:pt x="93200" y="63200"/>
                    </a:lnTo>
                    <a:lnTo>
                      <a:pt x="92500" y="63200"/>
                    </a:lnTo>
                    <a:close/>
                    <a:moveTo>
                      <a:pt x="95000" y="60000"/>
                    </a:moveTo>
                    <a:lnTo>
                      <a:pt x="95850" y="60000"/>
                    </a:lnTo>
                    <a:lnTo>
                      <a:pt x="95850" y="60850"/>
                    </a:lnTo>
                    <a:lnTo>
                      <a:pt x="95000" y="60850"/>
                    </a:lnTo>
                    <a:close/>
                    <a:moveTo>
                      <a:pt x="97500" y="62500"/>
                    </a:moveTo>
                    <a:lnTo>
                      <a:pt x="98200" y="62500"/>
                    </a:lnTo>
                    <a:lnTo>
                      <a:pt x="98200" y="63200"/>
                    </a:lnTo>
                    <a:lnTo>
                      <a:pt x="97500" y="63200"/>
                    </a:lnTo>
                    <a:close/>
                    <a:moveTo>
                      <a:pt x="100000" y="60000"/>
                    </a:moveTo>
                    <a:lnTo>
                      <a:pt x="100850" y="60000"/>
                    </a:lnTo>
                    <a:lnTo>
                      <a:pt x="100850" y="60850"/>
                    </a:lnTo>
                    <a:lnTo>
                      <a:pt x="100000" y="60850"/>
                    </a:lnTo>
                    <a:close/>
                    <a:moveTo>
                      <a:pt x="102500" y="62500"/>
                    </a:moveTo>
                    <a:lnTo>
                      <a:pt x="103200" y="62500"/>
                    </a:lnTo>
                    <a:lnTo>
                      <a:pt x="103200" y="63200"/>
                    </a:lnTo>
                    <a:lnTo>
                      <a:pt x="102500" y="63200"/>
                    </a:lnTo>
                    <a:close/>
                    <a:moveTo>
                      <a:pt x="105000" y="60000"/>
                    </a:moveTo>
                    <a:lnTo>
                      <a:pt x="105850" y="60000"/>
                    </a:lnTo>
                    <a:lnTo>
                      <a:pt x="105850" y="60850"/>
                    </a:lnTo>
                    <a:lnTo>
                      <a:pt x="105000" y="60850"/>
                    </a:lnTo>
                    <a:close/>
                    <a:moveTo>
                      <a:pt x="107500" y="62500"/>
                    </a:moveTo>
                    <a:lnTo>
                      <a:pt x="108200" y="62500"/>
                    </a:lnTo>
                    <a:lnTo>
                      <a:pt x="108200" y="63200"/>
                    </a:lnTo>
                    <a:lnTo>
                      <a:pt x="107500" y="63200"/>
                    </a:lnTo>
                    <a:close/>
                    <a:moveTo>
                      <a:pt x="110000" y="60000"/>
                    </a:moveTo>
                    <a:lnTo>
                      <a:pt x="110850" y="60000"/>
                    </a:lnTo>
                    <a:lnTo>
                      <a:pt x="110850" y="60850"/>
                    </a:lnTo>
                    <a:lnTo>
                      <a:pt x="110000" y="60850"/>
                    </a:lnTo>
                    <a:close/>
                    <a:moveTo>
                      <a:pt x="112500" y="62500"/>
                    </a:moveTo>
                    <a:lnTo>
                      <a:pt x="113200" y="62500"/>
                    </a:lnTo>
                    <a:lnTo>
                      <a:pt x="113200" y="63200"/>
                    </a:lnTo>
                    <a:lnTo>
                      <a:pt x="112500" y="63200"/>
                    </a:lnTo>
                    <a:close/>
                    <a:moveTo>
                      <a:pt x="115000" y="60000"/>
                    </a:moveTo>
                    <a:lnTo>
                      <a:pt x="115850" y="60000"/>
                    </a:lnTo>
                    <a:lnTo>
                      <a:pt x="115850" y="60850"/>
                    </a:lnTo>
                    <a:lnTo>
                      <a:pt x="115000" y="60850"/>
                    </a:lnTo>
                    <a:close/>
                    <a:moveTo>
                      <a:pt x="117500" y="62500"/>
                    </a:moveTo>
                    <a:lnTo>
                      <a:pt x="118200" y="62500"/>
                    </a:lnTo>
                    <a:lnTo>
                      <a:pt x="118200" y="63200"/>
                    </a:lnTo>
                    <a:lnTo>
                      <a:pt x="117500" y="63200"/>
                    </a:lnTo>
                    <a:close/>
                    <a:moveTo>
                      <a:pt x="120000" y="60000"/>
                    </a:moveTo>
                    <a:lnTo>
                      <a:pt x="120850" y="60000"/>
                    </a:lnTo>
                    <a:lnTo>
                      <a:pt x="120850" y="60850"/>
                    </a:lnTo>
                    <a:lnTo>
                      <a:pt x="120000" y="60850"/>
                    </a:lnTo>
                    <a:close/>
                    <a:moveTo>
                      <a:pt x="122500" y="62500"/>
                    </a:moveTo>
                    <a:lnTo>
                      <a:pt x="123200" y="62500"/>
                    </a:lnTo>
                    <a:lnTo>
                      <a:pt x="123200" y="63200"/>
                    </a:lnTo>
                    <a:lnTo>
                      <a:pt x="122500" y="63200"/>
                    </a:lnTo>
                    <a:close/>
                    <a:moveTo>
                      <a:pt x="125000" y="60000"/>
                    </a:moveTo>
                    <a:lnTo>
                      <a:pt x="125850" y="60000"/>
                    </a:lnTo>
                    <a:lnTo>
                      <a:pt x="125850" y="60850"/>
                    </a:lnTo>
                    <a:lnTo>
                      <a:pt x="125000" y="60850"/>
                    </a:lnTo>
                    <a:close/>
                    <a:moveTo>
                      <a:pt x="127500" y="62500"/>
                    </a:moveTo>
                    <a:lnTo>
                      <a:pt x="128200" y="62500"/>
                    </a:lnTo>
                    <a:lnTo>
                      <a:pt x="128200" y="63200"/>
                    </a:lnTo>
                    <a:lnTo>
                      <a:pt x="127500" y="63200"/>
                    </a:lnTo>
                    <a:close/>
                    <a:moveTo>
                      <a:pt x="130000" y="60000"/>
                    </a:moveTo>
                    <a:lnTo>
                      <a:pt x="130850" y="60000"/>
                    </a:lnTo>
                    <a:lnTo>
                      <a:pt x="130850" y="60850"/>
                    </a:lnTo>
                    <a:lnTo>
                      <a:pt x="130000" y="60850"/>
                    </a:lnTo>
                    <a:close/>
                    <a:moveTo>
                      <a:pt x="132500" y="62500"/>
                    </a:moveTo>
                    <a:lnTo>
                      <a:pt x="133200" y="62500"/>
                    </a:lnTo>
                    <a:lnTo>
                      <a:pt x="133200" y="63200"/>
                    </a:lnTo>
                    <a:lnTo>
                      <a:pt x="132500" y="63200"/>
                    </a:lnTo>
                    <a:close/>
                    <a:moveTo>
                      <a:pt x="135000" y="60000"/>
                    </a:moveTo>
                    <a:lnTo>
                      <a:pt x="135850" y="60000"/>
                    </a:lnTo>
                    <a:lnTo>
                      <a:pt x="135850" y="60850"/>
                    </a:lnTo>
                    <a:lnTo>
                      <a:pt x="135000" y="60850"/>
                    </a:lnTo>
                    <a:close/>
                    <a:moveTo>
                      <a:pt x="137500" y="62500"/>
                    </a:moveTo>
                    <a:lnTo>
                      <a:pt x="138200" y="62500"/>
                    </a:lnTo>
                    <a:lnTo>
                      <a:pt x="138200" y="63200"/>
                    </a:lnTo>
                    <a:lnTo>
                      <a:pt x="137500" y="63200"/>
                    </a:lnTo>
                    <a:close/>
                    <a:moveTo>
                      <a:pt x="140000" y="60000"/>
                    </a:moveTo>
                    <a:lnTo>
                      <a:pt x="140850" y="60000"/>
                    </a:lnTo>
                    <a:lnTo>
                      <a:pt x="140850" y="60850"/>
                    </a:lnTo>
                    <a:lnTo>
                      <a:pt x="140000" y="60850"/>
                    </a:lnTo>
                    <a:close/>
                    <a:moveTo>
                      <a:pt x="142500" y="62500"/>
                    </a:moveTo>
                    <a:lnTo>
                      <a:pt x="143200" y="62500"/>
                    </a:lnTo>
                    <a:lnTo>
                      <a:pt x="143200" y="63200"/>
                    </a:lnTo>
                    <a:lnTo>
                      <a:pt x="142500" y="63200"/>
                    </a:lnTo>
                    <a:close/>
                    <a:moveTo>
                      <a:pt x="145000" y="60000"/>
                    </a:moveTo>
                    <a:lnTo>
                      <a:pt x="145850" y="60000"/>
                    </a:lnTo>
                    <a:lnTo>
                      <a:pt x="145850" y="60850"/>
                    </a:lnTo>
                    <a:lnTo>
                      <a:pt x="145000" y="60850"/>
                    </a:lnTo>
                    <a:close/>
                    <a:moveTo>
                      <a:pt x="147500" y="62500"/>
                    </a:moveTo>
                    <a:lnTo>
                      <a:pt x="148200" y="62500"/>
                    </a:lnTo>
                    <a:lnTo>
                      <a:pt x="148200" y="63200"/>
                    </a:lnTo>
                    <a:lnTo>
                      <a:pt x="147500" y="63200"/>
                    </a:lnTo>
                    <a:close/>
                    <a:moveTo>
                      <a:pt x="150000" y="60000"/>
                    </a:moveTo>
                    <a:lnTo>
                      <a:pt x="150850" y="60000"/>
                    </a:lnTo>
                    <a:lnTo>
                      <a:pt x="150850" y="60850"/>
                    </a:lnTo>
                    <a:lnTo>
                      <a:pt x="150000" y="60850"/>
                    </a:lnTo>
                    <a:close/>
                    <a:moveTo>
                      <a:pt x="152500" y="62500"/>
                    </a:moveTo>
                    <a:lnTo>
                      <a:pt x="153200" y="62500"/>
                    </a:lnTo>
                    <a:lnTo>
                      <a:pt x="153200" y="63200"/>
                    </a:lnTo>
                    <a:lnTo>
                      <a:pt x="152500" y="63200"/>
                    </a:lnTo>
                    <a:close/>
                    <a:moveTo>
                      <a:pt x="155000" y="60000"/>
                    </a:moveTo>
                    <a:lnTo>
                      <a:pt x="155850" y="60000"/>
                    </a:lnTo>
                    <a:lnTo>
                      <a:pt x="155850" y="60850"/>
                    </a:lnTo>
                    <a:lnTo>
                      <a:pt x="155000" y="60850"/>
                    </a:lnTo>
                    <a:close/>
                    <a:moveTo>
                      <a:pt x="157500" y="62500"/>
                    </a:moveTo>
                    <a:lnTo>
                      <a:pt x="158200" y="62500"/>
                    </a:lnTo>
                    <a:lnTo>
                      <a:pt x="158200" y="63200"/>
                    </a:lnTo>
                    <a:lnTo>
                      <a:pt x="157500" y="63200"/>
                    </a:lnTo>
                    <a:close/>
                    <a:moveTo>
                      <a:pt x="160000" y="60000"/>
                    </a:moveTo>
                    <a:lnTo>
                      <a:pt x="160850" y="60000"/>
                    </a:lnTo>
                    <a:lnTo>
                      <a:pt x="160850" y="60850"/>
                    </a:lnTo>
                    <a:lnTo>
                      <a:pt x="160000" y="60850"/>
                    </a:lnTo>
                    <a:close/>
                    <a:moveTo>
                      <a:pt x="162500" y="62500"/>
                    </a:moveTo>
                    <a:lnTo>
                      <a:pt x="163200" y="62500"/>
                    </a:lnTo>
                    <a:lnTo>
                      <a:pt x="163200" y="63200"/>
                    </a:lnTo>
                    <a:lnTo>
                      <a:pt x="162500" y="63200"/>
                    </a:lnTo>
                    <a:close/>
                    <a:moveTo>
                      <a:pt x="165000" y="60000"/>
                    </a:moveTo>
                    <a:lnTo>
                      <a:pt x="165850" y="60000"/>
                    </a:lnTo>
                    <a:lnTo>
                      <a:pt x="165850" y="60850"/>
                    </a:lnTo>
                    <a:lnTo>
                      <a:pt x="165000" y="60850"/>
                    </a:lnTo>
                    <a:close/>
                    <a:moveTo>
                      <a:pt x="167500" y="62500"/>
                    </a:moveTo>
                    <a:lnTo>
                      <a:pt x="168200" y="62500"/>
                    </a:lnTo>
                    <a:lnTo>
                      <a:pt x="168200" y="63200"/>
                    </a:lnTo>
                    <a:lnTo>
                      <a:pt x="167500" y="63200"/>
                    </a:lnTo>
                    <a:close/>
                    <a:moveTo>
                      <a:pt x="170000" y="60000"/>
                    </a:moveTo>
                    <a:lnTo>
                      <a:pt x="170850" y="60000"/>
                    </a:lnTo>
                    <a:lnTo>
                      <a:pt x="170850" y="60850"/>
                    </a:lnTo>
                    <a:lnTo>
                      <a:pt x="170000" y="60850"/>
                    </a:lnTo>
                    <a:close/>
                    <a:moveTo>
                      <a:pt x="172500" y="62500"/>
                    </a:moveTo>
                    <a:lnTo>
                      <a:pt x="173200" y="62500"/>
                    </a:lnTo>
                    <a:lnTo>
                      <a:pt x="173200" y="63200"/>
                    </a:lnTo>
                    <a:lnTo>
                      <a:pt x="172500" y="63200"/>
                    </a:lnTo>
                    <a:close/>
                    <a:moveTo>
                      <a:pt x="175000" y="60000"/>
                    </a:moveTo>
                    <a:lnTo>
                      <a:pt x="175850" y="60000"/>
                    </a:lnTo>
                    <a:lnTo>
                      <a:pt x="175850" y="60850"/>
                    </a:lnTo>
                    <a:lnTo>
                      <a:pt x="175000" y="60850"/>
                    </a:lnTo>
                    <a:close/>
                    <a:moveTo>
                      <a:pt x="177500" y="62500"/>
                    </a:moveTo>
                    <a:lnTo>
                      <a:pt x="178200" y="62500"/>
                    </a:lnTo>
                    <a:lnTo>
                      <a:pt x="178200" y="63200"/>
                    </a:lnTo>
                    <a:lnTo>
                      <a:pt x="177500" y="63200"/>
                    </a:lnTo>
                    <a:close/>
                    <a:moveTo>
                      <a:pt x="180000" y="60000"/>
                    </a:moveTo>
                    <a:lnTo>
                      <a:pt x="180850" y="60000"/>
                    </a:lnTo>
                    <a:lnTo>
                      <a:pt x="180850" y="60850"/>
                    </a:lnTo>
                    <a:lnTo>
                      <a:pt x="180000" y="60850"/>
                    </a:lnTo>
                    <a:close/>
                    <a:moveTo>
                      <a:pt x="182500" y="62500"/>
                    </a:moveTo>
                    <a:lnTo>
                      <a:pt x="183200" y="62500"/>
                    </a:lnTo>
                    <a:lnTo>
                      <a:pt x="183200" y="63200"/>
                    </a:lnTo>
                    <a:lnTo>
                      <a:pt x="182500" y="63200"/>
                    </a:lnTo>
                    <a:close/>
                    <a:moveTo>
                      <a:pt x="185000" y="60000"/>
                    </a:moveTo>
                    <a:lnTo>
                      <a:pt x="185850" y="60000"/>
                    </a:lnTo>
                    <a:lnTo>
                      <a:pt x="185850" y="60850"/>
                    </a:lnTo>
                    <a:lnTo>
                      <a:pt x="185000" y="60850"/>
                    </a:lnTo>
                    <a:close/>
                    <a:moveTo>
                      <a:pt x="187500" y="62500"/>
                    </a:moveTo>
                    <a:lnTo>
                      <a:pt x="188200" y="62500"/>
                    </a:lnTo>
                    <a:lnTo>
                      <a:pt x="188200" y="63200"/>
                    </a:lnTo>
                    <a:lnTo>
                      <a:pt x="187500" y="63200"/>
                    </a:lnTo>
                    <a:close/>
                    <a:moveTo>
                      <a:pt x="190000" y="60000"/>
                    </a:moveTo>
                    <a:lnTo>
                      <a:pt x="190850" y="60000"/>
                    </a:lnTo>
                    <a:lnTo>
                      <a:pt x="190850" y="60850"/>
                    </a:lnTo>
                    <a:lnTo>
                      <a:pt x="190000" y="60850"/>
                    </a:lnTo>
                    <a:close/>
                    <a:moveTo>
                      <a:pt x="192500" y="62500"/>
                    </a:moveTo>
                    <a:lnTo>
                      <a:pt x="193200" y="62500"/>
                    </a:lnTo>
                    <a:lnTo>
                      <a:pt x="193200" y="63200"/>
                    </a:lnTo>
                    <a:lnTo>
                      <a:pt x="192500" y="63200"/>
                    </a:lnTo>
                    <a:close/>
                    <a:moveTo>
                      <a:pt x="195000" y="60000"/>
                    </a:moveTo>
                    <a:lnTo>
                      <a:pt x="195850" y="60000"/>
                    </a:lnTo>
                    <a:lnTo>
                      <a:pt x="195850" y="60850"/>
                    </a:lnTo>
                    <a:lnTo>
                      <a:pt x="195000" y="60850"/>
                    </a:lnTo>
                    <a:close/>
                    <a:moveTo>
                      <a:pt x="197500" y="62500"/>
                    </a:moveTo>
                    <a:lnTo>
                      <a:pt x="198200" y="62500"/>
                    </a:lnTo>
                    <a:lnTo>
                      <a:pt x="198200" y="63200"/>
                    </a:lnTo>
                    <a:lnTo>
                      <a:pt x="197500" y="63200"/>
                    </a:lnTo>
                    <a:close/>
                    <a:moveTo>
                      <a:pt x="200000" y="60000"/>
                    </a:moveTo>
                    <a:lnTo>
                      <a:pt x="200850" y="60000"/>
                    </a:lnTo>
                    <a:lnTo>
                      <a:pt x="200850" y="60850"/>
                    </a:lnTo>
                    <a:lnTo>
                      <a:pt x="200000" y="60850"/>
                    </a:lnTo>
                    <a:close/>
                    <a:moveTo>
                      <a:pt x="202500" y="62500"/>
                    </a:moveTo>
                    <a:lnTo>
                      <a:pt x="203200" y="62500"/>
                    </a:lnTo>
                    <a:lnTo>
                      <a:pt x="203200" y="63200"/>
                    </a:lnTo>
                    <a:lnTo>
                      <a:pt x="202500" y="63200"/>
                    </a:lnTo>
                    <a:close/>
                    <a:moveTo>
                      <a:pt x="205000" y="60000"/>
                    </a:moveTo>
                    <a:lnTo>
                      <a:pt x="205850" y="60000"/>
                    </a:lnTo>
                    <a:lnTo>
                      <a:pt x="205850" y="60850"/>
                    </a:lnTo>
                    <a:lnTo>
                      <a:pt x="205000" y="60850"/>
                    </a:lnTo>
                    <a:close/>
                    <a:moveTo>
                      <a:pt x="207500" y="62500"/>
                    </a:moveTo>
                    <a:lnTo>
                      <a:pt x="208200" y="62500"/>
                    </a:lnTo>
                    <a:lnTo>
                      <a:pt x="208200" y="63200"/>
                    </a:lnTo>
                    <a:lnTo>
                      <a:pt x="207500" y="63200"/>
                    </a:lnTo>
                    <a:close/>
                    <a:moveTo>
                      <a:pt x="210000" y="60000"/>
                    </a:moveTo>
                    <a:lnTo>
                      <a:pt x="210850" y="60000"/>
                    </a:lnTo>
                    <a:lnTo>
                      <a:pt x="210850" y="60850"/>
                    </a:lnTo>
                    <a:lnTo>
                      <a:pt x="210000" y="60850"/>
                    </a:lnTo>
                    <a:close/>
                    <a:moveTo>
                      <a:pt x="212500" y="62500"/>
                    </a:moveTo>
                    <a:lnTo>
                      <a:pt x="213200" y="62500"/>
                    </a:lnTo>
                    <a:lnTo>
                      <a:pt x="213200" y="63200"/>
                    </a:lnTo>
                    <a:lnTo>
                      <a:pt x="212500" y="63200"/>
                    </a:lnTo>
                    <a:close/>
                    <a:moveTo>
                      <a:pt x="215000" y="60000"/>
                    </a:moveTo>
                    <a:lnTo>
                      <a:pt x="215850" y="60000"/>
                    </a:lnTo>
                    <a:lnTo>
                      <a:pt x="215850" y="60850"/>
                    </a:lnTo>
                    <a:lnTo>
                      <a:pt x="215000" y="60850"/>
                    </a:lnTo>
                    <a:close/>
                    <a:moveTo>
                      <a:pt x="217500" y="62500"/>
                    </a:moveTo>
                    <a:lnTo>
                      <a:pt x="218200" y="62500"/>
                    </a:lnTo>
                    <a:lnTo>
                      <a:pt x="218200" y="63200"/>
                    </a:lnTo>
                    <a:lnTo>
                      <a:pt x="217500" y="63200"/>
                    </a:lnTo>
                    <a:close/>
                    <a:moveTo>
                      <a:pt x="220000" y="60000"/>
                    </a:moveTo>
                    <a:lnTo>
                      <a:pt x="220850" y="60000"/>
                    </a:lnTo>
                    <a:lnTo>
                      <a:pt x="220850" y="60850"/>
                    </a:lnTo>
                    <a:lnTo>
                      <a:pt x="220000" y="60850"/>
                    </a:lnTo>
                    <a:close/>
                    <a:moveTo>
                      <a:pt x="222500" y="62500"/>
                    </a:moveTo>
                    <a:lnTo>
                      <a:pt x="223200" y="62500"/>
                    </a:lnTo>
                    <a:lnTo>
                      <a:pt x="223200" y="63200"/>
                    </a:lnTo>
                    <a:lnTo>
                      <a:pt x="222500" y="63200"/>
                    </a:lnTo>
                    <a:close/>
                    <a:moveTo>
                      <a:pt x="225000" y="60000"/>
                    </a:moveTo>
                    <a:lnTo>
                      <a:pt x="225850" y="60000"/>
                    </a:lnTo>
                    <a:lnTo>
                      <a:pt x="225850" y="60850"/>
                    </a:lnTo>
                    <a:lnTo>
                      <a:pt x="225000" y="60850"/>
                    </a:lnTo>
                    <a:close/>
                    <a:moveTo>
                      <a:pt x="227500" y="62500"/>
                    </a:moveTo>
                    <a:lnTo>
                      <a:pt x="228200" y="62500"/>
                    </a:lnTo>
                    <a:lnTo>
                      <a:pt x="228200" y="63200"/>
                    </a:lnTo>
                    <a:lnTo>
                      <a:pt x="227500" y="63200"/>
                    </a:lnTo>
                    <a:close/>
                    <a:moveTo>
                      <a:pt x="230000" y="60000"/>
                    </a:moveTo>
                    <a:lnTo>
                      <a:pt x="230850" y="60000"/>
                    </a:lnTo>
                    <a:lnTo>
                      <a:pt x="230850" y="60850"/>
                    </a:lnTo>
                    <a:lnTo>
                      <a:pt x="230000" y="60850"/>
                    </a:lnTo>
                    <a:close/>
                    <a:moveTo>
                      <a:pt x="232500" y="62500"/>
                    </a:moveTo>
                    <a:lnTo>
                      <a:pt x="233200" y="62500"/>
                    </a:lnTo>
                    <a:lnTo>
                      <a:pt x="233200" y="63200"/>
                    </a:lnTo>
                    <a:lnTo>
                      <a:pt x="232500" y="63200"/>
                    </a:lnTo>
                    <a:close/>
                    <a:moveTo>
                      <a:pt x="235000" y="60000"/>
                    </a:moveTo>
                    <a:lnTo>
                      <a:pt x="235850" y="60000"/>
                    </a:lnTo>
                    <a:lnTo>
                      <a:pt x="235850" y="60850"/>
                    </a:lnTo>
                    <a:lnTo>
                      <a:pt x="235000" y="60850"/>
                    </a:lnTo>
                    <a:close/>
                    <a:moveTo>
                      <a:pt x="237500" y="62500"/>
                    </a:moveTo>
                    <a:lnTo>
                      <a:pt x="238200" y="62500"/>
                    </a:lnTo>
                    <a:lnTo>
                      <a:pt x="238200" y="63200"/>
                    </a:lnTo>
                    <a:lnTo>
                      <a:pt x="237500" y="63200"/>
                    </a:lnTo>
                    <a:close/>
                    <a:moveTo>
                      <a:pt x="240000" y="60000"/>
                    </a:moveTo>
                    <a:lnTo>
                      <a:pt x="240850" y="60000"/>
                    </a:lnTo>
                    <a:lnTo>
                      <a:pt x="240850" y="60850"/>
                    </a:lnTo>
                    <a:lnTo>
                      <a:pt x="240000" y="60850"/>
                    </a:lnTo>
                    <a:close/>
                    <a:moveTo>
                      <a:pt x="242500" y="62500"/>
                    </a:moveTo>
                    <a:lnTo>
                      <a:pt x="243200" y="62500"/>
                    </a:lnTo>
                    <a:lnTo>
                      <a:pt x="243200" y="63200"/>
                    </a:lnTo>
                    <a:lnTo>
                      <a:pt x="242500" y="63200"/>
                    </a:lnTo>
                    <a:close/>
                    <a:moveTo>
                      <a:pt x="245000" y="60000"/>
                    </a:moveTo>
                    <a:lnTo>
                      <a:pt x="245850" y="60000"/>
                    </a:lnTo>
                    <a:lnTo>
                      <a:pt x="245850" y="60850"/>
                    </a:lnTo>
                    <a:lnTo>
                      <a:pt x="245000" y="60850"/>
                    </a:lnTo>
                    <a:close/>
                    <a:moveTo>
                      <a:pt x="247500" y="62500"/>
                    </a:moveTo>
                    <a:lnTo>
                      <a:pt x="248200" y="62500"/>
                    </a:lnTo>
                    <a:lnTo>
                      <a:pt x="248200" y="63200"/>
                    </a:lnTo>
                    <a:lnTo>
                      <a:pt x="247500" y="63200"/>
                    </a:lnTo>
                    <a:close/>
                    <a:moveTo>
                      <a:pt x="250000" y="60000"/>
                    </a:moveTo>
                    <a:lnTo>
                      <a:pt x="250850" y="60000"/>
                    </a:lnTo>
                    <a:lnTo>
                      <a:pt x="250850" y="60850"/>
                    </a:lnTo>
                    <a:lnTo>
                      <a:pt x="250000" y="60850"/>
                    </a:lnTo>
                    <a:close/>
                    <a:moveTo>
                      <a:pt x="252500" y="62500"/>
                    </a:moveTo>
                    <a:lnTo>
                      <a:pt x="253200" y="62500"/>
                    </a:lnTo>
                    <a:lnTo>
                      <a:pt x="253200" y="63200"/>
                    </a:lnTo>
                    <a:lnTo>
                      <a:pt x="252500" y="63200"/>
                    </a:lnTo>
                    <a:close/>
                    <a:moveTo>
                      <a:pt x="255000" y="60000"/>
                    </a:moveTo>
                    <a:lnTo>
                      <a:pt x="255850" y="60000"/>
                    </a:lnTo>
                    <a:lnTo>
                      <a:pt x="255850" y="60850"/>
                    </a:lnTo>
                    <a:lnTo>
                      <a:pt x="255000" y="60850"/>
                    </a:lnTo>
                    <a:close/>
                    <a:moveTo>
                      <a:pt x="257500" y="62500"/>
                    </a:moveTo>
                    <a:lnTo>
                      <a:pt x="258200" y="62500"/>
                    </a:lnTo>
                    <a:lnTo>
                      <a:pt x="258200" y="63200"/>
                    </a:lnTo>
                    <a:lnTo>
                      <a:pt x="257500" y="63200"/>
                    </a:lnTo>
                    <a:close/>
                    <a:moveTo>
                      <a:pt x="260000" y="60000"/>
                    </a:moveTo>
                    <a:lnTo>
                      <a:pt x="260850" y="60000"/>
                    </a:lnTo>
                    <a:lnTo>
                      <a:pt x="260850" y="60850"/>
                    </a:lnTo>
                    <a:lnTo>
                      <a:pt x="260000" y="60850"/>
                    </a:lnTo>
                    <a:close/>
                    <a:moveTo>
                      <a:pt x="262500" y="62500"/>
                    </a:moveTo>
                    <a:lnTo>
                      <a:pt x="263200" y="62500"/>
                    </a:lnTo>
                    <a:lnTo>
                      <a:pt x="263200" y="63200"/>
                    </a:lnTo>
                    <a:lnTo>
                      <a:pt x="262500" y="63200"/>
                    </a:lnTo>
                    <a:close/>
                    <a:moveTo>
                      <a:pt x="265000" y="60000"/>
                    </a:moveTo>
                    <a:lnTo>
                      <a:pt x="265850" y="60000"/>
                    </a:lnTo>
                    <a:lnTo>
                      <a:pt x="265850" y="60850"/>
                    </a:lnTo>
                    <a:lnTo>
                      <a:pt x="265000" y="60850"/>
                    </a:lnTo>
                    <a:close/>
                    <a:moveTo>
                      <a:pt x="267500" y="62500"/>
                    </a:moveTo>
                    <a:lnTo>
                      <a:pt x="268200" y="62500"/>
                    </a:lnTo>
                    <a:lnTo>
                      <a:pt x="268200" y="63200"/>
                    </a:lnTo>
                    <a:lnTo>
                      <a:pt x="267500" y="63200"/>
                    </a:lnTo>
                    <a:close/>
                    <a:moveTo>
                      <a:pt x="270000" y="60000"/>
                    </a:moveTo>
                    <a:lnTo>
                      <a:pt x="270850" y="60000"/>
                    </a:lnTo>
                    <a:lnTo>
                      <a:pt x="270850" y="60850"/>
                    </a:lnTo>
                    <a:lnTo>
                      <a:pt x="270000" y="60850"/>
                    </a:lnTo>
                    <a:close/>
                    <a:moveTo>
                      <a:pt x="272500" y="62500"/>
                    </a:moveTo>
                    <a:lnTo>
                      <a:pt x="273200" y="62500"/>
                    </a:lnTo>
                    <a:lnTo>
                      <a:pt x="273200" y="63200"/>
                    </a:lnTo>
                    <a:lnTo>
                      <a:pt x="272500" y="63200"/>
                    </a:lnTo>
                    <a:close/>
                    <a:moveTo>
                      <a:pt x="275000" y="60000"/>
                    </a:moveTo>
                    <a:lnTo>
                      <a:pt x="275850" y="60000"/>
                    </a:lnTo>
                    <a:lnTo>
                      <a:pt x="275850" y="60850"/>
                    </a:lnTo>
                    <a:lnTo>
                      <a:pt x="275000" y="60850"/>
                    </a:lnTo>
                    <a:close/>
                    <a:moveTo>
                      <a:pt x="277500" y="62500"/>
                    </a:moveTo>
                    <a:lnTo>
                      <a:pt x="278200" y="62500"/>
                    </a:lnTo>
                    <a:lnTo>
                      <a:pt x="278200" y="63200"/>
                    </a:lnTo>
                    <a:lnTo>
                      <a:pt x="277500" y="63200"/>
                    </a:lnTo>
                    <a:close/>
                    <a:moveTo>
                      <a:pt x="280000" y="60000"/>
                    </a:moveTo>
                    <a:lnTo>
                      <a:pt x="280850" y="60000"/>
                    </a:lnTo>
                    <a:lnTo>
                      <a:pt x="280850" y="60850"/>
                    </a:lnTo>
                    <a:lnTo>
                      <a:pt x="280000" y="60850"/>
                    </a:lnTo>
                    <a:close/>
                    <a:moveTo>
                      <a:pt x="282500" y="62500"/>
                    </a:moveTo>
                    <a:lnTo>
                      <a:pt x="283200" y="62500"/>
                    </a:lnTo>
                    <a:lnTo>
                      <a:pt x="283200" y="63200"/>
                    </a:lnTo>
                    <a:lnTo>
                      <a:pt x="282500" y="63200"/>
                    </a:lnTo>
                    <a:close/>
                    <a:moveTo>
                      <a:pt x="285000" y="60000"/>
                    </a:moveTo>
                    <a:lnTo>
                      <a:pt x="285850" y="60000"/>
                    </a:lnTo>
                    <a:lnTo>
                      <a:pt x="285850" y="60850"/>
                    </a:lnTo>
                    <a:lnTo>
                      <a:pt x="285000" y="60850"/>
                    </a:lnTo>
                    <a:close/>
                    <a:moveTo>
                      <a:pt x="287500" y="62500"/>
                    </a:moveTo>
                    <a:lnTo>
                      <a:pt x="288200" y="62500"/>
                    </a:lnTo>
                    <a:lnTo>
                      <a:pt x="288200" y="63200"/>
                    </a:lnTo>
                    <a:lnTo>
                      <a:pt x="287500" y="63200"/>
                    </a:lnTo>
                    <a:close/>
                    <a:moveTo>
                      <a:pt x="0" y="65000"/>
                    </a:moveTo>
                    <a:lnTo>
                      <a:pt x="850" y="65000"/>
                    </a:lnTo>
                    <a:lnTo>
                      <a:pt x="850" y="65850"/>
                    </a:lnTo>
                    <a:lnTo>
                      <a:pt x="0" y="65850"/>
                    </a:lnTo>
                    <a:close/>
                    <a:moveTo>
                      <a:pt x="2500" y="67500"/>
                    </a:moveTo>
                    <a:lnTo>
                      <a:pt x="3200" y="67500"/>
                    </a:lnTo>
                    <a:lnTo>
                      <a:pt x="3200" y="68200"/>
                    </a:lnTo>
                    <a:lnTo>
                      <a:pt x="2500" y="68200"/>
                    </a:lnTo>
                    <a:close/>
                    <a:moveTo>
                      <a:pt x="5000" y="65000"/>
                    </a:moveTo>
                    <a:lnTo>
                      <a:pt x="5850" y="65000"/>
                    </a:lnTo>
                    <a:lnTo>
                      <a:pt x="5850" y="65850"/>
                    </a:lnTo>
                    <a:lnTo>
                      <a:pt x="5000" y="65850"/>
                    </a:lnTo>
                    <a:close/>
                    <a:moveTo>
                      <a:pt x="7500" y="67500"/>
                    </a:moveTo>
                    <a:lnTo>
                      <a:pt x="8200" y="67500"/>
                    </a:lnTo>
                    <a:lnTo>
                      <a:pt x="8200" y="68200"/>
                    </a:lnTo>
                    <a:lnTo>
                      <a:pt x="7500" y="68200"/>
                    </a:lnTo>
                    <a:close/>
                    <a:moveTo>
                      <a:pt x="10000" y="65000"/>
                    </a:moveTo>
                    <a:lnTo>
                      <a:pt x="10850" y="65000"/>
                    </a:lnTo>
                    <a:lnTo>
                      <a:pt x="10850" y="65850"/>
                    </a:lnTo>
                    <a:lnTo>
                      <a:pt x="10000" y="65850"/>
                    </a:lnTo>
                    <a:close/>
                    <a:moveTo>
                      <a:pt x="12500" y="67500"/>
                    </a:moveTo>
                    <a:lnTo>
                      <a:pt x="13200" y="67500"/>
                    </a:lnTo>
                    <a:lnTo>
                      <a:pt x="13200" y="68200"/>
                    </a:lnTo>
                    <a:lnTo>
                      <a:pt x="12500" y="68200"/>
                    </a:lnTo>
                    <a:close/>
                    <a:moveTo>
                      <a:pt x="15000" y="65000"/>
                    </a:moveTo>
                    <a:lnTo>
                      <a:pt x="15850" y="65000"/>
                    </a:lnTo>
                    <a:lnTo>
                      <a:pt x="15850" y="65850"/>
                    </a:lnTo>
                    <a:lnTo>
                      <a:pt x="15000" y="65850"/>
                    </a:lnTo>
                    <a:close/>
                    <a:moveTo>
                      <a:pt x="17500" y="67500"/>
                    </a:moveTo>
                    <a:lnTo>
                      <a:pt x="18200" y="67500"/>
                    </a:lnTo>
                    <a:lnTo>
                      <a:pt x="18200" y="68200"/>
                    </a:lnTo>
                    <a:lnTo>
                      <a:pt x="17500" y="68200"/>
                    </a:lnTo>
                    <a:close/>
                    <a:moveTo>
                      <a:pt x="20000" y="65000"/>
                    </a:moveTo>
                    <a:lnTo>
                      <a:pt x="20850" y="65000"/>
                    </a:lnTo>
                    <a:lnTo>
                      <a:pt x="20850" y="65850"/>
                    </a:lnTo>
                    <a:lnTo>
                      <a:pt x="20000" y="65850"/>
                    </a:lnTo>
                    <a:close/>
                    <a:moveTo>
                      <a:pt x="22500" y="67500"/>
                    </a:moveTo>
                    <a:lnTo>
                      <a:pt x="23200" y="67500"/>
                    </a:lnTo>
                    <a:lnTo>
                      <a:pt x="23200" y="68200"/>
                    </a:lnTo>
                    <a:lnTo>
                      <a:pt x="22500" y="68200"/>
                    </a:lnTo>
                    <a:close/>
                    <a:moveTo>
                      <a:pt x="25000" y="65000"/>
                    </a:moveTo>
                    <a:lnTo>
                      <a:pt x="25850" y="65000"/>
                    </a:lnTo>
                    <a:lnTo>
                      <a:pt x="25850" y="65850"/>
                    </a:lnTo>
                    <a:lnTo>
                      <a:pt x="25000" y="65850"/>
                    </a:lnTo>
                    <a:close/>
                    <a:moveTo>
                      <a:pt x="27500" y="67500"/>
                    </a:moveTo>
                    <a:lnTo>
                      <a:pt x="28200" y="67500"/>
                    </a:lnTo>
                    <a:lnTo>
                      <a:pt x="28200" y="68200"/>
                    </a:lnTo>
                    <a:lnTo>
                      <a:pt x="27500" y="68200"/>
                    </a:lnTo>
                    <a:close/>
                    <a:moveTo>
                      <a:pt x="30000" y="65000"/>
                    </a:moveTo>
                    <a:lnTo>
                      <a:pt x="30850" y="65000"/>
                    </a:lnTo>
                    <a:lnTo>
                      <a:pt x="30850" y="65850"/>
                    </a:lnTo>
                    <a:lnTo>
                      <a:pt x="30000" y="65850"/>
                    </a:lnTo>
                    <a:close/>
                    <a:moveTo>
                      <a:pt x="32500" y="67500"/>
                    </a:moveTo>
                    <a:lnTo>
                      <a:pt x="33200" y="67500"/>
                    </a:lnTo>
                    <a:lnTo>
                      <a:pt x="33200" y="68200"/>
                    </a:lnTo>
                    <a:lnTo>
                      <a:pt x="32500" y="68200"/>
                    </a:lnTo>
                    <a:close/>
                    <a:moveTo>
                      <a:pt x="35000" y="65000"/>
                    </a:moveTo>
                    <a:lnTo>
                      <a:pt x="35850" y="65000"/>
                    </a:lnTo>
                    <a:lnTo>
                      <a:pt x="35850" y="65850"/>
                    </a:lnTo>
                    <a:lnTo>
                      <a:pt x="35000" y="65850"/>
                    </a:lnTo>
                    <a:close/>
                    <a:moveTo>
                      <a:pt x="37500" y="67500"/>
                    </a:moveTo>
                    <a:lnTo>
                      <a:pt x="38200" y="67500"/>
                    </a:lnTo>
                    <a:lnTo>
                      <a:pt x="38200" y="68200"/>
                    </a:lnTo>
                    <a:lnTo>
                      <a:pt x="37500" y="68200"/>
                    </a:lnTo>
                    <a:close/>
                    <a:moveTo>
                      <a:pt x="40000" y="65000"/>
                    </a:moveTo>
                    <a:lnTo>
                      <a:pt x="40850" y="65000"/>
                    </a:lnTo>
                    <a:lnTo>
                      <a:pt x="40850" y="65850"/>
                    </a:lnTo>
                    <a:lnTo>
                      <a:pt x="40000" y="65850"/>
                    </a:lnTo>
                    <a:close/>
                    <a:moveTo>
                      <a:pt x="42500" y="67500"/>
                    </a:moveTo>
                    <a:lnTo>
                      <a:pt x="43200" y="67500"/>
                    </a:lnTo>
                    <a:lnTo>
                      <a:pt x="43200" y="68200"/>
                    </a:lnTo>
                    <a:lnTo>
                      <a:pt x="42500" y="68200"/>
                    </a:lnTo>
                    <a:close/>
                    <a:moveTo>
                      <a:pt x="45000" y="65000"/>
                    </a:moveTo>
                    <a:lnTo>
                      <a:pt x="45850" y="65000"/>
                    </a:lnTo>
                    <a:lnTo>
                      <a:pt x="45850" y="65850"/>
                    </a:lnTo>
                    <a:lnTo>
                      <a:pt x="45000" y="65850"/>
                    </a:lnTo>
                    <a:close/>
                    <a:moveTo>
                      <a:pt x="47500" y="67500"/>
                    </a:moveTo>
                    <a:lnTo>
                      <a:pt x="48200" y="67500"/>
                    </a:lnTo>
                    <a:lnTo>
                      <a:pt x="48200" y="68200"/>
                    </a:lnTo>
                    <a:lnTo>
                      <a:pt x="47500" y="68200"/>
                    </a:lnTo>
                    <a:close/>
                    <a:moveTo>
                      <a:pt x="50000" y="65000"/>
                    </a:moveTo>
                    <a:lnTo>
                      <a:pt x="50850" y="65000"/>
                    </a:lnTo>
                    <a:lnTo>
                      <a:pt x="50850" y="65850"/>
                    </a:lnTo>
                    <a:lnTo>
                      <a:pt x="50000" y="65850"/>
                    </a:lnTo>
                    <a:close/>
                    <a:moveTo>
                      <a:pt x="52500" y="67500"/>
                    </a:moveTo>
                    <a:lnTo>
                      <a:pt x="53200" y="67500"/>
                    </a:lnTo>
                    <a:lnTo>
                      <a:pt x="53200" y="68200"/>
                    </a:lnTo>
                    <a:lnTo>
                      <a:pt x="52500" y="68200"/>
                    </a:lnTo>
                    <a:close/>
                    <a:moveTo>
                      <a:pt x="55000" y="65000"/>
                    </a:moveTo>
                    <a:lnTo>
                      <a:pt x="55850" y="65000"/>
                    </a:lnTo>
                    <a:lnTo>
                      <a:pt x="55850" y="65850"/>
                    </a:lnTo>
                    <a:lnTo>
                      <a:pt x="55000" y="65850"/>
                    </a:lnTo>
                    <a:close/>
                    <a:moveTo>
                      <a:pt x="57500" y="67500"/>
                    </a:moveTo>
                    <a:lnTo>
                      <a:pt x="58200" y="67500"/>
                    </a:lnTo>
                    <a:lnTo>
                      <a:pt x="58200" y="68200"/>
                    </a:lnTo>
                    <a:lnTo>
                      <a:pt x="57500" y="68200"/>
                    </a:lnTo>
                    <a:close/>
                    <a:moveTo>
                      <a:pt x="60000" y="65000"/>
                    </a:moveTo>
                    <a:lnTo>
                      <a:pt x="60850" y="65000"/>
                    </a:lnTo>
                    <a:lnTo>
                      <a:pt x="60850" y="65850"/>
                    </a:lnTo>
                    <a:lnTo>
                      <a:pt x="60000" y="65850"/>
                    </a:lnTo>
                    <a:close/>
                    <a:moveTo>
                      <a:pt x="62500" y="67500"/>
                    </a:moveTo>
                    <a:lnTo>
                      <a:pt x="63200" y="67500"/>
                    </a:lnTo>
                    <a:lnTo>
                      <a:pt x="63200" y="68200"/>
                    </a:lnTo>
                    <a:lnTo>
                      <a:pt x="62500" y="68200"/>
                    </a:lnTo>
                    <a:close/>
                    <a:moveTo>
                      <a:pt x="65000" y="65000"/>
                    </a:moveTo>
                    <a:lnTo>
                      <a:pt x="65850" y="65000"/>
                    </a:lnTo>
                    <a:lnTo>
                      <a:pt x="65850" y="65850"/>
                    </a:lnTo>
                    <a:lnTo>
                      <a:pt x="65000" y="65850"/>
                    </a:lnTo>
                    <a:close/>
                    <a:moveTo>
                      <a:pt x="67500" y="67500"/>
                    </a:moveTo>
                    <a:lnTo>
                      <a:pt x="68200" y="67500"/>
                    </a:lnTo>
                    <a:lnTo>
                      <a:pt x="68200" y="68200"/>
                    </a:lnTo>
                    <a:lnTo>
                      <a:pt x="67500" y="68200"/>
                    </a:lnTo>
                    <a:close/>
                    <a:moveTo>
                      <a:pt x="70000" y="65000"/>
                    </a:moveTo>
                    <a:lnTo>
                      <a:pt x="70850" y="65000"/>
                    </a:lnTo>
                    <a:lnTo>
                      <a:pt x="70850" y="65850"/>
                    </a:lnTo>
                    <a:lnTo>
                      <a:pt x="70000" y="65850"/>
                    </a:lnTo>
                    <a:close/>
                    <a:moveTo>
                      <a:pt x="72500" y="67500"/>
                    </a:moveTo>
                    <a:lnTo>
                      <a:pt x="73200" y="67500"/>
                    </a:lnTo>
                    <a:lnTo>
                      <a:pt x="73200" y="68200"/>
                    </a:lnTo>
                    <a:lnTo>
                      <a:pt x="72500" y="68200"/>
                    </a:lnTo>
                    <a:close/>
                    <a:moveTo>
                      <a:pt x="75000" y="65000"/>
                    </a:moveTo>
                    <a:lnTo>
                      <a:pt x="75850" y="65000"/>
                    </a:lnTo>
                    <a:lnTo>
                      <a:pt x="75850" y="65850"/>
                    </a:lnTo>
                    <a:lnTo>
                      <a:pt x="75000" y="65850"/>
                    </a:lnTo>
                    <a:close/>
                    <a:moveTo>
                      <a:pt x="77500" y="67500"/>
                    </a:moveTo>
                    <a:lnTo>
                      <a:pt x="78200" y="67500"/>
                    </a:lnTo>
                    <a:lnTo>
                      <a:pt x="78200" y="68200"/>
                    </a:lnTo>
                    <a:lnTo>
                      <a:pt x="77500" y="68200"/>
                    </a:lnTo>
                    <a:close/>
                    <a:moveTo>
                      <a:pt x="80000" y="65000"/>
                    </a:moveTo>
                    <a:lnTo>
                      <a:pt x="80850" y="65000"/>
                    </a:lnTo>
                    <a:lnTo>
                      <a:pt x="80850" y="65850"/>
                    </a:lnTo>
                    <a:lnTo>
                      <a:pt x="80000" y="65850"/>
                    </a:lnTo>
                    <a:close/>
                    <a:moveTo>
                      <a:pt x="82500" y="67500"/>
                    </a:moveTo>
                    <a:lnTo>
                      <a:pt x="83200" y="67500"/>
                    </a:lnTo>
                    <a:lnTo>
                      <a:pt x="83200" y="68200"/>
                    </a:lnTo>
                    <a:lnTo>
                      <a:pt x="82500" y="68200"/>
                    </a:lnTo>
                    <a:close/>
                    <a:moveTo>
                      <a:pt x="85000" y="65000"/>
                    </a:moveTo>
                    <a:lnTo>
                      <a:pt x="85850" y="65000"/>
                    </a:lnTo>
                    <a:lnTo>
                      <a:pt x="85850" y="65850"/>
                    </a:lnTo>
                    <a:lnTo>
                      <a:pt x="85000" y="65850"/>
                    </a:lnTo>
                    <a:close/>
                    <a:moveTo>
                      <a:pt x="87500" y="67500"/>
                    </a:moveTo>
                    <a:lnTo>
                      <a:pt x="88200" y="67500"/>
                    </a:lnTo>
                    <a:lnTo>
                      <a:pt x="88200" y="68200"/>
                    </a:lnTo>
                    <a:lnTo>
                      <a:pt x="87500" y="68200"/>
                    </a:lnTo>
                    <a:close/>
                    <a:moveTo>
                      <a:pt x="90000" y="65000"/>
                    </a:moveTo>
                    <a:lnTo>
                      <a:pt x="90850" y="65000"/>
                    </a:lnTo>
                    <a:lnTo>
                      <a:pt x="90850" y="65850"/>
                    </a:lnTo>
                    <a:lnTo>
                      <a:pt x="90000" y="65850"/>
                    </a:lnTo>
                    <a:close/>
                    <a:moveTo>
                      <a:pt x="92500" y="67500"/>
                    </a:moveTo>
                    <a:lnTo>
                      <a:pt x="93200" y="67500"/>
                    </a:lnTo>
                    <a:lnTo>
                      <a:pt x="93200" y="68200"/>
                    </a:lnTo>
                    <a:lnTo>
                      <a:pt x="92500" y="68200"/>
                    </a:lnTo>
                    <a:close/>
                    <a:moveTo>
                      <a:pt x="95000" y="65000"/>
                    </a:moveTo>
                    <a:lnTo>
                      <a:pt x="95850" y="65000"/>
                    </a:lnTo>
                    <a:lnTo>
                      <a:pt x="95850" y="65850"/>
                    </a:lnTo>
                    <a:lnTo>
                      <a:pt x="95000" y="65850"/>
                    </a:lnTo>
                    <a:close/>
                    <a:moveTo>
                      <a:pt x="97500" y="67500"/>
                    </a:moveTo>
                    <a:lnTo>
                      <a:pt x="98200" y="67500"/>
                    </a:lnTo>
                    <a:lnTo>
                      <a:pt x="98200" y="68200"/>
                    </a:lnTo>
                    <a:lnTo>
                      <a:pt x="97500" y="68200"/>
                    </a:lnTo>
                    <a:close/>
                    <a:moveTo>
                      <a:pt x="100000" y="65000"/>
                    </a:moveTo>
                    <a:lnTo>
                      <a:pt x="100850" y="65000"/>
                    </a:lnTo>
                    <a:lnTo>
                      <a:pt x="100850" y="65850"/>
                    </a:lnTo>
                    <a:lnTo>
                      <a:pt x="100000" y="65850"/>
                    </a:lnTo>
                    <a:close/>
                    <a:moveTo>
                      <a:pt x="102500" y="67500"/>
                    </a:moveTo>
                    <a:lnTo>
                      <a:pt x="103200" y="67500"/>
                    </a:lnTo>
                    <a:lnTo>
                      <a:pt x="103200" y="68200"/>
                    </a:lnTo>
                    <a:lnTo>
                      <a:pt x="102500" y="68200"/>
                    </a:lnTo>
                    <a:close/>
                    <a:moveTo>
                      <a:pt x="105000" y="65000"/>
                    </a:moveTo>
                    <a:lnTo>
                      <a:pt x="105850" y="65000"/>
                    </a:lnTo>
                    <a:lnTo>
                      <a:pt x="105850" y="65850"/>
                    </a:lnTo>
                    <a:lnTo>
                      <a:pt x="105000" y="65850"/>
                    </a:lnTo>
                    <a:close/>
                    <a:moveTo>
                      <a:pt x="107500" y="67500"/>
                    </a:moveTo>
                    <a:lnTo>
                      <a:pt x="108200" y="67500"/>
                    </a:lnTo>
                    <a:lnTo>
                      <a:pt x="108200" y="68200"/>
                    </a:lnTo>
                    <a:lnTo>
                      <a:pt x="107500" y="68200"/>
                    </a:lnTo>
                    <a:close/>
                    <a:moveTo>
                      <a:pt x="110000" y="65000"/>
                    </a:moveTo>
                    <a:lnTo>
                      <a:pt x="110850" y="65000"/>
                    </a:lnTo>
                    <a:lnTo>
                      <a:pt x="110850" y="65850"/>
                    </a:lnTo>
                    <a:lnTo>
                      <a:pt x="110000" y="65850"/>
                    </a:lnTo>
                    <a:close/>
                    <a:moveTo>
                      <a:pt x="112500" y="67500"/>
                    </a:moveTo>
                    <a:lnTo>
                      <a:pt x="113200" y="67500"/>
                    </a:lnTo>
                    <a:lnTo>
                      <a:pt x="113200" y="68200"/>
                    </a:lnTo>
                    <a:lnTo>
                      <a:pt x="112500" y="68200"/>
                    </a:lnTo>
                    <a:close/>
                    <a:moveTo>
                      <a:pt x="115000" y="65000"/>
                    </a:moveTo>
                    <a:lnTo>
                      <a:pt x="115850" y="65000"/>
                    </a:lnTo>
                    <a:lnTo>
                      <a:pt x="115850" y="65850"/>
                    </a:lnTo>
                    <a:lnTo>
                      <a:pt x="115000" y="65850"/>
                    </a:lnTo>
                    <a:close/>
                    <a:moveTo>
                      <a:pt x="117500" y="67500"/>
                    </a:moveTo>
                    <a:lnTo>
                      <a:pt x="118200" y="67500"/>
                    </a:lnTo>
                    <a:lnTo>
                      <a:pt x="118200" y="68200"/>
                    </a:lnTo>
                    <a:lnTo>
                      <a:pt x="117500" y="68200"/>
                    </a:lnTo>
                    <a:close/>
                    <a:moveTo>
                      <a:pt x="120000" y="65000"/>
                    </a:moveTo>
                    <a:lnTo>
                      <a:pt x="120850" y="65000"/>
                    </a:lnTo>
                    <a:lnTo>
                      <a:pt x="120850" y="65850"/>
                    </a:lnTo>
                    <a:lnTo>
                      <a:pt x="120000" y="65850"/>
                    </a:lnTo>
                    <a:close/>
                    <a:moveTo>
                      <a:pt x="122500" y="67500"/>
                    </a:moveTo>
                    <a:lnTo>
                      <a:pt x="123200" y="67500"/>
                    </a:lnTo>
                    <a:lnTo>
                      <a:pt x="123200" y="68200"/>
                    </a:lnTo>
                    <a:lnTo>
                      <a:pt x="122500" y="68200"/>
                    </a:lnTo>
                    <a:close/>
                    <a:moveTo>
                      <a:pt x="125000" y="65000"/>
                    </a:moveTo>
                    <a:lnTo>
                      <a:pt x="125850" y="65000"/>
                    </a:lnTo>
                    <a:lnTo>
                      <a:pt x="125850" y="65850"/>
                    </a:lnTo>
                    <a:lnTo>
                      <a:pt x="125000" y="65850"/>
                    </a:lnTo>
                    <a:close/>
                    <a:moveTo>
                      <a:pt x="127500" y="67500"/>
                    </a:moveTo>
                    <a:lnTo>
                      <a:pt x="128200" y="67500"/>
                    </a:lnTo>
                    <a:lnTo>
                      <a:pt x="128200" y="68200"/>
                    </a:lnTo>
                    <a:lnTo>
                      <a:pt x="127500" y="68200"/>
                    </a:lnTo>
                    <a:close/>
                    <a:moveTo>
                      <a:pt x="130000" y="65000"/>
                    </a:moveTo>
                    <a:lnTo>
                      <a:pt x="130850" y="65000"/>
                    </a:lnTo>
                    <a:lnTo>
                      <a:pt x="130850" y="65850"/>
                    </a:lnTo>
                    <a:lnTo>
                      <a:pt x="130000" y="65850"/>
                    </a:lnTo>
                    <a:close/>
                    <a:moveTo>
                      <a:pt x="132500" y="67500"/>
                    </a:moveTo>
                    <a:lnTo>
                      <a:pt x="133200" y="67500"/>
                    </a:lnTo>
                    <a:lnTo>
                      <a:pt x="133200" y="68200"/>
                    </a:lnTo>
                    <a:lnTo>
                      <a:pt x="132500" y="68200"/>
                    </a:lnTo>
                    <a:close/>
                    <a:moveTo>
                      <a:pt x="135000" y="65000"/>
                    </a:moveTo>
                    <a:lnTo>
                      <a:pt x="135850" y="65000"/>
                    </a:lnTo>
                    <a:lnTo>
                      <a:pt x="135850" y="65850"/>
                    </a:lnTo>
                    <a:lnTo>
                      <a:pt x="135000" y="65850"/>
                    </a:lnTo>
                    <a:close/>
                    <a:moveTo>
                      <a:pt x="137500" y="67500"/>
                    </a:moveTo>
                    <a:lnTo>
                      <a:pt x="138200" y="67500"/>
                    </a:lnTo>
                    <a:lnTo>
                      <a:pt x="138200" y="68200"/>
                    </a:lnTo>
                    <a:lnTo>
                      <a:pt x="137500" y="68200"/>
                    </a:lnTo>
                    <a:close/>
                    <a:moveTo>
                      <a:pt x="140000" y="65000"/>
                    </a:moveTo>
                    <a:lnTo>
                      <a:pt x="140850" y="65000"/>
                    </a:lnTo>
                    <a:lnTo>
                      <a:pt x="140850" y="65850"/>
                    </a:lnTo>
                    <a:lnTo>
                      <a:pt x="140000" y="65850"/>
                    </a:lnTo>
                    <a:close/>
                    <a:moveTo>
                      <a:pt x="142500" y="67500"/>
                    </a:moveTo>
                    <a:lnTo>
                      <a:pt x="143200" y="67500"/>
                    </a:lnTo>
                    <a:lnTo>
                      <a:pt x="143200" y="68200"/>
                    </a:lnTo>
                    <a:lnTo>
                      <a:pt x="142500" y="68200"/>
                    </a:lnTo>
                    <a:close/>
                    <a:moveTo>
                      <a:pt x="145000" y="65000"/>
                    </a:moveTo>
                    <a:lnTo>
                      <a:pt x="145850" y="65000"/>
                    </a:lnTo>
                    <a:lnTo>
                      <a:pt x="145850" y="65850"/>
                    </a:lnTo>
                    <a:lnTo>
                      <a:pt x="145000" y="65850"/>
                    </a:lnTo>
                    <a:close/>
                    <a:moveTo>
                      <a:pt x="147500" y="67500"/>
                    </a:moveTo>
                    <a:lnTo>
                      <a:pt x="148200" y="67500"/>
                    </a:lnTo>
                    <a:lnTo>
                      <a:pt x="148200" y="68200"/>
                    </a:lnTo>
                    <a:lnTo>
                      <a:pt x="147500" y="68200"/>
                    </a:lnTo>
                    <a:close/>
                    <a:moveTo>
                      <a:pt x="150000" y="65000"/>
                    </a:moveTo>
                    <a:lnTo>
                      <a:pt x="150850" y="65000"/>
                    </a:lnTo>
                    <a:lnTo>
                      <a:pt x="150850" y="65850"/>
                    </a:lnTo>
                    <a:lnTo>
                      <a:pt x="150000" y="65850"/>
                    </a:lnTo>
                    <a:close/>
                    <a:moveTo>
                      <a:pt x="152500" y="67500"/>
                    </a:moveTo>
                    <a:lnTo>
                      <a:pt x="153200" y="67500"/>
                    </a:lnTo>
                    <a:lnTo>
                      <a:pt x="153200" y="68200"/>
                    </a:lnTo>
                    <a:lnTo>
                      <a:pt x="152500" y="68200"/>
                    </a:lnTo>
                    <a:close/>
                    <a:moveTo>
                      <a:pt x="155000" y="65000"/>
                    </a:moveTo>
                    <a:lnTo>
                      <a:pt x="155850" y="65000"/>
                    </a:lnTo>
                    <a:lnTo>
                      <a:pt x="155850" y="65850"/>
                    </a:lnTo>
                    <a:lnTo>
                      <a:pt x="155000" y="65850"/>
                    </a:lnTo>
                    <a:close/>
                    <a:moveTo>
                      <a:pt x="157500" y="67500"/>
                    </a:moveTo>
                    <a:lnTo>
                      <a:pt x="158200" y="67500"/>
                    </a:lnTo>
                    <a:lnTo>
                      <a:pt x="158200" y="68200"/>
                    </a:lnTo>
                    <a:lnTo>
                      <a:pt x="157500" y="68200"/>
                    </a:lnTo>
                    <a:close/>
                    <a:moveTo>
                      <a:pt x="160000" y="65000"/>
                    </a:moveTo>
                    <a:lnTo>
                      <a:pt x="160850" y="65000"/>
                    </a:lnTo>
                    <a:lnTo>
                      <a:pt x="160850" y="65850"/>
                    </a:lnTo>
                    <a:lnTo>
                      <a:pt x="160000" y="65850"/>
                    </a:lnTo>
                    <a:close/>
                    <a:moveTo>
                      <a:pt x="162500" y="67500"/>
                    </a:moveTo>
                    <a:lnTo>
                      <a:pt x="163200" y="67500"/>
                    </a:lnTo>
                    <a:lnTo>
                      <a:pt x="163200" y="68200"/>
                    </a:lnTo>
                    <a:lnTo>
                      <a:pt x="162500" y="68200"/>
                    </a:lnTo>
                    <a:close/>
                    <a:moveTo>
                      <a:pt x="165000" y="65000"/>
                    </a:moveTo>
                    <a:lnTo>
                      <a:pt x="165850" y="65000"/>
                    </a:lnTo>
                    <a:lnTo>
                      <a:pt x="165850" y="65850"/>
                    </a:lnTo>
                    <a:lnTo>
                      <a:pt x="165000" y="65850"/>
                    </a:lnTo>
                    <a:close/>
                    <a:moveTo>
                      <a:pt x="167500" y="67500"/>
                    </a:moveTo>
                    <a:lnTo>
                      <a:pt x="168200" y="67500"/>
                    </a:lnTo>
                    <a:lnTo>
                      <a:pt x="168200" y="68200"/>
                    </a:lnTo>
                    <a:lnTo>
                      <a:pt x="167500" y="68200"/>
                    </a:lnTo>
                    <a:close/>
                    <a:moveTo>
                      <a:pt x="170000" y="65000"/>
                    </a:moveTo>
                    <a:lnTo>
                      <a:pt x="170850" y="65000"/>
                    </a:lnTo>
                    <a:lnTo>
                      <a:pt x="170850" y="65850"/>
                    </a:lnTo>
                    <a:lnTo>
                      <a:pt x="170000" y="65850"/>
                    </a:lnTo>
                    <a:close/>
                    <a:moveTo>
                      <a:pt x="172500" y="67500"/>
                    </a:moveTo>
                    <a:lnTo>
                      <a:pt x="173200" y="67500"/>
                    </a:lnTo>
                    <a:lnTo>
                      <a:pt x="173200" y="68200"/>
                    </a:lnTo>
                    <a:lnTo>
                      <a:pt x="172500" y="68200"/>
                    </a:lnTo>
                    <a:close/>
                    <a:moveTo>
                      <a:pt x="175000" y="65000"/>
                    </a:moveTo>
                    <a:lnTo>
                      <a:pt x="175850" y="65000"/>
                    </a:lnTo>
                    <a:lnTo>
                      <a:pt x="175850" y="65850"/>
                    </a:lnTo>
                    <a:lnTo>
                      <a:pt x="175000" y="65850"/>
                    </a:lnTo>
                    <a:close/>
                    <a:moveTo>
                      <a:pt x="177500" y="67500"/>
                    </a:moveTo>
                    <a:lnTo>
                      <a:pt x="178200" y="67500"/>
                    </a:lnTo>
                    <a:lnTo>
                      <a:pt x="178200" y="68200"/>
                    </a:lnTo>
                    <a:lnTo>
                      <a:pt x="177500" y="68200"/>
                    </a:lnTo>
                    <a:close/>
                    <a:moveTo>
                      <a:pt x="180000" y="65000"/>
                    </a:moveTo>
                    <a:lnTo>
                      <a:pt x="180850" y="65000"/>
                    </a:lnTo>
                    <a:lnTo>
                      <a:pt x="180850" y="65850"/>
                    </a:lnTo>
                    <a:lnTo>
                      <a:pt x="180000" y="65850"/>
                    </a:lnTo>
                    <a:close/>
                    <a:moveTo>
                      <a:pt x="182500" y="67500"/>
                    </a:moveTo>
                    <a:lnTo>
                      <a:pt x="183200" y="67500"/>
                    </a:lnTo>
                    <a:lnTo>
                      <a:pt x="183200" y="68200"/>
                    </a:lnTo>
                    <a:lnTo>
                      <a:pt x="182500" y="68200"/>
                    </a:lnTo>
                    <a:close/>
                    <a:moveTo>
                      <a:pt x="185000" y="65000"/>
                    </a:moveTo>
                    <a:lnTo>
                      <a:pt x="185850" y="65000"/>
                    </a:lnTo>
                    <a:lnTo>
                      <a:pt x="185850" y="65850"/>
                    </a:lnTo>
                    <a:lnTo>
                      <a:pt x="185000" y="65850"/>
                    </a:lnTo>
                    <a:close/>
                    <a:moveTo>
                      <a:pt x="187500" y="67500"/>
                    </a:moveTo>
                    <a:lnTo>
                      <a:pt x="188200" y="67500"/>
                    </a:lnTo>
                    <a:lnTo>
                      <a:pt x="188200" y="68200"/>
                    </a:lnTo>
                    <a:lnTo>
                      <a:pt x="187500" y="68200"/>
                    </a:lnTo>
                    <a:close/>
                    <a:moveTo>
                      <a:pt x="190000" y="65000"/>
                    </a:moveTo>
                    <a:lnTo>
                      <a:pt x="190850" y="65000"/>
                    </a:lnTo>
                    <a:lnTo>
                      <a:pt x="190850" y="65850"/>
                    </a:lnTo>
                    <a:lnTo>
                      <a:pt x="190000" y="65850"/>
                    </a:lnTo>
                    <a:close/>
                    <a:moveTo>
                      <a:pt x="192500" y="67500"/>
                    </a:moveTo>
                    <a:lnTo>
                      <a:pt x="193200" y="67500"/>
                    </a:lnTo>
                    <a:lnTo>
                      <a:pt x="193200" y="68200"/>
                    </a:lnTo>
                    <a:lnTo>
                      <a:pt x="192500" y="68200"/>
                    </a:lnTo>
                    <a:close/>
                    <a:moveTo>
                      <a:pt x="195000" y="65000"/>
                    </a:moveTo>
                    <a:lnTo>
                      <a:pt x="195850" y="65000"/>
                    </a:lnTo>
                    <a:lnTo>
                      <a:pt x="195850" y="65850"/>
                    </a:lnTo>
                    <a:lnTo>
                      <a:pt x="195000" y="65850"/>
                    </a:lnTo>
                    <a:close/>
                    <a:moveTo>
                      <a:pt x="197500" y="67500"/>
                    </a:moveTo>
                    <a:lnTo>
                      <a:pt x="198200" y="67500"/>
                    </a:lnTo>
                    <a:lnTo>
                      <a:pt x="198200" y="68200"/>
                    </a:lnTo>
                    <a:lnTo>
                      <a:pt x="197500" y="68200"/>
                    </a:lnTo>
                    <a:close/>
                    <a:moveTo>
                      <a:pt x="200000" y="65000"/>
                    </a:moveTo>
                    <a:lnTo>
                      <a:pt x="200850" y="65000"/>
                    </a:lnTo>
                    <a:lnTo>
                      <a:pt x="200850" y="65850"/>
                    </a:lnTo>
                    <a:lnTo>
                      <a:pt x="200000" y="65850"/>
                    </a:lnTo>
                    <a:close/>
                    <a:moveTo>
                      <a:pt x="202500" y="67500"/>
                    </a:moveTo>
                    <a:lnTo>
                      <a:pt x="203200" y="67500"/>
                    </a:lnTo>
                    <a:lnTo>
                      <a:pt x="203200" y="68200"/>
                    </a:lnTo>
                    <a:lnTo>
                      <a:pt x="202500" y="68200"/>
                    </a:lnTo>
                    <a:close/>
                    <a:moveTo>
                      <a:pt x="205000" y="65000"/>
                    </a:moveTo>
                    <a:lnTo>
                      <a:pt x="205850" y="65000"/>
                    </a:lnTo>
                    <a:lnTo>
                      <a:pt x="205850" y="65850"/>
                    </a:lnTo>
                    <a:lnTo>
                      <a:pt x="205000" y="65850"/>
                    </a:lnTo>
                    <a:close/>
                    <a:moveTo>
                      <a:pt x="207500" y="67500"/>
                    </a:moveTo>
                    <a:lnTo>
                      <a:pt x="208200" y="67500"/>
                    </a:lnTo>
                    <a:lnTo>
                      <a:pt x="208200" y="68200"/>
                    </a:lnTo>
                    <a:lnTo>
                      <a:pt x="207500" y="68200"/>
                    </a:lnTo>
                    <a:close/>
                    <a:moveTo>
                      <a:pt x="210000" y="65000"/>
                    </a:moveTo>
                    <a:lnTo>
                      <a:pt x="210850" y="65000"/>
                    </a:lnTo>
                    <a:lnTo>
                      <a:pt x="210850" y="65850"/>
                    </a:lnTo>
                    <a:lnTo>
                      <a:pt x="210000" y="65850"/>
                    </a:lnTo>
                    <a:close/>
                    <a:moveTo>
                      <a:pt x="212500" y="67500"/>
                    </a:moveTo>
                    <a:lnTo>
                      <a:pt x="213200" y="67500"/>
                    </a:lnTo>
                    <a:lnTo>
                      <a:pt x="213200" y="68200"/>
                    </a:lnTo>
                    <a:lnTo>
                      <a:pt x="212500" y="68200"/>
                    </a:lnTo>
                    <a:close/>
                    <a:moveTo>
                      <a:pt x="215000" y="65000"/>
                    </a:moveTo>
                    <a:lnTo>
                      <a:pt x="215850" y="65000"/>
                    </a:lnTo>
                    <a:lnTo>
                      <a:pt x="215850" y="65850"/>
                    </a:lnTo>
                    <a:lnTo>
                      <a:pt x="215000" y="65850"/>
                    </a:lnTo>
                    <a:close/>
                    <a:moveTo>
                      <a:pt x="217500" y="67500"/>
                    </a:moveTo>
                    <a:lnTo>
                      <a:pt x="218200" y="67500"/>
                    </a:lnTo>
                    <a:lnTo>
                      <a:pt x="218200" y="68200"/>
                    </a:lnTo>
                    <a:lnTo>
                      <a:pt x="217500" y="68200"/>
                    </a:lnTo>
                    <a:close/>
                    <a:moveTo>
                      <a:pt x="220000" y="65000"/>
                    </a:moveTo>
                    <a:lnTo>
                      <a:pt x="220850" y="65000"/>
                    </a:lnTo>
                    <a:lnTo>
                      <a:pt x="220850" y="65850"/>
                    </a:lnTo>
                    <a:lnTo>
                      <a:pt x="220000" y="65850"/>
                    </a:lnTo>
                    <a:close/>
                    <a:moveTo>
                      <a:pt x="222500" y="67500"/>
                    </a:moveTo>
                    <a:lnTo>
                      <a:pt x="223200" y="67500"/>
                    </a:lnTo>
                    <a:lnTo>
                      <a:pt x="223200" y="68200"/>
                    </a:lnTo>
                    <a:lnTo>
                      <a:pt x="222500" y="68200"/>
                    </a:lnTo>
                    <a:close/>
                    <a:moveTo>
                      <a:pt x="225000" y="65000"/>
                    </a:moveTo>
                    <a:lnTo>
                      <a:pt x="225850" y="65000"/>
                    </a:lnTo>
                    <a:lnTo>
                      <a:pt x="225850" y="65850"/>
                    </a:lnTo>
                    <a:lnTo>
                      <a:pt x="225000" y="65850"/>
                    </a:lnTo>
                    <a:close/>
                    <a:moveTo>
                      <a:pt x="227500" y="67500"/>
                    </a:moveTo>
                    <a:lnTo>
                      <a:pt x="228200" y="67500"/>
                    </a:lnTo>
                    <a:lnTo>
                      <a:pt x="228200" y="68200"/>
                    </a:lnTo>
                    <a:lnTo>
                      <a:pt x="227500" y="68200"/>
                    </a:lnTo>
                    <a:close/>
                    <a:moveTo>
                      <a:pt x="230000" y="65000"/>
                    </a:moveTo>
                    <a:lnTo>
                      <a:pt x="230850" y="65000"/>
                    </a:lnTo>
                    <a:lnTo>
                      <a:pt x="230850" y="65850"/>
                    </a:lnTo>
                    <a:lnTo>
                      <a:pt x="230000" y="65850"/>
                    </a:lnTo>
                    <a:close/>
                    <a:moveTo>
                      <a:pt x="232500" y="67500"/>
                    </a:moveTo>
                    <a:lnTo>
                      <a:pt x="233200" y="67500"/>
                    </a:lnTo>
                    <a:lnTo>
                      <a:pt x="233200" y="68200"/>
                    </a:lnTo>
                    <a:lnTo>
                      <a:pt x="232500" y="68200"/>
                    </a:lnTo>
                    <a:close/>
                    <a:moveTo>
                      <a:pt x="235000" y="65000"/>
                    </a:moveTo>
                    <a:lnTo>
                      <a:pt x="235850" y="65000"/>
                    </a:lnTo>
                    <a:lnTo>
                      <a:pt x="235850" y="65850"/>
                    </a:lnTo>
                    <a:lnTo>
                      <a:pt x="235000" y="65850"/>
                    </a:lnTo>
                    <a:close/>
                    <a:moveTo>
                      <a:pt x="237500" y="67500"/>
                    </a:moveTo>
                    <a:lnTo>
                      <a:pt x="238200" y="67500"/>
                    </a:lnTo>
                    <a:lnTo>
                      <a:pt x="238200" y="68200"/>
                    </a:lnTo>
                    <a:lnTo>
                      <a:pt x="237500" y="68200"/>
                    </a:lnTo>
                    <a:close/>
                    <a:moveTo>
                      <a:pt x="240000" y="65000"/>
                    </a:moveTo>
                    <a:lnTo>
                      <a:pt x="240850" y="65000"/>
                    </a:lnTo>
                    <a:lnTo>
                      <a:pt x="240850" y="65850"/>
                    </a:lnTo>
                    <a:lnTo>
                      <a:pt x="240000" y="65850"/>
                    </a:lnTo>
                    <a:close/>
                    <a:moveTo>
                      <a:pt x="242500" y="67500"/>
                    </a:moveTo>
                    <a:lnTo>
                      <a:pt x="243200" y="67500"/>
                    </a:lnTo>
                    <a:lnTo>
                      <a:pt x="243200" y="68200"/>
                    </a:lnTo>
                    <a:lnTo>
                      <a:pt x="242500" y="68200"/>
                    </a:lnTo>
                    <a:close/>
                    <a:moveTo>
                      <a:pt x="245000" y="65000"/>
                    </a:moveTo>
                    <a:lnTo>
                      <a:pt x="245850" y="65000"/>
                    </a:lnTo>
                    <a:lnTo>
                      <a:pt x="245850" y="65850"/>
                    </a:lnTo>
                    <a:lnTo>
                      <a:pt x="245000" y="65850"/>
                    </a:lnTo>
                    <a:close/>
                    <a:moveTo>
                      <a:pt x="247500" y="67500"/>
                    </a:moveTo>
                    <a:lnTo>
                      <a:pt x="248200" y="67500"/>
                    </a:lnTo>
                    <a:lnTo>
                      <a:pt x="248200" y="68200"/>
                    </a:lnTo>
                    <a:lnTo>
                      <a:pt x="247500" y="68200"/>
                    </a:lnTo>
                    <a:close/>
                    <a:moveTo>
                      <a:pt x="250000" y="65000"/>
                    </a:moveTo>
                    <a:lnTo>
                      <a:pt x="250850" y="65000"/>
                    </a:lnTo>
                    <a:lnTo>
                      <a:pt x="250850" y="65850"/>
                    </a:lnTo>
                    <a:lnTo>
                      <a:pt x="250000" y="65850"/>
                    </a:lnTo>
                    <a:close/>
                    <a:moveTo>
                      <a:pt x="252500" y="67500"/>
                    </a:moveTo>
                    <a:lnTo>
                      <a:pt x="253200" y="67500"/>
                    </a:lnTo>
                    <a:lnTo>
                      <a:pt x="253200" y="68200"/>
                    </a:lnTo>
                    <a:lnTo>
                      <a:pt x="252500" y="68200"/>
                    </a:lnTo>
                    <a:close/>
                    <a:moveTo>
                      <a:pt x="255000" y="65000"/>
                    </a:moveTo>
                    <a:lnTo>
                      <a:pt x="255850" y="65000"/>
                    </a:lnTo>
                    <a:lnTo>
                      <a:pt x="255850" y="65850"/>
                    </a:lnTo>
                    <a:lnTo>
                      <a:pt x="255000" y="65850"/>
                    </a:lnTo>
                    <a:close/>
                    <a:moveTo>
                      <a:pt x="257500" y="67500"/>
                    </a:moveTo>
                    <a:lnTo>
                      <a:pt x="258200" y="67500"/>
                    </a:lnTo>
                    <a:lnTo>
                      <a:pt x="258200" y="68200"/>
                    </a:lnTo>
                    <a:lnTo>
                      <a:pt x="257500" y="68200"/>
                    </a:lnTo>
                    <a:close/>
                    <a:moveTo>
                      <a:pt x="260000" y="65000"/>
                    </a:moveTo>
                    <a:lnTo>
                      <a:pt x="260850" y="65000"/>
                    </a:lnTo>
                    <a:lnTo>
                      <a:pt x="260850" y="65850"/>
                    </a:lnTo>
                    <a:lnTo>
                      <a:pt x="260000" y="65850"/>
                    </a:lnTo>
                    <a:close/>
                    <a:moveTo>
                      <a:pt x="262500" y="67500"/>
                    </a:moveTo>
                    <a:lnTo>
                      <a:pt x="263200" y="67500"/>
                    </a:lnTo>
                    <a:lnTo>
                      <a:pt x="263200" y="68200"/>
                    </a:lnTo>
                    <a:lnTo>
                      <a:pt x="262500" y="68200"/>
                    </a:lnTo>
                    <a:close/>
                    <a:moveTo>
                      <a:pt x="265000" y="65000"/>
                    </a:moveTo>
                    <a:lnTo>
                      <a:pt x="265850" y="65000"/>
                    </a:lnTo>
                    <a:lnTo>
                      <a:pt x="265850" y="65850"/>
                    </a:lnTo>
                    <a:lnTo>
                      <a:pt x="265000" y="65850"/>
                    </a:lnTo>
                    <a:close/>
                    <a:moveTo>
                      <a:pt x="267500" y="67500"/>
                    </a:moveTo>
                    <a:lnTo>
                      <a:pt x="268200" y="67500"/>
                    </a:lnTo>
                    <a:lnTo>
                      <a:pt x="268200" y="68200"/>
                    </a:lnTo>
                    <a:lnTo>
                      <a:pt x="267500" y="68200"/>
                    </a:lnTo>
                    <a:close/>
                    <a:moveTo>
                      <a:pt x="270000" y="65000"/>
                    </a:moveTo>
                    <a:lnTo>
                      <a:pt x="270850" y="65000"/>
                    </a:lnTo>
                    <a:lnTo>
                      <a:pt x="270850" y="65850"/>
                    </a:lnTo>
                    <a:lnTo>
                      <a:pt x="270000" y="65850"/>
                    </a:lnTo>
                    <a:close/>
                    <a:moveTo>
                      <a:pt x="272500" y="67500"/>
                    </a:moveTo>
                    <a:lnTo>
                      <a:pt x="273200" y="67500"/>
                    </a:lnTo>
                    <a:lnTo>
                      <a:pt x="273200" y="68200"/>
                    </a:lnTo>
                    <a:lnTo>
                      <a:pt x="272500" y="68200"/>
                    </a:lnTo>
                    <a:close/>
                    <a:moveTo>
                      <a:pt x="275000" y="65000"/>
                    </a:moveTo>
                    <a:lnTo>
                      <a:pt x="275850" y="65000"/>
                    </a:lnTo>
                    <a:lnTo>
                      <a:pt x="275850" y="65850"/>
                    </a:lnTo>
                    <a:lnTo>
                      <a:pt x="275000" y="65850"/>
                    </a:lnTo>
                    <a:close/>
                    <a:moveTo>
                      <a:pt x="277500" y="67500"/>
                    </a:moveTo>
                    <a:lnTo>
                      <a:pt x="278200" y="67500"/>
                    </a:lnTo>
                    <a:lnTo>
                      <a:pt x="278200" y="68200"/>
                    </a:lnTo>
                    <a:lnTo>
                      <a:pt x="277500" y="68200"/>
                    </a:lnTo>
                    <a:close/>
                    <a:moveTo>
                      <a:pt x="280000" y="65000"/>
                    </a:moveTo>
                    <a:lnTo>
                      <a:pt x="280850" y="65000"/>
                    </a:lnTo>
                    <a:lnTo>
                      <a:pt x="280850" y="65850"/>
                    </a:lnTo>
                    <a:lnTo>
                      <a:pt x="280000" y="65850"/>
                    </a:lnTo>
                    <a:close/>
                    <a:moveTo>
                      <a:pt x="282500" y="67500"/>
                    </a:moveTo>
                    <a:lnTo>
                      <a:pt x="283200" y="67500"/>
                    </a:lnTo>
                    <a:lnTo>
                      <a:pt x="283200" y="68200"/>
                    </a:lnTo>
                    <a:lnTo>
                      <a:pt x="282500" y="68200"/>
                    </a:lnTo>
                    <a:close/>
                    <a:moveTo>
                      <a:pt x="285000" y="65000"/>
                    </a:moveTo>
                    <a:lnTo>
                      <a:pt x="285850" y="65000"/>
                    </a:lnTo>
                    <a:lnTo>
                      <a:pt x="285850" y="65850"/>
                    </a:lnTo>
                    <a:lnTo>
                      <a:pt x="285000" y="65850"/>
                    </a:lnTo>
                    <a:close/>
                    <a:moveTo>
                      <a:pt x="287500" y="67500"/>
                    </a:moveTo>
                    <a:lnTo>
                      <a:pt x="288200" y="67500"/>
                    </a:lnTo>
                    <a:lnTo>
                      <a:pt x="288200" y="68200"/>
                    </a:lnTo>
                    <a:lnTo>
                      <a:pt x="287500" y="68200"/>
                    </a:lnTo>
                    <a:close/>
                    <a:moveTo>
                      <a:pt x="0" y="70000"/>
                    </a:moveTo>
                    <a:lnTo>
                      <a:pt x="850" y="70000"/>
                    </a:lnTo>
                    <a:lnTo>
                      <a:pt x="850" y="70850"/>
                    </a:lnTo>
                    <a:lnTo>
                      <a:pt x="0" y="70850"/>
                    </a:lnTo>
                    <a:close/>
                    <a:moveTo>
                      <a:pt x="2500" y="72500"/>
                    </a:moveTo>
                    <a:lnTo>
                      <a:pt x="3200" y="72500"/>
                    </a:lnTo>
                    <a:lnTo>
                      <a:pt x="3200" y="73200"/>
                    </a:lnTo>
                    <a:lnTo>
                      <a:pt x="2500" y="73200"/>
                    </a:lnTo>
                    <a:close/>
                    <a:moveTo>
                      <a:pt x="5000" y="70000"/>
                    </a:moveTo>
                    <a:lnTo>
                      <a:pt x="5850" y="70000"/>
                    </a:lnTo>
                    <a:lnTo>
                      <a:pt x="5850" y="70850"/>
                    </a:lnTo>
                    <a:lnTo>
                      <a:pt x="5000" y="70850"/>
                    </a:lnTo>
                    <a:close/>
                    <a:moveTo>
                      <a:pt x="7500" y="72500"/>
                    </a:moveTo>
                    <a:lnTo>
                      <a:pt x="8200" y="72500"/>
                    </a:lnTo>
                    <a:lnTo>
                      <a:pt x="8200" y="73200"/>
                    </a:lnTo>
                    <a:lnTo>
                      <a:pt x="7500" y="73200"/>
                    </a:lnTo>
                    <a:close/>
                    <a:moveTo>
                      <a:pt x="10000" y="70000"/>
                    </a:moveTo>
                    <a:lnTo>
                      <a:pt x="10850" y="70000"/>
                    </a:lnTo>
                    <a:lnTo>
                      <a:pt x="10850" y="70850"/>
                    </a:lnTo>
                    <a:lnTo>
                      <a:pt x="10000" y="70850"/>
                    </a:lnTo>
                    <a:close/>
                    <a:moveTo>
                      <a:pt x="12500" y="72500"/>
                    </a:moveTo>
                    <a:lnTo>
                      <a:pt x="13200" y="72500"/>
                    </a:lnTo>
                    <a:lnTo>
                      <a:pt x="13200" y="73200"/>
                    </a:lnTo>
                    <a:lnTo>
                      <a:pt x="12500" y="73200"/>
                    </a:lnTo>
                    <a:close/>
                    <a:moveTo>
                      <a:pt x="15000" y="70000"/>
                    </a:moveTo>
                    <a:lnTo>
                      <a:pt x="15850" y="70000"/>
                    </a:lnTo>
                    <a:lnTo>
                      <a:pt x="15850" y="70850"/>
                    </a:lnTo>
                    <a:lnTo>
                      <a:pt x="15000" y="70850"/>
                    </a:lnTo>
                    <a:close/>
                    <a:moveTo>
                      <a:pt x="17500" y="72500"/>
                    </a:moveTo>
                    <a:lnTo>
                      <a:pt x="18200" y="72500"/>
                    </a:lnTo>
                    <a:lnTo>
                      <a:pt x="18200" y="73200"/>
                    </a:lnTo>
                    <a:lnTo>
                      <a:pt x="17500" y="73200"/>
                    </a:lnTo>
                    <a:close/>
                    <a:moveTo>
                      <a:pt x="20000" y="70000"/>
                    </a:moveTo>
                    <a:lnTo>
                      <a:pt x="20850" y="70000"/>
                    </a:lnTo>
                    <a:lnTo>
                      <a:pt x="20850" y="70850"/>
                    </a:lnTo>
                    <a:lnTo>
                      <a:pt x="20000" y="70850"/>
                    </a:lnTo>
                    <a:close/>
                    <a:moveTo>
                      <a:pt x="22500" y="72500"/>
                    </a:moveTo>
                    <a:lnTo>
                      <a:pt x="23200" y="72500"/>
                    </a:lnTo>
                    <a:lnTo>
                      <a:pt x="23200" y="73200"/>
                    </a:lnTo>
                    <a:lnTo>
                      <a:pt x="22500" y="73200"/>
                    </a:lnTo>
                    <a:close/>
                    <a:moveTo>
                      <a:pt x="25000" y="70000"/>
                    </a:moveTo>
                    <a:lnTo>
                      <a:pt x="25850" y="70000"/>
                    </a:lnTo>
                    <a:lnTo>
                      <a:pt x="25850" y="70850"/>
                    </a:lnTo>
                    <a:lnTo>
                      <a:pt x="25000" y="70850"/>
                    </a:lnTo>
                    <a:close/>
                    <a:moveTo>
                      <a:pt x="27500" y="72500"/>
                    </a:moveTo>
                    <a:lnTo>
                      <a:pt x="28200" y="72500"/>
                    </a:lnTo>
                    <a:lnTo>
                      <a:pt x="28200" y="73200"/>
                    </a:lnTo>
                    <a:lnTo>
                      <a:pt x="27500" y="73200"/>
                    </a:lnTo>
                    <a:close/>
                    <a:moveTo>
                      <a:pt x="30000" y="70000"/>
                    </a:moveTo>
                    <a:lnTo>
                      <a:pt x="30850" y="70000"/>
                    </a:lnTo>
                    <a:lnTo>
                      <a:pt x="30850" y="70850"/>
                    </a:lnTo>
                    <a:lnTo>
                      <a:pt x="30000" y="70850"/>
                    </a:lnTo>
                    <a:close/>
                    <a:moveTo>
                      <a:pt x="32500" y="72500"/>
                    </a:moveTo>
                    <a:lnTo>
                      <a:pt x="33200" y="72500"/>
                    </a:lnTo>
                    <a:lnTo>
                      <a:pt x="33200" y="73200"/>
                    </a:lnTo>
                    <a:lnTo>
                      <a:pt x="32500" y="73200"/>
                    </a:lnTo>
                    <a:close/>
                    <a:moveTo>
                      <a:pt x="35000" y="70000"/>
                    </a:moveTo>
                    <a:lnTo>
                      <a:pt x="35850" y="70000"/>
                    </a:lnTo>
                    <a:lnTo>
                      <a:pt x="35850" y="70850"/>
                    </a:lnTo>
                    <a:lnTo>
                      <a:pt x="35000" y="70850"/>
                    </a:lnTo>
                    <a:close/>
                    <a:moveTo>
                      <a:pt x="37500" y="72500"/>
                    </a:moveTo>
                    <a:lnTo>
                      <a:pt x="38200" y="72500"/>
                    </a:lnTo>
                    <a:lnTo>
                      <a:pt x="38200" y="73200"/>
                    </a:lnTo>
                    <a:lnTo>
                      <a:pt x="37500" y="73200"/>
                    </a:lnTo>
                    <a:close/>
                    <a:moveTo>
                      <a:pt x="40000" y="70000"/>
                    </a:moveTo>
                    <a:lnTo>
                      <a:pt x="40850" y="70000"/>
                    </a:lnTo>
                    <a:lnTo>
                      <a:pt x="40850" y="70850"/>
                    </a:lnTo>
                    <a:lnTo>
                      <a:pt x="40000" y="70850"/>
                    </a:lnTo>
                    <a:close/>
                    <a:moveTo>
                      <a:pt x="42500" y="72500"/>
                    </a:moveTo>
                    <a:lnTo>
                      <a:pt x="43200" y="72500"/>
                    </a:lnTo>
                    <a:lnTo>
                      <a:pt x="43200" y="73200"/>
                    </a:lnTo>
                    <a:lnTo>
                      <a:pt x="42500" y="73200"/>
                    </a:lnTo>
                    <a:close/>
                    <a:moveTo>
                      <a:pt x="45000" y="70000"/>
                    </a:moveTo>
                    <a:lnTo>
                      <a:pt x="45850" y="70000"/>
                    </a:lnTo>
                    <a:lnTo>
                      <a:pt x="45850" y="70850"/>
                    </a:lnTo>
                    <a:lnTo>
                      <a:pt x="45000" y="70850"/>
                    </a:lnTo>
                    <a:close/>
                    <a:moveTo>
                      <a:pt x="47500" y="72500"/>
                    </a:moveTo>
                    <a:lnTo>
                      <a:pt x="48200" y="72500"/>
                    </a:lnTo>
                    <a:lnTo>
                      <a:pt x="48200" y="73200"/>
                    </a:lnTo>
                    <a:lnTo>
                      <a:pt x="47500" y="73200"/>
                    </a:lnTo>
                    <a:close/>
                    <a:moveTo>
                      <a:pt x="50000" y="70000"/>
                    </a:moveTo>
                    <a:lnTo>
                      <a:pt x="50850" y="70000"/>
                    </a:lnTo>
                    <a:lnTo>
                      <a:pt x="50850" y="70850"/>
                    </a:lnTo>
                    <a:lnTo>
                      <a:pt x="50000" y="70850"/>
                    </a:lnTo>
                    <a:close/>
                    <a:moveTo>
                      <a:pt x="52500" y="72500"/>
                    </a:moveTo>
                    <a:lnTo>
                      <a:pt x="53200" y="72500"/>
                    </a:lnTo>
                    <a:lnTo>
                      <a:pt x="53200" y="73200"/>
                    </a:lnTo>
                    <a:lnTo>
                      <a:pt x="52500" y="73200"/>
                    </a:lnTo>
                    <a:close/>
                    <a:moveTo>
                      <a:pt x="55000" y="70000"/>
                    </a:moveTo>
                    <a:lnTo>
                      <a:pt x="55850" y="70000"/>
                    </a:lnTo>
                    <a:lnTo>
                      <a:pt x="55850" y="70850"/>
                    </a:lnTo>
                    <a:lnTo>
                      <a:pt x="55000" y="70850"/>
                    </a:lnTo>
                    <a:close/>
                    <a:moveTo>
                      <a:pt x="57500" y="72500"/>
                    </a:moveTo>
                    <a:lnTo>
                      <a:pt x="58200" y="72500"/>
                    </a:lnTo>
                    <a:lnTo>
                      <a:pt x="58200" y="73200"/>
                    </a:lnTo>
                    <a:lnTo>
                      <a:pt x="57500" y="73200"/>
                    </a:lnTo>
                    <a:close/>
                    <a:moveTo>
                      <a:pt x="60000" y="70000"/>
                    </a:moveTo>
                    <a:lnTo>
                      <a:pt x="60850" y="70000"/>
                    </a:lnTo>
                    <a:lnTo>
                      <a:pt x="60850" y="70850"/>
                    </a:lnTo>
                    <a:lnTo>
                      <a:pt x="60000" y="70850"/>
                    </a:lnTo>
                    <a:close/>
                    <a:moveTo>
                      <a:pt x="62500" y="72500"/>
                    </a:moveTo>
                    <a:lnTo>
                      <a:pt x="63200" y="72500"/>
                    </a:lnTo>
                    <a:lnTo>
                      <a:pt x="63200" y="73200"/>
                    </a:lnTo>
                    <a:lnTo>
                      <a:pt x="62500" y="73200"/>
                    </a:lnTo>
                    <a:close/>
                    <a:moveTo>
                      <a:pt x="65000" y="70000"/>
                    </a:moveTo>
                    <a:lnTo>
                      <a:pt x="65850" y="70000"/>
                    </a:lnTo>
                    <a:lnTo>
                      <a:pt x="65850" y="70850"/>
                    </a:lnTo>
                    <a:lnTo>
                      <a:pt x="65000" y="70850"/>
                    </a:lnTo>
                    <a:close/>
                    <a:moveTo>
                      <a:pt x="67500" y="72500"/>
                    </a:moveTo>
                    <a:lnTo>
                      <a:pt x="68200" y="72500"/>
                    </a:lnTo>
                    <a:lnTo>
                      <a:pt x="68200" y="73200"/>
                    </a:lnTo>
                    <a:lnTo>
                      <a:pt x="67500" y="73200"/>
                    </a:lnTo>
                    <a:close/>
                    <a:moveTo>
                      <a:pt x="70000" y="70000"/>
                    </a:moveTo>
                    <a:lnTo>
                      <a:pt x="70850" y="70000"/>
                    </a:lnTo>
                    <a:lnTo>
                      <a:pt x="70850" y="70850"/>
                    </a:lnTo>
                    <a:lnTo>
                      <a:pt x="70000" y="70850"/>
                    </a:lnTo>
                    <a:close/>
                    <a:moveTo>
                      <a:pt x="72500" y="72500"/>
                    </a:moveTo>
                    <a:lnTo>
                      <a:pt x="73200" y="72500"/>
                    </a:lnTo>
                    <a:lnTo>
                      <a:pt x="73200" y="73200"/>
                    </a:lnTo>
                    <a:lnTo>
                      <a:pt x="72500" y="73200"/>
                    </a:lnTo>
                    <a:close/>
                    <a:moveTo>
                      <a:pt x="75000" y="70000"/>
                    </a:moveTo>
                    <a:lnTo>
                      <a:pt x="75850" y="70000"/>
                    </a:lnTo>
                    <a:lnTo>
                      <a:pt x="75850" y="70850"/>
                    </a:lnTo>
                    <a:lnTo>
                      <a:pt x="75000" y="70850"/>
                    </a:lnTo>
                    <a:close/>
                    <a:moveTo>
                      <a:pt x="77500" y="72500"/>
                    </a:moveTo>
                    <a:lnTo>
                      <a:pt x="78200" y="72500"/>
                    </a:lnTo>
                    <a:lnTo>
                      <a:pt x="78200" y="73200"/>
                    </a:lnTo>
                    <a:lnTo>
                      <a:pt x="77500" y="73200"/>
                    </a:lnTo>
                    <a:close/>
                    <a:moveTo>
                      <a:pt x="80000" y="70000"/>
                    </a:moveTo>
                    <a:lnTo>
                      <a:pt x="80850" y="70000"/>
                    </a:lnTo>
                    <a:lnTo>
                      <a:pt x="80850" y="70850"/>
                    </a:lnTo>
                    <a:lnTo>
                      <a:pt x="80000" y="70850"/>
                    </a:lnTo>
                    <a:close/>
                    <a:moveTo>
                      <a:pt x="82500" y="72500"/>
                    </a:moveTo>
                    <a:lnTo>
                      <a:pt x="83200" y="72500"/>
                    </a:lnTo>
                    <a:lnTo>
                      <a:pt x="83200" y="73200"/>
                    </a:lnTo>
                    <a:lnTo>
                      <a:pt x="82500" y="73200"/>
                    </a:lnTo>
                    <a:close/>
                    <a:moveTo>
                      <a:pt x="85000" y="70000"/>
                    </a:moveTo>
                    <a:lnTo>
                      <a:pt x="85850" y="70000"/>
                    </a:lnTo>
                    <a:lnTo>
                      <a:pt x="85850" y="70850"/>
                    </a:lnTo>
                    <a:lnTo>
                      <a:pt x="85000" y="70850"/>
                    </a:lnTo>
                    <a:close/>
                    <a:moveTo>
                      <a:pt x="87500" y="72500"/>
                    </a:moveTo>
                    <a:lnTo>
                      <a:pt x="88200" y="72500"/>
                    </a:lnTo>
                    <a:lnTo>
                      <a:pt x="88200" y="73200"/>
                    </a:lnTo>
                    <a:lnTo>
                      <a:pt x="87500" y="73200"/>
                    </a:lnTo>
                    <a:close/>
                    <a:moveTo>
                      <a:pt x="90000" y="70000"/>
                    </a:moveTo>
                    <a:lnTo>
                      <a:pt x="90850" y="70000"/>
                    </a:lnTo>
                    <a:lnTo>
                      <a:pt x="90850" y="70850"/>
                    </a:lnTo>
                    <a:lnTo>
                      <a:pt x="90000" y="70850"/>
                    </a:lnTo>
                    <a:close/>
                    <a:moveTo>
                      <a:pt x="92500" y="72500"/>
                    </a:moveTo>
                    <a:lnTo>
                      <a:pt x="93200" y="72500"/>
                    </a:lnTo>
                    <a:lnTo>
                      <a:pt x="93200" y="73200"/>
                    </a:lnTo>
                    <a:lnTo>
                      <a:pt x="92500" y="73200"/>
                    </a:lnTo>
                    <a:close/>
                    <a:moveTo>
                      <a:pt x="95000" y="70000"/>
                    </a:moveTo>
                    <a:lnTo>
                      <a:pt x="95850" y="70000"/>
                    </a:lnTo>
                    <a:lnTo>
                      <a:pt x="95850" y="70850"/>
                    </a:lnTo>
                    <a:lnTo>
                      <a:pt x="95000" y="70850"/>
                    </a:lnTo>
                    <a:close/>
                    <a:moveTo>
                      <a:pt x="97500" y="72500"/>
                    </a:moveTo>
                    <a:lnTo>
                      <a:pt x="98200" y="72500"/>
                    </a:lnTo>
                    <a:lnTo>
                      <a:pt x="98200" y="73200"/>
                    </a:lnTo>
                    <a:lnTo>
                      <a:pt x="97500" y="73200"/>
                    </a:lnTo>
                    <a:close/>
                    <a:moveTo>
                      <a:pt x="100000" y="70000"/>
                    </a:moveTo>
                    <a:lnTo>
                      <a:pt x="100850" y="70000"/>
                    </a:lnTo>
                    <a:lnTo>
                      <a:pt x="100850" y="70850"/>
                    </a:lnTo>
                    <a:lnTo>
                      <a:pt x="100000" y="70850"/>
                    </a:lnTo>
                    <a:close/>
                    <a:moveTo>
                      <a:pt x="102500" y="72500"/>
                    </a:moveTo>
                    <a:lnTo>
                      <a:pt x="103200" y="72500"/>
                    </a:lnTo>
                    <a:lnTo>
                      <a:pt x="103200" y="73200"/>
                    </a:lnTo>
                    <a:lnTo>
                      <a:pt x="102500" y="73200"/>
                    </a:lnTo>
                    <a:close/>
                    <a:moveTo>
                      <a:pt x="105000" y="70000"/>
                    </a:moveTo>
                    <a:lnTo>
                      <a:pt x="105850" y="70000"/>
                    </a:lnTo>
                    <a:lnTo>
                      <a:pt x="105850" y="70850"/>
                    </a:lnTo>
                    <a:lnTo>
                      <a:pt x="105000" y="70850"/>
                    </a:lnTo>
                    <a:close/>
                    <a:moveTo>
                      <a:pt x="107500" y="72500"/>
                    </a:moveTo>
                    <a:lnTo>
                      <a:pt x="108200" y="72500"/>
                    </a:lnTo>
                    <a:lnTo>
                      <a:pt x="108200" y="73200"/>
                    </a:lnTo>
                    <a:lnTo>
                      <a:pt x="107500" y="73200"/>
                    </a:lnTo>
                    <a:close/>
                    <a:moveTo>
                      <a:pt x="110000" y="70000"/>
                    </a:moveTo>
                    <a:lnTo>
                      <a:pt x="110850" y="70000"/>
                    </a:lnTo>
                    <a:lnTo>
                      <a:pt x="110850" y="70850"/>
                    </a:lnTo>
                    <a:lnTo>
                      <a:pt x="110000" y="70850"/>
                    </a:lnTo>
                    <a:close/>
                    <a:moveTo>
                      <a:pt x="112500" y="72500"/>
                    </a:moveTo>
                    <a:lnTo>
                      <a:pt x="113200" y="72500"/>
                    </a:lnTo>
                    <a:lnTo>
                      <a:pt x="113200" y="73200"/>
                    </a:lnTo>
                    <a:lnTo>
                      <a:pt x="112500" y="73200"/>
                    </a:lnTo>
                    <a:close/>
                    <a:moveTo>
                      <a:pt x="115000" y="70000"/>
                    </a:moveTo>
                    <a:lnTo>
                      <a:pt x="115850" y="70000"/>
                    </a:lnTo>
                    <a:lnTo>
                      <a:pt x="115850" y="70850"/>
                    </a:lnTo>
                    <a:lnTo>
                      <a:pt x="115000" y="70850"/>
                    </a:lnTo>
                    <a:close/>
                    <a:moveTo>
                      <a:pt x="117500" y="72500"/>
                    </a:moveTo>
                    <a:lnTo>
                      <a:pt x="118200" y="72500"/>
                    </a:lnTo>
                    <a:lnTo>
                      <a:pt x="118200" y="73200"/>
                    </a:lnTo>
                    <a:lnTo>
                      <a:pt x="117500" y="73200"/>
                    </a:lnTo>
                    <a:close/>
                    <a:moveTo>
                      <a:pt x="120000" y="70000"/>
                    </a:moveTo>
                    <a:lnTo>
                      <a:pt x="120850" y="70000"/>
                    </a:lnTo>
                    <a:lnTo>
                      <a:pt x="120850" y="70850"/>
                    </a:lnTo>
                    <a:lnTo>
                      <a:pt x="120000" y="70850"/>
                    </a:lnTo>
                    <a:close/>
                    <a:moveTo>
                      <a:pt x="122500" y="72500"/>
                    </a:moveTo>
                    <a:lnTo>
                      <a:pt x="123200" y="72500"/>
                    </a:lnTo>
                    <a:lnTo>
                      <a:pt x="123200" y="73200"/>
                    </a:lnTo>
                    <a:lnTo>
                      <a:pt x="122500" y="73200"/>
                    </a:lnTo>
                    <a:close/>
                    <a:moveTo>
                      <a:pt x="125000" y="70000"/>
                    </a:moveTo>
                    <a:lnTo>
                      <a:pt x="125850" y="70000"/>
                    </a:lnTo>
                    <a:lnTo>
                      <a:pt x="125850" y="70850"/>
                    </a:lnTo>
                    <a:lnTo>
                      <a:pt x="125000" y="70850"/>
                    </a:lnTo>
                    <a:close/>
                    <a:moveTo>
                      <a:pt x="127500" y="72500"/>
                    </a:moveTo>
                    <a:lnTo>
                      <a:pt x="128200" y="72500"/>
                    </a:lnTo>
                    <a:lnTo>
                      <a:pt x="128200" y="73200"/>
                    </a:lnTo>
                    <a:lnTo>
                      <a:pt x="127500" y="73200"/>
                    </a:lnTo>
                    <a:close/>
                    <a:moveTo>
                      <a:pt x="130000" y="70000"/>
                    </a:moveTo>
                    <a:lnTo>
                      <a:pt x="130850" y="70000"/>
                    </a:lnTo>
                    <a:lnTo>
                      <a:pt x="130850" y="70850"/>
                    </a:lnTo>
                    <a:lnTo>
                      <a:pt x="130000" y="70850"/>
                    </a:lnTo>
                    <a:close/>
                    <a:moveTo>
                      <a:pt x="132500" y="72500"/>
                    </a:moveTo>
                    <a:lnTo>
                      <a:pt x="133200" y="72500"/>
                    </a:lnTo>
                    <a:lnTo>
                      <a:pt x="133200" y="73200"/>
                    </a:lnTo>
                    <a:lnTo>
                      <a:pt x="132500" y="73200"/>
                    </a:lnTo>
                    <a:close/>
                    <a:moveTo>
                      <a:pt x="135000" y="70000"/>
                    </a:moveTo>
                    <a:lnTo>
                      <a:pt x="135850" y="70000"/>
                    </a:lnTo>
                    <a:lnTo>
                      <a:pt x="135850" y="70850"/>
                    </a:lnTo>
                    <a:lnTo>
                      <a:pt x="135000" y="70850"/>
                    </a:lnTo>
                    <a:close/>
                    <a:moveTo>
                      <a:pt x="137500" y="72500"/>
                    </a:moveTo>
                    <a:lnTo>
                      <a:pt x="138200" y="72500"/>
                    </a:lnTo>
                    <a:lnTo>
                      <a:pt x="138200" y="73200"/>
                    </a:lnTo>
                    <a:lnTo>
                      <a:pt x="137500" y="73200"/>
                    </a:lnTo>
                    <a:close/>
                    <a:moveTo>
                      <a:pt x="140000" y="70000"/>
                    </a:moveTo>
                    <a:lnTo>
                      <a:pt x="140850" y="70000"/>
                    </a:lnTo>
                    <a:lnTo>
                      <a:pt x="140850" y="70850"/>
                    </a:lnTo>
                    <a:lnTo>
                      <a:pt x="140000" y="70850"/>
                    </a:lnTo>
                    <a:close/>
                    <a:moveTo>
                      <a:pt x="142500" y="72500"/>
                    </a:moveTo>
                    <a:lnTo>
                      <a:pt x="143200" y="72500"/>
                    </a:lnTo>
                    <a:lnTo>
                      <a:pt x="143200" y="73200"/>
                    </a:lnTo>
                    <a:lnTo>
                      <a:pt x="142500" y="73200"/>
                    </a:lnTo>
                    <a:close/>
                    <a:moveTo>
                      <a:pt x="145000" y="70000"/>
                    </a:moveTo>
                    <a:lnTo>
                      <a:pt x="145850" y="70000"/>
                    </a:lnTo>
                    <a:lnTo>
                      <a:pt x="145850" y="70850"/>
                    </a:lnTo>
                    <a:lnTo>
                      <a:pt x="145000" y="70850"/>
                    </a:lnTo>
                    <a:close/>
                    <a:moveTo>
                      <a:pt x="147500" y="72500"/>
                    </a:moveTo>
                    <a:lnTo>
                      <a:pt x="148200" y="72500"/>
                    </a:lnTo>
                    <a:lnTo>
                      <a:pt x="148200" y="73200"/>
                    </a:lnTo>
                    <a:lnTo>
                      <a:pt x="147500" y="73200"/>
                    </a:lnTo>
                    <a:close/>
                    <a:moveTo>
                      <a:pt x="150000" y="70000"/>
                    </a:moveTo>
                    <a:lnTo>
                      <a:pt x="150850" y="70000"/>
                    </a:lnTo>
                    <a:lnTo>
                      <a:pt x="150850" y="70850"/>
                    </a:lnTo>
                    <a:lnTo>
                      <a:pt x="150000" y="70850"/>
                    </a:lnTo>
                    <a:close/>
                    <a:moveTo>
                      <a:pt x="152500" y="72500"/>
                    </a:moveTo>
                    <a:lnTo>
                      <a:pt x="153200" y="72500"/>
                    </a:lnTo>
                    <a:lnTo>
                      <a:pt x="153200" y="73200"/>
                    </a:lnTo>
                    <a:lnTo>
                      <a:pt x="152500" y="73200"/>
                    </a:lnTo>
                    <a:close/>
                    <a:moveTo>
                      <a:pt x="155000" y="70000"/>
                    </a:moveTo>
                    <a:lnTo>
                      <a:pt x="155850" y="70000"/>
                    </a:lnTo>
                    <a:lnTo>
                      <a:pt x="155850" y="70850"/>
                    </a:lnTo>
                    <a:lnTo>
                      <a:pt x="155000" y="70850"/>
                    </a:lnTo>
                    <a:close/>
                    <a:moveTo>
                      <a:pt x="157500" y="72500"/>
                    </a:moveTo>
                    <a:lnTo>
                      <a:pt x="158200" y="72500"/>
                    </a:lnTo>
                    <a:lnTo>
                      <a:pt x="158200" y="73200"/>
                    </a:lnTo>
                    <a:lnTo>
                      <a:pt x="157500" y="73200"/>
                    </a:lnTo>
                    <a:close/>
                    <a:moveTo>
                      <a:pt x="160000" y="70000"/>
                    </a:moveTo>
                    <a:lnTo>
                      <a:pt x="160850" y="70000"/>
                    </a:lnTo>
                    <a:lnTo>
                      <a:pt x="160850" y="70850"/>
                    </a:lnTo>
                    <a:lnTo>
                      <a:pt x="160000" y="70850"/>
                    </a:lnTo>
                    <a:close/>
                    <a:moveTo>
                      <a:pt x="162500" y="72500"/>
                    </a:moveTo>
                    <a:lnTo>
                      <a:pt x="163200" y="72500"/>
                    </a:lnTo>
                    <a:lnTo>
                      <a:pt x="163200" y="73200"/>
                    </a:lnTo>
                    <a:lnTo>
                      <a:pt x="162500" y="73200"/>
                    </a:lnTo>
                    <a:close/>
                    <a:moveTo>
                      <a:pt x="165000" y="70000"/>
                    </a:moveTo>
                    <a:lnTo>
                      <a:pt x="165850" y="70000"/>
                    </a:lnTo>
                    <a:lnTo>
                      <a:pt x="165850" y="70850"/>
                    </a:lnTo>
                    <a:lnTo>
                      <a:pt x="165000" y="70850"/>
                    </a:lnTo>
                    <a:close/>
                    <a:moveTo>
                      <a:pt x="167500" y="72500"/>
                    </a:moveTo>
                    <a:lnTo>
                      <a:pt x="168200" y="72500"/>
                    </a:lnTo>
                    <a:lnTo>
                      <a:pt x="168200" y="73200"/>
                    </a:lnTo>
                    <a:lnTo>
                      <a:pt x="167500" y="73200"/>
                    </a:lnTo>
                    <a:close/>
                    <a:moveTo>
                      <a:pt x="170000" y="70000"/>
                    </a:moveTo>
                    <a:lnTo>
                      <a:pt x="170850" y="70000"/>
                    </a:lnTo>
                    <a:lnTo>
                      <a:pt x="170850" y="70850"/>
                    </a:lnTo>
                    <a:lnTo>
                      <a:pt x="170000" y="70850"/>
                    </a:lnTo>
                    <a:close/>
                    <a:moveTo>
                      <a:pt x="172500" y="72500"/>
                    </a:moveTo>
                    <a:lnTo>
                      <a:pt x="173200" y="72500"/>
                    </a:lnTo>
                    <a:lnTo>
                      <a:pt x="173200" y="73200"/>
                    </a:lnTo>
                    <a:lnTo>
                      <a:pt x="172500" y="73200"/>
                    </a:lnTo>
                    <a:close/>
                    <a:moveTo>
                      <a:pt x="175000" y="70000"/>
                    </a:moveTo>
                    <a:lnTo>
                      <a:pt x="175850" y="70000"/>
                    </a:lnTo>
                    <a:lnTo>
                      <a:pt x="175850" y="70850"/>
                    </a:lnTo>
                    <a:lnTo>
                      <a:pt x="175000" y="70850"/>
                    </a:lnTo>
                    <a:close/>
                    <a:moveTo>
                      <a:pt x="177500" y="72500"/>
                    </a:moveTo>
                    <a:lnTo>
                      <a:pt x="178200" y="72500"/>
                    </a:lnTo>
                    <a:lnTo>
                      <a:pt x="178200" y="73200"/>
                    </a:lnTo>
                    <a:lnTo>
                      <a:pt x="177500" y="73200"/>
                    </a:lnTo>
                    <a:close/>
                    <a:moveTo>
                      <a:pt x="180000" y="70000"/>
                    </a:moveTo>
                    <a:lnTo>
                      <a:pt x="180850" y="70000"/>
                    </a:lnTo>
                    <a:lnTo>
                      <a:pt x="180850" y="70850"/>
                    </a:lnTo>
                    <a:lnTo>
                      <a:pt x="180000" y="70850"/>
                    </a:lnTo>
                    <a:close/>
                    <a:moveTo>
                      <a:pt x="182500" y="72500"/>
                    </a:moveTo>
                    <a:lnTo>
                      <a:pt x="183200" y="72500"/>
                    </a:lnTo>
                    <a:lnTo>
                      <a:pt x="183200" y="73200"/>
                    </a:lnTo>
                    <a:lnTo>
                      <a:pt x="182500" y="73200"/>
                    </a:lnTo>
                    <a:close/>
                    <a:moveTo>
                      <a:pt x="185000" y="70000"/>
                    </a:moveTo>
                    <a:lnTo>
                      <a:pt x="185850" y="70000"/>
                    </a:lnTo>
                    <a:lnTo>
                      <a:pt x="185850" y="70850"/>
                    </a:lnTo>
                    <a:lnTo>
                      <a:pt x="185000" y="70850"/>
                    </a:lnTo>
                    <a:close/>
                    <a:moveTo>
                      <a:pt x="187500" y="72500"/>
                    </a:moveTo>
                    <a:lnTo>
                      <a:pt x="188200" y="72500"/>
                    </a:lnTo>
                    <a:lnTo>
                      <a:pt x="188200" y="73200"/>
                    </a:lnTo>
                    <a:lnTo>
                      <a:pt x="187500" y="73200"/>
                    </a:lnTo>
                    <a:close/>
                    <a:moveTo>
                      <a:pt x="190000" y="70000"/>
                    </a:moveTo>
                    <a:lnTo>
                      <a:pt x="190850" y="70000"/>
                    </a:lnTo>
                    <a:lnTo>
                      <a:pt x="190850" y="70850"/>
                    </a:lnTo>
                    <a:lnTo>
                      <a:pt x="190000" y="70850"/>
                    </a:lnTo>
                    <a:close/>
                    <a:moveTo>
                      <a:pt x="192500" y="72500"/>
                    </a:moveTo>
                    <a:lnTo>
                      <a:pt x="193200" y="72500"/>
                    </a:lnTo>
                    <a:lnTo>
                      <a:pt x="193200" y="73200"/>
                    </a:lnTo>
                    <a:lnTo>
                      <a:pt x="192500" y="73200"/>
                    </a:lnTo>
                    <a:close/>
                    <a:moveTo>
                      <a:pt x="195000" y="70000"/>
                    </a:moveTo>
                    <a:lnTo>
                      <a:pt x="195850" y="70000"/>
                    </a:lnTo>
                    <a:lnTo>
                      <a:pt x="195850" y="70850"/>
                    </a:lnTo>
                    <a:lnTo>
                      <a:pt x="195000" y="70850"/>
                    </a:lnTo>
                    <a:close/>
                    <a:moveTo>
                      <a:pt x="197500" y="72500"/>
                    </a:moveTo>
                    <a:lnTo>
                      <a:pt x="198200" y="72500"/>
                    </a:lnTo>
                    <a:lnTo>
                      <a:pt x="198200" y="73200"/>
                    </a:lnTo>
                    <a:lnTo>
                      <a:pt x="197500" y="73200"/>
                    </a:lnTo>
                    <a:close/>
                    <a:moveTo>
                      <a:pt x="200000" y="70000"/>
                    </a:moveTo>
                    <a:lnTo>
                      <a:pt x="200850" y="70000"/>
                    </a:lnTo>
                    <a:lnTo>
                      <a:pt x="200850" y="70850"/>
                    </a:lnTo>
                    <a:lnTo>
                      <a:pt x="200000" y="70850"/>
                    </a:lnTo>
                    <a:close/>
                    <a:moveTo>
                      <a:pt x="202500" y="72500"/>
                    </a:moveTo>
                    <a:lnTo>
                      <a:pt x="203200" y="72500"/>
                    </a:lnTo>
                    <a:lnTo>
                      <a:pt x="203200" y="73200"/>
                    </a:lnTo>
                    <a:lnTo>
                      <a:pt x="202500" y="73200"/>
                    </a:lnTo>
                    <a:close/>
                    <a:moveTo>
                      <a:pt x="205000" y="70000"/>
                    </a:moveTo>
                    <a:lnTo>
                      <a:pt x="205850" y="70000"/>
                    </a:lnTo>
                    <a:lnTo>
                      <a:pt x="205850" y="70850"/>
                    </a:lnTo>
                    <a:lnTo>
                      <a:pt x="205000" y="70850"/>
                    </a:lnTo>
                    <a:close/>
                    <a:moveTo>
                      <a:pt x="207500" y="72500"/>
                    </a:moveTo>
                    <a:lnTo>
                      <a:pt x="208200" y="72500"/>
                    </a:lnTo>
                    <a:lnTo>
                      <a:pt x="208200" y="73200"/>
                    </a:lnTo>
                    <a:lnTo>
                      <a:pt x="207500" y="73200"/>
                    </a:lnTo>
                    <a:close/>
                    <a:moveTo>
                      <a:pt x="210000" y="70000"/>
                    </a:moveTo>
                    <a:lnTo>
                      <a:pt x="210850" y="70000"/>
                    </a:lnTo>
                    <a:lnTo>
                      <a:pt x="210850" y="70850"/>
                    </a:lnTo>
                    <a:lnTo>
                      <a:pt x="210000" y="70850"/>
                    </a:lnTo>
                    <a:close/>
                    <a:moveTo>
                      <a:pt x="212500" y="72500"/>
                    </a:moveTo>
                    <a:lnTo>
                      <a:pt x="213200" y="72500"/>
                    </a:lnTo>
                    <a:lnTo>
                      <a:pt x="213200" y="73200"/>
                    </a:lnTo>
                    <a:lnTo>
                      <a:pt x="212500" y="73200"/>
                    </a:lnTo>
                    <a:close/>
                    <a:moveTo>
                      <a:pt x="215000" y="70000"/>
                    </a:moveTo>
                    <a:lnTo>
                      <a:pt x="215850" y="70000"/>
                    </a:lnTo>
                    <a:lnTo>
                      <a:pt x="215850" y="70850"/>
                    </a:lnTo>
                    <a:lnTo>
                      <a:pt x="215000" y="70850"/>
                    </a:lnTo>
                    <a:close/>
                    <a:moveTo>
                      <a:pt x="217500" y="72500"/>
                    </a:moveTo>
                    <a:lnTo>
                      <a:pt x="218200" y="72500"/>
                    </a:lnTo>
                    <a:lnTo>
                      <a:pt x="218200" y="73200"/>
                    </a:lnTo>
                    <a:lnTo>
                      <a:pt x="217500" y="73200"/>
                    </a:lnTo>
                    <a:close/>
                    <a:moveTo>
                      <a:pt x="220000" y="70000"/>
                    </a:moveTo>
                    <a:lnTo>
                      <a:pt x="220850" y="70000"/>
                    </a:lnTo>
                    <a:lnTo>
                      <a:pt x="220850" y="70850"/>
                    </a:lnTo>
                    <a:lnTo>
                      <a:pt x="220000" y="70850"/>
                    </a:lnTo>
                    <a:close/>
                    <a:moveTo>
                      <a:pt x="222500" y="72500"/>
                    </a:moveTo>
                    <a:lnTo>
                      <a:pt x="223200" y="72500"/>
                    </a:lnTo>
                    <a:lnTo>
                      <a:pt x="223200" y="73200"/>
                    </a:lnTo>
                    <a:lnTo>
                      <a:pt x="222500" y="73200"/>
                    </a:lnTo>
                    <a:close/>
                    <a:moveTo>
                      <a:pt x="225000" y="70000"/>
                    </a:moveTo>
                    <a:lnTo>
                      <a:pt x="225850" y="70000"/>
                    </a:lnTo>
                    <a:lnTo>
                      <a:pt x="225850" y="70850"/>
                    </a:lnTo>
                    <a:lnTo>
                      <a:pt x="225000" y="70850"/>
                    </a:lnTo>
                    <a:close/>
                    <a:moveTo>
                      <a:pt x="227500" y="72500"/>
                    </a:moveTo>
                    <a:lnTo>
                      <a:pt x="228200" y="72500"/>
                    </a:lnTo>
                    <a:lnTo>
                      <a:pt x="228200" y="73200"/>
                    </a:lnTo>
                    <a:lnTo>
                      <a:pt x="227500" y="73200"/>
                    </a:lnTo>
                    <a:close/>
                    <a:moveTo>
                      <a:pt x="230000" y="70000"/>
                    </a:moveTo>
                    <a:lnTo>
                      <a:pt x="230850" y="70000"/>
                    </a:lnTo>
                    <a:lnTo>
                      <a:pt x="230850" y="70850"/>
                    </a:lnTo>
                    <a:lnTo>
                      <a:pt x="230000" y="70850"/>
                    </a:lnTo>
                    <a:close/>
                    <a:moveTo>
                      <a:pt x="232500" y="72500"/>
                    </a:moveTo>
                    <a:lnTo>
                      <a:pt x="233200" y="72500"/>
                    </a:lnTo>
                    <a:lnTo>
                      <a:pt x="233200" y="73200"/>
                    </a:lnTo>
                    <a:lnTo>
                      <a:pt x="232500" y="73200"/>
                    </a:lnTo>
                    <a:close/>
                    <a:moveTo>
                      <a:pt x="235000" y="70000"/>
                    </a:moveTo>
                    <a:lnTo>
                      <a:pt x="235850" y="70000"/>
                    </a:lnTo>
                    <a:lnTo>
                      <a:pt x="235850" y="70850"/>
                    </a:lnTo>
                    <a:lnTo>
                      <a:pt x="235000" y="70850"/>
                    </a:lnTo>
                    <a:close/>
                    <a:moveTo>
                      <a:pt x="237500" y="72500"/>
                    </a:moveTo>
                    <a:lnTo>
                      <a:pt x="238200" y="72500"/>
                    </a:lnTo>
                    <a:lnTo>
                      <a:pt x="238200" y="73200"/>
                    </a:lnTo>
                    <a:lnTo>
                      <a:pt x="237500" y="73200"/>
                    </a:lnTo>
                    <a:close/>
                    <a:moveTo>
                      <a:pt x="240000" y="70000"/>
                    </a:moveTo>
                    <a:lnTo>
                      <a:pt x="240850" y="70000"/>
                    </a:lnTo>
                    <a:lnTo>
                      <a:pt x="240850" y="70850"/>
                    </a:lnTo>
                    <a:lnTo>
                      <a:pt x="240000" y="70850"/>
                    </a:lnTo>
                    <a:close/>
                    <a:moveTo>
                      <a:pt x="242500" y="72500"/>
                    </a:moveTo>
                    <a:lnTo>
                      <a:pt x="243200" y="72500"/>
                    </a:lnTo>
                    <a:lnTo>
                      <a:pt x="243200" y="73200"/>
                    </a:lnTo>
                    <a:lnTo>
                      <a:pt x="242500" y="73200"/>
                    </a:lnTo>
                    <a:close/>
                    <a:moveTo>
                      <a:pt x="245000" y="70000"/>
                    </a:moveTo>
                    <a:lnTo>
                      <a:pt x="245850" y="70000"/>
                    </a:lnTo>
                    <a:lnTo>
                      <a:pt x="245850" y="70850"/>
                    </a:lnTo>
                    <a:lnTo>
                      <a:pt x="245000" y="70850"/>
                    </a:lnTo>
                    <a:close/>
                    <a:moveTo>
                      <a:pt x="247500" y="72500"/>
                    </a:moveTo>
                    <a:lnTo>
                      <a:pt x="248200" y="72500"/>
                    </a:lnTo>
                    <a:lnTo>
                      <a:pt x="248200" y="73200"/>
                    </a:lnTo>
                    <a:lnTo>
                      <a:pt x="247500" y="73200"/>
                    </a:lnTo>
                    <a:close/>
                    <a:moveTo>
                      <a:pt x="250000" y="70000"/>
                    </a:moveTo>
                    <a:lnTo>
                      <a:pt x="250850" y="70000"/>
                    </a:lnTo>
                    <a:lnTo>
                      <a:pt x="250850" y="70850"/>
                    </a:lnTo>
                    <a:lnTo>
                      <a:pt x="250000" y="70850"/>
                    </a:lnTo>
                    <a:close/>
                    <a:moveTo>
                      <a:pt x="252500" y="72500"/>
                    </a:moveTo>
                    <a:lnTo>
                      <a:pt x="253200" y="72500"/>
                    </a:lnTo>
                    <a:lnTo>
                      <a:pt x="253200" y="73200"/>
                    </a:lnTo>
                    <a:lnTo>
                      <a:pt x="252500" y="73200"/>
                    </a:lnTo>
                    <a:close/>
                    <a:moveTo>
                      <a:pt x="255000" y="70000"/>
                    </a:moveTo>
                    <a:lnTo>
                      <a:pt x="255850" y="70000"/>
                    </a:lnTo>
                    <a:lnTo>
                      <a:pt x="255850" y="70850"/>
                    </a:lnTo>
                    <a:lnTo>
                      <a:pt x="255000" y="70850"/>
                    </a:lnTo>
                    <a:close/>
                    <a:moveTo>
                      <a:pt x="257500" y="72500"/>
                    </a:moveTo>
                    <a:lnTo>
                      <a:pt x="258200" y="72500"/>
                    </a:lnTo>
                    <a:lnTo>
                      <a:pt x="258200" y="73200"/>
                    </a:lnTo>
                    <a:lnTo>
                      <a:pt x="257500" y="73200"/>
                    </a:lnTo>
                    <a:close/>
                    <a:moveTo>
                      <a:pt x="260000" y="70000"/>
                    </a:moveTo>
                    <a:lnTo>
                      <a:pt x="260850" y="70000"/>
                    </a:lnTo>
                    <a:lnTo>
                      <a:pt x="260850" y="70850"/>
                    </a:lnTo>
                    <a:lnTo>
                      <a:pt x="260000" y="70850"/>
                    </a:lnTo>
                    <a:close/>
                    <a:moveTo>
                      <a:pt x="262500" y="72500"/>
                    </a:moveTo>
                    <a:lnTo>
                      <a:pt x="263200" y="72500"/>
                    </a:lnTo>
                    <a:lnTo>
                      <a:pt x="263200" y="73200"/>
                    </a:lnTo>
                    <a:lnTo>
                      <a:pt x="262500" y="73200"/>
                    </a:lnTo>
                    <a:close/>
                    <a:moveTo>
                      <a:pt x="265000" y="70000"/>
                    </a:moveTo>
                    <a:lnTo>
                      <a:pt x="265850" y="70000"/>
                    </a:lnTo>
                    <a:lnTo>
                      <a:pt x="265850" y="70850"/>
                    </a:lnTo>
                    <a:lnTo>
                      <a:pt x="265000" y="70850"/>
                    </a:lnTo>
                    <a:close/>
                    <a:moveTo>
                      <a:pt x="267500" y="72500"/>
                    </a:moveTo>
                    <a:lnTo>
                      <a:pt x="268200" y="72500"/>
                    </a:lnTo>
                    <a:lnTo>
                      <a:pt x="268200" y="73200"/>
                    </a:lnTo>
                    <a:lnTo>
                      <a:pt x="267500" y="73200"/>
                    </a:lnTo>
                    <a:close/>
                    <a:moveTo>
                      <a:pt x="270000" y="70000"/>
                    </a:moveTo>
                    <a:lnTo>
                      <a:pt x="270850" y="70000"/>
                    </a:lnTo>
                    <a:lnTo>
                      <a:pt x="270850" y="70850"/>
                    </a:lnTo>
                    <a:lnTo>
                      <a:pt x="270000" y="70850"/>
                    </a:lnTo>
                    <a:close/>
                    <a:moveTo>
                      <a:pt x="272500" y="72500"/>
                    </a:moveTo>
                    <a:lnTo>
                      <a:pt x="273200" y="72500"/>
                    </a:lnTo>
                    <a:lnTo>
                      <a:pt x="273200" y="73200"/>
                    </a:lnTo>
                    <a:lnTo>
                      <a:pt x="272500" y="73200"/>
                    </a:lnTo>
                    <a:close/>
                    <a:moveTo>
                      <a:pt x="275000" y="70000"/>
                    </a:moveTo>
                    <a:lnTo>
                      <a:pt x="275850" y="70000"/>
                    </a:lnTo>
                    <a:lnTo>
                      <a:pt x="275850" y="70850"/>
                    </a:lnTo>
                    <a:lnTo>
                      <a:pt x="275000" y="70850"/>
                    </a:lnTo>
                    <a:close/>
                    <a:moveTo>
                      <a:pt x="277500" y="72500"/>
                    </a:moveTo>
                    <a:lnTo>
                      <a:pt x="278200" y="72500"/>
                    </a:lnTo>
                    <a:lnTo>
                      <a:pt x="278200" y="73200"/>
                    </a:lnTo>
                    <a:lnTo>
                      <a:pt x="277500" y="73200"/>
                    </a:lnTo>
                    <a:close/>
                    <a:moveTo>
                      <a:pt x="280000" y="70000"/>
                    </a:moveTo>
                    <a:lnTo>
                      <a:pt x="280850" y="70000"/>
                    </a:lnTo>
                    <a:lnTo>
                      <a:pt x="280850" y="70850"/>
                    </a:lnTo>
                    <a:lnTo>
                      <a:pt x="280000" y="70850"/>
                    </a:lnTo>
                    <a:close/>
                    <a:moveTo>
                      <a:pt x="282500" y="72500"/>
                    </a:moveTo>
                    <a:lnTo>
                      <a:pt x="283200" y="72500"/>
                    </a:lnTo>
                    <a:lnTo>
                      <a:pt x="283200" y="73200"/>
                    </a:lnTo>
                    <a:lnTo>
                      <a:pt x="282500" y="73200"/>
                    </a:lnTo>
                    <a:close/>
                    <a:moveTo>
                      <a:pt x="285000" y="70000"/>
                    </a:moveTo>
                    <a:lnTo>
                      <a:pt x="285850" y="70000"/>
                    </a:lnTo>
                    <a:lnTo>
                      <a:pt x="285850" y="70850"/>
                    </a:lnTo>
                    <a:lnTo>
                      <a:pt x="285000" y="70850"/>
                    </a:lnTo>
                    <a:close/>
                    <a:moveTo>
                      <a:pt x="287500" y="72500"/>
                    </a:moveTo>
                    <a:lnTo>
                      <a:pt x="288200" y="72500"/>
                    </a:lnTo>
                    <a:lnTo>
                      <a:pt x="288200" y="73200"/>
                    </a:lnTo>
                    <a:lnTo>
                      <a:pt x="287500" y="73200"/>
                    </a:lnTo>
                    <a:close/>
                    <a:moveTo>
                      <a:pt x="0" y="75000"/>
                    </a:moveTo>
                    <a:lnTo>
                      <a:pt x="850" y="75000"/>
                    </a:lnTo>
                    <a:lnTo>
                      <a:pt x="850" y="75850"/>
                    </a:lnTo>
                    <a:lnTo>
                      <a:pt x="0" y="75850"/>
                    </a:lnTo>
                    <a:close/>
                    <a:moveTo>
                      <a:pt x="2500" y="77500"/>
                    </a:moveTo>
                    <a:lnTo>
                      <a:pt x="3200" y="77500"/>
                    </a:lnTo>
                    <a:lnTo>
                      <a:pt x="3200" y="78200"/>
                    </a:lnTo>
                    <a:lnTo>
                      <a:pt x="2500" y="78200"/>
                    </a:lnTo>
                    <a:close/>
                    <a:moveTo>
                      <a:pt x="5000" y="75000"/>
                    </a:moveTo>
                    <a:lnTo>
                      <a:pt x="5850" y="75000"/>
                    </a:lnTo>
                    <a:lnTo>
                      <a:pt x="5850" y="75850"/>
                    </a:lnTo>
                    <a:lnTo>
                      <a:pt x="5000" y="75850"/>
                    </a:lnTo>
                    <a:close/>
                    <a:moveTo>
                      <a:pt x="7500" y="77500"/>
                    </a:moveTo>
                    <a:lnTo>
                      <a:pt x="8200" y="77500"/>
                    </a:lnTo>
                    <a:lnTo>
                      <a:pt x="8200" y="78200"/>
                    </a:lnTo>
                    <a:lnTo>
                      <a:pt x="7500" y="78200"/>
                    </a:lnTo>
                    <a:close/>
                    <a:moveTo>
                      <a:pt x="10000" y="75000"/>
                    </a:moveTo>
                    <a:lnTo>
                      <a:pt x="10850" y="75000"/>
                    </a:lnTo>
                    <a:lnTo>
                      <a:pt x="10850" y="75850"/>
                    </a:lnTo>
                    <a:lnTo>
                      <a:pt x="10000" y="75850"/>
                    </a:lnTo>
                    <a:close/>
                    <a:moveTo>
                      <a:pt x="12500" y="77500"/>
                    </a:moveTo>
                    <a:lnTo>
                      <a:pt x="13200" y="77500"/>
                    </a:lnTo>
                    <a:lnTo>
                      <a:pt x="13200" y="78200"/>
                    </a:lnTo>
                    <a:lnTo>
                      <a:pt x="12500" y="78200"/>
                    </a:lnTo>
                    <a:close/>
                    <a:moveTo>
                      <a:pt x="15000" y="75000"/>
                    </a:moveTo>
                    <a:lnTo>
                      <a:pt x="15850" y="75000"/>
                    </a:lnTo>
                    <a:lnTo>
                      <a:pt x="15850" y="75850"/>
                    </a:lnTo>
                    <a:lnTo>
                      <a:pt x="15000" y="75850"/>
                    </a:lnTo>
                    <a:close/>
                    <a:moveTo>
                      <a:pt x="17500" y="77500"/>
                    </a:moveTo>
                    <a:lnTo>
                      <a:pt x="18200" y="77500"/>
                    </a:lnTo>
                    <a:lnTo>
                      <a:pt x="18200" y="78200"/>
                    </a:lnTo>
                    <a:lnTo>
                      <a:pt x="17500" y="78200"/>
                    </a:lnTo>
                    <a:close/>
                    <a:moveTo>
                      <a:pt x="20000" y="75000"/>
                    </a:moveTo>
                    <a:lnTo>
                      <a:pt x="20850" y="75000"/>
                    </a:lnTo>
                    <a:lnTo>
                      <a:pt x="20850" y="75850"/>
                    </a:lnTo>
                    <a:lnTo>
                      <a:pt x="20000" y="75850"/>
                    </a:lnTo>
                    <a:close/>
                    <a:moveTo>
                      <a:pt x="22500" y="77500"/>
                    </a:moveTo>
                    <a:lnTo>
                      <a:pt x="23200" y="77500"/>
                    </a:lnTo>
                    <a:lnTo>
                      <a:pt x="23200" y="78200"/>
                    </a:lnTo>
                    <a:lnTo>
                      <a:pt x="22500" y="78200"/>
                    </a:lnTo>
                    <a:close/>
                    <a:moveTo>
                      <a:pt x="25000" y="75000"/>
                    </a:moveTo>
                    <a:lnTo>
                      <a:pt x="25850" y="75000"/>
                    </a:lnTo>
                    <a:lnTo>
                      <a:pt x="25850" y="75850"/>
                    </a:lnTo>
                    <a:lnTo>
                      <a:pt x="25000" y="75850"/>
                    </a:lnTo>
                    <a:close/>
                    <a:moveTo>
                      <a:pt x="27500" y="77500"/>
                    </a:moveTo>
                    <a:lnTo>
                      <a:pt x="28200" y="77500"/>
                    </a:lnTo>
                    <a:lnTo>
                      <a:pt x="28200" y="78200"/>
                    </a:lnTo>
                    <a:lnTo>
                      <a:pt x="27500" y="78200"/>
                    </a:lnTo>
                    <a:close/>
                    <a:moveTo>
                      <a:pt x="30000" y="75000"/>
                    </a:moveTo>
                    <a:lnTo>
                      <a:pt x="30850" y="75000"/>
                    </a:lnTo>
                    <a:lnTo>
                      <a:pt x="30850" y="75850"/>
                    </a:lnTo>
                    <a:lnTo>
                      <a:pt x="30000" y="75850"/>
                    </a:lnTo>
                    <a:close/>
                    <a:moveTo>
                      <a:pt x="32500" y="77500"/>
                    </a:moveTo>
                    <a:lnTo>
                      <a:pt x="33200" y="77500"/>
                    </a:lnTo>
                    <a:lnTo>
                      <a:pt x="33200" y="78200"/>
                    </a:lnTo>
                    <a:lnTo>
                      <a:pt x="32500" y="78200"/>
                    </a:lnTo>
                    <a:close/>
                    <a:moveTo>
                      <a:pt x="35000" y="75000"/>
                    </a:moveTo>
                    <a:lnTo>
                      <a:pt x="35850" y="75000"/>
                    </a:lnTo>
                    <a:lnTo>
                      <a:pt x="35850" y="75850"/>
                    </a:lnTo>
                    <a:lnTo>
                      <a:pt x="35000" y="75850"/>
                    </a:lnTo>
                    <a:close/>
                    <a:moveTo>
                      <a:pt x="37500" y="77500"/>
                    </a:moveTo>
                    <a:lnTo>
                      <a:pt x="38200" y="77500"/>
                    </a:lnTo>
                    <a:lnTo>
                      <a:pt x="38200" y="78200"/>
                    </a:lnTo>
                    <a:lnTo>
                      <a:pt x="37500" y="78200"/>
                    </a:lnTo>
                    <a:close/>
                    <a:moveTo>
                      <a:pt x="40000" y="75000"/>
                    </a:moveTo>
                    <a:lnTo>
                      <a:pt x="40850" y="75000"/>
                    </a:lnTo>
                    <a:lnTo>
                      <a:pt x="40850" y="75850"/>
                    </a:lnTo>
                    <a:lnTo>
                      <a:pt x="40000" y="75850"/>
                    </a:lnTo>
                    <a:close/>
                    <a:moveTo>
                      <a:pt x="42500" y="77500"/>
                    </a:moveTo>
                    <a:lnTo>
                      <a:pt x="43200" y="77500"/>
                    </a:lnTo>
                    <a:lnTo>
                      <a:pt x="43200" y="78200"/>
                    </a:lnTo>
                    <a:lnTo>
                      <a:pt x="42500" y="78200"/>
                    </a:lnTo>
                    <a:close/>
                    <a:moveTo>
                      <a:pt x="45000" y="75000"/>
                    </a:moveTo>
                    <a:lnTo>
                      <a:pt x="45850" y="75000"/>
                    </a:lnTo>
                    <a:lnTo>
                      <a:pt x="45850" y="75850"/>
                    </a:lnTo>
                    <a:lnTo>
                      <a:pt x="45000" y="75850"/>
                    </a:lnTo>
                    <a:close/>
                    <a:moveTo>
                      <a:pt x="47500" y="77500"/>
                    </a:moveTo>
                    <a:lnTo>
                      <a:pt x="48200" y="77500"/>
                    </a:lnTo>
                    <a:lnTo>
                      <a:pt x="48200" y="78200"/>
                    </a:lnTo>
                    <a:lnTo>
                      <a:pt x="47500" y="78200"/>
                    </a:lnTo>
                    <a:close/>
                    <a:moveTo>
                      <a:pt x="50000" y="75000"/>
                    </a:moveTo>
                    <a:lnTo>
                      <a:pt x="50850" y="75000"/>
                    </a:lnTo>
                    <a:lnTo>
                      <a:pt x="50850" y="75850"/>
                    </a:lnTo>
                    <a:lnTo>
                      <a:pt x="50000" y="75850"/>
                    </a:lnTo>
                    <a:close/>
                    <a:moveTo>
                      <a:pt x="52500" y="77500"/>
                    </a:moveTo>
                    <a:lnTo>
                      <a:pt x="53200" y="77500"/>
                    </a:lnTo>
                    <a:lnTo>
                      <a:pt x="53200" y="78200"/>
                    </a:lnTo>
                    <a:lnTo>
                      <a:pt x="52500" y="78200"/>
                    </a:lnTo>
                    <a:close/>
                    <a:moveTo>
                      <a:pt x="55000" y="75000"/>
                    </a:moveTo>
                    <a:lnTo>
                      <a:pt x="55850" y="75000"/>
                    </a:lnTo>
                    <a:lnTo>
                      <a:pt x="55850" y="75850"/>
                    </a:lnTo>
                    <a:lnTo>
                      <a:pt x="55000" y="75850"/>
                    </a:lnTo>
                    <a:close/>
                    <a:moveTo>
                      <a:pt x="57500" y="77500"/>
                    </a:moveTo>
                    <a:lnTo>
                      <a:pt x="58200" y="77500"/>
                    </a:lnTo>
                    <a:lnTo>
                      <a:pt x="58200" y="78200"/>
                    </a:lnTo>
                    <a:lnTo>
                      <a:pt x="57500" y="78200"/>
                    </a:lnTo>
                    <a:close/>
                    <a:moveTo>
                      <a:pt x="60000" y="75000"/>
                    </a:moveTo>
                    <a:lnTo>
                      <a:pt x="60850" y="75000"/>
                    </a:lnTo>
                    <a:lnTo>
                      <a:pt x="60850" y="75850"/>
                    </a:lnTo>
                    <a:lnTo>
                      <a:pt x="60000" y="75850"/>
                    </a:lnTo>
                    <a:close/>
                    <a:moveTo>
                      <a:pt x="62500" y="77500"/>
                    </a:moveTo>
                    <a:lnTo>
                      <a:pt x="63200" y="77500"/>
                    </a:lnTo>
                    <a:lnTo>
                      <a:pt x="63200" y="78200"/>
                    </a:lnTo>
                    <a:lnTo>
                      <a:pt x="62500" y="78200"/>
                    </a:lnTo>
                    <a:close/>
                    <a:moveTo>
                      <a:pt x="65000" y="75000"/>
                    </a:moveTo>
                    <a:lnTo>
                      <a:pt x="65850" y="75000"/>
                    </a:lnTo>
                    <a:lnTo>
                      <a:pt x="65850" y="75850"/>
                    </a:lnTo>
                    <a:lnTo>
                      <a:pt x="65000" y="75850"/>
                    </a:lnTo>
                    <a:close/>
                    <a:moveTo>
                      <a:pt x="67500" y="77500"/>
                    </a:moveTo>
                    <a:lnTo>
                      <a:pt x="68200" y="77500"/>
                    </a:lnTo>
                    <a:lnTo>
                      <a:pt x="68200" y="78200"/>
                    </a:lnTo>
                    <a:lnTo>
                      <a:pt x="67500" y="78200"/>
                    </a:lnTo>
                    <a:close/>
                    <a:moveTo>
                      <a:pt x="70000" y="75000"/>
                    </a:moveTo>
                    <a:lnTo>
                      <a:pt x="70850" y="75000"/>
                    </a:lnTo>
                    <a:lnTo>
                      <a:pt x="70850" y="75850"/>
                    </a:lnTo>
                    <a:lnTo>
                      <a:pt x="70000" y="75850"/>
                    </a:lnTo>
                    <a:close/>
                    <a:moveTo>
                      <a:pt x="72500" y="77500"/>
                    </a:moveTo>
                    <a:lnTo>
                      <a:pt x="73200" y="77500"/>
                    </a:lnTo>
                    <a:lnTo>
                      <a:pt x="73200" y="78200"/>
                    </a:lnTo>
                    <a:lnTo>
                      <a:pt x="72500" y="78200"/>
                    </a:lnTo>
                    <a:close/>
                    <a:moveTo>
                      <a:pt x="75000" y="75000"/>
                    </a:moveTo>
                    <a:lnTo>
                      <a:pt x="75850" y="75000"/>
                    </a:lnTo>
                    <a:lnTo>
                      <a:pt x="75850" y="75850"/>
                    </a:lnTo>
                    <a:lnTo>
                      <a:pt x="75000" y="75850"/>
                    </a:lnTo>
                    <a:close/>
                    <a:moveTo>
                      <a:pt x="77500" y="77500"/>
                    </a:moveTo>
                    <a:lnTo>
                      <a:pt x="78200" y="77500"/>
                    </a:lnTo>
                    <a:lnTo>
                      <a:pt x="78200" y="78200"/>
                    </a:lnTo>
                    <a:lnTo>
                      <a:pt x="77500" y="78200"/>
                    </a:lnTo>
                    <a:close/>
                    <a:moveTo>
                      <a:pt x="80000" y="75000"/>
                    </a:moveTo>
                    <a:lnTo>
                      <a:pt x="80850" y="75000"/>
                    </a:lnTo>
                    <a:lnTo>
                      <a:pt x="80850" y="75850"/>
                    </a:lnTo>
                    <a:lnTo>
                      <a:pt x="80000" y="75850"/>
                    </a:lnTo>
                    <a:close/>
                    <a:moveTo>
                      <a:pt x="82500" y="77500"/>
                    </a:moveTo>
                    <a:lnTo>
                      <a:pt x="83200" y="77500"/>
                    </a:lnTo>
                    <a:lnTo>
                      <a:pt x="83200" y="78200"/>
                    </a:lnTo>
                    <a:lnTo>
                      <a:pt x="82500" y="78200"/>
                    </a:lnTo>
                    <a:close/>
                    <a:moveTo>
                      <a:pt x="85000" y="75000"/>
                    </a:moveTo>
                    <a:lnTo>
                      <a:pt x="85850" y="75000"/>
                    </a:lnTo>
                    <a:lnTo>
                      <a:pt x="85850" y="75850"/>
                    </a:lnTo>
                    <a:lnTo>
                      <a:pt x="85000" y="75850"/>
                    </a:lnTo>
                    <a:close/>
                    <a:moveTo>
                      <a:pt x="87500" y="77500"/>
                    </a:moveTo>
                    <a:lnTo>
                      <a:pt x="88200" y="77500"/>
                    </a:lnTo>
                    <a:lnTo>
                      <a:pt x="88200" y="78200"/>
                    </a:lnTo>
                    <a:lnTo>
                      <a:pt x="87500" y="78200"/>
                    </a:lnTo>
                    <a:close/>
                    <a:moveTo>
                      <a:pt x="90000" y="75000"/>
                    </a:moveTo>
                    <a:lnTo>
                      <a:pt x="90850" y="75000"/>
                    </a:lnTo>
                    <a:lnTo>
                      <a:pt x="90850" y="75850"/>
                    </a:lnTo>
                    <a:lnTo>
                      <a:pt x="90000" y="75850"/>
                    </a:lnTo>
                    <a:close/>
                    <a:moveTo>
                      <a:pt x="92500" y="77500"/>
                    </a:moveTo>
                    <a:lnTo>
                      <a:pt x="93200" y="77500"/>
                    </a:lnTo>
                    <a:lnTo>
                      <a:pt x="93200" y="78200"/>
                    </a:lnTo>
                    <a:lnTo>
                      <a:pt x="92500" y="78200"/>
                    </a:lnTo>
                    <a:close/>
                    <a:moveTo>
                      <a:pt x="95000" y="75000"/>
                    </a:moveTo>
                    <a:lnTo>
                      <a:pt x="95850" y="75000"/>
                    </a:lnTo>
                    <a:lnTo>
                      <a:pt x="95850" y="75850"/>
                    </a:lnTo>
                    <a:lnTo>
                      <a:pt x="95000" y="75850"/>
                    </a:lnTo>
                    <a:close/>
                    <a:moveTo>
                      <a:pt x="97500" y="77500"/>
                    </a:moveTo>
                    <a:lnTo>
                      <a:pt x="98200" y="77500"/>
                    </a:lnTo>
                    <a:lnTo>
                      <a:pt x="98200" y="78200"/>
                    </a:lnTo>
                    <a:lnTo>
                      <a:pt x="97500" y="78200"/>
                    </a:lnTo>
                    <a:close/>
                    <a:moveTo>
                      <a:pt x="100000" y="75000"/>
                    </a:moveTo>
                    <a:lnTo>
                      <a:pt x="100850" y="75000"/>
                    </a:lnTo>
                    <a:lnTo>
                      <a:pt x="100850" y="75850"/>
                    </a:lnTo>
                    <a:lnTo>
                      <a:pt x="100000" y="75850"/>
                    </a:lnTo>
                    <a:close/>
                    <a:moveTo>
                      <a:pt x="102500" y="77500"/>
                    </a:moveTo>
                    <a:lnTo>
                      <a:pt x="103200" y="77500"/>
                    </a:lnTo>
                    <a:lnTo>
                      <a:pt x="103200" y="78200"/>
                    </a:lnTo>
                    <a:lnTo>
                      <a:pt x="102500" y="78200"/>
                    </a:lnTo>
                    <a:close/>
                    <a:moveTo>
                      <a:pt x="105000" y="75000"/>
                    </a:moveTo>
                    <a:lnTo>
                      <a:pt x="105850" y="75000"/>
                    </a:lnTo>
                    <a:lnTo>
                      <a:pt x="105850" y="75850"/>
                    </a:lnTo>
                    <a:lnTo>
                      <a:pt x="105000" y="75850"/>
                    </a:lnTo>
                    <a:close/>
                    <a:moveTo>
                      <a:pt x="107500" y="77500"/>
                    </a:moveTo>
                    <a:lnTo>
                      <a:pt x="108200" y="77500"/>
                    </a:lnTo>
                    <a:lnTo>
                      <a:pt x="108200" y="78200"/>
                    </a:lnTo>
                    <a:lnTo>
                      <a:pt x="107500" y="78200"/>
                    </a:lnTo>
                    <a:close/>
                    <a:moveTo>
                      <a:pt x="110000" y="75000"/>
                    </a:moveTo>
                    <a:lnTo>
                      <a:pt x="110850" y="75000"/>
                    </a:lnTo>
                    <a:lnTo>
                      <a:pt x="110850" y="75850"/>
                    </a:lnTo>
                    <a:lnTo>
                      <a:pt x="110000" y="75850"/>
                    </a:lnTo>
                    <a:close/>
                    <a:moveTo>
                      <a:pt x="112500" y="77500"/>
                    </a:moveTo>
                    <a:lnTo>
                      <a:pt x="113200" y="77500"/>
                    </a:lnTo>
                    <a:lnTo>
                      <a:pt x="113200" y="78200"/>
                    </a:lnTo>
                    <a:lnTo>
                      <a:pt x="112500" y="78200"/>
                    </a:lnTo>
                    <a:close/>
                    <a:moveTo>
                      <a:pt x="115000" y="75000"/>
                    </a:moveTo>
                    <a:lnTo>
                      <a:pt x="115850" y="75000"/>
                    </a:lnTo>
                    <a:lnTo>
                      <a:pt x="115850" y="75850"/>
                    </a:lnTo>
                    <a:lnTo>
                      <a:pt x="115000" y="75850"/>
                    </a:lnTo>
                    <a:close/>
                    <a:moveTo>
                      <a:pt x="117500" y="77500"/>
                    </a:moveTo>
                    <a:lnTo>
                      <a:pt x="118200" y="77500"/>
                    </a:lnTo>
                    <a:lnTo>
                      <a:pt x="118200" y="78200"/>
                    </a:lnTo>
                    <a:lnTo>
                      <a:pt x="117500" y="78200"/>
                    </a:lnTo>
                    <a:close/>
                    <a:moveTo>
                      <a:pt x="120000" y="75000"/>
                    </a:moveTo>
                    <a:lnTo>
                      <a:pt x="120850" y="75000"/>
                    </a:lnTo>
                    <a:lnTo>
                      <a:pt x="120850" y="75850"/>
                    </a:lnTo>
                    <a:lnTo>
                      <a:pt x="120000" y="75850"/>
                    </a:lnTo>
                    <a:close/>
                    <a:moveTo>
                      <a:pt x="122500" y="77500"/>
                    </a:moveTo>
                    <a:lnTo>
                      <a:pt x="123200" y="77500"/>
                    </a:lnTo>
                    <a:lnTo>
                      <a:pt x="123200" y="78200"/>
                    </a:lnTo>
                    <a:lnTo>
                      <a:pt x="122500" y="78200"/>
                    </a:lnTo>
                    <a:close/>
                    <a:moveTo>
                      <a:pt x="125000" y="75000"/>
                    </a:moveTo>
                    <a:lnTo>
                      <a:pt x="125850" y="75000"/>
                    </a:lnTo>
                    <a:lnTo>
                      <a:pt x="125850" y="75850"/>
                    </a:lnTo>
                    <a:lnTo>
                      <a:pt x="125000" y="75850"/>
                    </a:lnTo>
                    <a:close/>
                    <a:moveTo>
                      <a:pt x="127500" y="77500"/>
                    </a:moveTo>
                    <a:lnTo>
                      <a:pt x="128200" y="77500"/>
                    </a:lnTo>
                    <a:lnTo>
                      <a:pt x="128200" y="78200"/>
                    </a:lnTo>
                    <a:lnTo>
                      <a:pt x="127500" y="78200"/>
                    </a:lnTo>
                    <a:close/>
                    <a:moveTo>
                      <a:pt x="130000" y="75000"/>
                    </a:moveTo>
                    <a:lnTo>
                      <a:pt x="130850" y="75000"/>
                    </a:lnTo>
                    <a:lnTo>
                      <a:pt x="130850" y="75850"/>
                    </a:lnTo>
                    <a:lnTo>
                      <a:pt x="130000" y="75850"/>
                    </a:lnTo>
                    <a:close/>
                    <a:moveTo>
                      <a:pt x="132500" y="77500"/>
                    </a:moveTo>
                    <a:lnTo>
                      <a:pt x="133200" y="77500"/>
                    </a:lnTo>
                    <a:lnTo>
                      <a:pt x="133200" y="78200"/>
                    </a:lnTo>
                    <a:lnTo>
                      <a:pt x="132500" y="78200"/>
                    </a:lnTo>
                    <a:close/>
                    <a:moveTo>
                      <a:pt x="135000" y="75000"/>
                    </a:moveTo>
                    <a:lnTo>
                      <a:pt x="135850" y="75000"/>
                    </a:lnTo>
                    <a:lnTo>
                      <a:pt x="135850" y="75850"/>
                    </a:lnTo>
                    <a:lnTo>
                      <a:pt x="135000" y="75850"/>
                    </a:lnTo>
                    <a:close/>
                    <a:moveTo>
                      <a:pt x="137500" y="77500"/>
                    </a:moveTo>
                    <a:lnTo>
                      <a:pt x="138200" y="77500"/>
                    </a:lnTo>
                    <a:lnTo>
                      <a:pt x="138200" y="78200"/>
                    </a:lnTo>
                    <a:lnTo>
                      <a:pt x="137500" y="78200"/>
                    </a:lnTo>
                    <a:close/>
                    <a:moveTo>
                      <a:pt x="140000" y="75000"/>
                    </a:moveTo>
                    <a:lnTo>
                      <a:pt x="140850" y="75000"/>
                    </a:lnTo>
                    <a:lnTo>
                      <a:pt x="140850" y="75850"/>
                    </a:lnTo>
                    <a:lnTo>
                      <a:pt x="140000" y="75850"/>
                    </a:lnTo>
                    <a:close/>
                    <a:moveTo>
                      <a:pt x="142500" y="77500"/>
                    </a:moveTo>
                    <a:lnTo>
                      <a:pt x="143200" y="77500"/>
                    </a:lnTo>
                    <a:lnTo>
                      <a:pt x="143200" y="78200"/>
                    </a:lnTo>
                    <a:lnTo>
                      <a:pt x="142500" y="78200"/>
                    </a:lnTo>
                    <a:close/>
                    <a:moveTo>
                      <a:pt x="145000" y="75000"/>
                    </a:moveTo>
                    <a:lnTo>
                      <a:pt x="145850" y="75000"/>
                    </a:lnTo>
                    <a:lnTo>
                      <a:pt x="145850" y="75850"/>
                    </a:lnTo>
                    <a:lnTo>
                      <a:pt x="145000" y="75850"/>
                    </a:lnTo>
                    <a:close/>
                    <a:moveTo>
                      <a:pt x="147500" y="77500"/>
                    </a:moveTo>
                    <a:lnTo>
                      <a:pt x="148200" y="77500"/>
                    </a:lnTo>
                    <a:lnTo>
                      <a:pt x="148200" y="78200"/>
                    </a:lnTo>
                    <a:lnTo>
                      <a:pt x="147500" y="78200"/>
                    </a:lnTo>
                    <a:close/>
                    <a:moveTo>
                      <a:pt x="150000" y="75000"/>
                    </a:moveTo>
                    <a:lnTo>
                      <a:pt x="150850" y="75000"/>
                    </a:lnTo>
                    <a:lnTo>
                      <a:pt x="150850" y="75850"/>
                    </a:lnTo>
                    <a:lnTo>
                      <a:pt x="150000" y="75850"/>
                    </a:lnTo>
                    <a:close/>
                    <a:moveTo>
                      <a:pt x="152500" y="77500"/>
                    </a:moveTo>
                    <a:lnTo>
                      <a:pt x="153200" y="77500"/>
                    </a:lnTo>
                    <a:lnTo>
                      <a:pt x="153200" y="78200"/>
                    </a:lnTo>
                    <a:lnTo>
                      <a:pt x="152500" y="78200"/>
                    </a:lnTo>
                    <a:close/>
                    <a:moveTo>
                      <a:pt x="155000" y="75000"/>
                    </a:moveTo>
                    <a:lnTo>
                      <a:pt x="155850" y="75000"/>
                    </a:lnTo>
                    <a:lnTo>
                      <a:pt x="155850" y="75850"/>
                    </a:lnTo>
                    <a:lnTo>
                      <a:pt x="155000" y="75850"/>
                    </a:lnTo>
                    <a:close/>
                    <a:moveTo>
                      <a:pt x="157500" y="77500"/>
                    </a:moveTo>
                    <a:lnTo>
                      <a:pt x="158200" y="77500"/>
                    </a:lnTo>
                    <a:lnTo>
                      <a:pt x="158200" y="78200"/>
                    </a:lnTo>
                    <a:lnTo>
                      <a:pt x="157500" y="78200"/>
                    </a:lnTo>
                    <a:close/>
                    <a:moveTo>
                      <a:pt x="160000" y="75000"/>
                    </a:moveTo>
                    <a:lnTo>
                      <a:pt x="160850" y="75000"/>
                    </a:lnTo>
                    <a:lnTo>
                      <a:pt x="160850" y="75850"/>
                    </a:lnTo>
                    <a:lnTo>
                      <a:pt x="160000" y="75850"/>
                    </a:lnTo>
                    <a:close/>
                    <a:moveTo>
                      <a:pt x="162500" y="77500"/>
                    </a:moveTo>
                    <a:lnTo>
                      <a:pt x="163200" y="77500"/>
                    </a:lnTo>
                    <a:lnTo>
                      <a:pt x="163200" y="78200"/>
                    </a:lnTo>
                    <a:lnTo>
                      <a:pt x="162500" y="78200"/>
                    </a:lnTo>
                    <a:close/>
                    <a:moveTo>
                      <a:pt x="165000" y="75000"/>
                    </a:moveTo>
                    <a:lnTo>
                      <a:pt x="165850" y="75000"/>
                    </a:lnTo>
                    <a:lnTo>
                      <a:pt x="165850" y="75850"/>
                    </a:lnTo>
                    <a:lnTo>
                      <a:pt x="165000" y="75850"/>
                    </a:lnTo>
                    <a:close/>
                    <a:moveTo>
                      <a:pt x="167500" y="77500"/>
                    </a:moveTo>
                    <a:lnTo>
                      <a:pt x="168200" y="77500"/>
                    </a:lnTo>
                    <a:lnTo>
                      <a:pt x="168200" y="78200"/>
                    </a:lnTo>
                    <a:lnTo>
                      <a:pt x="167500" y="78200"/>
                    </a:lnTo>
                    <a:close/>
                    <a:moveTo>
                      <a:pt x="170000" y="75000"/>
                    </a:moveTo>
                    <a:lnTo>
                      <a:pt x="170850" y="75000"/>
                    </a:lnTo>
                    <a:lnTo>
                      <a:pt x="170850" y="75850"/>
                    </a:lnTo>
                    <a:lnTo>
                      <a:pt x="170000" y="75850"/>
                    </a:lnTo>
                    <a:close/>
                    <a:moveTo>
                      <a:pt x="172500" y="77500"/>
                    </a:moveTo>
                    <a:lnTo>
                      <a:pt x="173200" y="77500"/>
                    </a:lnTo>
                    <a:lnTo>
                      <a:pt x="173200" y="78200"/>
                    </a:lnTo>
                    <a:lnTo>
                      <a:pt x="172500" y="78200"/>
                    </a:lnTo>
                    <a:close/>
                    <a:moveTo>
                      <a:pt x="175000" y="75000"/>
                    </a:moveTo>
                    <a:lnTo>
                      <a:pt x="175850" y="75000"/>
                    </a:lnTo>
                    <a:lnTo>
                      <a:pt x="175850" y="75850"/>
                    </a:lnTo>
                    <a:lnTo>
                      <a:pt x="175000" y="75850"/>
                    </a:lnTo>
                    <a:close/>
                    <a:moveTo>
                      <a:pt x="177500" y="77500"/>
                    </a:moveTo>
                    <a:lnTo>
                      <a:pt x="178200" y="77500"/>
                    </a:lnTo>
                    <a:lnTo>
                      <a:pt x="178200" y="78200"/>
                    </a:lnTo>
                    <a:lnTo>
                      <a:pt x="177500" y="78200"/>
                    </a:lnTo>
                    <a:close/>
                    <a:moveTo>
                      <a:pt x="180000" y="75000"/>
                    </a:moveTo>
                    <a:lnTo>
                      <a:pt x="180850" y="75000"/>
                    </a:lnTo>
                    <a:lnTo>
                      <a:pt x="180850" y="75850"/>
                    </a:lnTo>
                    <a:lnTo>
                      <a:pt x="180000" y="75850"/>
                    </a:lnTo>
                    <a:close/>
                    <a:moveTo>
                      <a:pt x="182500" y="77500"/>
                    </a:moveTo>
                    <a:lnTo>
                      <a:pt x="183200" y="77500"/>
                    </a:lnTo>
                    <a:lnTo>
                      <a:pt x="183200" y="78200"/>
                    </a:lnTo>
                    <a:lnTo>
                      <a:pt x="182500" y="78200"/>
                    </a:lnTo>
                    <a:close/>
                    <a:moveTo>
                      <a:pt x="185000" y="75000"/>
                    </a:moveTo>
                    <a:lnTo>
                      <a:pt x="185850" y="75000"/>
                    </a:lnTo>
                    <a:lnTo>
                      <a:pt x="185850" y="75850"/>
                    </a:lnTo>
                    <a:lnTo>
                      <a:pt x="185000" y="75850"/>
                    </a:lnTo>
                    <a:close/>
                    <a:moveTo>
                      <a:pt x="187500" y="77500"/>
                    </a:moveTo>
                    <a:lnTo>
                      <a:pt x="188200" y="77500"/>
                    </a:lnTo>
                    <a:lnTo>
                      <a:pt x="188200" y="78200"/>
                    </a:lnTo>
                    <a:lnTo>
                      <a:pt x="187500" y="78200"/>
                    </a:lnTo>
                    <a:close/>
                    <a:moveTo>
                      <a:pt x="190000" y="75000"/>
                    </a:moveTo>
                    <a:lnTo>
                      <a:pt x="190850" y="75000"/>
                    </a:lnTo>
                    <a:lnTo>
                      <a:pt x="190850" y="75850"/>
                    </a:lnTo>
                    <a:lnTo>
                      <a:pt x="190000" y="75850"/>
                    </a:lnTo>
                    <a:close/>
                    <a:moveTo>
                      <a:pt x="192500" y="77500"/>
                    </a:moveTo>
                    <a:lnTo>
                      <a:pt x="193200" y="77500"/>
                    </a:lnTo>
                    <a:lnTo>
                      <a:pt x="193200" y="78200"/>
                    </a:lnTo>
                    <a:lnTo>
                      <a:pt x="192500" y="78200"/>
                    </a:lnTo>
                    <a:close/>
                    <a:moveTo>
                      <a:pt x="195000" y="75000"/>
                    </a:moveTo>
                    <a:lnTo>
                      <a:pt x="195850" y="75000"/>
                    </a:lnTo>
                    <a:lnTo>
                      <a:pt x="195850" y="75850"/>
                    </a:lnTo>
                    <a:lnTo>
                      <a:pt x="195000" y="75850"/>
                    </a:lnTo>
                    <a:close/>
                    <a:moveTo>
                      <a:pt x="197500" y="77500"/>
                    </a:moveTo>
                    <a:lnTo>
                      <a:pt x="198200" y="77500"/>
                    </a:lnTo>
                    <a:lnTo>
                      <a:pt x="198200" y="78200"/>
                    </a:lnTo>
                    <a:lnTo>
                      <a:pt x="197500" y="78200"/>
                    </a:lnTo>
                    <a:close/>
                    <a:moveTo>
                      <a:pt x="200000" y="75000"/>
                    </a:moveTo>
                    <a:lnTo>
                      <a:pt x="200850" y="75000"/>
                    </a:lnTo>
                    <a:lnTo>
                      <a:pt x="200850" y="75850"/>
                    </a:lnTo>
                    <a:lnTo>
                      <a:pt x="200000" y="75850"/>
                    </a:lnTo>
                    <a:close/>
                    <a:moveTo>
                      <a:pt x="202500" y="77500"/>
                    </a:moveTo>
                    <a:lnTo>
                      <a:pt x="203200" y="77500"/>
                    </a:lnTo>
                    <a:lnTo>
                      <a:pt x="203200" y="78200"/>
                    </a:lnTo>
                    <a:lnTo>
                      <a:pt x="202500" y="78200"/>
                    </a:lnTo>
                    <a:close/>
                    <a:moveTo>
                      <a:pt x="205000" y="75000"/>
                    </a:moveTo>
                    <a:lnTo>
                      <a:pt x="205850" y="75000"/>
                    </a:lnTo>
                    <a:lnTo>
                      <a:pt x="205850" y="75850"/>
                    </a:lnTo>
                    <a:lnTo>
                      <a:pt x="205000" y="75850"/>
                    </a:lnTo>
                    <a:close/>
                    <a:moveTo>
                      <a:pt x="207500" y="77500"/>
                    </a:moveTo>
                    <a:lnTo>
                      <a:pt x="208200" y="77500"/>
                    </a:lnTo>
                    <a:lnTo>
                      <a:pt x="208200" y="78200"/>
                    </a:lnTo>
                    <a:lnTo>
                      <a:pt x="207500" y="78200"/>
                    </a:lnTo>
                    <a:close/>
                    <a:moveTo>
                      <a:pt x="210000" y="75000"/>
                    </a:moveTo>
                    <a:lnTo>
                      <a:pt x="210850" y="75000"/>
                    </a:lnTo>
                    <a:lnTo>
                      <a:pt x="210850" y="75850"/>
                    </a:lnTo>
                    <a:lnTo>
                      <a:pt x="210000" y="75850"/>
                    </a:lnTo>
                    <a:close/>
                    <a:moveTo>
                      <a:pt x="212500" y="77500"/>
                    </a:moveTo>
                    <a:lnTo>
                      <a:pt x="213200" y="77500"/>
                    </a:lnTo>
                    <a:lnTo>
                      <a:pt x="213200" y="78200"/>
                    </a:lnTo>
                    <a:lnTo>
                      <a:pt x="212500" y="78200"/>
                    </a:lnTo>
                    <a:close/>
                    <a:moveTo>
                      <a:pt x="215000" y="75000"/>
                    </a:moveTo>
                    <a:lnTo>
                      <a:pt x="215850" y="75000"/>
                    </a:lnTo>
                    <a:lnTo>
                      <a:pt x="215850" y="75850"/>
                    </a:lnTo>
                    <a:lnTo>
                      <a:pt x="215000" y="75850"/>
                    </a:lnTo>
                    <a:close/>
                    <a:moveTo>
                      <a:pt x="217500" y="77500"/>
                    </a:moveTo>
                    <a:lnTo>
                      <a:pt x="218200" y="77500"/>
                    </a:lnTo>
                    <a:lnTo>
                      <a:pt x="218200" y="78200"/>
                    </a:lnTo>
                    <a:lnTo>
                      <a:pt x="217500" y="78200"/>
                    </a:lnTo>
                    <a:close/>
                    <a:moveTo>
                      <a:pt x="220000" y="75000"/>
                    </a:moveTo>
                    <a:lnTo>
                      <a:pt x="220850" y="75000"/>
                    </a:lnTo>
                    <a:lnTo>
                      <a:pt x="220850" y="75850"/>
                    </a:lnTo>
                    <a:lnTo>
                      <a:pt x="220000" y="75850"/>
                    </a:lnTo>
                    <a:close/>
                    <a:moveTo>
                      <a:pt x="222500" y="77500"/>
                    </a:moveTo>
                    <a:lnTo>
                      <a:pt x="223200" y="77500"/>
                    </a:lnTo>
                    <a:lnTo>
                      <a:pt x="223200" y="78200"/>
                    </a:lnTo>
                    <a:lnTo>
                      <a:pt x="222500" y="78200"/>
                    </a:lnTo>
                    <a:close/>
                    <a:moveTo>
                      <a:pt x="225000" y="75000"/>
                    </a:moveTo>
                    <a:lnTo>
                      <a:pt x="225850" y="75000"/>
                    </a:lnTo>
                    <a:lnTo>
                      <a:pt x="225850" y="75850"/>
                    </a:lnTo>
                    <a:lnTo>
                      <a:pt x="225000" y="75850"/>
                    </a:lnTo>
                    <a:close/>
                    <a:moveTo>
                      <a:pt x="227500" y="77500"/>
                    </a:moveTo>
                    <a:lnTo>
                      <a:pt x="228200" y="77500"/>
                    </a:lnTo>
                    <a:lnTo>
                      <a:pt x="228200" y="78200"/>
                    </a:lnTo>
                    <a:lnTo>
                      <a:pt x="227500" y="78200"/>
                    </a:lnTo>
                    <a:close/>
                    <a:moveTo>
                      <a:pt x="230000" y="75000"/>
                    </a:moveTo>
                    <a:lnTo>
                      <a:pt x="230850" y="75000"/>
                    </a:lnTo>
                    <a:lnTo>
                      <a:pt x="230850" y="75850"/>
                    </a:lnTo>
                    <a:lnTo>
                      <a:pt x="230000" y="75850"/>
                    </a:lnTo>
                    <a:close/>
                    <a:moveTo>
                      <a:pt x="232500" y="77500"/>
                    </a:moveTo>
                    <a:lnTo>
                      <a:pt x="233200" y="77500"/>
                    </a:lnTo>
                    <a:lnTo>
                      <a:pt x="233200" y="78200"/>
                    </a:lnTo>
                    <a:lnTo>
                      <a:pt x="232500" y="78200"/>
                    </a:lnTo>
                    <a:close/>
                    <a:moveTo>
                      <a:pt x="235000" y="75000"/>
                    </a:moveTo>
                    <a:lnTo>
                      <a:pt x="235850" y="75000"/>
                    </a:lnTo>
                    <a:lnTo>
                      <a:pt x="235850" y="75850"/>
                    </a:lnTo>
                    <a:lnTo>
                      <a:pt x="235000" y="75850"/>
                    </a:lnTo>
                    <a:close/>
                    <a:moveTo>
                      <a:pt x="237500" y="77500"/>
                    </a:moveTo>
                    <a:lnTo>
                      <a:pt x="238200" y="77500"/>
                    </a:lnTo>
                    <a:lnTo>
                      <a:pt x="238200" y="78200"/>
                    </a:lnTo>
                    <a:lnTo>
                      <a:pt x="237500" y="78200"/>
                    </a:lnTo>
                    <a:close/>
                    <a:moveTo>
                      <a:pt x="240000" y="75000"/>
                    </a:moveTo>
                    <a:lnTo>
                      <a:pt x="240850" y="75000"/>
                    </a:lnTo>
                    <a:lnTo>
                      <a:pt x="240850" y="75850"/>
                    </a:lnTo>
                    <a:lnTo>
                      <a:pt x="240000" y="75850"/>
                    </a:lnTo>
                    <a:close/>
                    <a:moveTo>
                      <a:pt x="242500" y="77500"/>
                    </a:moveTo>
                    <a:lnTo>
                      <a:pt x="243200" y="77500"/>
                    </a:lnTo>
                    <a:lnTo>
                      <a:pt x="243200" y="78200"/>
                    </a:lnTo>
                    <a:lnTo>
                      <a:pt x="242500" y="78200"/>
                    </a:lnTo>
                    <a:close/>
                    <a:moveTo>
                      <a:pt x="245000" y="75000"/>
                    </a:moveTo>
                    <a:lnTo>
                      <a:pt x="245850" y="75000"/>
                    </a:lnTo>
                    <a:lnTo>
                      <a:pt x="245850" y="75850"/>
                    </a:lnTo>
                    <a:lnTo>
                      <a:pt x="245000" y="75850"/>
                    </a:lnTo>
                    <a:close/>
                    <a:moveTo>
                      <a:pt x="247500" y="77500"/>
                    </a:moveTo>
                    <a:lnTo>
                      <a:pt x="248200" y="77500"/>
                    </a:lnTo>
                    <a:lnTo>
                      <a:pt x="248200" y="78200"/>
                    </a:lnTo>
                    <a:lnTo>
                      <a:pt x="247500" y="78200"/>
                    </a:lnTo>
                    <a:close/>
                    <a:moveTo>
                      <a:pt x="250000" y="75000"/>
                    </a:moveTo>
                    <a:lnTo>
                      <a:pt x="250850" y="75000"/>
                    </a:lnTo>
                    <a:lnTo>
                      <a:pt x="250850" y="75850"/>
                    </a:lnTo>
                    <a:lnTo>
                      <a:pt x="250000" y="75850"/>
                    </a:lnTo>
                    <a:close/>
                    <a:moveTo>
                      <a:pt x="252500" y="77500"/>
                    </a:moveTo>
                    <a:lnTo>
                      <a:pt x="253200" y="77500"/>
                    </a:lnTo>
                    <a:lnTo>
                      <a:pt x="253200" y="78200"/>
                    </a:lnTo>
                    <a:lnTo>
                      <a:pt x="252500" y="78200"/>
                    </a:lnTo>
                    <a:close/>
                    <a:moveTo>
                      <a:pt x="255000" y="75000"/>
                    </a:moveTo>
                    <a:lnTo>
                      <a:pt x="255850" y="75000"/>
                    </a:lnTo>
                    <a:lnTo>
                      <a:pt x="255850" y="75850"/>
                    </a:lnTo>
                    <a:lnTo>
                      <a:pt x="255000" y="75850"/>
                    </a:lnTo>
                    <a:close/>
                    <a:moveTo>
                      <a:pt x="257500" y="77500"/>
                    </a:moveTo>
                    <a:lnTo>
                      <a:pt x="258200" y="77500"/>
                    </a:lnTo>
                    <a:lnTo>
                      <a:pt x="258200" y="78200"/>
                    </a:lnTo>
                    <a:lnTo>
                      <a:pt x="257500" y="78200"/>
                    </a:lnTo>
                    <a:close/>
                    <a:moveTo>
                      <a:pt x="260000" y="75000"/>
                    </a:moveTo>
                    <a:lnTo>
                      <a:pt x="260850" y="75000"/>
                    </a:lnTo>
                    <a:lnTo>
                      <a:pt x="260850" y="75850"/>
                    </a:lnTo>
                    <a:lnTo>
                      <a:pt x="260000" y="75850"/>
                    </a:lnTo>
                    <a:close/>
                    <a:moveTo>
                      <a:pt x="262500" y="77500"/>
                    </a:moveTo>
                    <a:lnTo>
                      <a:pt x="263200" y="77500"/>
                    </a:lnTo>
                    <a:lnTo>
                      <a:pt x="263200" y="78200"/>
                    </a:lnTo>
                    <a:lnTo>
                      <a:pt x="262500" y="78200"/>
                    </a:lnTo>
                    <a:close/>
                    <a:moveTo>
                      <a:pt x="265000" y="75000"/>
                    </a:moveTo>
                    <a:lnTo>
                      <a:pt x="265850" y="75000"/>
                    </a:lnTo>
                    <a:lnTo>
                      <a:pt x="265850" y="75850"/>
                    </a:lnTo>
                    <a:lnTo>
                      <a:pt x="265000" y="75850"/>
                    </a:lnTo>
                    <a:close/>
                    <a:moveTo>
                      <a:pt x="267500" y="77500"/>
                    </a:moveTo>
                    <a:lnTo>
                      <a:pt x="268200" y="77500"/>
                    </a:lnTo>
                    <a:lnTo>
                      <a:pt x="268200" y="78200"/>
                    </a:lnTo>
                    <a:lnTo>
                      <a:pt x="267500" y="78200"/>
                    </a:lnTo>
                    <a:close/>
                    <a:moveTo>
                      <a:pt x="270000" y="75000"/>
                    </a:moveTo>
                    <a:lnTo>
                      <a:pt x="270850" y="75000"/>
                    </a:lnTo>
                    <a:lnTo>
                      <a:pt x="270850" y="75850"/>
                    </a:lnTo>
                    <a:lnTo>
                      <a:pt x="270000" y="75850"/>
                    </a:lnTo>
                    <a:close/>
                    <a:moveTo>
                      <a:pt x="272500" y="77500"/>
                    </a:moveTo>
                    <a:lnTo>
                      <a:pt x="273200" y="77500"/>
                    </a:lnTo>
                    <a:lnTo>
                      <a:pt x="273200" y="78200"/>
                    </a:lnTo>
                    <a:lnTo>
                      <a:pt x="272500" y="78200"/>
                    </a:lnTo>
                    <a:close/>
                    <a:moveTo>
                      <a:pt x="275000" y="75000"/>
                    </a:moveTo>
                    <a:lnTo>
                      <a:pt x="275850" y="75000"/>
                    </a:lnTo>
                    <a:lnTo>
                      <a:pt x="275850" y="75850"/>
                    </a:lnTo>
                    <a:lnTo>
                      <a:pt x="275000" y="75850"/>
                    </a:lnTo>
                    <a:close/>
                    <a:moveTo>
                      <a:pt x="277500" y="77500"/>
                    </a:moveTo>
                    <a:lnTo>
                      <a:pt x="278200" y="77500"/>
                    </a:lnTo>
                    <a:lnTo>
                      <a:pt x="278200" y="78200"/>
                    </a:lnTo>
                    <a:lnTo>
                      <a:pt x="277500" y="78200"/>
                    </a:lnTo>
                    <a:close/>
                    <a:moveTo>
                      <a:pt x="280000" y="75000"/>
                    </a:moveTo>
                    <a:lnTo>
                      <a:pt x="280850" y="75000"/>
                    </a:lnTo>
                    <a:lnTo>
                      <a:pt x="280850" y="75850"/>
                    </a:lnTo>
                    <a:lnTo>
                      <a:pt x="280000" y="75850"/>
                    </a:lnTo>
                    <a:close/>
                    <a:moveTo>
                      <a:pt x="282500" y="77500"/>
                    </a:moveTo>
                    <a:lnTo>
                      <a:pt x="283200" y="77500"/>
                    </a:lnTo>
                    <a:lnTo>
                      <a:pt x="283200" y="78200"/>
                    </a:lnTo>
                    <a:lnTo>
                      <a:pt x="282500" y="78200"/>
                    </a:lnTo>
                    <a:close/>
                    <a:moveTo>
                      <a:pt x="285000" y="75000"/>
                    </a:moveTo>
                    <a:lnTo>
                      <a:pt x="285850" y="75000"/>
                    </a:lnTo>
                    <a:lnTo>
                      <a:pt x="285850" y="75850"/>
                    </a:lnTo>
                    <a:lnTo>
                      <a:pt x="285000" y="75850"/>
                    </a:lnTo>
                    <a:close/>
                    <a:moveTo>
                      <a:pt x="287500" y="77500"/>
                    </a:moveTo>
                    <a:lnTo>
                      <a:pt x="288200" y="77500"/>
                    </a:lnTo>
                    <a:lnTo>
                      <a:pt x="288200" y="78200"/>
                    </a:lnTo>
                    <a:lnTo>
                      <a:pt x="287500" y="78200"/>
                    </a:lnTo>
                    <a:close/>
                    <a:moveTo>
                      <a:pt x="0" y="80000"/>
                    </a:moveTo>
                    <a:lnTo>
                      <a:pt x="850" y="80000"/>
                    </a:lnTo>
                    <a:lnTo>
                      <a:pt x="850" y="80850"/>
                    </a:lnTo>
                    <a:lnTo>
                      <a:pt x="0" y="80850"/>
                    </a:lnTo>
                    <a:close/>
                    <a:moveTo>
                      <a:pt x="2500" y="82500"/>
                    </a:moveTo>
                    <a:lnTo>
                      <a:pt x="3200" y="82500"/>
                    </a:lnTo>
                    <a:lnTo>
                      <a:pt x="3200" y="83200"/>
                    </a:lnTo>
                    <a:lnTo>
                      <a:pt x="2500" y="83200"/>
                    </a:lnTo>
                    <a:close/>
                    <a:moveTo>
                      <a:pt x="5000" y="80000"/>
                    </a:moveTo>
                    <a:lnTo>
                      <a:pt x="5850" y="80000"/>
                    </a:lnTo>
                    <a:lnTo>
                      <a:pt x="5850" y="80850"/>
                    </a:lnTo>
                    <a:lnTo>
                      <a:pt x="5000" y="80850"/>
                    </a:lnTo>
                    <a:close/>
                    <a:moveTo>
                      <a:pt x="7500" y="82500"/>
                    </a:moveTo>
                    <a:lnTo>
                      <a:pt x="8200" y="82500"/>
                    </a:lnTo>
                    <a:lnTo>
                      <a:pt x="8200" y="83200"/>
                    </a:lnTo>
                    <a:lnTo>
                      <a:pt x="7500" y="83200"/>
                    </a:lnTo>
                    <a:close/>
                    <a:moveTo>
                      <a:pt x="10000" y="80000"/>
                    </a:moveTo>
                    <a:lnTo>
                      <a:pt x="10850" y="80000"/>
                    </a:lnTo>
                    <a:lnTo>
                      <a:pt x="10850" y="80850"/>
                    </a:lnTo>
                    <a:lnTo>
                      <a:pt x="10000" y="80850"/>
                    </a:lnTo>
                    <a:close/>
                    <a:moveTo>
                      <a:pt x="12500" y="82500"/>
                    </a:moveTo>
                    <a:lnTo>
                      <a:pt x="13200" y="82500"/>
                    </a:lnTo>
                    <a:lnTo>
                      <a:pt x="13200" y="83200"/>
                    </a:lnTo>
                    <a:lnTo>
                      <a:pt x="12500" y="83200"/>
                    </a:lnTo>
                    <a:close/>
                    <a:moveTo>
                      <a:pt x="15000" y="80000"/>
                    </a:moveTo>
                    <a:lnTo>
                      <a:pt x="15850" y="80000"/>
                    </a:lnTo>
                    <a:lnTo>
                      <a:pt x="15850" y="80850"/>
                    </a:lnTo>
                    <a:lnTo>
                      <a:pt x="15000" y="80850"/>
                    </a:lnTo>
                    <a:close/>
                    <a:moveTo>
                      <a:pt x="17500" y="82500"/>
                    </a:moveTo>
                    <a:lnTo>
                      <a:pt x="18200" y="82500"/>
                    </a:lnTo>
                    <a:lnTo>
                      <a:pt x="18200" y="83200"/>
                    </a:lnTo>
                    <a:lnTo>
                      <a:pt x="17500" y="83200"/>
                    </a:lnTo>
                    <a:close/>
                    <a:moveTo>
                      <a:pt x="20000" y="80000"/>
                    </a:moveTo>
                    <a:lnTo>
                      <a:pt x="20850" y="80000"/>
                    </a:lnTo>
                    <a:lnTo>
                      <a:pt x="20850" y="80850"/>
                    </a:lnTo>
                    <a:lnTo>
                      <a:pt x="20000" y="80850"/>
                    </a:lnTo>
                    <a:close/>
                    <a:moveTo>
                      <a:pt x="22500" y="82500"/>
                    </a:moveTo>
                    <a:lnTo>
                      <a:pt x="23200" y="82500"/>
                    </a:lnTo>
                    <a:lnTo>
                      <a:pt x="23200" y="83200"/>
                    </a:lnTo>
                    <a:lnTo>
                      <a:pt x="22500" y="83200"/>
                    </a:lnTo>
                    <a:close/>
                    <a:moveTo>
                      <a:pt x="25000" y="80000"/>
                    </a:moveTo>
                    <a:lnTo>
                      <a:pt x="25850" y="80000"/>
                    </a:lnTo>
                    <a:lnTo>
                      <a:pt x="25850" y="80850"/>
                    </a:lnTo>
                    <a:lnTo>
                      <a:pt x="25000" y="80850"/>
                    </a:lnTo>
                    <a:close/>
                    <a:moveTo>
                      <a:pt x="27500" y="82500"/>
                    </a:moveTo>
                    <a:lnTo>
                      <a:pt x="28200" y="82500"/>
                    </a:lnTo>
                    <a:lnTo>
                      <a:pt x="28200" y="83200"/>
                    </a:lnTo>
                    <a:lnTo>
                      <a:pt x="27500" y="83200"/>
                    </a:lnTo>
                    <a:close/>
                    <a:moveTo>
                      <a:pt x="30000" y="80000"/>
                    </a:moveTo>
                    <a:lnTo>
                      <a:pt x="30850" y="80000"/>
                    </a:lnTo>
                    <a:lnTo>
                      <a:pt x="30850" y="80850"/>
                    </a:lnTo>
                    <a:lnTo>
                      <a:pt x="30000" y="80850"/>
                    </a:lnTo>
                    <a:close/>
                    <a:moveTo>
                      <a:pt x="32500" y="82500"/>
                    </a:moveTo>
                    <a:lnTo>
                      <a:pt x="33200" y="82500"/>
                    </a:lnTo>
                    <a:lnTo>
                      <a:pt x="33200" y="83200"/>
                    </a:lnTo>
                    <a:lnTo>
                      <a:pt x="32500" y="83200"/>
                    </a:lnTo>
                    <a:close/>
                    <a:moveTo>
                      <a:pt x="35000" y="80000"/>
                    </a:moveTo>
                    <a:lnTo>
                      <a:pt x="35850" y="80000"/>
                    </a:lnTo>
                    <a:lnTo>
                      <a:pt x="35850" y="80850"/>
                    </a:lnTo>
                    <a:lnTo>
                      <a:pt x="35000" y="80850"/>
                    </a:lnTo>
                    <a:close/>
                    <a:moveTo>
                      <a:pt x="37500" y="82500"/>
                    </a:moveTo>
                    <a:lnTo>
                      <a:pt x="38200" y="82500"/>
                    </a:lnTo>
                    <a:lnTo>
                      <a:pt x="38200" y="83200"/>
                    </a:lnTo>
                    <a:lnTo>
                      <a:pt x="37500" y="83200"/>
                    </a:lnTo>
                    <a:close/>
                    <a:moveTo>
                      <a:pt x="40000" y="80000"/>
                    </a:moveTo>
                    <a:lnTo>
                      <a:pt x="40850" y="80000"/>
                    </a:lnTo>
                    <a:lnTo>
                      <a:pt x="40850" y="80850"/>
                    </a:lnTo>
                    <a:lnTo>
                      <a:pt x="40000" y="80850"/>
                    </a:lnTo>
                    <a:close/>
                    <a:moveTo>
                      <a:pt x="42500" y="82500"/>
                    </a:moveTo>
                    <a:lnTo>
                      <a:pt x="43200" y="82500"/>
                    </a:lnTo>
                    <a:lnTo>
                      <a:pt x="43200" y="83200"/>
                    </a:lnTo>
                    <a:lnTo>
                      <a:pt x="42500" y="83200"/>
                    </a:lnTo>
                    <a:close/>
                    <a:moveTo>
                      <a:pt x="45000" y="80000"/>
                    </a:moveTo>
                    <a:lnTo>
                      <a:pt x="45850" y="80000"/>
                    </a:lnTo>
                    <a:lnTo>
                      <a:pt x="45850" y="80850"/>
                    </a:lnTo>
                    <a:lnTo>
                      <a:pt x="45000" y="80850"/>
                    </a:lnTo>
                    <a:close/>
                    <a:moveTo>
                      <a:pt x="47500" y="82500"/>
                    </a:moveTo>
                    <a:lnTo>
                      <a:pt x="48200" y="82500"/>
                    </a:lnTo>
                    <a:lnTo>
                      <a:pt x="48200" y="83200"/>
                    </a:lnTo>
                    <a:lnTo>
                      <a:pt x="47500" y="83200"/>
                    </a:lnTo>
                    <a:close/>
                    <a:moveTo>
                      <a:pt x="50000" y="80000"/>
                    </a:moveTo>
                    <a:lnTo>
                      <a:pt x="50850" y="80000"/>
                    </a:lnTo>
                    <a:lnTo>
                      <a:pt x="50850" y="80850"/>
                    </a:lnTo>
                    <a:lnTo>
                      <a:pt x="50000" y="80850"/>
                    </a:lnTo>
                    <a:close/>
                    <a:moveTo>
                      <a:pt x="52500" y="82500"/>
                    </a:moveTo>
                    <a:lnTo>
                      <a:pt x="53200" y="82500"/>
                    </a:lnTo>
                    <a:lnTo>
                      <a:pt x="53200" y="83200"/>
                    </a:lnTo>
                    <a:lnTo>
                      <a:pt x="52500" y="83200"/>
                    </a:lnTo>
                    <a:close/>
                    <a:moveTo>
                      <a:pt x="55000" y="80000"/>
                    </a:moveTo>
                    <a:lnTo>
                      <a:pt x="55850" y="80000"/>
                    </a:lnTo>
                    <a:lnTo>
                      <a:pt x="55850" y="80850"/>
                    </a:lnTo>
                    <a:lnTo>
                      <a:pt x="55000" y="80850"/>
                    </a:lnTo>
                    <a:close/>
                    <a:moveTo>
                      <a:pt x="57500" y="82500"/>
                    </a:moveTo>
                    <a:lnTo>
                      <a:pt x="58200" y="82500"/>
                    </a:lnTo>
                    <a:lnTo>
                      <a:pt x="58200" y="83200"/>
                    </a:lnTo>
                    <a:lnTo>
                      <a:pt x="57500" y="83200"/>
                    </a:lnTo>
                    <a:close/>
                    <a:moveTo>
                      <a:pt x="60000" y="80000"/>
                    </a:moveTo>
                    <a:lnTo>
                      <a:pt x="60850" y="80000"/>
                    </a:lnTo>
                    <a:lnTo>
                      <a:pt x="60850" y="80850"/>
                    </a:lnTo>
                    <a:lnTo>
                      <a:pt x="60000" y="80850"/>
                    </a:lnTo>
                    <a:close/>
                    <a:moveTo>
                      <a:pt x="62500" y="82500"/>
                    </a:moveTo>
                    <a:lnTo>
                      <a:pt x="63200" y="82500"/>
                    </a:lnTo>
                    <a:lnTo>
                      <a:pt x="63200" y="83200"/>
                    </a:lnTo>
                    <a:lnTo>
                      <a:pt x="62500" y="83200"/>
                    </a:lnTo>
                    <a:close/>
                    <a:moveTo>
                      <a:pt x="65000" y="80000"/>
                    </a:moveTo>
                    <a:lnTo>
                      <a:pt x="65850" y="80000"/>
                    </a:lnTo>
                    <a:lnTo>
                      <a:pt x="65850" y="80850"/>
                    </a:lnTo>
                    <a:lnTo>
                      <a:pt x="65000" y="80850"/>
                    </a:lnTo>
                    <a:close/>
                    <a:moveTo>
                      <a:pt x="67500" y="82500"/>
                    </a:moveTo>
                    <a:lnTo>
                      <a:pt x="68200" y="82500"/>
                    </a:lnTo>
                    <a:lnTo>
                      <a:pt x="68200" y="83200"/>
                    </a:lnTo>
                    <a:lnTo>
                      <a:pt x="67500" y="83200"/>
                    </a:lnTo>
                    <a:close/>
                    <a:moveTo>
                      <a:pt x="70000" y="80000"/>
                    </a:moveTo>
                    <a:lnTo>
                      <a:pt x="70850" y="80000"/>
                    </a:lnTo>
                    <a:lnTo>
                      <a:pt x="70850" y="80850"/>
                    </a:lnTo>
                    <a:lnTo>
                      <a:pt x="70000" y="80850"/>
                    </a:lnTo>
                    <a:close/>
                    <a:moveTo>
                      <a:pt x="72500" y="82500"/>
                    </a:moveTo>
                    <a:lnTo>
                      <a:pt x="73200" y="82500"/>
                    </a:lnTo>
                    <a:lnTo>
                      <a:pt x="73200" y="83200"/>
                    </a:lnTo>
                    <a:lnTo>
                      <a:pt x="72500" y="83200"/>
                    </a:lnTo>
                    <a:close/>
                    <a:moveTo>
                      <a:pt x="75000" y="80000"/>
                    </a:moveTo>
                    <a:lnTo>
                      <a:pt x="75850" y="80000"/>
                    </a:lnTo>
                    <a:lnTo>
                      <a:pt x="75850" y="80850"/>
                    </a:lnTo>
                    <a:lnTo>
                      <a:pt x="75000" y="80850"/>
                    </a:lnTo>
                    <a:close/>
                    <a:moveTo>
                      <a:pt x="77500" y="82500"/>
                    </a:moveTo>
                    <a:lnTo>
                      <a:pt x="78200" y="82500"/>
                    </a:lnTo>
                    <a:lnTo>
                      <a:pt x="78200" y="83200"/>
                    </a:lnTo>
                    <a:lnTo>
                      <a:pt x="77500" y="83200"/>
                    </a:lnTo>
                    <a:close/>
                    <a:moveTo>
                      <a:pt x="80000" y="80000"/>
                    </a:moveTo>
                    <a:lnTo>
                      <a:pt x="80850" y="80000"/>
                    </a:lnTo>
                    <a:lnTo>
                      <a:pt x="80850" y="80850"/>
                    </a:lnTo>
                    <a:lnTo>
                      <a:pt x="80000" y="80850"/>
                    </a:lnTo>
                    <a:close/>
                    <a:moveTo>
                      <a:pt x="82500" y="82500"/>
                    </a:moveTo>
                    <a:lnTo>
                      <a:pt x="83200" y="82500"/>
                    </a:lnTo>
                    <a:lnTo>
                      <a:pt x="83200" y="83200"/>
                    </a:lnTo>
                    <a:lnTo>
                      <a:pt x="82500" y="83200"/>
                    </a:lnTo>
                    <a:close/>
                    <a:moveTo>
                      <a:pt x="85000" y="80000"/>
                    </a:moveTo>
                    <a:lnTo>
                      <a:pt x="85850" y="80000"/>
                    </a:lnTo>
                    <a:lnTo>
                      <a:pt x="85850" y="80850"/>
                    </a:lnTo>
                    <a:lnTo>
                      <a:pt x="85000" y="80850"/>
                    </a:lnTo>
                    <a:close/>
                    <a:moveTo>
                      <a:pt x="87500" y="82500"/>
                    </a:moveTo>
                    <a:lnTo>
                      <a:pt x="88200" y="82500"/>
                    </a:lnTo>
                    <a:lnTo>
                      <a:pt x="88200" y="83200"/>
                    </a:lnTo>
                    <a:lnTo>
                      <a:pt x="87500" y="83200"/>
                    </a:lnTo>
                    <a:close/>
                    <a:moveTo>
                      <a:pt x="90000" y="80000"/>
                    </a:moveTo>
                    <a:lnTo>
                      <a:pt x="90850" y="80000"/>
                    </a:lnTo>
                    <a:lnTo>
                      <a:pt x="90850" y="80850"/>
                    </a:lnTo>
                    <a:lnTo>
                      <a:pt x="90000" y="80850"/>
                    </a:lnTo>
                    <a:close/>
                    <a:moveTo>
                      <a:pt x="92500" y="82500"/>
                    </a:moveTo>
                    <a:lnTo>
                      <a:pt x="93200" y="82500"/>
                    </a:lnTo>
                    <a:lnTo>
                      <a:pt x="93200" y="83200"/>
                    </a:lnTo>
                    <a:lnTo>
                      <a:pt x="92500" y="83200"/>
                    </a:lnTo>
                    <a:close/>
                    <a:moveTo>
                      <a:pt x="95000" y="80000"/>
                    </a:moveTo>
                    <a:lnTo>
                      <a:pt x="95850" y="80000"/>
                    </a:lnTo>
                    <a:lnTo>
                      <a:pt x="95850" y="80850"/>
                    </a:lnTo>
                    <a:lnTo>
                      <a:pt x="95000" y="80850"/>
                    </a:lnTo>
                    <a:close/>
                    <a:moveTo>
                      <a:pt x="97500" y="82500"/>
                    </a:moveTo>
                    <a:lnTo>
                      <a:pt x="98200" y="82500"/>
                    </a:lnTo>
                    <a:lnTo>
                      <a:pt x="98200" y="83200"/>
                    </a:lnTo>
                    <a:lnTo>
                      <a:pt x="97500" y="83200"/>
                    </a:lnTo>
                    <a:close/>
                    <a:moveTo>
                      <a:pt x="100000" y="80000"/>
                    </a:moveTo>
                    <a:lnTo>
                      <a:pt x="100850" y="80000"/>
                    </a:lnTo>
                    <a:lnTo>
                      <a:pt x="100850" y="80850"/>
                    </a:lnTo>
                    <a:lnTo>
                      <a:pt x="100000" y="80850"/>
                    </a:lnTo>
                    <a:close/>
                    <a:moveTo>
                      <a:pt x="102500" y="82500"/>
                    </a:moveTo>
                    <a:lnTo>
                      <a:pt x="103200" y="82500"/>
                    </a:lnTo>
                    <a:lnTo>
                      <a:pt x="103200" y="83200"/>
                    </a:lnTo>
                    <a:lnTo>
                      <a:pt x="102500" y="83200"/>
                    </a:lnTo>
                    <a:close/>
                    <a:moveTo>
                      <a:pt x="105000" y="80000"/>
                    </a:moveTo>
                    <a:lnTo>
                      <a:pt x="105850" y="80000"/>
                    </a:lnTo>
                    <a:lnTo>
                      <a:pt x="105850" y="80850"/>
                    </a:lnTo>
                    <a:lnTo>
                      <a:pt x="105000" y="80850"/>
                    </a:lnTo>
                    <a:close/>
                    <a:moveTo>
                      <a:pt x="107500" y="82500"/>
                    </a:moveTo>
                    <a:lnTo>
                      <a:pt x="108200" y="82500"/>
                    </a:lnTo>
                    <a:lnTo>
                      <a:pt x="108200" y="83200"/>
                    </a:lnTo>
                    <a:lnTo>
                      <a:pt x="107500" y="83200"/>
                    </a:lnTo>
                    <a:close/>
                    <a:moveTo>
                      <a:pt x="110000" y="80000"/>
                    </a:moveTo>
                    <a:lnTo>
                      <a:pt x="110850" y="80000"/>
                    </a:lnTo>
                    <a:lnTo>
                      <a:pt x="110850" y="80850"/>
                    </a:lnTo>
                    <a:lnTo>
                      <a:pt x="110000" y="80850"/>
                    </a:lnTo>
                    <a:close/>
                    <a:moveTo>
                      <a:pt x="112500" y="82500"/>
                    </a:moveTo>
                    <a:lnTo>
                      <a:pt x="113200" y="82500"/>
                    </a:lnTo>
                    <a:lnTo>
                      <a:pt x="113200" y="83200"/>
                    </a:lnTo>
                    <a:lnTo>
                      <a:pt x="112500" y="83200"/>
                    </a:lnTo>
                    <a:close/>
                    <a:moveTo>
                      <a:pt x="115000" y="80000"/>
                    </a:moveTo>
                    <a:lnTo>
                      <a:pt x="115850" y="80000"/>
                    </a:lnTo>
                    <a:lnTo>
                      <a:pt x="115850" y="80850"/>
                    </a:lnTo>
                    <a:lnTo>
                      <a:pt x="115000" y="80850"/>
                    </a:lnTo>
                    <a:close/>
                    <a:moveTo>
                      <a:pt x="117500" y="82500"/>
                    </a:moveTo>
                    <a:lnTo>
                      <a:pt x="118200" y="82500"/>
                    </a:lnTo>
                    <a:lnTo>
                      <a:pt x="118200" y="83200"/>
                    </a:lnTo>
                    <a:lnTo>
                      <a:pt x="117500" y="83200"/>
                    </a:lnTo>
                    <a:close/>
                    <a:moveTo>
                      <a:pt x="120000" y="80000"/>
                    </a:moveTo>
                    <a:lnTo>
                      <a:pt x="120850" y="80000"/>
                    </a:lnTo>
                    <a:lnTo>
                      <a:pt x="120850" y="80850"/>
                    </a:lnTo>
                    <a:lnTo>
                      <a:pt x="120000" y="80850"/>
                    </a:lnTo>
                    <a:close/>
                    <a:moveTo>
                      <a:pt x="122500" y="82500"/>
                    </a:moveTo>
                    <a:lnTo>
                      <a:pt x="123200" y="82500"/>
                    </a:lnTo>
                    <a:lnTo>
                      <a:pt x="123200" y="83200"/>
                    </a:lnTo>
                    <a:lnTo>
                      <a:pt x="122500" y="83200"/>
                    </a:lnTo>
                    <a:close/>
                    <a:moveTo>
                      <a:pt x="125000" y="80000"/>
                    </a:moveTo>
                    <a:lnTo>
                      <a:pt x="125850" y="80000"/>
                    </a:lnTo>
                    <a:lnTo>
                      <a:pt x="125850" y="80850"/>
                    </a:lnTo>
                    <a:lnTo>
                      <a:pt x="125000" y="80850"/>
                    </a:lnTo>
                    <a:close/>
                    <a:moveTo>
                      <a:pt x="127500" y="82500"/>
                    </a:moveTo>
                    <a:lnTo>
                      <a:pt x="128200" y="82500"/>
                    </a:lnTo>
                    <a:lnTo>
                      <a:pt x="128200" y="83200"/>
                    </a:lnTo>
                    <a:lnTo>
                      <a:pt x="127500" y="83200"/>
                    </a:lnTo>
                    <a:close/>
                    <a:moveTo>
                      <a:pt x="130000" y="80000"/>
                    </a:moveTo>
                    <a:lnTo>
                      <a:pt x="130850" y="80000"/>
                    </a:lnTo>
                    <a:lnTo>
                      <a:pt x="130850" y="80850"/>
                    </a:lnTo>
                    <a:lnTo>
                      <a:pt x="130000" y="80850"/>
                    </a:lnTo>
                    <a:close/>
                    <a:moveTo>
                      <a:pt x="132500" y="82500"/>
                    </a:moveTo>
                    <a:lnTo>
                      <a:pt x="133200" y="82500"/>
                    </a:lnTo>
                    <a:lnTo>
                      <a:pt x="133200" y="83200"/>
                    </a:lnTo>
                    <a:lnTo>
                      <a:pt x="132500" y="83200"/>
                    </a:lnTo>
                    <a:close/>
                    <a:moveTo>
                      <a:pt x="135000" y="80000"/>
                    </a:moveTo>
                    <a:lnTo>
                      <a:pt x="135850" y="80000"/>
                    </a:lnTo>
                    <a:lnTo>
                      <a:pt x="135850" y="80850"/>
                    </a:lnTo>
                    <a:lnTo>
                      <a:pt x="135000" y="80850"/>
                    </a:lnTo>
                    <a:close/>
                    <a:moveTo>
                      <a:pt x="137500" y="82500"/>
                    </a:moveTo>
                    <a:lnTo>
                      <a:pt x="138200" y="82500"/>
                    </a:lnTo>
                    <a:lnTo>
                      <a:pt x="138200" y="83200"/>
                    </a:lnTo>
                    <a:lnTo>
                      <a:pt x="137500" y="83200"/>
                    </a:lnTo>
                    <a:close/>
                    <a:moveTo>
                      <a:pt x="140000" y="80000"/>
                    </a:moveTo>
                    <a:lnTo>
                      <a:pt x="140850" y="80000"/>
                    </a:lnTo>
                    <a:lnTo>
                      <a:pt x="140850" y="80850"/>
                    </a:lnTo>
                    <a:lnTo>
                      <a:pt x="140000" y="80850"/>
                    </a:lnTo>
                    <a:close/>
                    <a:moveTo>
                      <a:pt x="142500" y="82500"/>
                    </a:moveTo>
                    <a:lnTo>
                      <a:pt x="143200" y="82500"/>
                    </a:lnTo>
                    <a:lnTo>
                      <a:pt x="143200" y="83200"/>
                    </a:lnTo>
                    <a:lnTo>
                      <a:pt x="142500" y="83200"/>
                    </a:lnTo>
                    <a:close/>
                    <a:moveTo>
                      <a:pt x="145000" y="80000"/>
                    </a:moveTo>
                    <a:lnTo>
                      <a:pt x="145850" y="80000"/>
                    </a:lnTo>
                    <a:lnTo>
                      <a:pt x="145850" y="80850"/>
                    </a:lnTo>
                    <a:lnTo>
                      <a:pt x="145000" y="80850"/>
                    </a:lnTo>
                    <a:close/>
                    <a:moveTo>
                      <a:pt x="147500" y="82500"/>
                    </a:moveTo>
                    <a:lnTo>
                      <a:pt x="148200" y="82500"/>
                    </a:lnTo>
                    <a:lnTo>
                      <a:pt x="148200" y="83200"/>
                    </a:lnTo>
                    <a:lnTo>
                      <a:pt x="147500" y="83200"/>
                    </a:lnTo>
                    <a:close/>
                    <a:moveTo>
                      <a:pt x="150000" y="80000"/>
                    </a:moveTo>
                    <a:lnTo>
                      <a:pt x="150850" y="80000"/>
                    </a:lnTo>
                    <a:lnTo>
                      <a:pt x="150850" y="80850"/>
                    </a:lnTo>
                    <a:lnTo>
                      <a:pt x="150000" y="80850"/>
                    </a:lnTo>
                    <a:close/>
                    <a:moveTo>
                      <a:pt x="152500" y="82500"/>
                    </a:moveTo>
                    <a:lnTo>
                      <a:pt x="153200" y="82500"/>
                    </a:lnTo>
                    <a:lnTo>
                      <a:pt x="153200" y="83200"/>
                    </a:lnTo>
                    <a:lnTo>
                      <a:pt x="152500" y="83200"/>
                    </a:lnTo>
                    <a:close/>
                    <a:moveTo>
                      <a:pt x="155000" y="80000"/>
                    </a:moveTo>
                    <a:lnTo>
                      <a:pt x="155850" y="80000"/>
                    </a:lnTo>
                    <a:lnTo>
                      <a:pt x="155850" y="80850"/>
                    </a:lnTo>
                    <a:lnTo>
                      <a:pt x="155000" y="80850"/>
                    </a:lnTo>
                    <a:close/>
                    <a:moveTo>
                      <a:pt x="157500" y="82500"/>
                    </a:moveTo>
                    <a:lnTo>
                      <a:pt x="158200" y="82500"/>
                    </a:lnTo>
                    <a:lnTo>
                      <a:pt x="158200" y="83200"/>
                    </a:lnTo>
                    <a:lnTo>
                      <a:pt x="157500" y="83200"/>
                    </a:lnTo>
                    <a:close/>
                    <a:moveTo>
                      <a:pt x="160000" y="80000"/>
                    </a:moveTo>
                    <a:lnTo>
                      <a:pt x="160850" y="80000"/>
                    </a:lnTo>
                    <a:lnTo>
                      <a:pt x="160850" y="80850"/>
                    </a:lnTo>
                    <a:lnTo>
                      <a:pt x="160000" y="80850"/>
                    </a:lnTo>
                    <a:close/>
                    <a:moveTo>
                      <a:pt x="162500" y="82500"/>
                    </a:moveTo>
                    <a:lnTo>
                      <a:pt x="163200" y="82500"/>
                    </a:lnTo>
                    <a:lnTo>
                      <a:pt x="163200" y="83200"/>
                    </a:lnTo>
                    <a:lnTo>
                      <a:pt x="162500" y="83200"/>
                    </a:lnTo>
                    <a:close/>
                    <a:moveTo>
                      <a:pt x="165000" y="80000"/>
                    </a:moveTo>
                    <a:lnTo>
                      <a:pt x="165850" y="80000"/>
                    </a:lnTo>
                    <a:lnTo>
                      <a:pt x="165850" y="80850"/>
                    </a:lnTo>
                    <a:lnTo>
                      <a:pt x="165000" y="80850"/>
                    </a:lnTo>
                    <a:close/>
                    <a:moveTo>
                      <a:pt x="167500" y="82500"/>
                    </a:moveTo>
                    <a:lnTo>
                      <a:pt x="168200" y="82500"/>
                    </a:lnTo>
                    <a:lnTo>
                      <a:pt x="168200" y="83200"/>
                    </a:lnTo>
                    <a:lnTo>
                      <a:pt x="167500" y="83200"/>
                    </a:lnTo>
                    <a:close/>
                    <a:moveTo>
                      <a:pt x="170000" y="80000"/>
                    </a:moveTo>
                    <a:lnTo>
                      <a:pt x="170850" y="80000"/>
                    </a:lnTo>
                    <a:lnTo>
                      <a:pt x="170850" y="80850"/>
                    </a:lnTo>
                    <a:lnTo>
                      <a:pt x="170000" y="80850"/>
                    </a:lnTo>
                    <a:close/>
                    <a:moveTo>
                      <a:pt x="172500" y="82500"/>
                    </a:moveTo>
                    <a:lnTo>
                      <a:pt x="173200" y="82500"/>
                    </a:lnTo>
                    <a:lnTo>
                      <a:pt x="173200" y="83200"/>
                    </a:lnTo>
                    <a:lnTo>
                      <a:pt x="172500" y="83200"/>
                    </a:lnTo>
                    <a:close/>
                    <a:moveTo>
                      <a:pt x="175000" y="80000"/>
                    </a:moveTo>
                    <a:lnTo>
                      <a:pt x="175850" y="80000"/>
                    </a:lnTo>
                    <a:lnTo>
                      <a:pt x="175850" y="80850"/>
                    </a:lnTo>
                    <a:lnTo>
                      <a:pt x="175000" y="80850"/>
                    </a:lnTo>
                    <a:close/>
                    <a:moveTo>
                      <a:pt x="177500" y="82500"/>
                    </a:moveTo>
                    <a:lnTo>
                      <a:pt x="178200" y="82500"/>
                    </a:lnTo>
                    <a:lnTo>
                      <a:pt x="178200" y="83200"/>
                    </a:lnTo>
                    <a:lnTo>
                      <a:pt x="177500" y="83200"/>
                    </a:lnTo>
                    <a:close/>
                    <a:moveTo>
                      <a:pt x="180000" y="80000"/>
                    </a:moveTo>
                    <a:lnTo>
                      <a:pt x="180850" y="80000"/>
                    </a:lnTo>
                    <a:lnTo>
                      <a:pt x="180850" y="80850"/>
                    </a:lnTo>
                    <a:lnTo>
                      <a:pt x="180000" y="80850"/>
                    </a:lnTo>
                    <a:close/>
                    <a:moveTo>
                      <a:pt x="182500" y="82500"/>
                    </a:moveTo>
                    <a:lnTo>
                      <a:pt x="183200" y="82500"/>
                    </a:lnTo>
                    <a:lnTo>
                      <a:pt x="183200" y="83200"/>
                    </a:lnTo>
                    <a:lnTo>
                      <a:pt x="182500" y="83200"/>
                    </a:lnTo>
                    <a:close/>
                    <a:moveTo>
                      <a:pt x="185000" y="80000"/>
                    </a:moveTo>
                    <a:lnTo>
                      <a:pt x="185850" y="80000"/>
                    </a:lnTo>
                    <a:lnTo>
                      <a:pt x="185850" y="80850"/>
                    </a:lnTo>
                    <a:lnTo>
                      <a:pt x="185000" y="80850"/>
                    </a:lnTo>
                    <a:close/>
                    <a:moveTo>
                      <a:pt x="187500" y="82500"/>
                    </a:moveTo>
                    <a:lnTo>
                      <a:pt x="188200" y="82500"/>
                    </a:lnTo>
                    <a:lnTo>
                      <a:pt x="188200" y="83200"/>
                    </a:lnTo>
                    <a:lnTo>
                      <a:pt x="187500" y="83200"/>
                    </a:lnTo>
                    <a:close/>
                    <a:moveTo>
                      <a:pt x="190000" y="80000"/>
                    </a:moveTo>
                    <a:lnTo>
                      <a:pt x="190850" y="80000"/>
                    </a:lnTo>
                    <a:lnTo>
                      <a:pt x="190850" y="80850"/>
                    </a:lnTo>
                    <a:lnTo>
                      <a:pt x="190000" y="80850"/>
                    </a:lnTo>
                    <a:close/>
                    <a:moveTo>
                      <a:pt x="192500" y="82500"/>
                    </a:moveTo>
                    <a:lnTo>
                      <a:pt x="193200" y="82500"/>
                    </a:lnTo>
                    <a:lnTo>
                      <a:pt x="193200" y="83200"/>
                    </a:lnTo>
                    <a:lnTo>
                      <a:pt x="192500" y="83200"/>
                    </a:lnTo>
                    <a:close/>
                    <a:moveTo>
                      <a:pt x="195000" y="80000"/>
                    </a:moveTo>
                    <a:lnTo>
                      <a:pt x="195850" y="80000"/>
                    </a:lnTo>
                    <a:lnTo>
                      <a:pt x="195850" y="80850"/>
                    </a:lnTo>
                    <a:lnTo>
                      <a:pt x="195000" y="80850"/>
                    </a:lnTo>
                    <a:close/>
                    <a:moveTo>
                      <a:pt x="197500" y="82500"/>
                    </a:moveTo>
                    <a:lnTo>
                      <a:pt x="198200" y="82500"/>
                    </a:lnTo>
                    <a:lnTo>
                      <a:pt x="198200" y="83200"/>
                    </a:lnTo>
                    <a:lnTo>
                      <a:pt x="197500" y="83200"/>
                    </a:lnTo>
                    <a:close/>
                    <a:moveTo>
                      <a:pt x="200000" y="80000"/>
                    </a:moveTo>
                    <a:lnTo>
                      <a:pt x="200850" y="80000"/>
                    </a:lnTo>
                    <a:lnTo>
                      <a:pt x="200850" y="80850"/>
                    </a:lnTo>
                    <a:lnTo>
                      <a:pt x="200000" y="80850"/>
                    </a:lnTo>
                    <a:close/>
                    <a:moveTo>
                      <a:pt x="202500" y="82500"/>
                    </a:moveTo>
                    <a:lnTo>
                      <a:pt x="203200" y="82500"/>
                    </a:lnTo>
                    <a:lnTo>
                      <a:pt x="203200" y="83200"/>
                    </a:lnTo>
                    <a:lnTo>
                      <a:pt x="202500" y="83200"/>
                    </a:lnTo>
                    <a:close/>
                    <a:moveTo>
                      <a:pt x="205000" y="80000"/>
                    </a:moveTo>
                    <a:lnTo>
                      <a:pt x="205850" y="80000"/>
                    </a:lnTo>
                    <a:lnTo>
                      <a:pt x="205850" y="80850"/>
                    </a:lnTo>
                    <a:lnTo>
                      <a:pt x="205000" y="80850"/>
                    </a:lnTo>
                    <a:close/>
                    <a:moveTo>
                      <a:pt x="207500" y="82500"/>
                    </a:moveTo>
                    <a:lnTo>
                      <a:pt x="208200" y="82500"/>
                    </a:lnTo>
                    <a:lnTo>
                      <a:pt x="208200" y="83200"/>
                    </a:lnTo>
                    <a:lnTo>
                      <a:pt x="207500" y="83200"/>
                    </a:lnTo>
                    <a:close/>
                    <a:moveTo>
                      <a:pt x="210000" y="80000"/>
                    </a:moveTo>
                    <a:lnTo>
                      <a:pt x="210850" y="80000"/>
                    </a:lnTo>
                    <a:lnTo>
                      <a:pt x="210850" y="80850"/>
                    </a:lnTo>
                    <a:lnTo>
                      <a:pt x="210000" y="80850"/>
                    </a:lnTo>
                    <a:close/>
                    <a:moveTo>
                      <a:pt x="212500" y="82500"/>
                    </a:moveTo>
                    <a:lnTo>
                      <a:pt x="213200" y="82500"/>
                    </a:lnTo>
                    <a:lnTo>
                      <a:pt x="213200" y="83200"/>
                    </a:lnTo>
                    <a:lnTo>
                      <a:pt x="212500" y="83200"/>
                    </a:lnTo>
                    <a:close/>
                    <a:moveTo>
                      <a:pt x="215000" y="80000"/>
                    </a:moveTo>
                    <a:lnTo>
                      <a:pt x="215850" y="80000"/>
                    </a:lnTo>
                    <a:lnTo>
                      <a:pt x="215850" y="80850"/>
                    </a:lnTo>
                    <a:lnTo>
                      <a:pt x="215000" y="80850"/>
                    </a:lnTo>
                    <a:close/>
                    <a:moveTo>
                      <a:pt x="217500" y="82500"/>
                    </a:moveTo>
                    <a:lnTo>
                      <a:pt x="218200" y="82500"/>
                    </a:lnTo>
                    <a:lnTo>
                      <a:pt x="218200" y="83200"/>
                    </a:lnTo>
                    <a:lnTo>
                      <a:pt x="217500" y="83200"/>
                    </a:lnTo>
                    <a:close/>
                    <a:moveTo>
                      <a:pt x="220000" y="80000"/>
                    </a:moveTo>
                    <a:lnTo>
                      <a:pt x="220850" y="80000"/>
                    </a:lnTo>
                    <a:lnTo>
                      <a:pt x="220850" y="80850"/>
                    </a:lnTo>
                    <a:lnTo>
                      <a:pt x="220000" y="80850"/>
                    </a:lnTo>
                    <a:close/>
                    <a:moveTo>
                      <a:pt x="222500" y="82500"/>
                    </a:moveTo>
                    <a:lnTo>
                      <a:pt x="223200" y="82500"/>
                    </a:lnTo>
                    <a:lnTo>
                      <a:pt x="223200" y="83200"/>
                    </a:lnTo>
                    <a:lnTo>
                      <a:pt x="222500" y="83200"/>
                    </a:lnTo>
                    <a:close/>
                    <a:moveTo>
                      <a:pt x="225000" y="80000"/>
                    </a:moveTo>
                    <a:lnTo>
                      <a:pt x="225850" y="80000"/>
                    </a:lnTo>
                    <a:lnTo>
                      <a:pt x="225850" y="80850"/>
                    </a:lnTo>
                    <a:lnTo>
                      <a:pt x="225000" y="80850"/>
                    </a:lnTo>
                    <a:close/>
                    <a:moveTo>
                      <a:pt x="227500" y="82500"/>
                    </a:moveTo>
                    <a:lnTo>
                      <a:pt x="228200" y="82500"/>
                    </a:lnTo>
                    <a:lnTo>
                      <a:pt x="228200" y="83200"/>
                    </a:lnTo>
                    <a:lnTo>
                      <a:pt x="227500" y="83200"/>
                    </a:lnTo>
                    <a:close/>
                    <a:moveTo>
                      <a:pt x="230000" y="80000"/>
                    </a:moveTo>
                    <a:lnTo>
                      <a:pt x="230850" y="80000"/>
                    </a:lnTo>
                    <a:lnTo>
                      <a:pt x="230850" y="80850"/>
                    </a:lnTo>
                    <a:lnTo>
                      <a:pt x="230000" y="80850"/>
                    </a:lnTo>
                    <a:close/>
                    <a:moveTo>
                      <a:pt x="232500" y="82500"/>
                    </a:moveTo>
                    <a:lnTo>
                      <a:pt x="233200" y="82500"/>
                    </a:lnTo>
                    <a:lnTo>
                      <a:pt x="233200" y="83200"/>
                    </a:lnTo>
                    <a:lnTo>
                      <a:pt x="232500" y="83200"/>
                    </a:lnTo>
                    <a:close/>
                    <a:moveTo>
                      <a:pt x="235000" y="80000"/>
                    </a:moveTo>
                    <a:lnTo>
                      <a:pt x="235850" y="80000"/>
                    </a:lnTo>
                    <a:lnTo>
                      <a:pt x="235850" y="80850"/>
                    </a:lnTo>
                    <a:lnTo>
                      <a:pt x="235000" y="80850"/>
                    </a:lnTo>
                    <a:close/>
                    <a:moveTo>
                      <a:pt x="237500" y="82500"/>
                    </a:moveTo>
                    <a:lnTo>
                      <a:pt x="238200" y="82500"/>
                    </a:lnTo>
                    <a:lnTo>
                      <a:pt x="238200" y="83200"/>
                    </a:lnTo>
                    <a:lnTo>
                      <a:pt x="237500" y="83200"/>
                    </a:lnTo>
                    <a:close/>
                    <a:moveTo>
                      <a:pt x="240000" y="80000"/>
                    </a:moveTo>
                    <a:lnTo>
                      <a:pt x="240850" y="80000"/>
                    </a:lnTo>
                    <a:lnTo>
                      <a:pt x="240850" y="80850"/>
                    </a:lnTo>
                    <a:lnTo>
                      <a:pt x="240000" y="80850"/>
                    </a:lnTo>
                    <a:close/>
                    <a:moveTo>
                      <a:pt x="242500" y="82500"/>
                    </a:moveTo>
                    <a:lnTo>
                      <a:pt x="243200" y="82500"/>
                    </a:lnTo>
                    <a:lnTo>
                      <a:pt x="243200" y="83200"/>
                    </a:lnTo>
                    <a:lnTo>
                      <a:pt x="242500" y="83200"/>
                    </a:lnTo>
                    <a:close/>
                    <a:moveTo>
                      <a:pt x="245000" y="80000"/>
                    </a:moveTo>
                    <a:lnTo>
                      <a:pt x="245850" y="80000"/>
                    </a:lnTo>
                    <a:lnTo>
                      <a:pt x="245850" y="80850"/>
                    </a:lnTo>
                    <a:lnTo>
                      <a:pt x="245000" y="80850"/>
                    </a:lnTo>
                    <a:close/>
                    <a:moveTo>
                      <a:pt x="247500" y="82500"/>
                    </a:moveTo>
                    <a:lnTo>
                      <a:pt x="248200" y="82500"/>
                    </a:lnTo>
                    <a:lnTo>
                      <a:pt x="248200" y="83200"/>
                    </a:lnTo>
                    <a:lnTo>
                      <a:pt x="247500" y="83200"/>
                    </a:lnTo>
                    <a:close/>
                    <a:moveTo>
                      <a:pt x="250000" y="80000"/>
                    </a:moveTo>
                    <a:lnTo>
                      <a:pt x="250850" y="80000"/>
                    </a:lnTo>
                    <a:lnTo>
                      <a:pt x="250850" y="80850"/>
                    </a:lnTo>
                    <a:lnTo>
                      <a:pt x="250000" y="80850"/>
                    </a:lnTo>
                    <a:close/>
                    <a:moveTo>
                      <a:pt x="252500" y="82500"/>
                    </a:moveTo>
                    <a:lnTo>
                      <a:pt x="253200" y="82500"/>
                    </a:lnTo>
                    <a:lnTo>
                      <a:pt x="253200" y="83200"/>
                    </a:lnTo>
                    <a:lnTo>
                      <a:pt x="252500" y="83200"/>
                    </a:lnTo>
                    <a:close/>
                    <a:moveTo>
                      <a:pt x="255000" y="80000"/>
                    </a:moveTo>
                    <a:lnTo>
                      <a:pt x="255850" y="80000"/>
                    </a:lnTo>
                    <a:lnTo>
                      <a:pt x="255850" y="80850"/>
                    </a:lnTo>
                    <a:lnTo>
                      <a:pt x="255000" y="80850"/>
                    </a:lnTo>
                    <a:close/>
                    <a:moveTo>
                      <a:pt x="257500" y="82500"/>
                    </a:moveTo>
                    <a:lnTo>
                      <a:pt x="258200" y="82500"/>
                    </a:lnTo>
                    <a:lnTo>
                      <a:pt x="258200" y="83200"/>
                    </a:lnTo>
                    <a:lnTo>
                      <a:pt x="257500" y="83200"/>
                    </a:lnTo>
                    <a:close/>
                    <a:moveTo>
                      <a:pt x="260000" y="80000"/>
                    </a:moveTo>
                    <a:lnTo>
                      <a:pt x="260850" y="80000"/>
                    </a:lnTo>
                    <a:lnTo>
                      <a:pt x="260850" y="80850"/>
                    </a:lnTo>
                    <a:lnTo>
                      <a:pt x="260000" y="80850"/>
                    </a:lnTo>
                    <a:close/>
                    <a:moveTo>
                      <a:pt x="262500" y="82500"/>
                    </a:moveTo>
                    <a:lnTo>
                      <a:pt x="263200" y="82500"/>
                    </a:lnTo>
                    <a:lnTo>
                      <a:pt x="263200" y="83200"/>
                    </a:lnTo>
                    <a:lnTo>
                      <a:pt x="262500" y="83200"/>
                    </a:lnTo>
                    <a:close/>
                    <a:moveTo>
                      <a:pt x="265000" y="80000"/>
                    </a:moveTo>
                    <a:lnTo>
                      <a:pt x="265850" y="80000"/>
                    </a:lnTo>
                    <a:lnTo>
                      <a:pt x="265850" y="80850"/>
                    </a:lnTo>
                    <a:lnTo>
                      <a:pt x="265000" y="80850"/>
                    </a:lnTo>
                    <a:close/>
                    <a:moveTo>
                      <a:pt x="267500" y="82500"/>
                    </a:moveTo>
                    <a:lnTo>
                      <a:pt x="268200" y="82500"/>
                    </a:lnTo>
                    <a:lnTo>
                      <a:pt x="268200" y="83200"/>
                    </a:lnTo>
                    <a:lnTo>
                      <a:pt x="267500" y="83200"/>
                    </a:lnTo>
                    <a:close/>
                    <a:moveTo>
                      <a:pt x="270000" y="80000"/>
                    </a:moveTo>
                    <a:lnTo>
                      <a:pt x="270850" y="80000"/>
                    </a:lnTo>
                    <a:lnTo>
                      <a:pt x="270850" y="80850"/>
                    </a:lnTo>
                    <a:lnTo>
                      <a:pt x="270000" y="80850"/>
                    </a:lnTo>
                    <a:close/>
                    <a:moveTo>
                      <a:pt x="272500" y="82500"/>
                    </a:moveTo>
                    <a:lnTo>
                      <a:pt x="273200" y="82500"/>
                    </a:lnTo>
                    <a:lnTo>
                      <a:pt x="273200" y="83200"/>
                    </a:lnTo>
                    <a:lnTo>
                      <a:pt x="272500" y="83200"/>
                    </a:lnTo>
                    <a:close/>
                    <a:moveTo>
                      <a:pt x="275000" y="80000"/>
                    </a:moveTo>
                    <a:lnTo>
                      <a:pt x="275850" y="80000"/>
                    </a:lnTo>
                    <a:lnTo>
                      <a:pt x="275850" y="80850"/>
                    </a:lnTo>
                    <a:lnTo>
                      <a:pt x="275000" y="80850"/>
                    </a:lnTo>
                    <a:close/>
                    <a:moveTo>
                      <a:pt x="277500" y="82500"/>
                    </a:moveTo>
                    <a:lnTo>
                      <a:pt x="278200" y="82500"/>
                    </a:lnTo>
                    <a:lnTo>
                      <a:pt x="278200" y="83200"/>
                    </a:lnTo>
                    <a:lnTo>
                      <a:pt x="277500" y="83200"/>
                    </a:lnTo>
                    <a:close/>
                    <a:moveTo>
                      <a:pt x="280000" y="80000"/>
                    </a:moveTo>
                    <a:lnTo>
                      <a:pt x="280850" y="80000"/>
                    </a:lnTo>
                    <a:lnTo>
                      <a:pt x="280850" y="80850"/>
                    </a:lnTo>
                    <a:lnTo>
                      <a:pt x="280000" y="80850"/>
                    </a:lnTo>
                    <a:close/>
                    <a:moveTo>
                      <a:pt x="282500" y="82500"/>
                    </a:moveTo>
                    <a:lnTo>
                      <a:pt x="283200" y="82500"/>
                    </a:lnTo>
                    <a:lnTo>
                      <a:pt x="283200" y="83200"/>
                    </a:lnTo>
                    <a:lnTo>
                      <a:pt x="282500" y="83200"/>
                    </a:lnTo>
                    <a:close/>
                    <a:moveTo>
                      <a:pt x="285000" y="80000"/>
                    </a:moveTo>
                    <a:lnTo>
                      <a:pt x="285850" y="80000"/>
                    </a:lnTo>
                    <a:lnTo>
                      <a:pt x="285850" y="80850"/>
                    </a:lnTo>
                    <a:lnTo>
                      <a:pt x="285000" y="80850"/>
                    </a:lnTo>
                    <a:close/>
                    <a:moveTo>
                      <a:pt x="287500" y="82500"/>
                    </a:moveTo>
                    <a:lnTo>
                      <a:pt x="288200" y="82500"/>
                    </a:lnTo>
                    <a:lnTo>
                      <a:pt x="288200" y="83200"/>
                    </a:lnTo>
                    <a:lnTo>
                      <a:pt x="287500" y="83200"/>
                    </a:lnTo>
                    <a:close/>
                    <a:moveTo>
                      <a:pt x="0" y="85000"/>
                    </a:moveTo>
                    <a:lnTo>
                      <a:pt x="850" y="85000"/>
                    </a:lnTo>
                    <a:lnTo>
                      <a:pt x="850" y="85850"/>
                    </a:lnTo>
                    <a:lnTo>
                      <a:pt x="0" y="85850"/>
                    </a:lnTo>
                    <a:close/>
                    <a:moveTo>
                      <a:pt x="2500" y="87500"/>
                    </a:moveTo>
                    <a:lnTo>
                      <a:pt x="3200" y="87500"/>
                    </a:lnTo>
                    <a:lnTo>
                      <a:pt x="3200" y="88200"/>
                    </a:lnTo>
                    <a:lnTo>
                      <a:pt x="2500" y="88200"/>
                    </a:lnTo>
                    <a:close/>
                    <a:moveTo>
                      <a:pt x="5000" y="85000"/>
                    </a:moveTo>
                    <a:lnTo>
                      <a:pt x="5850" y="85000"/>
                    </a:lnTo>
                    <a:lnTo>
                      <a:pt x="5850" y="85850"/>
                    </a:lnTo>
                    <a:lnTo>
                      <a:pt x="5000" y="85850"/>
                    </a:lnTo>
                    <a:close/>
                    <a:moveTo>
                      <a:pt x="7500" y="87500"/>
                    </a:moveTo>
                    <a:lnTo>
                      <a:pt x="8200" y="87500"/>
                    </a:lnTo>
                    <a:lnTo>
                      <a:pt x="8200" y="88200"/>
                    </a:lnTo>
                    <a:lnTo>
                      <a:pt x="7500" y="88200"/>
                    </a:lnTo>
                    <a:close/>
                    <a:moveTo>
                      <a:pt x="10000" y="85000"/>
                    </a:moveTo>
                    <a:lnTo>
                      <a:pt x="10850" y="85000"/>
                    </a:lnTo>
                    <a:lnTo>
                      <a:pt x="10850" y="85850"/>
                    </a:lnTo>
                    <a:lnTo>
                      <a:pt x="10000" y="85850"/>
                    </a:lnTo>
                    <a:close/>
                    <a:moveTo>
                      <a:pt x="12500" y="87500"/>
                    </a:moveTo>
                    <a:lnTo>
                      <a:pt x="13200" y="87500"/>
                    </a:lnTo>
                    <a:lnTo>
                      <a:pt x="13200" y="88200"/>
                    </a:lnTo>
                    <a:lnTo>
                      <a:pt x="12500" y="88200"/>
                    </a:lnTo>
                    <a:close/>
                    <a:moveTo>
                      <a:pt x="15000" y="85000"/>
                    </a:moveTo>
                    <a:lnTo>
                      <a:pt x="15850" y="85000"/>
                    </a:lnTo>
                    <a:lnTo>
                      <a:pt x="15850" y="85850"/>
                    </a:lnTo>
                    <a:lnTo>
                      <a:pt x="15000" y="85850"/>
                    </a:lnTo>
                    <a:close/>
                    <a:moveTo>
                      <a:pt x="17500" y="87500"/>
                    </a:moveTo>
                    <a:lnTo>
                      <a:pt x="18200" y="87500"/>
                    </a:lnTo>
                    <a:lnTo>
                      <a:pt x="18200" y="88200"/>
                    </a:lnTo>
                    <a:lnTo>
                      <a:pt x="17500" y="88200"/>
                    </a:lnTo>
                    <a:close/>
                    <a:moveTo>
                      <a:pt x="20000" y="85000"/>
                    </a:moveTo>
                    <a:lnTo>
                      <a:pt x="20850" y="85000"/>
                    </a:lnTo>
                    <a:lnTo>
                      <a:pt x="20850" y="85850"/>
                    </a:lnTo>
                    <a:lnTo>
                      <a:pt x="20000" y="85850"/>
                    </a:lnTo>
                    <a:close/>
                    <a:moveTo>
                      <a:pt x="22500" y="87500"/>
                    </a:moveTo>
                    <a:lnTo>
                      <a:pt x="23200" y="87500"/>
                    </a:lnTo>
                    <a:lnTo>
                      <a:pt x="23200" y="88200"/>
                    </a:lnTo>
                    <a:lnTo>
                      <a:pt x="22500" y="88200"/>
                    </a:lnTo>
                    <a:close/>
                    <a:moveTo>
                      <a:pt x="25000" y="85000"/>
                    </a:moveTo>
                    <a:lnTo>
                      <a:pt x="25850" y="85000"/>
                    </a:lnTo>
                    <a:lnTo>
                      <a:pt x="25850" y="85850"/>
                    </a:lnTo>
                    <a:lnTo>
                      <a:pt x="25000" y="85850"/>
                    </a:lnTo>
                    <a:close/>
                    <a:moveTo>
                      <a:pt x="27500" y="87500"/>
                    </a:moveTo>
                    <a:lnTo>
                      <a:pt x="28200" y="87500"/>
                    </a:lnTo>
                    <a:lnTo>
                      <a:pt x="28200" y="88200"/>
                    </a:lnTo>
                    <a:lnTo>
                      <a:pt x="27500" y="88200"/>
                    </a:lnTo>
                    <a:close/>
                    <a:moveTo>
                      <a:pt x="30000" y="85000"/>
                    </a:moveTo>
                    <a:lnTo>
                      <a:pt x="30850" y="85000"/>
                    </a:lnTo>
                    <a:lnTo>
                      <a:pt x="30850" y="85850"/>
                    </a:lnTo>
                    <a:lnTo>
                      <a:pt x="30000" y="85850"/>
                    </a:lnTo>
                    <a:close/>
                    <a:moveTo>
                      <a:pt x="32500" y="87500"/>
                    </a:moveTo>
                    <a:lnTo>
                      <a:pt x="33200" y="87500"/>
                    </a:lnTo>
                    <a:lnTo>
                      <a:pt x="33200" y="88200"/>
                    </a:lnTo>
                    <a:lnTo>
                      <a:pt x="32500" y="88200"/>
                    </a:lnTo>
                    <a:close/>
                    <a:moveTo>
                      <a:pt x="35000" y="85000"/>
                    </a:moveTo>
                    <a:lnTo>
                      <a:pt x="35850" y="85000"/>
                    </a:lnTo>
                    <a:lnTo>
                      <a:pt x="35850" y="85850"/>
                    </a:lnTo>
                    <a:lnTo>
                      <a:pt x="35000" y="85850"/>
                    </a:lnTo>
                    <a:close/>
                    <a:moveTo>
                      <a:pt x="37500" y="87500"/>
                    </a:moveTo>
                    <a:lnTo>
                      <a:pt x="38200" y="87500"/>
                    </a:lnTo>
                    <a:lnTo>
                      <a:pt x="38200" y="88200"/>
                    </a:lnTo>
                    <a:lnTo>
                      <a:pt x="37500" y="88200"/>
                    </a:lnTo>
                    <a:close/>
                    <a:moveTo>
                      <a:pt x="40000" y="85000"/>
                    </a:moveTo>
                    <a:lnTo>
                      <a:pt x="40850" y="85000"/>
                    </a:lnTo>
                    <a:lnTo>
                      <a:pt x="40850" y="85850"/>
                    </a:lnTo>
                    <a:lnTo>
                      <a:pt x="40000" y="85850"/>
                    </a:lnTo>
                    <a:close/>
                    <a:moveTo>
                      <a:pt x="42500" y="87500"/>
                    </a:moveTo>
                    <a:lnTo>
                      <a:pt x="43200" y="87500"/>
                    </a:lnTo>
                    <a:lnTo>
                      <a:pt x="43200" y="88200"/>
                    </a:lnTo>
                    <a:lnTo>
                      <a:pt x="42500" y="88200"/>
                    </a:lnTo>
                    <a:close/>
                    <a:moveTo>
                      <a:pt x="45000" y="85000"/>
                    </a:moveTo>
                    <a:lnTo>
                      <a:pt x="45850" y="85000"/>
                    </a:lnTo>
                    <a:lnTo>
                      <a:pt x="45850" y="85850"/>
                    </a:lnTo>
                    <a:lnTo>
                      <a:pt x="45000" y="85850"/>
                    </a:lnTo>
                    <a:close/>
                    <a:moveTo>
                      <a:pt x="47500" y="87500"/>
                    </a:moveTo>
                    <a:lnTo>
                      <a:pt x="48200" y="87500"/>
                    </a:lnTo>
                    <a:lnTo>
                      <a:pt x="48200" y="88200"/>
                    </a:lnTo>
                    <a:lnTo>
                      <a:pt x="47500" y="88200"/>
                    </a:lnTo>
                    <a:close/>
                    <a:moveTo>
                      <a:pt x="50000" y="85000"/>
                    </a:moveTo>
                    <a:lnTo>
                      <a:pt x="50850" y="85000"/>
                    </a:lnTo>
                    <a:lnTo>
                      <a:pt x="50850" y="85850"/>
                    </a:lnTo>
                    <a:lnTo>
                      <a:pt x="50000" y="85850"/>
                    </a:lnTo>
                    <a:close/>
                    <a:moveTo>
                      <a:pt x="52500" y="87500"/>
                    </a:moveTo>
                    <a:lnTo>
                      <a:pt x="53200" y="87500"/>
                    </a:lnTo>
                    <a:lnTo>
                      <a:pt x="53200" y="88200"/>
                    </a:lnTo>
                    <a:lnTo>
                      <a:pt x="52500" y="88200"/>
                    </a:lnTo>
                    <a:close/>
                    <a:moveTo>
                      <a:pt x="55000" y="85000"/>
                    </a:moveTo>
                    <a:lnTo>
                      <a:pt x="55850" y="85000"/>
                    </a:lnTo>
                    <a:lnTo>
                      <a:pt x="55850" y="85850"/>
                    </a:lnTo>
                    <a:lnTo>
                      <a:pt x="55000" y="85850"/>
                    </a:lnTo>
                    <a:close/>
                    <a:moveTo>
                      <a:pt x="57500" y="87500"/>
                    </a:moveTo>
                    <a:lnTo>
                      <a:pt x="58200" y="87500"/>
                    </a:lnTo>
                    <a:lnTo>
                      <a:pt x="58200" y="88200"/>
                    </a:lnTo>
                    <a:lnTo>
                      <a:pt x="57500" y="88200"/>
                    </a:lnTo>
                    <a:close/>
                    <a:moveTo>
                      <a:pt x="60000" y="85000"/>
                    </a:moveTo>
                    <a:lnTo>
                      <a:pt x="60850" y="85000"/>
                    </a:lnTo>
                    <a:lnTo>
                      <a:pt x="60850" y="85850"/>
                    </a:lnTo>
                    <a:lnTo>
                      <a:pt x="60000" y="85850"/>
                    </a:lnTo>
                    <a:close/>
                    <a:moveTo>
                      <a:pt x="62500" y="87500"/>
                    </a:moveTo>
                    <a:lnTo>
                      <a:pt x="63200" y="87500"/>
                    </a:lnTo>
                    <a:lnTo>
                      <a:pt x="63200" y="88200"/>
                    </a:lnTo>
                    <a:lnTo>
                      <a:pt x="62500" y="88200"/>
                    </a:lnTo>
                    <a:close/>
                    <a:moveTo>
                      <a:pt x="65000" y="85000"/>
                    </a:moveTo>
                    <a:lnTo>
                      <a:pt x="65850" y="85000"/>
                    </a:lnTo>
                    <a:lnTo>
                      <a:pt x="65850" y="85850"/>
                    </a:lnTo>
                    <a:lnTo>
                      <a:pt x="65000" y="85850"/>
                    </a:lnTo>
                    <a:close/>
                    <a:moveTo>
                      <a:pt x="67500" y="87500"/>
                    </a:moveTo>
                    <a:lnTo>
                      <a:pt x="68200" y="87500"/>
                    </a:lnTo>
                    <a:lnTo>
                      <a:pt x="68200" y="88200"/>
                    </a:lnTo>
                    <a:lnTo>
                      <a:pt x="67500" y="88200"/>
                    </a:lnTo>
                    <a:close/>
                    <a:moveTo>
                      <a:pt x="70000" y="85000"/>
                    </a:moveTo>
                    <a:lnTo>
                      <a:pt x="70850" y="85000"/>
                    </a:lnTo>
                    <a:lnTo>
                      <a:pt x="70850" y="85850"/>
                    </a:lnTo>
                    <a:lnTo>
                      <a:pt x="70000" y="85850"/>
                    </a:lnTo>
                    <a:close/>
                    <a:moveTo>
                      <a:pt x="72500" y="87500"/>
                    </a:moveTo>
                    <a:lnTo>
                      <a:pt x="73200" y="87500"/>
                    </a:lnTo>
                    <a:lnTo>
                      <a:pt x="73200" y="88200"/>
                    </a:lnTo>
                    <a:lnTo>
                      <a:pt x="72500" y="88200"/>
                    </a:lnTo>
                    <a:close/>
                    <a:moveTo>
                      <a:pt x="75000" y="85000"/>
                    </a:moveTo>
                    <a:lnTo>
                      <a:pt x="75850" y="85000"/>
                    </a:lnTo>
                    <a:lnTo>
                      <a:pt x="75850" y="85850"/>
                    </a:lnTo>
                    <a:lnTo>
                      <a:pt x="75000" y="85850"/>
                    </a:lnTo>
                    <a:close/>
                    <a:moveTo>
                      <a:pt x="77500" y="87500"/>
                    </a:moveTo>
                    <a:lnTo>
                      <a:pt x="78200" y="87500"/>
                    </a:lnTo>
                    <a:lnTo>
                      <a:pt x="78200" y="88200"/>
                    </a:lnTo>
                    <a:lnTo>
                      <a:pt x="77500" y="88200"/>
                    </a:lnTo>
                    <a:close/>
                    <a:moveTo>
                      <a:pt x="80000" y="85000"/>
                    </a:moveTo>
                    <a:lnTo>
                      <a:pt x="80850" y="85000"/>
                    </a:lnTo>
                    <a:lnTo>
                      <a:pt x="80850" y="85850"/>
                    </a:lnTo>
                    <a:lnTo>
                      <a:pt x="80000" y="85850"/>
                    </a:lnTo>
                    <a:close/>
                    <a:moveTo>
                      <a:pt x="82500" y="87500"/>
                    </a:moveTo>
                    <a:lnTo>
                      <a:pt x="83200" y="87500"/>
                    </a:lnTo>
                    <a:lnTo>
                      <a:pt x="83200" y="88200"/>
                    </a:lnTo>
                    <a:lnTo>
                      <a:pt x="82500" y="88200"/>
                    </a:lnTo>
                    <a:close/>
                    <a:moveTo>
                      <a:pt x="85000" y="85000"/>
                    </a:moveTo>
                    <a:lnTo>
                      <a:pt x="85850" y="85000"/>
                    </a:lnTo>
                    <a:lnTo>
                      <a:pt x="85850" y="85850"/>
                    </a:lnTo>
                    <a:lnTo>
                      <a:pt x="85000" y="85850"/>
                    </a:lnTo>
                    <a:close/>
                    <a:moveTo>
                      <a:pt x="87500" y="87500"/>
                    </a:moveTo>
                    <a:lnTo>
                      <a:pt x="88200" y="87500"/>
                    </a:lnTo>
                    <a:lnTo>
                      <a:pt x="88200" y="88200"/>
                    </a:lnTo>
                    <a:lnTo>
                      <a:pt x="87500" y="88200"/>
                    </a:lnTo>
                    <a:close/>
                    <a:moveTo>
                      <a:pt x="90000" y="85000"/>
                    </a:moveTo>
                    <a:lnTo>
                      <a:pt x="90850" y="85000"/>
                    </a:lnTo>
                    <a:lnTo>
                      <a:pt x="90850" y="85850"/>
                    </a:lnTo>
                    <a:lnTo>
                      <a:pt x="90000" y="85850"/>
                    </a:lnTo>
                    <a:close/>
                    <a:moveTo>
                      <a:pt x="92500" y="87500"/>
                    </a:moveTo>
                    <a:lnTo>
                      <a:pt x="93200" y="87500"/>
                    </a:lnTo>
                    <a:lnTo>
                      <a:pt x="93200" y="88200"/>
                    </a:lnTo>
                    <a:lnTo>
                      <a:pt x="92500" y="88200"/>
                    </a:lnTo>
                    <a:close/>
                    <a:moveTo>
                      <a:pt x="95000" y="85000"/>
                    </a:moveTo>
                    <a:lnTo>
                      <a:pt x="95850" y="85000"/>
                    </a:lnTo>
                    <a:lnTo>
                      <a:pt x="95850" y="85850"/>
                    </a:lnTo>
                    <a:lnTo>
                      <a:pt x="95000" y="85850"/>
                    </a:lnTo>
                    <a:close/>
                    <a:moveTo>
                      <a:pt x="97500" y="87500"/>
                    </a:moveTo>
                    <a:lnTo>
                      <a:pt x="98200" y="87500"/>
                    </a:lnTo>
                    <a:lnTo>
                      <a:pt x="98200" y="88200"/>
                    </a:lnTo>
                    <a:lnTo>
                      <a:pt x="97500" y="88200"/>
                    </a:lnTo>
                    <a:close/>
                    <a:moveTo>
                      <a:pt x="100000" y="85000"/>
                    </a:moveTo>
                    <a:lnTo>
                      <a:pt x="100850" y="85000"/>
                    </a:lnTo>
                    <a:lnTo>
                      <a:pt x="100850" y="85850"/>
                    </a:lnTo>
                    <a:lnTo>
                      <a:pt x="100000" y="85850"/>
                    </a:lnTo>
                    <a:close/>
                    <a:moveTo>
                      <a:pt x="102500" y="87500"/>
                    </a:moveTo>
                    <a:lnTo>
                      <a:pt x="103200" y="87500"/>
                    </a:lnTo>
                    <a:lnTo>
                      <a:pt x="103200" y="88200"/>
                    </a:lnTo>
                    <a:lnTo>
                      <a:pt x="102500" y="88200"/>
                    </a:lnTo>
                    <a:close/>
                    <a:moveTo>
                      <a:pt x="105000" y="85000"/>
                    </a:moveTo>
                    <a:lnTo>
                      <a:pt x="105850" y="85000"/>
                    </a:lnTo>
                    <a:lnTo>
                      <a:pt x="105850" y="85850"/>
                    </a:lnTo>
                    <a:lnTo>
                      <a:pt x="105000" y="85850"/>
                    </a:lnTo>
                    <a:close/>
                    <a:moveTo>
                      <a:pt x="107500" y="87500"/>
                    </a:moveTo>
                    <a:lnTo>
                      <a:pt x="108200" y="87500"/>
                    </a:lnTo>
                    <a:lnTo>
                      <a:pt x="108200" y="88200"/>
                    </a:lnTo>
                    <a:lnTo>
                      <a:pt x="107500" y="88200"/>
                    </a:lnTo>
                    <a:close/>
                    <a:moveTo>
                      <a:pt x="110000" y="85000"/>
                    </a:moveTo>
                    <a:lnTo>
                      <a:pt x="110850" y="85000"/>
                    </a:lnTo>
                    <a:lnTo>
                      <a:pt x="110850" y="85850"/>
                    </a:lnTo>
                    <a:lnTo>
                      <a:pt x="110000" y="85850"/>
                    </a:lnTo>
                    <a:close/>
                    <a:moveTo>
                      <a:pt x="112500" y="87500"/>
                    </a:moveTo>
                    <a:lnTo>
                      <a:pt x="113200" y="87500"/>
                    </a:lnTo>
                    <a:lnTo>
                      <a:pt x="113200" y="88200"/>
                    </a:lnTo>
                    <a:lnTo>
                      <a:pt x="112500" y="88200"/>
                    </a:lnTo>
                    <a:close/>
                    <a:moveTo>
                      <a:pt x="115000" y="85000"/>
                    </a:moveTo>
                    <a:lnTo>
                      <a:pt x="115850" y="85000"/>
                    </a:lnTo>
                    <a:lnTo>
                      <a:pt x="115850" y="85850"/>
                    </a:lnTo>
                    <a:lnTo>
                      <a:pt x="115000" y="85850"/>
                    </a:lnTo>
                    <a:close/>
                    <a:moveTo>
                      <a:pt x="117500" y="87500"/>
                    </a:moveTo>
                    <a:lnTo>
                      <a:pt x="118200" y="87500"/>
                    </a:lnTo>
                    <a:lnTo>
                      <a:pt x="118200" y="88200"/>
                    </a:lnTo>
                    <a:lnTo>
                      <a:pt x="117500" y="88200"/>
                    </a:lnTo>
                    <a:close/>
                    <a:moveTo>
                      <a:pt x="120000" y="85000"/>
                    </a:moveTo>
                    <a:lnTo>
                      <a:pt x="120850" y="85000"/>
                    </a:lnTo>
                    <a:lnTo>
                      <a:pt x="120850" y="85850"/>
                    </a:lnTo>
                    <a:lnTo>
                      <a:pt x="120000" y="85850"/>
                    </a:lnTo>
                    <a:close/>
                    <a:moveTo>
                      <a:pt x="122500" y="87500"/>
                    </a:moveTo>
                    <a:lnTo>
                      <a:pt x="123200" y="87500"/>
                    </a:lnTo>
                    <a:lnTo>
                      <a:pt x="123200" y="88200"/>
                    </a:lnTo>
                    <a:lnTo>
                      <a:pt x="122500" y="88200"/>
                    </a:lnTo>
                    <a:close/>
                    <a:moveTo>
                      <a:pt x="125000" y="85000"/>
                    </a:moveTo>
                    <a:lnTo>
                      <a:pt x="125850" y="85000"/>
                    </a:lnTo>
                    <a:lnTo>
                      <a:pt x="125850" y="85850"/>
                    </a:lnTo>
                    <a:lnTo>
                      <a:pt x="125000" y="85850"/>
                    </a:lnTo>
                    <a:close/>
                    <a:moveTo>
                      <a:pt x="127500" y="87500"/>
                    </a:moveTo>
                    <a:lnTo>
                      <a:pt x="128200" y="87500"/>
                    </a:lnTo>
                    <a:lnTo>
                      <a:pt x="128200" y="88200"/>
                    </a:lnTo>
                    <a:lnTo>
                      <a:pt x="127500" y="88200"/>
                    </a:lnTo>
                    <a:close/>
                    <a:moveTo>
                      <a:pt x="130000" y="85000"/>
                    </a:moveTo>
                    <a:lnTo>
                      <a:pt x="130850" y="85000"/>
                    </a:lnTo>
                    <a:lnTo>
                      <a:pt x="130850" y="85850"/>
                    </a:lnTo>
                    <a:lnTo>
                      <a:pt x="130000" y="85850"/>
                    </a:lnTo>
                    <a:close/>
                    <a:moveTo>
                      <a:pt x="132500" y="87500"/>
                    </a:moveTo>
                    <a:lnTo>
                      <a:pt x="133200" y="87500"/>
                    </a:lnTo>
                    <a:lnTo>
                      <a:pt x="133200" y="88200"/>
                    </a:lnTo>
                    <a:lnTo>
                      <a:pt x="132500" y="88200"/>
                    </a:lnTo>
                    <a:close/>
                    <a:moveTo>
                      <a:pt x="135000" y="85000"/>
                    </a:moveTo>
                    <a:lnTo>
                      <a:pt x="135850" y="85000"/>
                    </a:lnTo>
                    <a:lnTo>
                      <a:pt x="135850" y="85850"/>
                    </a:lnTo>
                    <a:lnTo>
                      <a:pt x="135000" y="85850"/>
                    </a:lnTo>
                    <a:close/>
                    <a:moveTo>
                      <a:pt x="137500" y="87500"/>
                    </a:moveTo>
                    <a:lnTo>
                      <a:pt x="138200" y="87500"/>
                    </a:lnTo>
                    <a:lnTo>
                      <a:pt x="138200" y="88200"/>
                    </a:lnTo>
                    <a:lnTo>
                      <a:pt x="137500" y="88200"/>
                    </a:lnTo>
                    <a:close/>
                    <a:moveTo>
                      <a:pt x="140000" y="85000"/>
                    </a:moveTo>
                    <a:lnTo>
                      <a:pt x="140850" y="85000"/>
                    </a:lnTo>
                    <a:lnTo>
                      <a:pt x="140850" y="85850"/>
                    </a:lnTo>
                    <a:lnTo>
                      <a:pt x="140000" y="85850"/>
                    </a:lnTo>
                    <a:close/>
                    <a:moveTo>
                      <a:pt x="142500" y="87500"/>
                    </a:moveTo>
                    <a:lnTo>
                      <a:pt x="143200" y="87500"/>
                    </a:lnTo>
                    <a:lnTo>
                      <a:pt x="143200" y="88200"/>
                    </a:lnTo>
                    <a:lnTo>
                      <a:pt x="142500" y="88200"/>
                    </a:lnTo>
                    <a:close/>
                    <a:moveTo>
                      <a:pt x="145000" y="85000"/>
                    </a:moveTo>
                    <a:lnTo>
                      <a:pt x="145850" y="85000"/>
                    </a:lnTo>
                    <a:lnTo>
                      <a:pt x="145850" y="85850"/>
                    </a:lnTo>
                    <a:lnTo>
                      <a:pt x="145000" y="85850"/>
                    </a:lnTo>
                    <a:close/>
                    <a:moveTo>
                      <a:pt x="147500" y="87500"/>
                    </a:moveTo>
                    <a:lnTo>
                      <a:pt x="148200" y="87500"/>
                    </a:lnTo>
                    <a:lnTo>
                      <a:pt x="148200" y="88200"/>
                    </a:lnTo>
                    <a:lnTo>
                      <a:pt x="147500" y="88200"/>
                    </a:lnTo>
                    <a:close/>
                    <a:moveTo>
                      <a:pt x="150000" y="85000"/>
                    </a:moveTo>
                    <a:lnTo>
                      <a:pt x="150850" y="85000"/>
                    </a:lnTo>
                    <a:lnTo>
                      <a:pt x="150850" y="85850"/>
                    </a:lnTo>
                    <a:lnTo>
                      <a:pt x="150000" y="85850"/>
                    </a:lnTo>
                    <a:close/>
                    <a:moveTo>
                      <a:pt x="152500" y="87500"/>
                    </a:moveTo>
                    <a:lnTo>
                      <a:pt x="153200" y="87500"/>
                    </a:lnTo>
                    <a:lnTo>
                      <a:pt x="153200" y="88200"/>
                    </a:lnTo>
                    <a:lnTo>
                      <a:pt x="152500" y="88200"/>
                    </a:lnTo>
                    <a:close/>
                    <a:moveTo>
                      <a:pt x="155000" y="85000"/>
                    </a:moveTo>
                    <a:lnTo>
                      <a:pt x="155850" y="85000"/>
                    </a:lnTo>
                    <a:lnTo>
                      <a:pt x="155850" y="85850"/>
                    </a:lnTo>
                    <a:lnTo>
                      <a:pt x="155000" y="85850"/>
                    </a:lnTo>
                    <a:close/>
                    <a:moveTo>
                      <a:pt x="157500" y="87500"/>
                    </a:moveTo>
                    <a:lnTo>
                      <a:pt x="158200" y="87500"/>
                    </a:lnTo>
                    <a:lnTo>
                      <a:pt x="158200" y="88200"/>
                    </a:lnTo>
                    <a:lnTo>
                      <a:pt x="157500" y="88200"/>
                    </a:lnTo>
                    <a:close/>
                    <a:moveTo>
                      <a:pt x="160000" y="85000"/>
                    </a:moveTo>
                    <a:lnTo>
                      <a:pt x="160850" y="85000"/>
                    </a:lnTo>
                    <a:lnTo>
                      <a:pt x="160850" y="85850"/>
                    </a:lnTo>
                    <a:lnTo>
                      <a:pt x="160000" y="85850"/>
                    </a:lnTo>
                    <a:close/>
                    <a:moveTo>
                      <a:pt x="162500" y="87500"/>
                    </a:moveTo>
                    <a:lnTo>
                      <a:pt x="163200" y="87500"/>
                    </a:lnTo>
                    <a:lnTo>
                      <a:pt x="163200" y="88200"/>
                    </a:lnTo>
                    <a:lnTo>
                      <a:pt x="162500" y="88200"/>
                    </a:lnTo>
                    <a:close/>
                    <a:moveTo>
                      <a:pt x="165000" y="85000"/>
                    </a:moveTo>
                    <a:lnTo>
                      <a:pt x="165850" y="85000"/>
                    </a:lnTo>
                    <a:lnTo>
                      <a:pt x="165850" y="85850"/>
                    </a:lnTo>
                    <a:lnTo>
                      <a:pt x="165000" y="85850"/>
                    </a:lnTo>
                    <a:close/>
                    <a:moveTo>
                      <a:pt x="167500" y="87500"/>
                    </a:moveTo>
                    <a:lnTo>
                      <a:pt x="168200" y="87500"/>
                    </a:lnTo>
                    <a:lnTo>
                      <a:pt x="168200" y="88200"/>
                    </a:lnTo>
                    <a:lnTo>
                      <a:pt x="167500" y="88200"/>
                    </a:lnTo>
                    <a:close/>
                    <a:moveTo>
                      <a:pt x="170000" y="85000"/>
                    </a:moveTo>
                    <a:lnTo>
                      <a:pt x="170850" y="85000"/>
                    </a:lnTo>
                    <a:lnTo>
                      <a:pt x="170850" y="85850"/>
                    </a:lnTo>
                    <a:lnTo>
                      <a:pt x="170000" y="85850"/>
                    </a:lnTo>
                    <a:close/>
                    <a:moveTo>
                      <a:pt x="172500" y="87500"/>
                    </a:moveTo>
                    <a:lnTo>
                      <a:pt x="173200" y="87500"/>
                    </a:lnTo>
                    <a:lnTo>
                      <a:pt x="173200" y="88200"/>
                    </a:lnTo>
                    <a:lnTo>
                      <a:pt x="172500" y="88200"/>
                    </a:lnTo>
                    <a:close/>
                    <a:moveTo>
                      <a:pt x="175000" y="85000"/>
                    </a:moveTo>
                    <a:lnTo>
                      <a:pt x="175850" y="85000"/>
                    </a:lnTo>
                    <a:lnTo>
                      <a:pt x="175850" y="85850"/>
                    </a:lnTo>
                    <a:lnTo>
                      <a:pt x="175000" y="85850"/>
                    </a:lnTo>
                    <a:close/>
                    <a:moveTo>
                      <a:pt x="177500" y="87500"/>
                    </a:moveTo>
                    <a:lnTo>
                      <a:pt x="178200" y="87500"/>
                    </a:lnTo>
                    <a:lnTo>
                      <a:pt x="178200" y="88200"/>
                    </a:lnTo>
                    <a:lnTo>
                      <a:pt x="177500" y="88200"/>
                    </a:lnTo>
                    <a:close/>
                    <a:moveTo>
                      <a:pt x="180000" y="85000"/>
                    </a:moveTo>
                    <a:lnTo>
                      <a:pt x="180850" y="85000"/>
                    </a:lnTo>
                    <a:lnTo>
                      <a:pt x="180850" y="85850"/>
                    </a:lnTo>
                    <a:lnTo>
                      <a:pt x="180000" y="85850"/>
                    </a:lnTo>
                    <a:close/>
                    <a:moveTo>
                      <a:pt x="182500" y="87500"/>
                    </a:moveTo>
                    <a:lnTo>
                      <a:pt x="183200" y="87500"/>
                    </a:lnTo>
                    <a:lnTo>
                      <a:pt x="183200" y="88200"/>
                    </a:lnTo>
                    <a:lnTo>
                      <a:pt x="182500" y="88200"/>
                    </a:lnTo>
                    <a:close/>
                    <a:moveTo>
                      <a:pt x="185000" y="85000"/>
                    </a:moveTo>
                    <a:lnTo>
                      <a:pt x="185850" y="85000"/>
                    </a:lnTo>
                    <a:lnTo>
                      <a:pt x="185850" y="85850"/>
                    </a:lnTo>
                    <a:lnTo>
                      <a:pt x="185000" y="85850"/>
                    </a:lnTo>
                    <a:close/>
                    <a:moveTo>
                      <a:pt x="187500" y="87500"/>
                    </a:moveTo>
                    <a:lnTo>
                      <a:pt x="188200" y="87500"/>
                    </a:lnTo>
                    <a:lnTo>
                      <a:pt x="188200" y="88200"/>
                    </a:lnTo>
                    <a:lnTo>
                      <a:pt x="187500" y="88200"/>
                    </a:lnTo>
                    <a:close/>
                    <a:moveTo>
                      <a:pt x="190000" y="85000"/>
                    </a:moveTo>
                    <a:lnTo>
                      <a:pt x="190850" y="85000"/>
                    </a:lnTo>
                    <a:lnTo>
                      <a:pt x="190850" y="85850"/>
                    </a:lnTo>
                    <a:lnTo>
                      <a:pt x="190000" y="85850"/>
                    </a:lnTo>
                    <a:close/>
                    <a:moveTo>
                      <a:pt x="192500" y="87500"/>
                    </a:moveTo>
                    <a:lnTo>
                      <a:pt x="193200" y="87500"/>
                    </a:lnTo>
                    <a:lnTo>
                      <a:pt x="193200" y="88200"/>
                    </a:lnTo>
                    <a:lnTo>
                      <a:pt x="192500" y="88200"/>
                    </a:lnTo>
                    <a:close/>
                    <a:moveTo>
                      <a:pt x="195000" y="85000"/>
                    </a:moveTo>
                    <a:lnTo>
                      <a:pt x="195850" y="85000"/>
                    </a:lnTo>
                    <a:lnTo>
                      <a:pt x="195850" y="85850"/>
                    </a:lnTo>
                    <a:lnTo>
                      <a:pt x="195000" y="85850"/>
                    </a:lnTo>
                    <a:close/>
                    <a:moveTo>
                      <a:pt x="197500" y="87500"/>
                    </a:moveTo>
                    <a:lnTo>
                      <a:pt x="198200" y="87500"/>
                    </a:lnTo>
                    <a:lnTo>
                      <a:pt x="198200" y="88200"/>
                    </a:lnTo>
                    <a:lnTo>
                      <a:pt x="197500" y="88200"/>
                    </a:lnTo>
                    <a:close/>
                    <a:moveTo>
                      <a:pt x="200000" y="85000"/>
                    </a:moveTo>
                    <a:lnTo>
                      <a:pt x="200850" y="85000"/>
                    </a:lnTo>
                    <a:lnTo>
                      <a:pt x="200850" y="85850"/>
                    </a:lnTo>
                    <a:lnTo>
                      <a:pt x="200000" y="85850"/>
                    </a:lnTo>
                    <a:close/>
                    <a:moveTo>
                      <a:pt x="202500" y="87500"/>
                    </a:moveTo>
                    <a:lnTo>
                      <a:pt x="203200" y="87500"/>
                    </a:lnTo>
                    <a:lnTo>
                      <a:pt x="203200" y="88200"/>
                    </a:lnTo>
                    <a:lnTo>
                      <a:pt x="202500" y="88200"/>
                    </a:lnTo>
                    <a:close/>
                    <a:moveTo>
                      <a:pt x="205000" y="85000"/>
                    </a:moveTo>
                    <a:lnTo>
                      <a:pt x="205850" y="85000"/>
                    </a:lnTo>
                    <a:lnTo>
                      <a:pt x="205850" y="85850"/>
                    </a:lnTo>
                    <a:lnTo>
                      <a:pt x="205000" y="85850"/>
                    </a:lnTo>
                    <a:close/>
                    <a:moveTo>
                      <a:pt x="207500" y="87500"/>
                    </a:moveTo>
                    <a:lnTo>
                      <a:pt x="208200" y="87500"/>
                    </a:lnTo>
                    <a:lnTo>
                      <a:pt x="208200" y="88200"/>
                    </a:lnTo>
                    <a:lnTo>
                      <a:pt x="207500" y="88200"/>
                    </a:lnTo>
                    <a:close/>
                    <a:moveTo>
                      <a:pt x="210000" y="85000"/>
                    </a:moveTo>
                    <a:lnTo>
                      <a:pt x="210850" y="85000"/>
                    </a:lnTo>
                    <a:lnTo>
                      <a:pt x="210850" y="85850"/>
                    </a:lnTo>
                    <a:lnTo>
                      <a:pt x="210000" y="85850"/>
                    </a:lnTo>
                    <a:close/>
                    <a:moveTo>
                      <a:pt x="212500" y="87500"/>
                    </a:moveTo>
                    <a:lnTo>
                      <a:pt x="213200" y="87500"/>
                    </a:lnTo>
                    <a:lnTo>
                      <a:pt x="213200" y="88200"/>
                    </a:lnTo>
                    <a:lnTo>
                      <a:pt x="212500" y="88200"/>
                    </a:lnTo>
                    <a:close/>
                    <a:moveTo>
                      <a:pt x="215000" y="85000"/>
                    </a:moveTo>
                    <a:lnTo>
                      <a:pt x="215850" y="85000"/>
                    </a:lnTo>
                    <a:lnTo>
                      <a:pt x="215850" y="85850"/>
                    </a:lnTo>
                    <a:lnTo>
                      <a:pt x="215000" y="85850"/>
                    </a:lnTo>
                    <a:close/>
                    <a:moveTo>
                      <a:pt x="217500" y="87500"/>
                    </a:moveTo>
                    <a:lnTo>
                      <a:pt x="218200" y="87500"/>
                    </a:lnTo>
                    <a:lnTo>
                      <a:pt x="218200" y="88200"/>
                    </a:lnTo>
                    <a:lnTo>
                      <a:pt x="217500" y="88200"/>
                    </a:lnTo>
                    <a:close/>
                    <a:moveTo>
                      <a:pt x="220000" y="85000"/>
                    </a:moveTo>
                    <a:lnTo>
                      <a:pt x="220850" y="85000"/>
                    </a:lnTo>
                    <a:lnTo>
                      <a:pt x="220850" y="85850"/>
                    </a:lnTo>
                    <a:lnTo>
                      <a:pt x="220000" y="85850"/>
                    </a:lnTo>
                    <a:close/>
                    <a:moveTo>
                      <a:pt x="222500" y="87500"/>
                    </a:moveTo>
                    <a:lnTo>
                      <a:pt x="223200" y="87500"/>
                    </a:lnTo>
                    <a:lnTo>
                      <a:pt x="223200" y="88200"/>
                    </a:lnTo>
                    <a:lnTo>
                      <a:pt x="222500" y="88200"/>
                    </a:lnTo>
                    <a:close/>
                    <a:moveTo>
                      <a:pt x="225000" y="85000"/>
                    </a:moveTo>
                    <a:lnTo>
                      <a:pt x="225850" y="85000"/>
                    </a:lnTo>
                    <a:lnTo>
                      <a:pt x="225850" y="85850"/>
                    </a:lnTo>
                    <a:lnTo>
                      <a:pt x="225000" y="85850"/>
                    </a:lnTo>
                    <a:close/>
                    <a:moveTo>
                      <a:pt x="227500" y="87500"/>
                    </a:moveTo>
                    <a:lnTo>
                      <a:pt x="228200" y="87500"/>
                    </a:lnTo>
                    <a:lnTo>
                      <a:pt x="228200" y="88200"/>
                    </a:lnTo>
                    <a:lnTo>
                      <a:pt x="227500" y="88200"/>
                    </a:lnTo>
                    <a:close/>
                    <a:moveTo>
                      <a:pt x="230000" y="85000"/>
                    </a:moveTo>
                    <a:lnTo>
                      <a:pt x="230850" y="85000"/>
                    </a:lnTo>
                    <a:lnTo>
                      <a:pt x="230850" y="85850"/>
                    </a:lnTo>
                    <a:lnTo>
                      <a:pt x="230000" y="85850"/>
                    </a:lnTo>
                    <a:close/>
                    <a:moveTo>
                      <a:pt x="232500" y="87500"/>
                    </a:moveTo>
                    <a:lnTo>
                      <a:pt x="233200" y="87500"/>
                    </a:lnTo>
                    <a:lnTo>
                      <a:pt x="233200" y="88200"/>
                    </a:lnTo>
                    <a:lnTo>
                      <a:pt x="232500" y="88200"/>
                    </a:lnTo>
                    <a:close/>
                    <a:moveTo>
                      <a:pt x="235000" y="85000"/>
                    </a:moveTo>
                    <a:lnTo>
                      <a:pt x="235850" y="85000"/>
                    </a:lnTo>
                    <a:lnTo>
                      <a:pt x="235850" y="85850"/>
                    </a:lnTo>
                    <a:lnTo>
                      <a:pt x="235000" y="85850"/>
                    </a:lnTo>
                    <a:close/>
                    <a:moveTo>
                      <a:pt x="237500" y="87500"/>
                    </a:moveTo>
                    <a:lnTo>
                      <a:pt x="238200" y="87500"/>
                    </a:lnTo>
                    <a:lnTo>
                      <a:pt x="238200" y="88200"/>
                    </a:lnTo>
                    <a:lnTo>
                      <a:pt x="237500" y="88200"/>
                    </a:lnTo>
                    <a:close/>
                    <a:moveTo>
                      <a:pt x="240000" y="85000"/>
                    </a:moveTo>
                    <a:lnTo>
                      <a:pt x="240850" y="85000"/>
                    </a:lnTo>
                    <a:lnTo>
                      <a:pt x="240850" y="85850"/>
                    </a:lnTo>
                    <a:lnTo>
                      <a:pt x="240000" y="85850"/>
                    </a:lnTo>
                    <a:close/>
                    <a:moveTo>
                      <a:pt x="242500" y="87500"/>
                    </a:moveTo>
                    <a:lnTo>
                      <a:pt x="243200" y="87500"/>
                    </a:lnTo>
                    <a:lnTo>
                      <a:pt x="243200" y="88200"/>
                    </a:lnTo>
                    <a:lnTo>
                      <a:pt x="242500" y="88200"/>
                    </a:lnTo>
                    <a:close/>
                    <a:moveTo>
                      <a:pt x="245000" y="85000"/>
                    </a:moveTo>
                    <a:lnTo>
                      <a:pt x="245850" y="85000"/>
                    </a:lnTo>
                    <a:lnTo>
                      <a:pt x="245850" y="85850"/>
                    </a:lnTo>
                    <a:lnTo>
                      <a:pt x="245000" y="85850"/>
                    </a:lnTo>
                    <a:close/>
                    <a:moveTo>
                      <a:pt x="247500" y="87500"/>
                    </a:moveTo>
                    <a:lnTo>
                      <a:pt x="248200" y="87500"/>
                    </a:lnTo>
                    <a:lnTo>
                      <a:pt x="248200" y="88200"/>
                    </a:lnTo>
                    <a:lnTo>
                      <a:pt x="247500" y="88200"/>
                    </a:lnTo>
                    <a:close/>
                    <a:moveTo>
                      <a:pt x="250000" y="85000"/>
                    </a:moveTo>
                    <a:lnTo>
                      <a:pt x="250850" y="85000"/>
                    </a:lnTo>
                    <a:lnTo>
                      <a:pt x="250850" y="85850"/>
                    </a:lnTo>
                    <a:lnTo>
                      <a:pt x="250000" y="85850"/>
                    </a:lnTo>
                    <a:close/>
                    <a:moveTo>
                      <a:pt x="252500" y="87500"/>
                    </a:moveTo>
                    <a:lnTo>
                      <a:pt x="253200" y="87500"/>
                    </a:lnTo>
                    <a:lnTo>
                      <a:pt x="253200" y="88200"/>
                    </a:lnTo>
                    <a:lnTo>
                      <a:pt x="252500" y="88200"/>
                    </a:lnTo>
                    <a:close/>
                    <a:moveTo>
                      <a:pt x="255000" y="85000"/>
                    </a:moveTo>
                    <a:lnTo>
                      <a:pt x="255850" y="85000"/>
                    </a:lnTo>
                    <a:lnTo>
                      <a:pt x="255850" y="85850"/>
                    </a:lnTo>
                    <a:lnTo>
                      <a:pt x="255000" y="85850"/>
                    </a:lnTo>
                    <a:close/>
                    <a:moveTo>
                      <a:pt x="257500" y="87500"/>
                    </a:moveTo>
                    <a:lnTo>
                      <a:pt x="258200" y="87500"/>
                    </a:lnTo>
                    <a:lnTo>
                      <a:pt x="258200" y="88200"/>
                    </a:lnTo>
                    <a:lnTo>
                      <a:pt x="257500" y="88200"/>
                    </a:lnTo>
                    <a:close/>
                    <a:moveTo>
                      <a:pt x="260000" y="85000"/>
                    </a:moveTo>
                    <a:lnTo>
                      <a:pt x="260850" y="85000"/>
                    </a:lnTo>
                    <a:lnTo>
                      <a:pt x="260850" y="85850"/>
                    </a:lnTo>
                    <a:lnTo>
                      <a:pt x="260000" y="85850"/>
                    </a:lnTo>
                    <a:close/>
                    <a:moveTo>
                      <a:pt x="262500" y="87500"/>
                    </a:moveTo>
                    <a:lnTo>
                      <a:pt x="263200" y="87500"/>
                    </a:lnTo>
                    <a:lnTo>
                      <a:pt x="263200" y="88200"/>
                    </a:lnTo>
                    <a:lnTo>
                      <a:pt x="262500" y="88200"/>
                    </a:lnTo>
                    <a:close/>
                    <a:moveTo>
                      <a:pt x="265000" y="85000"/>
                    </a:moveTo>
                    <a:lnTo>
                      <a:pt x="265850" y="85000"/>
                    </a:lnTo>
                    <a:lnTo>
                      <a:pt x="265850" y="85850"/>
                    </a:lnTo>
                    <a:lnTo>
                      <a:pt x="265000" y="85850"/>
                    </a:lnTo>
                    <a:close/>
                    <a:moveTo>
                      <a:pt x="267500" y="87500"/>
                    </a:moveTo>
                    <a:lnTo>
                      <a:pt x="268200" y="87500"/>
                    </a:lnTo>
                    <a:lnTo>
                      <a:pt x="268200" y="88200"/>
                    </a:lnTo>
                    <a:lnTo>
                      <a:pt x="267500" y="88200"/>
                    </a:lnTo>
                    <a:close/>
                    <a:moveTo>
                      <a:pt x="270000" y="85000"/>
                    </a:moveTo>
                    <a:lnTo>
                      <a:pt x="270850" y="85000"/>
                    </a:lnTo>
                    <a:lnTo>
                      <a:pt x="270850" y="85850"/>
                    </a:lnTo>
                    <a:lnTo>
                      <a:pt x="270000" y="85850"/>
                    </a:lnTo>
                    <a:close/>
                    <a:moveTo>
                      <a:pt x="272500" y="87500"/>
                    </a:moveTo>
                    <a:lnTo>
                      <a:pt x="273200" y="87500"/>
                    </a:lnTo>
                    <a:lnTo>
                      <a:pt x="273200" y="88200"/>
                    </a:lnTo>
                    <a:lnTo>
                      <a:pt x="272500" y="88200"/>
                    </a:lnTo>
                    <a:close/>
                    <a:moveTo>
                      <a:pt x="275000" y="85000"/>
                    </a:moveTo>
                    <a:lnTo>
                      <a:pt x="275850" y="85000"/>
                    </a:lnTo>
                    <a:lnTo>
                      <a:pt x="275850" y="85850"/>
                    </a:lnTo>
                    <a:lnTo>
                      <a:pt x="275000" y="85850"/>
                    </a:lnTo>
                    <a:close/>
                    <a:moveTo>
                      <a:pt x="277500" y="87500"/>
                    </a:moveTo>
                    <a:lnTo>
                      <a:pt x="278200" y="87500"/>
                    </a:lnTo>
                    <a:lnTo>
                      <a:pt x="278200" y="88200"/>
                    </a:lnTo>
                    <a:lnTo>
                      <a:pt x="277500" y="88200"/>
                    </a:lnTo>
                    <a:close/>
                    <a:moveTo>
                      <a:pt x="280000" y="85000"/>
                    </a:moveTo>
                    <a:lnTo>
                      <a:pt x="280850" y="85000"/>
                    </a:lnTo>
                    <a:lnTo>
                      <a:pt x="280850" y="85850"/>
                    </a:lnTo>
                    <a:lnTo>
                      <a:pt x="280000" y="85850"/>
                    </a:lnTo>
                    <a:close/>
                    <a:moveTo>
                      <a:pt x="282500" y="87500"/>
                    </a:moveTo>
                    <a:lnTo>
                      <a:pt x="283200" y="87500"/>
                    </a:lnTo>
                    <a:lnTo>
                      <a:pt x="283200" y="88200"/>
                    </a:lnTo>
                    <a:lnTo>
                      <a:pt x="282500" y="88200"/>
                    </a:lnTo>
                    <a:close/>
                    <a:moveTo>
                      <a:pt x="285000" y="85000"/>
                    </a:moveTo>
                    <a:lnTo>
                      <a:pt x="285850" y="85000"/>
                    </a:lnTo>
                    <a:lnTo>
                      <a:pt x="285850" y="85850"/>
                    </a:lnTo>
                    <a:lnTo>
                      <a:pt x="285000" y="85850"/>
                    </a:lnTo>
                    <a:close/>
                    <a:moveTo>
                      <a:pt x="287500" y="87500"/>
                    </a:moveTo>
                    <a:lnTo>
                      <a:pt x="288200" y="87500"/>
                    </a:lnTo>
                    <a:lnTo>
                      <a:pt x="288200" y="88200"/>
                    </a:lnTo>
                    <a:lnTo>
                      <a:pt x="287500" y="88200"/>
                    </a:lnTo>
                    <a:close/>
                    <a:moveTo>
                      <a:pt x="0" y="90000"/>
                    </a:moveTo>
                    <a:lnTo>
                      <a:pt x="850" y="90000"/>
                    </a:lnTo>
                    <a:lnTo>
                      <a:pt x="850" y="90850"/>
                    </a:lnTo>
                    <a:lnTo>
                      <a:pt x="0" y="90850"/>
                    </a:lnTo>
                    <a:close/>
                    <a:moveTo>
                      <a:pt x="2500" y="92500"/>
                    </a:moveTo>
                    <a:lnTo>
                      <a:pt x="3200" y="92500"/>
                    </a:lnTo>
                    <a:lnTo>
                      <a:pt x="3200" y="93200"/>
                    </a:lnTo>
                    <a:lnTo>
                      <a:pt x="2500" y="93200"/>
                    </a:lnTo>
                    <a:close/>
                    <a:moveTo>
                      <a:pt x="5000" y="90000"/>
                    </a:moveTo>
                    <a:lnTo>
                      <a:pt x="5850" y="90000"/>
                    </a:lnTo>
                    <a:lnTo>
                      <a:pt x="5850" y="90850"/>
                    </a:lnTo>
                    <a:lnTo>
                      <a:pt x="5000" y="90850"/>
                    </a:lnTo>
                    <a:close/>
                    <a:moveTo>
                      <a:pt x="7500" y="92500"/>
                    </a:moveTo>
                    <a:lnTo>
                      <a:pt x="8200" y="92500"/>
                    </a:lnTo>
                    <a:lnTo>
                      <a:pt x="8200" y="93200"/>
                    </a:lnTo>
                    <a:lnTo>
                      <a:pt x="7500" y="93200"/>
                    </a:lnTo>
                    <a:close/>
                    <a:moveTo>
                      <a:pt x="10000" y="90000"/>
                    </a:moveTo>
                    <a:lnTo>
                      <a:pt x="10850" y="90000"/>
                    </a:lnTo>
                    <a:lnTo>
                      <a:pt x="10850" y="90850"/>
                    </a:lnTo>
                    <a:lnTo>
                      <a:pt x="10000" y="90850"/>
                    </a:lnTo>
                    <a:close/>
                    <a:moveTo>
                      <a:pt x="12500" y="92500"/>
                    </a:moveTo>
                    <a:lnTo>
                      <a:pt x="13200" y="92500"/>
                    </a:lnTo>
                    <a:lnTo>
                      <a:pt x="13200" y="93200"/>
                    </a:lnTo>
                    <a:lnTo>
                      <a:pt x="12500" y="93200"/>
                    </a:lnTo>
                    <a:close/>
                    <a:moveTo>
                      <a:pt x="15000" y="90000"/>
                    </a:moveTo>
                    <a:lnTo>
                      <a:pt x="15850" y="90000"/>
                    </a:lnTo>
                    <a:lnTo>
                      <a:pt x="15850" y="90850"/>
                    </a:lnTo>
                    <a:lnTo>
                      <a:pt x="15000" y="90850"/>
                    </a:lnTo>
                    <a:close/>
                    <a:moveTo>
                      <a:pt x="17500" y="92500"/>
                    </a:moveTo>
                    <a:lnTo>
                      <a:pt x="18200" y="92500"/>
                    </a:lnTo>
                    <a:lnTo>
                      <a:pt x="18200" y="93200"/>
                    </a:lnTo>
                    <a:lnTo>
                      <a:pt x="17500" y="93200"/>
                    </a:lnTo>
                    <a:close/>
                    <a:moveTo>
                      <a:pt x="20000" y="90000"/>
                    </a:moveTo>
                    <a:lnTo>
                      <a:pt x="20850" y="90000"/>
                    </a:lnTo>
                    <a:lnTo>
                      <a:pt x="20850" y="90850"/>
                    </a:lnTo>
                    <a:lnTo>
                      <a:pt x="20000" y="90850"/>
                    </a:lnTo>
                    <a:close/>
                    <a:moveTo>
                      <a:pt x="22500" y="92500"/>
                    </a:moveTo>
                    <a:lnTo>
                      <a:pt x="23200" y="92500"/>
                    </a:lnTo>
                    <a:lnTo>
                      <a:pt x="23200" y="93200"/>
                    </a:lnTo>
                    <a:lnTo>
                      <a:pt x="22500" y="93200"/>
                    </a:lnTo>
                    <a:close/>
                    <a:moveTo>
                      <a:pt x="25000" y="90000"/>
                    </a:moveTo>
                    <a:lnTo>
                      <a:pt x="25850" y="90000"/>
                    </a:lnTo>
                    <a:lnTo>
                      <a:pt x="25850" y="90850"/>
                    </a:lnTo>
                    <a:lnTo>
                      <a:pt x="25000" y="90850"/>
                    </a:lnTo>
                    <a:close/>
                    <a:moveTo>
                      <a:pt x="27500" y="92500"/>
                    </a:moveTo>
                    <a:lnTo>
                      <a:pt x="28200" y="92500"/>
                    </a:lnTo>
                    <a:lnTo>
                      <a:pt x="28200" y="93200"/>
                    </a:lnTo>
                    <a:lnTo>
                      <a:pt x="27500" y="93200"/>
                    </a:lnTo>
                    <a:close/>
                    <a:moveTo>
                      <a:pt x="30000" y="90000"/>
                    </a:moveTo>
                    <a:lnTo>
                      <a:pt x="30850" y="90000"/>
                    </a:lnTo>
                    <a:lnTo>
                      <a:pt x="30850" y="90850"/>
                    </a:lnTo>
                    <a:lnTo>
                      <a:pt x="30000" y="90850"/>
                    </a:lnTo>
                    <a:close/>
                    <a:moveTo>
                      <a:pt x="32500" y="92500"/>
                    </a:moveTo>
                    <a:lnTo>
                      <a:pt x="33200" y="92500"/>
                    </a:lnTo>
                    <a:lnTo>
                      <a:pt x="33200" y="93200"/>
                    </a:lnTo>
                    <a:lnTo>
                      <a:pt x="32500" y="93200"/>
                    </a:lnTo>
                    <a:close/>
                    <a:moveTo>
                      <a:pt x="35000" y="90000"/>
                    </a:moveTo>
                    <a:lnTo>
                      <a:pt x="35850" y="90000"/>
                    </a:lnTo>
                    <a:lnTo>
                      <a:pt x="35850" y="90850"/>
                    </a:lnTo>
                    <a:lnTo>
                      <a:pt x="35000" y="90850"/>
                    </a:lnTo>
                    <a:close/>
                    <a:moveTo>
                      <a:pt x="37500" y="92500"/>
                    </a:moveTo>
                    <a:lnTo>
                      <a:pt x="38200" y="92500"/>
                    </a:lnTo>
                    <a:lnTo>
                      <a:pt x="38200" y="93200"/>
                    </a:lnTo>
                    <a:lnTo>
                      <a:pt x="37500" y="93200"/>
                    </a:lnTo>
                    <a:close/>
                    <a:moveTo>
                      <a:pt x="40000" y="90000"/>
                    </a:moveTo>
                    <a:lnTo>
                      <a:pt x="40850" y="90000"/>
                    </a:lnTo>
                    <a:lnTo>
                      <a:pt x="40850" y="90850"/>
                    </a:lnTo>
                    <a:lnTo>
                      <a:pt x="40000" y="90850"/>
                    </a:lnTo>
                    <a:close/>
                    <a:moveTo>
                      <a:pt x="42500" y="92500"/>
                    </a:moveTo>
                    <a:lnTo>
                      <a:pt x="43200" y="92500"/>
                    </a:lnTo>
                    <a:lnTo>
                      <a:pt x="43200" y="93200"/>
                    </a:lnTo>
                    <a:lnTo>
                      <a:pt x="42500" y="93200"/>
                    </a:lnTo>
                    <a:close/>
                    <a:moveTo>
                      <a:pt x="45000" y="90000"/>
                    </a:moveTo>
                    <a:lnTo>
                      <a:pt x="45850" y="90000"/>
                    </a:lnTo>
                    <a:lnTo>
                      <a:pt x="45850" y="90850"/>
                    </a:lnTo>
                    <a:lnTo>
                      <a:pt x="45000" y="90850"/>
                    </a:lnTo>
                    <a:close/>
                    <a:moveTo>
                      <a:pt x="47500" y="92500"/>
                    </a:moveTo>
                    <a:lnTo>
                      <a:pt x="48200" y="92500"/>
                    </a:lnTo>
                    <a:lnTo>
                      <a:pt x="48200" y="93200"/>
                    </a:lnTo>
                    <a:lnTo>
                      <a:pt x="47500" y="93200"/>
                    </a:lnTo>
                    <a:close/>
                    <a:moveTo>
                      <a:pt x="50000" y="90000"/>
                    </a:moveTo>
                    <a:lnTo>
                      <a:pt x="50850" y="90000"/>
                    </a:lnTo>
                    <a:lnTo>
                      <a:pt x="50850" y="90850"/>
                    </a:lnTo>
                    <a:lnTo>
                      <a:pt x="50000" y="90850"/>
                    </a:lnTo>
                    <a:close/>
                    <a:moveTo>
                      <a:pt x="52500" y="92500"/>
                    </a:moveTo>
                    <a:lnTo>
                      <a:pt x="53200" y="92500"/>
                    </a:lnTo>
                    <a:lnTo>
                      <a:pt x="53200" y="93200"/>
                    </a:lnTo>
                    <a:lnTo>
                      <a:pt x="52500" y="93200"/>
                    </a:lnTo>
                    <a:close/>
                    <a:moveTo>
                      <a:pt x="55000" y="90000"/>
                    </a:moveTo>
                    <a:lnTo>
                      <a:pt x="55850" y="90000"/>
                    </a:lnTo>
                    <a:lnTo>
                      <a:pt x="55850" y="90850"/>
                    </a:lnTo>
                    <a:lnTo>
                      <a:pt x="55000" y="90850"/>
                    </a:lnTo>
                    <a:close/>
                    <a:moveTo>
                      <a:pt x="57500" y="92500"/>
                    </a:moveTo>
                    <a:lnTo>
                      <a:pt x="58200" y="92500"/>
                    </a:lnTo>
                    <a:lnTo>
                      <a:pt x="58200" y="93200"/>
                    </a:lnTo>
                    <a:lnTo>
                      <a:pt x="57500" y="93200"/>
                    </a:lnTo>
                    <a:close/>
                    <a:moveTo>
                      <a:pt x="60000" y="90000"/>
                    </a:moveTo>
                    <a:lnTo>
                      <a:pt x="60850" y="90000"/>
                    </a:lnTo>
                    <a:lnTo>
                      <a:pt x="60850" y="90850"/>
                    </a:lnTo>
                    <a:lnTo>
                      <a:pt x="60000" y="90850"/>
                    </a:lnTo>
                    <a:close/>
                    <a:moveTo>
                      <a:pt x="62500" y="92500"/>
                    </a:moveTo>
                    <a:lnTo>
                      <a:pt x="63200" y="92500"/>
                    </a:lnTo>
                    <a:lnTo>
                      <a:pt x="63200" y="93200"/>
                    </a:lnTo>
                    <a:lnTo>
                      <a:pt x="62500" y="93200"/>
                    </a:lnTo>
                    <a:close/>
                    <a:moveTo>
                      <a:pt x="65000" y="90000"/>
                    </a:moveTo>
                    <a:lnTo>
                      <a:pt x="65850" y="90000"/>
                    </a:lnTo>
                    <a:lnTo>
                      <a:pt x="65850" y="90850"/>
                    </a:lnTo>
                    <a:lnTo>
                      <a:pt x="65000" y="90850"/>
                    </a:lnTo>
                    <a:close/>
                    <a:moveTo>
                      <a:pt x="67500" y="92500"/>
                    </a:moveTo>
                    <a:lnTo>
                      <a:pt x="68200" y="92500"/>
                    </a:lnTo>
                    <a:lnTo>
                      <a:pt x="68200" y="93200"/>
                    </a:lnTo>
                    <a:lnTo>
                      <a:pt x="67500" y="93200"/>
                    </a:lnTo>
                    <a:close/>
                    <a:moveTo>
                      <a:pt x="70000" y="90000"/>
                    </a:moveTo>
                    <a:lnTo>
                      <a:pt x="70850" y="90000"/>
                    </a:lnTo>
                    <a:lnTo>
                      <a:pt x="70850" y="90850"/>
                    </a:lnTo>
                    <a:lnTo>
                      <a:pt x="70000" y="90850"/>
                    </a:lnTo>
                    <a:close/>
                    <a:moveTo>
                      <a:pt x="72500" y="92500"/>
                    </a:moveTo>
                    <a:lnTo>
                      <a:pt x="73200" y="92500"/>
                    </a:lnTo>
                    <a:lnTo>
                      <a:pt x="73200" y="93200"/>
                    </a:lnTo>
                    <a:lnTo>
                      <a:pt x="72500" y="93200"/>
                    </a:lnTo>
                    <a:close/>
                    <a:moveTo>
                      <a:pt x="75000" y="90000"/>
                    </a:moveTo>
                    <a:lnTo>
                      <a:pt x="75850" y="90000"/>
                    </a:lnTo>
                    <a:lnTo>
                      <a:pt x="75850" y="90850"/>
                    </a:lnTo>
                    <a:lnTo>
                      <a:pt x="75000" y="90850"/>
                    </a:lnTo>
                    <a:close/>
                    <a:moveTo>
                      <a:pt x="77500" y="92500"/>
                    </a:moveTo>
                    <a:lnTo>
                      <a:pt x="78200" y="92500"/>
                    </a:lnTo>
                    <a:lnTo>
                      <a:pt x="78200" y="93200"/>
                    </a:lnTo>
                    <a:lnTo>
                      <a:pt x="77500" y="93200"/>
                    </a:lnTo>
                    <a:close/>
                    <a:moveTo>
                      <a:pt x="80000" y="90000"/>
                    </a:moveTo>
                    <a:lnTo>
                      <a:pt x="80850" y="90000"/>
                    </a:lnTo>
                    <a:lnTo>
                      <a:pt x="80850" y="90850"/>
                    </a:lnTo>
                    <a:lnTo>
                      <a:pt x="80000" y="90850"/>
                    </a:lnTo>
                    <a:close/>
                    <a:moveTo>
                      <a:pt x="82500" y="92500"/>
                    </a:moveTo>
                    <a:lnTo>
                      <a:pt x="83200" y="92500"/>
                    </a:lnTo>
                    <a:lnTo>
                      <a:pt x="83200" y="93200"/>
                    </a:lnTo>
                    <a:lnTo>
                      <a:pt x="82500" y="93200"/>
                    </a:lnTo>
                    <a:close/>
                    <a:moveTo>
                      <a:pt x="85000" y="90000"/>
                    </a:moveTo>
                    <a:lnTo>
                      <a:pt x="85850" y="90000"/>
                    </a:lnTo>
                    <a:lnTo>
                      <a:pt x="85850" y="90850"/>
                    </a:lnTo>
                    <a:lnTo>
                      <a:pt x="85000" y="90850"/>
                    </a:lnTo>
                    <a:close/>
                    <a:moveTo>
                      <a:pt x="87500" y="92500"/>
                    </a:moveTo>
                    <a:lnTo>
                      <a:pt x="88200" y="92500"/>
                    </a:lnTo>
                    <a:lnTo>
                      <a:pt x="88200" y="93200"/>
                    </a:lnTo>
                    <a:lnTo>
                      <a:pt x="87500" y="93200"/>
                    </a:lnTo>
                    <a:close/>
                    <a:moveTo>
                      <a:pt x="90000" y="90000"/>
                    </a:moveTo>
                    <a:lnTo>
                      <a:pt x="90850" y="90000"/>
                    </a:lnTo>
                    <a:lnTo>
                      <a:pt x="90850" y="90850"/>
                    </a:lnTo>
                    <a:lnTo>
                      <a:pt x="90000" y="90850"/>
                    </a:lnTo>
                    <a:close/>
                    <a:moveTo>
                      <a:pt x="92500" y="92500"/>
                    </a:moveTo>
                    <a:lnTo>
                      <a:pt x="93200" y="92500"/>
                    </a:lnTo>
                    <a:lnTo>
                      <a:pt x="93200" y="93200"/>
                    </a:lnTo>
                    <a:lnTo>
                      <a:pt x="92500" y="93200"/>
                    </a:lnTo>
                    <a:close/>
                    <a:moveTo>
                      <a:pt x="95000" y="90000"/>
                    </a:moveTo>
                    <a:lnTo>
                      <a:pt x="95850" y="90000"/>
                    </a:lnTo>
                    <a:lnTo>
                      <a:pt x="95850" y="90850"/>
                    </a:lnTo>
                    <a:lnTo>
                      <a:pt x="95000" y="90850"/>
                    </a:lnTo>
                    <a:close/>
                    <a:moveTo>
                      <a:pt x="97500" y="92500"/>
                    </a:moveTo>
                    <a:lnTo>
                      <a:pt x="98200" y="92500"/>
                    </a:lnTo>
                    <a:lnTo>
                      <a:pt x="98200" y="93200"/>
                    </a:lnTo>
                    <a:lnTo>
                      <a:pt x="97500" y="93200"/>
                    </a:lnTo>
                    <a:close/>
                    <a:moveTo>
                      <a:pt x="100000" y="90000"/>
                    </a:moveTo>
                    <a:lnTo>
                      <a:pt x="100850" y="90000"/>
                    </a:lnTo>
                    <a:lnTo>
                      <a:pt x="100850" y="90850"/>
                    </a:lnTo>
                    <a:lnTo>
                      <a:pt x="100000" y="90850"/>
                    </a:lnTo>
                    <a:close/>
                    <a:moveTo>
                      <a:pt x="102500" y="92500"/>
                    </a:moveTo>
                    <a:lnTo>
                      <a:pt x="103200" y="92500"/>
                    </a:lnTo>
                    <a:lnTo>
                      <a:pt x="103200" y="93200"/>
                    </a:lnTo>
                    <a:lnTo>
                      <a:pt x="102500" y="93200"/>
                    </a:lnTo>
                    <a:close/>
                    <a:moveTo>
                      <a:pt x="105000" y="90000"/>
                    </a:moveTo>
                    <a:lnTo>
                      <a:pt x="105850" y="90000"/>
                    </a:lnTo>
                    <a:lnTo>
                      <a:pt x="105850" y="90850"/>
                    </a:lnTo>
                    <a:lnTo>
                      <a:pt x="105000" y="90850"/>
                    </a:lnTo>
                    <a:close/>
                    <a:moveTo>
                      <a:pt x="107500" y="92500"/>
                    </a:moveTo>
                    <a:lnTo>
                      <a:pt x="108200" y="92500"/>
                    </a:lnTo>
                    <a:lnTo>
                      <a:pt x="108200" y="93200"/>
                    </a:lnTo>
                    <a:lnTo>
                      <a:pt x="107500" y="93200"/>
                    </a:lnTo>
                    <a:close/>
                    <a:moveTo>
                      <a:pt x="110000" y="90000"/>
                    </a:moveTo>
                    <a:lnTo>
                      <a:pt x="110850" y="90000"/>
                    </a:lnTo>
                    <a:lnTo>
                      <a:pt x="110850" y="90850"/>
                    </a:lnTo>
                    <a:lnTo>
                      <a:pt x="110000" y="90850"/>
                    </a:lnTo>
                    <a:close/>
                    <a:moveTo>
                      <a:pt x="112500" y="92500"/>
                    </a:moveTo>
                    <a:lnTo>
                      <a:pt x="113200" y="92500"/>
                    </a:lnTo>
                    <a:lnTo>
                      <a:pt x="113200" y="93200"/>
                    </a:lnTo>
                    <a:lnTo>
                      <a:pt x="112500" y="93200"/>
                    </a:lnTo>
                    <a:close/>
                    <a:moveTo>
                      <a:pt x="115000" y="90000"/>
                    </a:moveTo>
                    <a:lnTo>
                      <a:pt x="115850" y="90000"/>
                    </a:lnTo>
                    <a:lnTo>
                      <a:pt x="115850" y="90850"/>
                    </a:lnTo>
                    <a:lnTo>
                      <a:pt x="115000" y="90850"/>
                    </a:lnTo>
                    <a:close/>
                    <a:moveTo>
                      <a:pt x="117500" y="92500"/>
                    </a:moveTo>
                    <a:lnTo>
                      <a:pt x="118200" y="92500"/>
                    </a:lnTo>
                    <a:lnTo>
                      <a:pt x="118200" y="93200"/>
                    </a:lnTo>
                    <a:lnTo>
                      <a:pt x="117500" y="93200"/>
                    </a:lnTo>
                    <a:close/>
                    <a:moveTo>
                      <a:pt x="120000" y="90000"/>
                    </a:moveTo>
                    <a:lnTo>
                      <a:pt x="120850" y="90000"/>
                    </a:lnTo>
                    <a:lnTo>
                      <a:pt x="120850" y="90850"/>
                    </a:lnTo>
                    <a:lnTo>
                      <a:pt x="120000" y="90850"/>
                    </a:lnTo>
                    <a:close/>
                    <a:moveTo>
                      <a:pt x="122500" y="92500"/>
                    </a:moveTo>
                    <a:lnTo>
                      <a:pt x="123200" y="92500"/>
                    </a:lnTo>
                    <a:lnTo>
                      <a:pt x="123200" y="93200"/>
                    </a:lnTo>
                    <a:lnTo>
                      <a:pt x="122500" y="93200"/>
                    </a:lnTo>
                    <a:close/>
                    <a:moveTo>
                      <a:pt x="125000" y="90000"/>
                    </a:moveTo>
                    <a:lnTo>
                      <a:pt x="125850" y="90000"/>
                    </a:lnTo>
                    <a:lnTo>
                      <a:pt x="125850" y="90850"/>
                    </a:lnTo>
                    <a:lnTo>
                      <a:pt x="125000" y="90850"/>
                    </a:lnTo>
                    <a:close/>
                    <a:moveTo>
                      <a:pt x="127500" y="92500"/>
                    </a:moveTo>
                    <a:lnTo>
                      <a:pt x="128200" y="92500"/>
                    </a:lnTo>
                    <a:lnTo>
                      <a:pt x="128200" y="93200"/>
                    </a:lnTo>
                    <a:lnTo>
                      <a:pt x="127500" y="93200"/>
                    </a:lnTo>
                    <a:close/>
                    <a:moveTo>
                      <a:pt x="130000" y="90000"/>
                    </a:moveTo>
                    <a:lnTo>
                      <a:pt x="130850" y="90000"/>
                    </a:lnTo>
                    <a:lnTo>
                      <a:pt x="130850" y="90850"/>
                    </a:lnTo>
                    <a:lnTo>
                      <a:pt x="130000" y="90850"/>
                    </a:lnTo>
                    <a:close/>
                    <a:moveTo>
                      <a:pt x="132500" y="92500"/>
                    </a:moveTo>
                    <a:lnTo>
                      <a:pt x="133200" y="92500"/>
                    </a:lnTo>
                    <a:lnTo>
                      <a:pt x="133200" y="93200"/>
                    </a:lnTo>
                    <a:lnTo>
                      <a:pt x="132500" y="93200"/>
                    </a:lnTo>
                    <a:close/>
                    <a:moveTo>
                      <a:pt x="135000" y="90000"/>
                    </a:moveTo>
                    <a:lnTo>
                      <a:pt x="135850" y="90000"/>
                    </a:lnTo>
                    <a:lnTo>
                      <a:pt x="135850" y="90850"/>
                    </a:lnTo>
                    <a:lnTo>
                      <a:pt x="135000" y="90850"/>
                    </a:lnTo>
                    <a:close/>
                    <a:moveTo>
                      <a:pt x="137500" y="92500"/>
                    </a:moveTo>
                    <a:lnTo>
                      <a:pt x="138200" y="92500"/>
                    </a:lnTo>
                    <a:lnTo>
                      <a:pt x="138200" y="93200"/>
                    </a:lnTo>
                    <a:lnTo>
                      <a:pt x="137500" y="93200"/>
                    </a:lnTo>
                    <a:close/>
                    <a:moveTo>
                      <a:pt x="140000" y="90000"/>
                    </a:moveTo>
                    <a:lnTo>
                      <a:pt x="140850" y="90000"/>
                    </a:lnTo>
                    <a:lnTo>
                      <a:pt x="140850" y="90850"/>
                    </a:lnTo>
                    <a:lnTo>
                      <a:pt x="140000" y="90850"/>
                    </a:lnTo>
                    <a:close/>
                    <a:moveTo>
                      <a:pt x="142500" y="92500"/>
                    </a:moveTo>
                    <a:lnTo>
                      <a:pt x="143200" y="92500"/>
                    </a:lnTo>
                    <a:lnTo>
                      <a:pt x="143200" y="93200"/>
                    </a:lnTo>
                    <a:lnTo>
                      <a:pt x="142500" y="93200"/>
                    </a:lnTo>
                    <a:close/>
                    <a:moveTo>
                      <a:pt x="145000" y="90000"/>
                    </a:moveTo>
                    <a:lnTo>
                      <a:pt x="145850" y="90000"/>
                    </a:lnTo>
                    <a:lnTo>
                      <a:pt x="145850" y="90850"/>
                    </a:lnTo>
                    <a:lnTo>
                      <a:pt x="145000" y="90850"/>
                    </a:lnTo>
                    <a:close/>
                    <a:moveTo>
                      <a:pt x="147500" y="92500"/>
                    </a:moveTo>
                    <a:lnTo>
                      <a:pt x="148200" y="92500"/>
                    </a:lnTo>
                    <a:lnTo>
                      <a:pt x="148200" y="93200"/>
                    </a:lnTo>
                    <a:lnTo>
                      <a:pt x="147500" y="93200"/>
                    </a:lnTo>
                    <a:close/>
                    <a:moveTo>
                      <a:pt x="150000" y="90000"/>
                    </a:moveTo>
                    <a:lnTo>
                      <a:pt x="150850" y="90000"/>
                    </a:lnTo>
                    <a:lnTo>
                      <a:pt x="150850" y="90850"/>
                    </a:lnTo>
                    <a:lnTo>
                      <a:pt x="150000" y="90850"/>
                    </a:lnTo>
                    <a:close/>
                    <a:moveTo>
                      <a:pt x="152500" y="92500"/>
                    </a:moveTo>
                    <a:lnTo>
                      <a:pt x="153200" y="92500"/>
                    </a:lnTo>
                    <a:lnTo>
                      <a:pt x="153200" y="93200"/>
                    </a:lnTo>
                    <a:lnTo>
                      <a:pt x="152500" y="93200"/>
                    </a:lnTo>
                    <a:close/>
                    <a:moveTo>
                      <a:pt x="155000" y="90000"/>
                    </a:moveTo>
                    <a:lnTo>
                      <a:pt x="155850" y="90000"/>
                    </a:lnTo>
                    <a:lnTo>
                      <a:pt x="155850" y="90850"/>
                    </a:lnTo>
                    <a:lnTo>
                      <a:pt x="155000" y="90850"/>
                    </a:lnTo>
                    <a:close/>
                    <a:moveTo>
                      <a:pt x="157500" y="92500"/>
                    </a:moveTo>
                    <a:lnTo>
                      <a:pt x="158200" y="92500"/>
                    </a:lnTo>
                    <a:lnTo>
                      <a:pt x="158200" y="93200"/>
                    </a:lnTo>
                    <a:lnTo>
                      <a:pt x="157500" y="93200"/>
                    </a:lnTo>
                    <a:close/>
                    <a:moveTo>
                      <a:pt x="160000" y="90000"/>
                    </a:moveTo>
                    <a:lnTo>
                      <a:pt x="160850" y="90000"/>
                    </a:lnTo>
                    <a:lnTo>
                      <a:pt x="160850" y="90850"/>
                    </a:lnTo>
                    <a:lnTo>
                      <a:pt x="160000" y="90850"/>
                    </a:lnTo>
                    <a:close/>
                    <a:moveTo>
                      <a:pt x="162500" y="92500"/>
                    </a:moveTo>
                    <a:lnTo>
                      <a:pt x="163200" y="92500"/>
                    </a:lnTo>
                    <a:lnTo>
                      <a:pt x="163200" y="93200"/>
                    </a:lnTo>
                    <a:lnTo>
                      <a:pt x="162500" y="93200"/>
                    </a:lnTo>
                    <a:close/>
                    <a:moveTo>
                      <a:pt x="165000" y="90000"/>
                    </a:moveTo>
                    <a:lnTo>
                      <a:pt x="165850" y="90000"/>
                    </a:lnTo>
                    <a:lnTo>
                      <a:pt x="165850" y="90850"/>
                    </a:lnTo>
                    <a:lnTo>
                      <a:pt x="165000" y="90850"/>
                    </a:lnTo>
                    <a:close/>
                    <a:moveTo>
                      <a:pt x="167500" y="92500"/>
                    </a:moveTo>
                    <a:lnTo>
                      <a:pt x="168200" y="92500"/>
                    </a:lnTo>
                    <a:lnTo>
                      <a:pt x="168200" y="93200"/>
                    </a:lnTo>
                    <a:lnTo>
                      <a:pt x="167500" y="93200"/>
                    </a:lnTo>
                    <a:close/>
                    <a:moveTo>
                      <a:pt x="170000" y="90000"/>
                    </a:moveTo>
                    <a:lnTo>
                      <a:pt x="170850" y="90000"/>
                    </a:lnTo>
                    <a:lnTo>
                      <a:pt x="170850" y="90850"/>
                    </a:lnTo>
                    <a:lnTo>
                      <a:pt x="170000" y="90850"/>
                    </a:lnTo>
                    <a:close/>
                    <a:moveTo>
                      <a:pt x="172500" y="92500"/>
                    </a:moveTo>
                    <a:lnTo>
                      <a:pt x="173200" y="92500"/>
                    </a:lnTo>
                    <a:lnTo>
                      <a:pt x="173200" y="93200"/>
                    </a:lnTo>
                    <a:lnTo>
                      <a:pt x="172500" y="93200"/>
                    </a:lnTo>
                    <a:close/>
                    <a:moveTo>
                      <a:pt x="175000" y="90000"/>
                    </a:moveTo>
                    <a:lnTo>
                      <a:pt x="175850" y="90000"/>
                    </a:lnTo>
                    <a:lnTo>
                      <a:pt x="175850" y="90850"/>
                    </a:lnTo>
                    <a:lnTo>
                      <a:pt x="175000" y="90850"/>
                    </a:lnTo>
                    <a:close/>
                    <a:moveTo>
                      <a:pt x="177500" y="92500"/>
                    </a:moveTo>
                    <a:lnTo>
                      <a:pt x="178200" y="92500"/>
                    </a:lnTo>
                    <a:lnTo>
                      <a:pt x="178200" y="93200"/>
                    </a:lnTo>
                    <a:lnTo>
                      <a:pt x="177500" y="93200"/>
                    </a:lnTo>
                    <a:close/>
                    <a:moveTo>
                      <a:pt x="180000" y="90000"/>
                    </a:moveTo>
                    <a:lnTo>
                      <a:pt x="180850" y="90000"/>
                    </a:lnTo>
                    <a:lnTo>
                      <a:pt x="180850" y="90850"/>
                    </a:lnTo>
                    <a:lnTo>
                      <a:pt x="180000" y="90850"/>
                    </a:lnTo>
                    <a:close/>
                    <a:moveTo>
                      <a:pt x="182500" y="92500"/>
                    </a:moveTo>
                    <a:lnTo>
                      <a:pt x="183200" y="92500"/>
                    </a:lnTo>
                    <a:lnTo>
                      <a:pt x="183200" y="93200"/>
                    </a:lnTo>
                    <a:lnTo>
                      <a:pt x="182500" y="93200"/>
                    </a:lnTo>
                    <a:close/>
                    <a:moveTo>
                      <a:pt x="185000" y="90000"/>
                    </a:moveTo>
                    <a:lnTo>
                      <a:pt x="185850" y="90000"/>
                    </a:lnTo>
                    <a:lnTo>
                      <a:pt x="185850" y="90850"/>
                    </a:lnTo>
                    <a:lnTo>
                      <a:pt x="185000" y="90850"/>
                    </a:lnTo>
                    <a:close/>
                    <a:moveTo>
                      <a:pt x="187500" y="92500"/>
                    </a:moveTo>
                    <a:lnTo>
                      <a:pt x="188200" y="92500"/>
                    </a:lnTo>
                    <a:lnTo>
                      <a:pt x="188200" y="93200"/>
                    </a:lnTo>
                    <a:lnTo>
                      <a:pt x="187500" y="93200"/>
                    </a:lnTo>
                    <a:close/>
                    <a:moveTo>
                      <a:pt x="190000" y="90000"/>
                    </a:moveTo>
                    <a:lnTo>
                      <a:pt x="190850" y="90000"/>
                    </a:lnTo>
                    <a:lnTo>
                      <a:pt x="190850" y="90850"/>
                    </a:lnTo>
                    <a:lnTo>
                      <a:pt x="190000" y="90850"/>
                    </a:lnTo>
                    <a:close/>
                    <a:moveTo>
                      <a:pt x="192500" y="92500"/>
                    </a:moveTo>
                    <a:lnTo>
                      <a:pt x="193200" y="92500"/>
                    </a:lnTo>
                    <a:lnTo>
                      <a:pt x="193200" y="93200"/>
                    </a:lnTo>
                    <a:lnTo>
                      <a:pt x="192500" y="93200"/>
                    </a:lnTo>
                    <a:close/>
                    <a:moveTo>
                      <a:pt x="195000" y="90000"/>
                    </a:moveTo>
                    <a:lnTo>
                      <a:pt x="195850" y="90000"/>
                    </a:lnTo>
                    <a:lnTo>
                      <a:pt x="195850" y="90850"/>
                    </a:lnTo>
                    <a:lnTo>
                      <a:pt x="195000" y="90850"/>
                    </a:lnTo>
                    <a:close/>
                    <a:moveTo>
                      <a:pt x="197500" y="92500"/>
                    </a:moveTo>
                    <a:lnTo>
                      <a:pt x="198200" y="92500"/>
                    </a:lnTo>
                    <a:lnTo>
                      <a:pt x="198200" y="93200"/>
                    </a:lnTo>
                    <a:lnTo>
                      <a:pt x="197500" y="93200"/>
                    </a:lnTo>
                    <a:close/>
                    <a:moveTo>
                      <a:pt x="200000" y="90000"/>
                    </a:moveTo>
                    <a:lnTo>
                      <a:pt x="200850" y="90000"/>
                    </a:lnTo>
                    <a:lnTo>
                      <a:pt x="200850" y="90850"/>
                    </a:lnTo>
                    <a:lnTo>
                      <a:pt x="200000" y="90850"/>
                    </a:lnTo>
                    <a:close/>
                    <a:moveTo>
                      <a:pt x="202500" y="92500"/>
                    </a:moveTo>
                    <a:lnTo>
                      <a:pt x="203200" y="92500"/>
                    </a:lnTo>
                    <a:lnTo>
                      <a:pt x="203200" y="93200"/>
                    </a:lnTo>
                    <a:lnTo>
                      <a:pt x="202500" y="93200"/>
                    </a:lnTo>
                    <a:close/>
                    <a:moveTo>
                      <a:pt x="205000" y="90000"/>
                    </a:moveTo>
                    <a:lnTo>
                      <a:pt x="205850" y="90000"/>
                    </a:lnTo>
                    <a:lnTo>
                      <a:pt x="205850" y="90850"/>
                    </a:lnTo>
                    <a:lnTo>
                      <a:pt x="205000" y="90850"/>
                    </a:lnTo>
                    <a:close/>
                    <a:moveTo>
                      <a:pt x="207500" y="92500"/>
                    </a:moveTo>
                    <a:lnTo>
                      <a:pt x="208200" y="92500"/>
                    </a:lnTo>
                    <a:lnTo>
                      <a:pt x="208200" y="93200"/>
                    </a:lnTo>
                    <a:lnTo>
                      <a:pt x="207500" y="93200"/>
                    </a:lnTo>
                    <a:close/>
                    <a:moveTo>
                      <a:pt x="210000" y="90000"/>
                    </a:moveTo>
                    <a:lnTo>
                      <a:pt x="210850" y="90000"/>
                    </a:lnTo>
                    <a:lnTo>
                      <a:pt x="210850" y="90850"/>
                    </a:lnTo>
                    <a:lnTo>
                      <a:pt x="210000" y="90850"/>
                    </a:lnTo>
                    <a:close/>
                    <a:moveTo>
                      <a:pt x="212500" y="92500"/>
                    </a:moveTo>
                    <a:lnTo>
                      <a:pt x="213200" y="92500"/>
                    </a:lnTo>
                    <a:lnTo>
                      <a:pt x="213200" y="93200"/>
                    </a:lnTo>
                    <a:lnTo>
                      <a:pt x="212500" y="93200"/>
                    </a:lnTo>
                    <a:close/>
                    <a:moveTo>
                      <a:pt x="215000" y="90000"/>
                    </a:moveTo>
                    <a:lnTo>
                      <a:pt x="215850" y="90000"/>
                    </a:lnTo>
                    <a:lnTo>
                      <a:pt x="215850" y="90850"/>
                    </a:lnTo>
                    <a:lnTo>
                      <a:pt x="215000" y="90850"/>
                    </a:lnTo>
                    <a:close/>
                    <a:moveTo>
                      <a:pt x="217500" y="92500"/>
                    </a:moveTo>
                    <a:lnTo>
                      <a:pt x="218200" y="92500"/>
                    </a:lnTo>
                    <a:lnTo>
                      <a:pt x="218200" y="93200"/>
                    </a:lnTo>
                    <a:lnTo>
                      <a:pt x="217500" y="93200"/>
                    </a:lnTo>
                    <a:close/>
                    <a:moveTo>
                      <a:pt x="220000" y="90000"/>
                    </a:moveTo>
                    <a:lnTo>
                      <a:pt x="220850" y="90000"/>
                    </a:lnTo>
                    <a:lnTo>
                      <a:pt x="220850" y="90850"/>
                    </a:lnTo>
                    <a:lnTo>
                      <a:pt x="220000" y="90850"/>
                    </a:lnTo>
                    <a:close/>
                    <a:moveTo>
                      <a:pt x="222500" y="92500"/>
                    </a:moveTo>
                    <a:lnTo>
                      <a:pt x="223200" y="92500"/>
                    </a:lnTo>
                    <a:lnTo>
                      <a:pt x="223200" y="93200"/>
                    </a:lnTo>
                    <a:lnTo>
                      <a:pt x="222500" y="93200"/>
                    </a:lnTo>
                    <a:close/>
                    <a:moveTo>
                      <a:pt x="225000" y="90000"/>
                    </a:moveTo>
                    <a:lnTo>
                      <a:pt x="225850" y="90000"/>
                    </a:lnTo>
                    <a:lnTo>
                      <a:pt x="225850" y="90850"/>
                    </a:lnTo>
                    <a:lnTo>
                      <a:pt x="225000" y="90850"/>
                    </a:lnTo>
                    <a:close/>
                    <a:moveTo>
                      <a:pt x="227500" y="92500"/>
                    </a:moveTo>
                    <a:lnTo>
                      <a:pt x="228200" y="92500"/>
                    </a:lnTo>
                    <a:lnTo>
                      <a:pt x="228200" y="93200"/>
                    </a:lnTo>
                    <a:lnTo>
                      <a:pt x="227500" y="93200"/>
                    </a:lnTo>
                    <a:close/>
                    <a:moveTo>
                      <a:pt x="230000" y="90000"/>
                    </a:moveTo>
                    <a:lnTo>
                      <a:pt x="230850" y="90000"/>
                    </a:lnTo>
                    <a:lnTo>
                      <a:pt x="230850" y="90850"/>
                    </a:lnTo>
                    <a:lnTo>
                      <a:pt x="230000" y="90850"/>
                    </a:lnTo>
                    <a:close/>
                    <a:moveTo>
                      <a:pt x="232500" y="92500"/>
                    </a:moveTo>
                    <a:lnTo>
                      <a:pt x="233200" y="92500"/>
                    </a:lnTo>
                    <a:lnTo>
                      <a:pt x="233200" y="93200"/>
                    </a:lnTo>
                    <a:lnTo>
                      <a:pt x="232500" y="93200"/>
                    </a:lnTo>
                    <a:close/>
                    <a:moveTo>
                      <a:pt x="235000" y="90000"/>
                    </a:moveTo>
                    <a:lnTo>
                      <a:pt x="235850" y="90000"/>
                    </a:lnTo>
                    <a:lnTo>
                      <a:pt x="235850" y="90850"/>
                    </a:lnTo>
                    <a:lnTo>
                      <a:pt x="235000" y="90850"/>
                    </a:lnTo>
                    <a:close/>
                    <a:moveTo>
                      <a:pt x="237500" y="92500"/>
                    </a:moveTo>
                    <a:lnTo>
                      <a:pt x="238200" y="92500"/>
                    </a:lnTo>
                    <a:lnTo>
                      <a:pt x="238200" y="93200"/>
                    </a:lnTo>
                    <a:lnTo>
                      <a:pt x="237500" y="93200"/>
                    </a:lnTo>
                    <a:close/>
                    <a:moveTo>
                      <a:pt x="240000" y="90000"/>
                    </a:moveTo>
                    <a:lnTo>
                      <a:pt x="240850" y="90000"/>
                    </a:lnTo>
                    <a:lnTo>
                      <a:pt x="240850" y="90850"/>
                    </a:lnTo>
                    <a:lnTo>
                      <a:pt x="240000" y="90850"/>
                    </a:lnTo>
                    <a:close/>
                    <a:moveTo>
                      <a:pt x="242500" y="92500"/>
                    </a:moveTo>
                    <a:lnTo>
                      <a:pt x="243200" y="92500"/>
                    </a:lnTo>
                    <a:lnTo>
                      <a:pt x="243200" y="93200"/>
                    </a:lnTo>
                    <a:lnTo>
                      <a:pt x="242500" y="93200"/>
                    </a:lnTo>
                    <a:close/>
                    <a:moveTo>
                      <a:pt x="245000" y="90000"/>
                    </a:moveTo>
                    <a:lnTo>
                      <a:pt x="245850" y="90000"/>
                    </a:lnTo>
                    <a:lnTo>
                      <a:pt x="245850" y="90850"/>
                    </a:lnTo>
                    <a:lnTo>
                      <a:pt x="245000" y="90850"/>
                    </a:lnTo>
                    <a:close/>
                    <a:moveTo>
                      <a:pt x="247500" y="92500"/>
                    </a:moveTo>
                    <a:lnTo>
                      <a:pt x="248200" y="92500"/>
                    </a:lnTo>
                    <a:lnTo>
                      <a:pt x="248200" y="93200"/>
                    </a:lnTo>
                    <a:lnTo>
                      <a:pt x="247500" y="93200"/>
                    </a:lnTo>
                    <a:close/>
                    <a:moveTo>
                      <a:pt x="250000" y="90000"/>
                    </a:moveTo>
                    <a:lnTo>
                      <a:pt x="250850" y="90000"/>
                    </a:lnTo>
                    <a:lnTo>
                      <a:pt x="250850" y="90850"/>
                    </a:lnTo>
                    <a:lnTo>
                      <a:pt x="250000" y="90850"/>
                    </a:lnTo>
                    <a:close/>
                    <a:moveTo>
                      <a:pt x="252500" y="92500"/>
                    </a:moveTo>
                    <a:lnTo>
                      <a:pt x="253200" y="92500"/>
                    </a:lnTo>
                    <a:lnTo>
                      <a:pt x="253200" y="93200"/>
                    </a:lnTo>
                    <a:lnTo>
                      <a:pt x="252500" y="93200"/>
                    </a:lnTo>
                    <a:close/>
                    <a:moveTo>
                      <a:pt x="255000" y="90000"/>
                    </a:moveTo>
                    <a:lnTo>
                      <a:pt x="255850" y="90000"/>
                    </a:lnTo>
                    <a:lnTo>
                      <a:pt x="255850" y="90850"/>
                    </a:lnTo>
                    <a:lnTo>
                      <a:pt x="255000" y="90850"/>
                    </a:lnTo>
                    <a:close/>
                    <a:moveTo>
                      <a:pt x="257500" y="92500"/>
                    </a:moveTo>
                    <a:lnTo>
                      <a:pt x="258200" y="92500"/>
                    </a:lnTo>
                    <a:lnTo>
                      <a:pt x="258200" y="93200"/>
                    </a:lnTo>
                    <a:lnTo>
                      <a:pt x="257500" y="93200"/>
                    </a:lnTo>
                    <a:close/>
                    <a:moveTo>
                      <a:pt x="260000" y="90000"/>
                    </a:moveTo>
                    <a:lnTo>
                      <a:pt x="260850" y="90000"/>
                    </a:lnTo>
                    <a:lnTo>
                      <a:pt x="260850" y="90850"/>
                    </a:lnTo>
                    <a:lnTo>
                      <a:pt x="260000" y="90850"/>
                    </a:lnTo>
                    <a:close/>
                    <a:moveTo>
                      <a:pt x="262500" y="92500"/>
                    </a:moveTo>
                    <a:lnTo>
                      <a:pt x="263200" y="92500"/>
                    </a:lnTo>
                    <a:lnTo>
                      <a:pt x="263200" y="93200"/>
                    </a:lnTo>
                    <a:lnTo>
                      <a:pt x="262500" y="93200"/>
                    </a:lnTo>
                    <a:close/>
                    <a:moveTo>
                      <a:pt x="265000" y="90000"/>
                    </a:moveTo>
                    <a:lnTo>
                      <a:pt x="265850" y="90000"/>
                    </a:lnTo>
                    <a:lnTo>
                      <a:pt x="265850" y="90850"/>
                    </a:lnTo>
                    <a:lnTo>
                      <a:pt x="265000" y="90850"/>
                    </a:lnTo>
                    <a:close/>
                    <a:moveTo>
                      <a:pt x="267500" y="92500"/>
                    </a:moveTo>
                    <a:lnTo>
                      <a:pt x="268200" y="92500"/>
                    </a:lnTo>
                    <a:lnTo>
                      <a:pt x="268200" y="93200"/>
                    </a:lnTo>
                    <a:lnTo>
                      <a:pt x="267500" y="93200"/>
                    </a:lnTo>
                    <a:close/>
                    <a:moveTo>
                      <a:pt x="270000" y="90000"/>
                    </a:moveTo>
                    <a:lnTo>
                      <a:pt x="270850" y="90000"/>
                    </a:lnTo>
                    <a:lnTo>
                      <a:pt x="270850" y="90850"/>
                    </a:lnTo>
                    <a:lnTo>
                      <a:pt x="270000" y="90850"/>
                    </a:lnTo>
                    <a:close/>
                    <a:moveTo>
                      <a:pt x="272500" y="92500"/>
                    </a:moveTo>
                    <a:lnTo>
                      <a:pt x="273200" y="92500"/>
                    </a:lnTo>
                    <a:lnTo>
                      <a:pt x="273200" y="93200"/>
                    </a:lnTo>
                    <a:lnTo>
                      <a:pt x="272500" y="93200"/>
                    </a:lnTo>
                    <a:close/>
                    <a:moveTo>
                      <a:pt x="275000" y="90000"/>
                    </a:moveTo>
                    <a:lnTo>
                      <a:pt x="275850" y="90000"/>
                    </a:lnTo>
                    <a:lnTo>
                      <a:pt x="275850" y="90850"/>
                    </a:lnTo>
                    <a:lnTo>
                      <a:pt x="275000" y="90850"/>
                    </a:lnTo>
                    <a:close/>
                    <a:moveTo>
                      <a:pt x="277500" y="92500"/>
                    </a:moveTo>
                    <a:lnTo>
                      <a:pt x="278200" y="92500"/>
                    </a:lnTo>
                    <a:lnTo>
                      <a:pt x="278200" y="93200"/>
                    </a:lnTo>
                    <a:lnTo>
                      <a:pt x="277500" y="93200"/>
                    </a:lnTo>
                    <a:close/>
                    <a:moveTo>
                      <a:pt x="280000" y="90000"/>
                    </a:moveTo>
                    <a:lnTo>
                      <a:pt x="280850" y="90000"/>
                    </a:lnTo>
                    <a:lnTo>
                      <a:pt x="280850" y="90850"/>
                    </a:lnTo>
                    <a:lnTo>
                      <a:pt x="280000" y="90850"/>
                    </a:lnTo>
                    <a:close/>
                    <a:moveTo>
                      <a:pt x="282500" y="92500"/>
                    </a:moveTo>
                    <a:lnTo>
                      <a:pt x="283200" y="92500"/>
                    </a:lnTo>
                    <a:lnTo>
                      <a:pt x="283200" y="93200"/>
                    </a:lnTo>
                    <a:lnTo>
                      <a:pt x="282500" y="93200"/>
                    </a:lnTo>
                    <a:close/>
                    <a:moveTo>
                      <a:pt x="285000" y="90000"/>
                    </a:moveTo>
                    <a:lnTo>
                      <a:pt x="285850" y="90000"/>
                    </a:lnTo>
                    <a:lnTo>
                      <a:pt x="285850" y="90850"/>
                    </a:lnTo>
                    <a:lnTo>
                      <a:pt x="285000" y="90850"/>
                    </a:lnTo>
                    <a:close/>
                    <a:moveTo>
                      <a:pt x="287500" y="92500"/>
                    </a:moveTo>
                    <a:lnTo>
                      <a:pt x="288200" y="92500"/>
                    </a:lnTo>
                    <a:lnTo>
                      <a:pt x="288200" y="93200"/>
                    </a:lnTo>
                    <a:lnTo>
                      <a:pt x="287500" y="93200"/>
                    </a:lnTo>
                    <a:close/>
                    <a:moveTo>
                      <a:pt x="0" y="95000"/>
                    </a:moveTo>
                    <a:lnTo>
                      <a:pt x="850" y="95000"/>
                    </a:lnTo>
                    <a:lnTo>
                      <a:pt x="850" y="95850"/>
                    </a:lnTo>
                    <a:lnTo>
                      <a:pt x="0" y="95850"/>
                    </a:lnTo>
                    <a:close/>
                    <a:moveTo>
                      <a:pt x="2500" y="97500"/>
                    </a:moveTo>
                    <a:lnTo>
                      <a:pt x="3200" y="97500"/>
                    </a:lnTo>
                    <a:lnTo>
                      <a:pt x="3200" y="98200"/>
                    </a:lnTo>
                    <a:lnTo>
                      <a:pt x="2500" y="98200"/>
                    </a:lnTo>
                    <a:close/>
                    <a:moveTo>
                      <a:pt x="5000" y="95000"/>
                    </a:moveTo>
                    <a:lnTo>
                      <a:pt x="5850" y="95000"/>
                    </a:lnTo>
                    <a:lnTo>
                      <a:pt x="5850" y="95850"/>
                    </a:lnTo>
                    <a:lnTo>
                      <a:pt x="5000" y="95850"/>
                    </a:lnTo>
                    <a:close/>
                    <a:moveTo>
                      <a:pt x="7500" y="97500"/>
                    </a:moveTo>
                    <a:lnTo>
                      <a:pt x="8200" y="97500"/>
                    </a:lnTo>
                    <a:lnTo>
                      <a:pt x="8200" y="98200"/>
                    </a:lnTo>
                    <a:lnTo>
                      <a:pt x="7500" y="98200"/>
                    </a:lnTo>
                    <a:close/>
                    <a:moveTo>
                      <a:pt x="10000" y="95000"/>
                    </a:moveTo>
                    <a:lnTo>
                      <a:pt x="10850" y="95000"/>
                    </a:lnTo>
                    <a:lnTo>
                      <a:pt x="10850" y="95850"/>
                    </a:lnTo>
                    <a:lnTo>
                      <a:pt x="10000" y="95850"/>
                    </a:lnTo>
                    <a:close/>
                    <a:moveTo>
                      <a:pt x="12500" y="97500"/>
                    </a:moveTo>
                    <a:lnTo>
                      <a:pt x="13200" y="97500"/>
                    </a:lnTo>
                    <a:lnTo>
                      <a:pt x="13200" y="98200"/>
                    </a:lnTo>
                    <a:lnTo>
                      <a:pt x="12500" y="98200"/>
                    </a:lnTo>
                    <a:close/>
                    <a:moveTo>
                      <a:pt x="15000" y="95000"/>
                    </a:moveTo>
                    <a:lnTo>
                      <a:pt x="15850" y="95000"/>
                    </a:lnTo>
                    <a:lnTo>
                      <a:pt x="15850" y="95850"/>
                    </a:lnTo>
                    <a:lnTo>
                      <a:pt x="15000" y="95850"/>
                    </a:lnTo>
                    <a:close/>
                    <a:moveTo>
                      <a:pt x="17500" y="97500"/>
                    </a:moveTo>
                    <a:lnTo>
                      <a:pt x="18200" y="97500"/>
                    </a:lnTo>
                    <a:lnTo>
                      <a:pt x="18200" y="98200"/>
                    </a:lnTo>
                    <a:lnTo>
                      <a:pt x="17500" y="98200"/>
                    </a:lnTo>
                    <a:close/>
                    <a:moveTo>
                      <a:pt x="20000" y="95000"/>
                    </a:moveTo>
                    <a:lnTo>
                      <a:pt x="20850" y="95000"/>
                    </a:lnTo>
                    <a:lnTo>
                      <a:pt x="20850" y="95850"/>
                    </a:lnTo>
                    <a:lnTo>
                      <a:pt x="20000" y="95850"/>
                    </a:lnTo>
                    <a:close/>
                    <a:moveTo>
                      <a:pt x="22500" y="97500"/>
                    </a:moveTo>
                    <a:lnTo>
                      <a:pt x="23200" y="97500"/>
                    </a:lnTo>
                    <a:lnTo>
                      <a:pt x="23200" y="98200"/>
                    </a:lnTo>
                    <a:lnTo>
                      <a:pt x="22500" y="98200"/>
                    </a:lnTo>
                    <a:close/>
                    <a:moveTo>
                      <a:pt x="25000" y="95000"/>
                    </a:moveTo>
                    <a:lnTo>
                      <a:pt x="25850" y="95000"/>
                    </a:lnTo>
                    <a:lnTo>
                      <a:pt x="25850" y="95850"/>
                    </a:lnTo>
                    <a:lnTo>
                      <a:pt x="25000" y="95850"/>
                    </a:lnTo>
                    <a:close/>
                    <a:moveTo>
                      <a:pt x="27500" y="97500"/>
                    </a:moveTo>
                    <a:lnTo>
                      <a:pt x="28200" y="97500"/>
                    </a:lnTo>
                    <a:lnTo>
                      <a:pt x="28200" y="98200"/>
                    </a:lnTo>
                    <a:lnTo>
                      <a:pt x="27500" y="98200"/>
                    </a:lnTo>
                    <a:close/>
                    <a:moveTo>
                      <a:pt x="30000" y="95000"/>
                    </a:moveTo>
                    <a:lnTo>
                      <a:pt x="30850" y="95000"/>
                    </a:lnTo>
                    <a:lnTo>
                      <a:pt x="30850" y="95850"/>
                    </a:lnTo>
                    <a:lnTo>
                      <a:pt x="30000" y="95850"/>
                    </a:lnTo>
                    <a:close/>
                    <a:moveTo>
                      <a:pt x="32500" y="97500"/>
                    </a:moveTo>
                    <a:lnTo>
                      <a:pt x="33200" y="97500"/>
                    </a:lnTo>
                    <a:lnTo>
                      <a:pt x="33200" y="98200"/>
                    </a:lnTo>
                    <a:lnTo>
                      <a:pt x="32500" y="98200"/>
                    </a:lnTo>
                    <a:close/>
                    <a:moveTo>
                      <a:pt x="35000" y="95000"/>
                    </a:moveTo>
                    <a:lnTo>
                      <a:pt x="35850" y="95000"/>
                    </a:lnTo>
                    <a:lnTo>
                      <a:pt x="35850" y="95850"/>
                    </a:lnTo>
                    <a:lnTo>
                      <a:pt x="35000" y="95850"/>
                    </a:lnTo>
                    <a:close/>
                    <a:moveTo>
                      <a:pt x="37500" y="97500"/>
                    </a:moveTo>
                    <a:lnTo>
                      <a:pt x="38200" y="97500"/>
                    </a:lnTo>
                    <a:lnTo>
                      <a:pt x="38200" y="98200"/>
                    </a:lnTo>
                    <a:lnTo>
                      <a:pt x="37500" y="98200"/>
                    </a:lnTo>
                    <a:close/>
                    <a:moveTo>
                      <a:pt x="40000" y="95000"/>
                    </a:moveTo>
                    <a:lnTo>
                      <a:pt x="40850" y="95000"/>
                    </a:lnTo>
                    <a:lnTo>
                      <a:pt x="40850" y="95850"/>
                    </a:lnTo>
                    <a:lnTo>
                      <a:pt x="40000" y="95850"/>
                    </a:lnTo>
                    <a:close/>
                    <a:moveTo>
                      <a:pt x="42500" y="97500"/>
                    </a:moveTo>
                    <a:lnTo>
                      <a:pt x="43200" y="97500"/>
                    </a:lnTo>
                    <a:lnTo>
                      <a:pt x="43200" y="98200"/>
                    </a:lnTo>
                    <a:lnTo>
                      <a:pt x="42500" y="98200"/>
                    </a:lnTo>
                    <a:close/>
                    <a:moveTo>
                      <a:pt x="45000" y="95000"/>
                    </a:moveTo>
                    <a:lnTo>
                      <a:pt x="45850" y="95000"/>
                    </a:lnTo>
                    <a:lnTo>
                      <a:pt x="45850" y="95850"/>
                    </a:lnTo>
                    <a:lnTo>
                      <a:pt x="45000" y="95850"/>
                    </a:lnTo>
                    <a:close/>
                    <a:moveTo>
                      <a:pt x="47500" y="97500"/>
                    </a:moveTo>
                    <a:lnTo>
                      <a:pt x="48200" y="97500"/>
                    </a:lnTo>
                    <a:lnTo>
                      <a:pt x="48200" y="98200"/>
                    </a:lnTo>
                    <a:lnTo>
                      <a:pt x="47500" y="98200"/>
                    </a:lnTo>
                    <a:close/>
                    <a:moveTo>
                      <a:pt x="50000" y="95000"/>
                    </a:moveTo>
                    <a:lnTo>
                      <a:pt x="50850" y="95000"/>
                    </a:lnTo>
                    <a:lnTo>
                      <a:pt x="50850" y="95850"/>
                    </a:lnTo>
                    <a:lnTo>
                      <a:pt x="50000" y="95850"/>
                    </a:lnTo>
                    <a:close/>
                    <a:moveTo>
                      <a:pt x="52500" y="97500"/>
                    </a:moveTo>
                    <a:lnTo>
                      <a:pt x="53200" y="97500"/>
                    </a:lnTo>
                    <a:lnTo>
                      <a:pt x="53200" y="98200"/>
                    </a:lnTo>
                    <a:lnTo>
                      <a:pt x="52500" y="98200"/>
                    </a:lnTo>
                    <a:close/>
                    <a:moveTo>
                      <a:pt x="55000" y="95000"/>
                    </a:moveTo>
                    <a:lnTo>
                      <a:pt x="55850" y="95000"/>
                    </a:lnTo>
                    <a:lnTo>
                      <a:pt x="55850" y="95850"/>
                    </a:lnTo>
                    <a:lnTo>
                      <a:pt x="55000" y="95850"/>
                    </a:lnTo>
                    <a:close/>
                    <a:moveTo>
                      <a:pt x="57500" y="97500"/>
                    </a:moveTo>
                    <a:lnTo>
                      <a:pt x="58200" y="97500"/>
                    </a:lnTo>
                    <a:lnTo>
                      <a:pt x="58200" y="98200"/>
                    </a:lnTo>
                    <a:lnTo>
                      <a:pt x="57500" y="98200"/>
                    </a:lnTo>
                    <a:close/>
                    <a:moveTo>
                      <a:pt x="60000" y="95000"/>
                    </a:moveTo>
                    <a:lnTo>
                      <a:pt x="60850" y="95000"/>
                    </a:lnTo>
                    <a:lnTo>
                      <a:pt x="60850" y="95850"/>
                    </a:lnTo>
                    <a:lnTo>
                      <a:pt x="60000" y="95850"/>
                    </a:lnTo>
                    <a:close/>
                    <a:moveTo>
                      <a:pt x="62500" y="97500"/>
                    </a:moveTo>
                    <a:lnTo>
                      <a:pt x="63200" y="97500"/>
                    </a:lnTo>
                    <a:lnTo>
                      <a:pt x="63200" y="98200"/>
                    </a:lnTo>
                    <a:lnTo>
                      <a:pt x="62500" y="98200"/>
                    </a:lnTo>
                    <a:close/>
                    <a:moveTo>
                      <a:pt x="65000" y="95000"/>
                    </a:moveTo>
                    <a:lnTo>
                      <a:pt x="65850" y="95000"/>
                    </a:lnTo>
                    <a:lnTo>
                      <a:pt x="65850" y="95850"/>
                    </a:lnTo>
                    <a:lnTo>
                      <a:pt x="65000" y="95850"/>
                    </a:lnTo>
                    <a:close/>
                    <a:moveTo>
                      <a:pt x="67500" y="97500"/>
                    </a:moveTo>
                    <a:lnTo>
                      <a:pt x="68200" y="97500"/>
                    </a:lnTo>
                    <a:lnTo>
                      <a:pt x="68200" y="98200"/>
                    </a:lnTo>
                    <a:lnTo>
                      <a:pt x="67500" y="98200"/>
                    </a:lnTo>
                    <a:close/>
                    <a:moveTo>
                      <a:pt x="70000" y="95000"/>
                    </a:moveTo>
                    <a:lnTo>
                      <a:pt x="70850" y="95000"/>
                    </a:lnTo>
                    <a:lnTo>
                      <a:pt x="70850" y="95850"/>
                    </a:lnTo>
                    <a:lnTo>
                      <a:pt x="70000" y="95850"/>
                    </a:lnTo>
                    <a:close/>
                    <a:moveTo>
                      <a:pt x="72500" y="97500"/>
                    </a:moveTo>
                    <a:lnTo>
                      <a:pt x="73200" y="97500"/>
                    </a:lnTo>
                    <a:lnTo>
                      <a:pt x="73200" y="98200"/>
                    </a:lnTo>
                    <a:lnTo>
                      <a:pt x="72500" y="98200"/>
                    </a:lnTo>
                    <a:close/>
                    <a:moveTo>
                      <a:pt x="75000" y="95000"/>
                    </a:moveTo>
                    <a:lnTo>
                      <a:pt x="75850" y="95000"/>
                    </a:lnTo>
                    <a:lnTo>
                      <a:pt x="75850" y="95850"/>
                    </a:lnTo>
                    <a:lnTo>
                      <a:pt x="75000" y="95850"/>
                    </a:lnTo>
                    <a:close/>
                    <a:moveTo>
                      <a:pt x="77500" y="97500"/>
                    </a:moveTo>
                    <a:lnTo>
                      <a:pt x="78200" y="97500"/>
                    </a:lnTo>
                    <a:lnTo>
                      <a:pt x="78200" y="98200"/>
                    </a:lnTo>
                    <a:lnTo>
                      <a:pt x="77500" y="98200"/>
                    </a:lnTo>
                    <a:close/>
                    <a:moveTo>
                      <a:pt x="80000" y="95000"/>
                    </a:moveTo>
                    <a:lnTo>
                      <a:pt x="80850" y="95000"/>
                    </a:lnTo>
                    <a:lnTo>
                      <a:pt x="80850" y="95850"/>
                    </a:lnTo>
                    <a:lnTo>
                      <a:pt x="80000" y="95850"/>
                    </a:lnTo>
                    <a:close/>
                    <a:moveTo>
                      <a:pt x="82500" y="97500"/>
                    </a:moveTo>
                    <a:lnTo>
                      <a:pt x="83200" y="97500"/>
                    </a:lnTo>
                    <a:lnTo>
                      <a:pt x="83200" y="98200"/>
                    </a:lnTo>
                    <a:lnTo>
                      <a:pt x="82500" y="98200"/>
                    </a:lnTo>
                    <a:close/>
                    <a:moveTo>
                      <a:pt x="85000" y="95000"/>
                    </a:moveTo>
                    <a:lnTo>
                      <a:pt x="85850" y="95000"/>
                    </a:lnTo>
                    <a:lnTo>
                      <a:pt x="85850" y="95850"/>
                    </a:lnTo>
                    <a:lnTo>
                      <a:pt x="85000" y="95850"/>
                    </a:lnTo>
                    <a:close/>
                    <a:moveTo>
                      <a:pt x="87500" y="97500"/>
                    </a:moveTo>
                    <a:lnTo>
                      <a:pt x="88200" y="97500"/>
                    </a:lnTo>
                    <a:lnTo>
                      <a:pt x="88200" y="98200"/>
                    </a:lnTo>
                    <a:lnTo>
                      <a:pt x="87500" y="98200"/>
                    </a:lnTo>
                    <a:close/>
                    <a:moveTo>
                      <a:pt x="90000" y="95000"/>
                    </a:moveTo>
                    <a:lnTo>
                      <a:pt x="90850" y="95000"/>
                    </a:lnTo>
                    <a:lnTo>
                      <a:pt x="90850" y="95850"/>
                    </a:lnTo>
                    <a:lnTo>
                      <a:pt x="90000" y="95850"/>
                    </a:lnTo>
                    <a:close/>
                    <a:moveTo>
                      <a:pt x="92500" y="97500"/>
                    </a:moveTo>
                    <a:lnTo>
                      <a:pt x="93200" y="97500"/>
                    </a:lnTo>
                    <a:lnTo>
                      <a:pt x="93200" y="98200"/>
                    </a:lnTo>
                    <a:lnTo>
                      <a:pt x="92500" y="98200"/>
                    </a:lnTo>
                    <a:close/>
                    <a:moveTo>
                      <a:pt x="95000" y="95000"/>
                    </a:moveTo>
                    <a:lnTo>
                      <a:pt x="95850" y="95000"/>
                    </a:lnTo>
                    <a:lnTo>
                      <a:pt x="95850" y="95850"/>
                    </a:lnTo>
                    <a:lnTo>
                      <a:pt x="95000" y="95850"/>
                    </a:lnTo>
                    <a:close/>
                    <a:moveTo>
                      <a:pt x="97500" y="97500"/>
                    </a:moveTo>
                    <a:lnTo>
                      <a:pt x="98200" y="97500"/>
                    </a:lnTo>
                    <a:lnTo>
                      <a:pt x="98200" y="98200"/>
                    </a:lnTo>
                    <a:lnTo>
                      <a:pt x="97500" y="98200"/>
                    </a:lnTo>
                    <a:close/>
                    <a:moveTo>
                      <a:pt x="100000" y="95000"/>
                    </a:moveTo>
                    <a:lnTo>
                      <a:pt x="100850" y="95000"/>
                    </a:lnTo>
                    <a:lnTo>
                      <a:pt x="100850" y="95850"/>
                    </a:lnTo>
                    <a:lnTo>
                      <a:pt x="100000" y="95850"/>
                    </a:lnTo>
                    <a:close/>
                    <a:moveTo>
                      <a:pt x="102500" y="97500"/>
                    </a:moveTo>
                    <a:lnTo>
                      <a:pt x="103200" y="97500"/>
                    </a:lnTo>
                    <a:lnTo>
                      <a:pt x="103200" y="98200"/>
                    </a:lnTo>
                    <a:lnTo>
                      <a:pt x="102500" y="98200"/>
                    </a:lnTo>
                    <a:close/>
                    <a:moveTo>
                      <a:pt x="105000" y="95000"/>
                    </a:moveTo>
                    <a:lnTo>
                      <a:pt x="105850" y="95000"/>
                    </a:lnTo>
                    <a:lnTo>
                      <a:pt x="105850" y="95850"/>
                    </a:lnTo>
                    <a:lnTo>
                      <a:pt x="105000" y="95850"/>
                    </a:lnTo>
                    <a:close/>
                    <a:moveTo>
                      <a:pt x="107500" y="97500"/>
                    </a:moveTo>
                    <a:lnTo>
                      <a:pt x="108200" y="97500"/>
                    </a:lnTo>
                    <a:lnTo>
                      <a:pt x="108200" y="98200"/>
                    </a:lnTo>
                    <a:lnTo>
                      <a:pt x="107500" y="98200"/>
                    </a:lnTo>
                    <a:close/>
                    <a:moveTo>
                      <a:pt x="110000" y="95000"/>
                    </a:moveTo>
                    <a:lnTo>
                      <a:pt x="110850" y="95000"/>
                    </a:lnTo>
                    <a:lnTo>
                      <a:pt x="110850" y="95850"/>
                    </a:lnTo>
                    <a:lnTo>
                      <a:pt x="110000" y="95850"/>
                    </a:lnTo>
                    <a:close/>
                    <a:moveTo>
                      <a:pt x="112500" y="97500"/>
                    </a:moveTo>
                    <a:lnTo>
                      <a:pt x="113200" y="97500"/>
                    </a:lnTo>
                    <a:lnTo>
                      <a:pt x="113200" y="98200"/>
                    </a:lnTo>
                    <a:lnTo>
                      <a:pt x="112500" y="98200"/>
                    </a:lnTo>
                    <a:close/>
                    <a:moveTo>
                      <a:pt x="115000" y="95000"/>
                    </a:moveTo>
                    <a:lnTo>
                      <a:pt x="115850" y="95000"/>
                    </a:lnTo>
                    <a:lnTo>
                      <a:pt x="115850" y="95850"/>
                    </a:lnTo>
                    <a:lnTo>
                      <a:pt x="115000" y="95850"/>
                    </a:lnTo>
                    <a:close/>
                    <a:moveTo>
                      <a:pt x="117500" y="97500"/>
                    </a:moveTo>
                    <a:lnTo>
                      <a:pt x="118200" y="97500"/>
                    </a:lnTo>
                    <a:lnTo>
                      <a:pt x="118200" y="98200"/>
                    </a:lnTo>
                    <a:lnTo>
                      <a:pt x="117500" y="98200"/>
                    </a:lnTo>
                    <a:close/>
                    <a:moveTo>
                      <a:pt x="120000" y="95000"/>
                    </a:moveTo>
                    <a:lnTo>
                      <a:pt x="120850" y="95000"/>
                    </a:lnTo>
                    <a:lnTo>
                      <a:pt x="120850" y="95850"/>
                    </a:lnTo>
                    <a:lnTo>
                      <a:pt x="120000" y="95850"/>
                    </a:lnTo>
                    <a:close/>
                    <a:moveTo>
                      <a:pt x="122500" y="97500"/>
                    </a:moveTo>
                    <a:lnTo>
                      <a:pt x="123200" y="97500"/>
                    </a:lnTo>
                    <a:lnTo>
                      <a:pt x="123200" y="98200"/>
                    </a:lnTo>
                    <a:lnTo>
                      <a:pt x="122500" y="98200"/>
                    </a:lnTo>
                    <a:close/>
                    <a:moveTo>
                      <a:pt x="125000" y="95000"/>
                    </a:moveTo>
                    <a:lnTo>
                      <a:pt x="125850" y="95000"/>
                    </a:lnTo>
                    <a:lnTo>
                      <a:pt x="125850" y="95850"/>
                    </a:lnTo>
                    <a:lnTo>
                      <a:pt x="125000" y="95850"/>
                    </a:lnTo>
                    <a:close/>
                    <a:moveTo>
                      <a:pt x="127500" y="97500"/>
                    </a:moveTo>
                    <a:lnTo>
                      <a:pt x="128200" y="97500"/>
                    </a:lnTo>
                    <a:lnTo>
                      <a:pt x="128200" y="98200"/>
                    </a:lnTo>
                    <a:lnTo>
                      <a:pt x="127500" y="98200"/>
                    </a:lnTo>
                    <a:close/>
                    <a:moveTo>
                      <a:pt x="130000" y="95000"/>
                    </a:moveTo>
                    <a:lnTo>
                      <a:pt x="130850" y="95000"/>
                    </a:lnTo>
                    <a:lnTo>
                      <a:pt x="130850" y="95850"/>
                    </a:lnTo>
                    <a:lnTo>
                      <a:pt x="130000" y="95850"/>
                    </a:lnTo>
                    <a:close/>
                    <a:moveTo>
                      <a:pt x="132500" y="97500"/>
                    </a:moveTo>
                    <a:lnTo>
                      <a:pt x="133200" y="97500"/>
                    </a:lnTo>
                    <a:lnTo>
                      <a:pt x="133200" y="98200"/>
                    </a:lnTo>
                    <a:lnTo>
                      <a:pt x="132500" y="98200"/>
                    </a:lnTo>
                    <a:close/>
                    <a:moveTo>
                      <a:pt x="135000" y="95000"/>
                    </a:moveTo>
                    <a:lnTo>
                      <a:pt x="135850" y="95000"/>
                    </a:lnTo>
                    <a:lnTo>
                      <a:pt x="135850" y="95850"/>
                    </a:lnTo>
                    <a:lnTo>
                      <a:pt x="135000" y="95850"/>
                    </a:lnTo>
                    <a:close/>
                    <a:moveTo>
                      <a:pt x="137500" y="97500"/>
                    </a:moveTo>
                    <a:lnTo>
                      <a:pt x="138200" y="97500"/>
                    </a:lnTo>
                    <a:lnTo>
                      <a:pt x="138200" y="98200"/>
                    </a:lnTo>
                    <a:lnTo>
                      <a:pt x="137500" y="98200"/>
                    </a:lnTo>
                    <a:close/>
                    <a:moveTo>
                      <a:pt x="140000" y="95000"/>
                    </a:moveTo>
                    <a:lnTo>
                      <a:pt x="140850" y="95000"/>
                    </a:lnTo>
                    <a:lnTo>
                      <a:pt x="140850" y="95850"/>
                    </a:lnTo>
                    <a:lnTo>
                      <a:pt x="140000" y="95850"/>
                    </a:lnTo>
                    <a:close/>
                    <a:moveTo>
                      <a:pt x="142500" y="97500"/>
                    </a:moveTo>
                    <a:lnTo>
                      <a:pt x="143200" y="97500"/>
                    </a:lnTo>
                    <a:lnTo>
                      <a:pt x="143200" y="98200"/>
                    </a:lnTo>
                    <a:lnTo>
                      <a:pt x="142500" y="98200"/>
                    </a:lnTo>
                    <a:close/>
                    <a:moveTo>
                      <a:pt x="145000" y="95000"/>
                    </a:moveTo>
                    <a:lnTo>
                      <a:pt x="145850" y="95000"/>
                    </a:lnTo>
                    <a:lnTo>
                      <a:pt x="145850" y="95850"/>
                    </a:lnTo>
                    <a:lnTo>
                      <a:pt x="145000" y="95850"/>
                    </a:lnTo>
                    <a:close/>
                    <a:moveTo>
                      <a:pt x="147500" y="97500"/>
                    </a:moveTo>
                    <a:lnTo>
                      <a:pt x="148200" y="97500"/>
                    </a:lnTo>
                    <a:lnTo>
                      <a:pt x="148200" y="98200"/>
                    </a:lnTo>
                    <a:lnTo>
                      <a:pt x="147500" y="98200"/>
                    </a:lnTo>
                    <a:close/>
                    <a:moveTo>
                      <a:pt x="150000" y="95000"/>
                    </a:moveTo>
                    <a:lnTo>
                      <a:pt x="150850" y="95000"/>
                    </a:lnTo>
                    <a:lnTo>
                      <a:pt x="150850" y="95850"/>
                    </a:lnTo>
                    <a:lnTo>
                      <a:pt x="150000" y="95850"/>
                    </a:lnTo>
                    <a:close/>
                    <a:moveTo>
                      <a:pt x="152500" y="97500"/>
                    </a:moveTo>
                    <a:lnTo>
                      <a:pt x="153200" y="97500"/>
                    </a:lnTo>
                    <a:lnTo>
                      <a:pt x="153200" y="98200"/>
                    </a:lnTo>
                    <a:lnTo>
                      <a:pt x="152500" y="98200"/>
                    </a:lnTo>
                    <a:close/>
                    <a:moveTo>
                      <a:pt x="155000" y="95000"/>
                    </a:moveTo>
                    <a:lnTo>
                      <a:pt x="155850" y="95000"/>
                    </a:lnTo>
                    <a:lnTo>
                      <a:pt x="155850" y="95850"/>
                    </a:lnTo>
                    <a:lnTo>
                      <a:pt x="155000" y="95850"/>
                    </a:lnTo>
                    <a:close/>
                    <a:moveTo>
                      <a:pt x="157500" y="97500"/>
                    </a:moveTo>
                    <a:lnTo>
                      <a:pt x="158200" y="97500"/>
                    </a:lnTo>
                    <a:lnTo>
                      <a:pt x="158200" y="98200"/>
                    </a:lnTo>
                    <a:lnTo>
                      <a:pt x="157500" y="98200"/>
                    </a:lnTo>
                    <a:close/>
                    <a:moveTo>
                      <a:pt x="160000" y="95000"/>
                    </a:moveTo>
                    <a:lnTo>
                      <a:pt x="160850" y="95000"/>
                    </a:lnTo>
                    <a:lnTo>
                      <a:pt x="160850" y="95850"/>
                    </a:lnTo>
                    <a:lnTo>
                      <a:pt x="160000" y="95850"/>
                    </a:lnTo>
                    <a:close/>
                    <a:moveTo>
                      <a:pt x="162500" y="97500"/>
                    </a:moveTo>
                    <a:lnTo>
                      <a:pt x="163200" y="97500"/>
                    </a:lnTo>
                    <a:lnTo>
                      <a:pt x="163200" y="98200"/>
                    </a:lnTo>
                    <a:lnTo>
                      <a:pt x="162500" y="98200"/>
                    </a:lnTo>
                    <a:close/>
                    <a:moveTo>
                      <a:pt x="165000" y="95000"/>
                    </a:moveTo>
                    <a:lnTo>
                      <a:pt x="165850" y="95000"/>
                    </a:lnTo>
                    <a:lnTo>
                      <a:pt x="165850" y="95850"/>
                    </a:lnTo>
                    <a:lnTo>
                      <a:pt x="165000" y="95850"/>
                    </a:lnTo>
                    <a:close/>
                    <a:moveTo>
                      <a:pt x="167500" y="97500"/>
                    </a:moveTo>
                    <a:lnTo>
                      <a:pt x="168200" y="97500"/>
                    </a:lnTo>
                    <a:lnTo>
                      <a:pt x="168200" y="98200"/>
                    </a:lnTo>
                    <a:lnTo>
                      <a:pt x="167500" y="98200"/>
                    </a:lnTo>
                    <a:close/>
                    <a:moveTo>
                      <a:pt x="170000" y="95000"/>
                    </a:moveTo>
                    <a:lnTo>
                      <a:pt x="170850" y="95000"/>
                    </a:lnTo>
                    <a:lnTo>
                      <a:pt x="170850" y="95850"/>
                    </a:lnTo>
                    <a:lnTo>
                      <a:pt x="170000" y="95850"/>
                    </a:lnTo>
                    <a:close/>
                    <a:moveTo>
                      <a:pt x="172500" y="97500"/>
                    </a:moveTo>
                    <a:lnTo>
                      <a:pt x="173200" y="97500"/>
                    </a:lnTo>
                    <a:lnTo>
                      <a:pt x="173200" y="98200"/>
                    </a:lnTo>
                    <a:lnTo>
                      <a:pt x="172500" y="98200"/>
                    </a:lnTo>
                    <a:close/>
                    <a:moveTo>
                      <a:pt x="175000" y="95000"/>
                    </a:moveTo>
                    <a:lnTo>
                      <a:pt x="175850" y="95000"/>
                    </a:lnTo>
                    <a:lnTo>
                      <a:pt x="175850" y="95850"/>
                    </a:lnTo>
                    <a:lnTo>
                      <a:pt x="175000" y="95850"/>
                    </a:lnTo>
                    <a:close/>
                    <a:moveTo>
                      <a:pt x="177500" y="97500"/>
                    </a:moveTo>
                    <a:lnTo>
                      <a:pt x="178200" y="97500"/>
                    </a:lnTo>
                    <a:lnTo>
                      <a:pt x="178200" y="98200"/>
                    </a:lnTo>
                    <a:lnTo>
                      <a:pt x="177500" y="98200"/>
                    </a:lnTo>
                    <a:close/>
                    <a:moveTo>
                      <a:pt x="180000" y="95000"/>
                    </a:moveTo>
                    <a:lnTo>
                      <a:pt x="180850" y="95000"/>
                    </a:lnTo>
                    <a:lnTo>
                      <a:pt x="180850" y="95850"/>
                    </a:lnTo>
                    <a:lnTo>
                      <a:pt x="180000" y="95850"/>
                    </a:lnTo>
                    <a:close/>
                    <a:moveTo>
                      <a:pt x="182500" y="97500"/>
                    </a:moveTo>
                    <a:lnTo>
                      <a:pt x="183200" y="97500"/>
                    </a:lnTo>
                    <a:lnTo>
                      <a:pt x="183200" y="98200"/>
                    </a:lnTo>
                    <a:lnTo>
                      <a:pt x="182500" y="98200"/>
                    </a:lnTo>
                    <a:close/>
                    <a:moveTo>
                      <a:pt x="185000" y="95000"/>
                    </a:moveTo>
                    <a:lnTo>
                      <a:pt x="185850" y="95000"/>
                    </a:lnTo>
                    <a:lnTo>
                      <a:pt x="185850" y="95850"/>
                    </a:lnTo>
                    <a:lnTo>
                      <a:pt x="185000" y="95850"/>
                    </a:lnTo>
                    <a:close/>
                    <a:moveTo>
                      <a:pt x="187500" y="97500"/>
                    </a:moveTo>
                    <a:lnTo>
                      <a:pt x="188200" y="97500"/>
                    </a:lnTo>
                    <a:lnTo>
                      <a:pt x="188200" y="98200"/>
                    </a:lnTo>
                    <a:lnTo>
                      <a:pt x="187500" y="98200"/>
                    </a:lnTo>
                    <a:close/>
                    <a:moveTo>
                      <a:pt x="190000" y="95000"/>
                    </a:moveTo>
                    <a:lnTo>
                      <a:pt x="190850" y="95000"/>
                    </a:lnTo>
                    <a:lnTo>
                      <a:pt x="190850" y="95850"/>
                    </a:lnTo>
                    <a:lnTo>
                      <a:pt x="190000" y="95850"/>
                    </a:lnTo>
                    <a:close/>
                    <a:moveTo>
                      <a:pt x="192500" y="97500"/>
                    </a:moveTo>
                    <a:lnTo>
                      <a:pt x="193200" y="97500"/>
                    </a:lnTo>
                    <a:lnTo>
                      <a:pt x="193200" y="98200"/>
                    </a:lnTo>
                    <a:lnTo>
                      <a:pt x="192500" y="98200"/>
                    </a:lnTo>
                    <a:close/>
                    <a:moveTo>
                      <a:pt x="195000" y="95000"/>
                    </a:moveTo>
                    <a:lnTo>
                      <a:pt x="195850" y="95000"/>
                    </a:lnTo>
                    <a:lnTo>
                      <a:pt x="195850" y="95850"/>
                    </a:lnTo>
                    <a:lnTo>
                      <a:pt x="195000" y="95850"/>
                    </a:lnTo>
                    <a:close/>
                    <a:moveTo>
                      <a:pt x="197500" y="97500"/>
                    </a:moveTo>
                    <a:lnTo>
                      <a:pt x="198200" y="97500"/>
                    </a:lnTo>
                    <a:lnTo>
                      <a:pt x="198200" y="98200"/>
                    </a:lnTo>
                    <a:lnTo>
                      <a:pt x="197500" y="98200"/>
                    </a:lnTo>
                    <a:close/>
                    <a:moveTo>
                      <a:pt x="200000" y="95000"/>
                    </a:moveTo>
                    <a:lnTo>
                      <a:pt x="200850" y="95000"/>
                    </a:lnTo>
                    <a:lnTo>
                      <a:pt x="200850" y="95850"/>
                    </a:lnTo>
                    <a:lnTo>
                      <a:pt x="200000" y="95850"/>
                    </a:lnTo>
                    <a:close/>
                    <a:moveTo>
                      <a:pt x="202500" y="97500"/>
                    </a:moveTo>
                    <a:lnTo>
                      <a:pt x="203200" y="97500"/>
                    </a:lnTo>
                    <a:lnTo>
                      <a:pt x="203200" y="98200"/>
                    </a:lnTo>
                    <a:lnTo>
                      <a:pt x="202500" y="98200"/>
                    </a:lnTo>
                    <a:close/>
                    <a:moveTo>
                      <a:pt x="205000" y="95000"/>
                    </a:moveTo>
                    <a:lnTo>
                      <a:pt x="205850" y="95000"/>
                    </a:lnTo>
                    <a:lnTo>
                      <a:pt x="205850" y="95850"/>
                    </a:lnTo>
                    <a:lnTo>
                      <a:pt x="205000" y="95850"/>
                    </a:lnTo>
                    <a:close/>
                    <a:moveTo>
                      <a:pt x="207500" y="97500"/>
                    </a:moveTo>
                    <a:lnTo>
                      <a:pt x="208200" y="97500"/>
                    </a:lnTo>
                    <a:lnTo>
                      <a:pt x="208200" y="98200"/>
                    </a:lnTo>
                    <a:lnTo>
                      <a:pt x="207500" y="98200"/>
                    </a:lnTo>
                    <a:close/>
                    <a:moveTo>
                      <a:pt x="210000" y="95000"/>
                    </a:moveTo>
                    <a:lnTo>
                      <a:pt x="210850" y="95000"/>
                    </a:lnTo>
                    <a:lnTo>
                      <a:pt x="210850" y="95850"/>
                    </a:lnTo>
                    <a:lnTo>
                      <a:pt x="210000" y="95850"/>
                    </a:lnTo>
                    <a:close/>
                    <a:moveTo>
                      <a:pt x="212500" y="97500"/>
                    </a:moveTo>
                    <a:lnTo>
                      <a:pt x="213200" y="97500"/>
                    </a:lnTo>
                    <a:lnTo>
                      <a:pt x="213200" y="98200"/>
                    </a:lnTo>
                    <a:lnTo>
                      <a:pt x="212500" y="98200"/>
                    </a:lnTo>
                    <a:close/>
                    <a:moveTo>
                      <a:pt x="215000" y="95000"/>
                    </a:moveTo>
                    <a:lnTo>
                      <a:pt x="215850" y="95000"/>
                    </a:lnTo>
                    <a:lnTo>
                      <a:pt x="215850" y="95850"/>
                    </a:lnTo>
                    <a:lnTo>
                      <a:pt x="215000" y="95850"/>
                    </a:lnTo>
                    <a:close/>
                    <a:moveTo>
                      <a:pt x="217500" y="97500"/>
                    </a:moveTo>
                    <a:lnTo>
                      <a:pt x="218200" y="97500"/>
                    </a:lnTo>
                    <a:lnTo>
                      <a:pt x="218200" y="98200"/>
                    </a:lnTo>
                    <a:lnTo>
                      <a:pt x="217500" y="98200"/>
                    </a:lnTo>
                    <a:close/>
                    <a:moveTo>
                      <a:pt x="220000" y="95000"/>
                    </a:moveTo>
                    <a:lnTo>
                      <a:pt x="220850" y="95000"/>
                    </a:lnTo>
                    <a:lnTo>
                      <a:pt x="220850" y="95850"/>
                    </a:lnTo>
                    <a:lnTo>
                      <a:pt x="220000" y="95850"/>
                    </a:lnTo>
                    <a:close/>
                    <a:moveTo>
                      <a:pt x="222500" y="97500"/>
                    </a:moveTo>
                    <a:lnTo>
                      <a:pt x="223200" y="97500"/>
                    </a:lnTo>
                    <a:lnTo>
                      <a:pt x="223200" y="98200"/>
                    </a:lnTo>
                    <a:lnTo>
                      <a:pt x="222500" y="98200"/>
                    </a:lnTo>
                    <a:close/>
                    <a:moveTo>
                      <a:pt x="225000" y="95000"/>
                    </a:moveTo>
                    <a:lnTo>
                      <a:pt x="225850" y="95000"/>
                    </a:lnTo>
                    <a:lnTo>
                      <a:pt x="225850" y="95850"/>
                    </a:lnTo>
                    <a:lnTo>
                      <a:pt x="225000" y="95850"/>
                    </a:lnTo>
                    <a:close/>
                    <a:moveTo>
                      <a:pt x="227500" y="97500"/>
                    </a:moveTo>
                    <a:lnTo>
                      <a:pt x="228200" y="97500"/>
                    </a:lnTo>
                    <a:lnTo>
                      <a:pt x="228200" y="98200"/>
                    </a:lnTo>
                    <a:lnTo>
                      <a:pt x="227500" y="98200"/>
                    </a:lnTo>
                    <a:close/>
                    <a:moveTo>
                      <a:pt x="230000" y="95000"/>
                    </a:moveTo>
                    <a:lnTo>
                      <a:pt x="230850" y="95000"/>
                    </a:lnTo>
                    <a:lnTo>
                      <a:pt x="230850" y="95850"/>
                    </a:lnTo>
                    <a:lnTo>
                      <a:pt x="230000" y="95850"/>
                    </a:lnTo>
                    <a:close/>
                    <a:moveTo>
                      <a:pt x="232500" y="97500"/>
                    </a:moveTo>
                    <a:lnTo>
                      <a:pt x="233200" y="97500"/>
                    </a:lnTo>
                    <a:lnTo>
                      <a:pt x="233200" y="98200"/>
                    </a:lnTo>
                    <a:lnTo>
                      <a:pt x="232500" y="98200"/>
                    </a:lnTo>
                    <a:close/>
                    <a:moveTo>
                      <a:pt x="235000" y="95000"/>
                    </a:moveTo>
                    <a:lnTo>
                      <a:pt x="235850" y="95000"/>
                    </a:lnTo>
                    <a:lnTo>
                      <a:pt x="235850" y="95850"/>
                    </a:lnTo>
                    <a:lnTo>
                      <a:pt x="235000" y="95850"/>
                    </a:lnTo>
                    <a:close/>
                    <a:moveTo>
                      <a:pt x="237500" y="97500"/>
                    </a:moveTo>
                    <a:lnTo>
                      <a:pt x="238200" y="97500"/>
                    </a:lnTo>
                    <a:lnTo>
                      <a:pt x="238200" y="98200"/>
                    </a:lnTo>
                    <a:lnTo>
                      <a:pt x="237500" y="98200"/>
                    </a:lnTo>
                    <a:close/>
                    <a:moveTo>
                      <a:pt x="240000" y="95000"/>
                    </a:moveTo>
                    <a:lnTo>
                      <a:pt x="240850" y="95000"/>
                    </a:lnTo>
                    <a:lnTo>
                      <a:pt x="240850" y="95850"/>
                    </a:lnTo>
                    <a:lnTo>
                      <a:pt x="240000" y="95850"/>
                    </a:lnTo>
                    <a:close/>
                    <a:moveTo>
                      <a:pt x="242500" y="97500"/>
                    </a:moveTo>
                    <a:lnTo>
                      <a:pt x="243200" y="97500"/>
                    </a:lnTo>
                    <a:lnTo>
                      <a:pt x="243200" y="98200"/>
                    </a:lnTo>
                    <a:lnTo>
                      <a:pt x="242500" y="98200"/>
                    </a:lnTo>
                    <a:close/>
                    <a:moveTo>
                      <a:pt x="245000" y="95000"/>
                    </a:moveTo>
                    <a:lnTo>
                      <a:pt x="245850" y="95000"/>
                    </a:lnTo>
                    <a:lnTo>
                      <a:pt x="245850" y="95850"/>
                    </a:lnTo>
                    <a:lnTo>
                      <a:pt x="245000" y="95850"/>
                    </a:lnTo>
                    <a:close/>
                    <a:moveTo>
                      <a:pt x="247500" y="97500"/>
                    </a:moveTo>
                    <a:lnTo>
                      <a:pt x="248200" y="97500"/>
                    </a:lnTo>
                    <a:lnTo>
                      <a:pt x="248200" y="98200"/>
                    </a:lnTo>
                    <a:lnTo>
                      <a:pt x="247500" y="98200"/>
                    </a:lnTo>
                    <a:close/>
                    <a:moveTo>
                      <a:pt x="250000" y="95000"/>
                    </a:moveTo>
                    <a:lnTo>
                      <a:pt x="250850" y="95000"/>
                    </a:lnTo>
                    <a:lnTo>
                      <a:pt x="250850" y="95850"/>
                    </a:lnTo>
                    <a:lnTo>
                      <a:pt x="250000" y="95850"/>
                    </a:lnTo>
                    <a:close/>
                    <a:moveTo>
                      <a:pt x="252500" y="97500"/>
                    </a:moveTo>
                    <a:lnTo>
                      <a:pt x="253200" y="97500"/>
                    </a:lnTo>
                    <a:lnTo>
                      <a:pt x="253200" y="98200"/>
                    </a:lnTo>
                    <a:lnTo>
                      <a:pt x="252500" y="98200"/>
                    </a:lnTo>
                    <a:close/>
                    <a:moveTo>
                      <a:pt x="255000" y="95000"/>
                    </a:moveTo>
                    <a:lnTo>
                      <a:pt x="255850" y="95000"/>
                    </a:lnTo>
                    <a:lnTo>
                      <a:pt x="255850" y="95850"/>
                    </a:lnTo>
                    <a:lnTo>
                      <a:pt x="255000" y="95850"/>
                    </a:lnTo>
                    <a:close/>
                    <a:moveTo>
                      <a:pt x="257500" y="97500"/>
                    </a:moveTo>
                    <a:lnTo>
                      <a:pt x="258200" y="97500"/>
                    </a:lnTo>
                    <a:lnTo>
                      <a:pt x="258200" y="98200"/>
                    </a:lnTo>
                    <a:lnTo>
                      <a:pt x="257500" y="98200"/>
                    </a:lnTo>
                    <a:close/>
                    <a:moveTo>
                      <a:pt x="260000" y="95000"/>
                    </a:moveTo>
                    <a:lnTo>
                      <a:pt x="260850" y="95000"/>
                    </a:lnTo>
                    <a:lnTo>
                      <a:pt x="260850" y="95850"/>
                    </a:lnTo>
                    <a:lnTo>
                      <a:pt x="260000" y="95850"/>
                    </a:lnTo>
                    <a:close/>
                    <a:moveTo>
                      <a:pt x="262500" y="97500"/>
                    </a:moveTo>
                    <a:lnTo>
                      <a:pt x="263200" y="97500"/>
                    </a:lnTo>
                    <a:lnTo>
                      <a:pt x="263200" y="98200"/>
                    </a:lnTo>
                    <a:lnTo>
                      <a:pt x="262500" y="98200"/>
                    </a:lnTo>
                    <a:close/>
                    <a:moveTo>
                      <a:pt x="265000" y="95000"/>
                    </a:moveTo>
                    <a:lnTo>
                      <a:pt x="265850" y="95000"/>
                    </a:lnTo>
                    <a:lnTo>
                      <a:pt x="265850" y="95850"/>
                    </a:lnTo>
                    <a:lnTo>
                      <a:pt x="265000" y="95850"/>
                    </a:lnTo>
                    <a:close/>
                    <a:moveTo>
                      <a:pt x="267500" y="97500"/>
                    </a:moveTo>
                    <a:lnTo>
                      <a:pt x="268200" y="97500"/>
                    </a:lnTo>
                    <a:lnTo>
                      <a:pt x="268200" y="98200"/>
                    </a:lnTo>
                    <a:lnTo>
                      <a:pt x="267500" y="98200"/>
                    </a:lnTo>
                    <a:close/>
                    <a:moveTo>
                      <a:pt x="270000" y="95000"/>
                    </a:moveTo>
                    <a:lnTo>
                      <a:pt x="270850" y="95000"/>
                    </a:lnTo>
                    <a:lnTo>
                      <a:pt x="270850" y="95850"/>
                    </a:lnTo>
                    <a:lnTo>
                      <a:pt x="270000" y="95850"/>
                    </a:lnTo>
                    <a:close/>
                    <a:moveTo>
                      <a:pt x="272500" y="97500"/>
                    </a:moveTo>
                    <a:lnTo>
                      <a:pt x="273200" y="97500"/>
                    </a:lnTo>
                    <a:lnTo>
                      <a:pt x="273200" y="98200"/>
                    </a:lnTo>
                    <a:lnTo>
                      <a:pt x="272500" y="98200"/>
                    </a:lnTo>
                    <a:close/>
                    <a:moveTo>
                      <a:pt x="275000" y="95000"/>
                    </a:moveTo>
                    <a:lnTo>
                      <a:pt x="275850" y="95000"/>
                    </a:lnTo>
                    <a:lnTo>
                      <a:pt x="275850" y="95850"/>
                    </a:lnTo>
                    <a:lnTo>
                      <a:pt x="275000" y="95850"/>
                    </a:lnTo>
                    <a:close/>
                    <a:moveTo>
                      <a:pt x="277500" y="97500"/>
                    </a:moveTo>
                    <a:lnTo>
                      <a:pt x="278200" y="97500"/>
                    </a:lnTo>
                    <a:lnTo>
                      <a:pt x="278200" y="98200"/>
                    </a:lnTo>
                    <a:lnTo>
                      <a:pt x="277500" y="98200"/>
                    </a:lnTo>
                    <a:close/>
                    <a:moveTo>
                      <a:pt x="280000" y="95000"/>
                    </a:moveTo>
                    <a:lnTo>
                      <a:pt x="280850" y="95000"/>
                    </a:lnTo>
                    <a:lnTo>
                      <a:pt x="280850" y="95850"/>
                    </a:lnTo>
                    <a:lnTo>
                      <a:pt x="280000" y="95850"/>
                    </a:lnTo>
                    <a:close/>
                    <a:moveTo>
                      <a:pt x="282500" y="97500"/>
                    </a:moveTo>
                    <a:lnTo>
                      <a:pt x="283200" y="97500"/>
                    </a:lnTo>
                    <a:lnTo>
                      <a:pt x="283200" y="98200"/>
                    </a:lnTo>
                    <a:lnTo>
                      <a:pt x="282500" y="98200"/>
                    </a:lnTo>
                    <a:close/>
                    <a:moveTo>
                      <a:pt x="285000" y="95000"/>
                    </a:moveTo>
                    <a:lnTo>
                      <a:pt x="285850" y="95000"/>
                    </a:lnTo>
                    <a:lnTo>
                      <a:pt x="285850" y="95850"/>
                    </a:lnTo>
                    <a:lnTo>
                      <a:pt x="285000" y="95850"/>
                    </a:lnTo>
                    <a:close/>
                    <a:moveTo>
                      <a:pt x="287500" y="97500"/>
                    </a:moveTo>
                    <a:lnTo>
                      <a:pt x="288200" y="97500"/>
                    </a:lnTo>
                    <a:lnTo>
                      <a:pt x="288200" y="98200"/>
                    </a:lnTo>
                    <a:lnTo>
                      <a:pt x="287500" y="98200"/>
                    </a:lnTo>
                    <a:close/>
                    <a:moveTo>
                      <a:pt x="0" y="100000"/>
                    </a:moveTo>
                    <a:lnTo>
                      <a:pt x="850" y="100000"/>
                    </a:lnTo>
                    <a:lnTo>
                      <a:pt x="850" y="100850"/>
                    </a:lnTo>
                    <a:lnTo>
                      <a:pt x="0" y="100850"/>
                    </a:lnTo>
                    <a:close/>
                    <a:moveTo>
                      <a:pt x="2500" y="102500"/>
                    </a:moveTo>
                    <a:lnTo>
                      <a:pt x="3200" y="102500"/>
                    </a:lnTo>
                    <a:lnTo>
                      <a:pt x="3200" y="103200"/>
                    </a:lnTo>
                    <a:lnTo>
                      <a:pt x="2500" y="103200"/>
                    </a:lnTo>
                    <a:close/>
                    <a:moveTo>
                      <a:pt x="5000" y="100000"/>
                    </a:moveTo>
                    <a:lnTo>
                      <a:pt x="5850" y="100000"/>
                    </a:lnTo>
                    <a:lnTo>
                      <a:pt x="5850" y="100850"/>
                    </a:lnTo>
                    <a:lnTo>
                      <a:pt x="5000" y="100850"/>
                    </a:lnTo>
                    <a:close/>
                    <a:moveTo>
                      <a:pt x="7500" y="102500"/>
                    </a:moveTo>
                    <a:lnTo>
                      <a:pt x="8200" y="102500"/>
                    </a:lnTo>
                    <a:lnTo>
                      <a:pt x="8200" y="103200"/>
                    </a:lnTo>
                    <a:lnTo>
                      <a:pt x="7500" y="103200"/>
                    </a:lnTo>
                    <a:close/>
                    <a:moveTo>
                      <a:pt x="10000" y="100000"/>
                    </a:moveTo>
                    <a:lnTo>
                      <a:pt x="10850" y="100000"/>
                    </a:lnTo>
                    <a:lnTo>
                      <a:pt x="10850" y="100850"/>
                    </a:lnTo>
                    <a:lnTo>
                      <a:pt x="10000" y="100850"/>
                    </a:lnTo>
                    <a:close/>
                    <a:moveTo>
                      <a:pt x="12500" y="102500"/>
                    </a:moveTo>
                    <a:lnTo>
                      <a:pt x="13200" y="102500"/>
                    </a:lnTo>
                    <a:lnTo>
                      <a:pt x="13200" y="103200"/>
                    </a:lnTo>
                    <a:lnTo>
                      <a:pt x="12500" y="103200"/>
                    </a:lnTo>
                    <a:close/>
                    <a:moveTo>
                      <a:pt x="15000" y="100000"/>
                    </a:moveTo>
                    <a:lnTo>
                      <a:pt x="15850" y="100000"/>
                    </a:lnTo>
                    <a:lnTo>
                      <a:pt x="15850" y="100850"/>
                    </a:lnTo>
                    <a:lnTo>
                      <a:pt x="15000" y="100850"/>
                    </a:lnTo>
                    <a:close/>
                    <a:moveTo>
                      <a:pt x="17500" y="102500"/>
                    </a:moveTo>
                    <a:lnTo>
                      <a:pt x="18200" y="102500"/>
                    </a:lnTo>
                    <a:lnTo>
                      <a:pt x="18200" y="103200"/>
                    </a:lnTo>
                    <a:lnTo>
                      <a:pt x="17500" y="103200"/>
                    </a:lnTo>
                    <a:close/>
                    <a:moveTo>
                      <a:pt x="20000" y="100000"/>
                    </a:moveTo>
                    <a:lnTo>
                      <a:pt x="20850" y="100000"/>
                    </a:lnTo>
                    <a:lnTo>
                      <a:pt x="20850" y="100850"/>
                    </a:lnTo>
                    <a:lnTo>
                      <a:pt x="20000" y="100850"/>
                    </a:lnTo>
                    <a:close/>
                    <a:moveTo>
                      <a:pt x="22500" y="102500"/>
                    </a:moveTo>
                    <a:lnTo>
                      <a:pt x="23200" y="102500"/>
                    </a:lnTo>
                    <a:lnTo>
                      <a:pt x="23200" y="103200"/>
                    </a:lnTo>
                    <a:lnTo>
                      <a:pt x="22500" y="103200"/>
                    </a:lnTo>
                    <a:close/>
                    <a:moveTo>
                      <a:pt x="25000" y="100000"/>
                    </a:moveTo>
                    <a:lnTo>
                      <a:pt x="25850" y="100000"/>
                    </a:lnTo>
                    <a:lnTo>
                      <a:pt x="25850" y="100850"/>
                    </a:lnTo>
                    <a:lnTo>
                      <a:pt x="25000" y="100850"/>
                    </a:lnTo>
                    <a:close/>
                    <a:moveTo>
                      <a:pt x="27500" y="102500"/>
                    </a:moveTo>
                    <a:lnTo>
                      <a:pt x="28200" y="102500"/>
                    </a:lnTo>
                    <a:lnTo>
                      <a:pt x="28200" y="103200"/>
                    </a:lnTo>
                    <a:lnTo>
                      <a:pt x="27500" y="103200"/>
                    </a:lnTo>
                    <a:close/>
                    <a:moveTo>
                      <a:pt x="30000" y="100000"/>
                    </a:moveTo>
                    <a:lnTo>
                      <a:pt x="30850" y="100000"/>
                    </a:lnTo>
                    <a:lnTo>
                      <a:pt x="30850" y="100850"/>
                    </a:lnTo>
                    <a:lnTo>
                      <a:pt x="30000" y="100850"/>
                    </a:lnTo>
                    <a:close/>
                    <a:moveTo>
                      <a:pt x="32500" y="102500"/>
                    </a:moveTo>
                    <a:lnTo>
                      <a:pt x="33200" y="102500"/>
                    </a:lnTo>
                    <a:lnTo>
                      <a:pt x="33200" y="103200"/>
                    </a:lnTo>
                    <a:lnTo>
                      <a:pt x="32500" y="103200"/>
                    </a:lnTo>
                    <a:close/>
                    <a:moveTo>
                      <a:pt x="35000" y="100000"/>
                    </a:moveTo>
                    <a:lnTo>
                      <a:pt x="35850" y="100000"/>
                    </a:lnTo>
                    <a:lnTo>
                      <a:pt x="35850" y="100850"/>
                    </a:lnTo>
                    <a:lnTo>
                      <a:pt x="35000" y="100850"/>
                    </a:lnTo>
                    <a:close/>
                    <a:moveTo>
                      <a:pt x="37500" y="102500"/>
                    </a:moveTo>
                    <a:lnTo>
                      <a:pt x="38200" y="102500"/>
                    </a:lnTo>
                    <a:lnTo>
                      <a:pt x="38200" y="103200"/>
                    </a:lnTo>
                    <a:lnTo>
                      <a:pt x="37500" y="103200"/>
                    </a:lnTo>
                    <a:close/>
                    <a:moveTo>
                      <a:pt x="40000" y="100000"/>
                    </a:moveTo>
                    <a:lnTo>
                      <a:pt x="40850" y="100000"/>
                    </a:lnTo>
                    <a:lnTo>
                      <a:pt x="40850" y="100850"/>
                    </a:lnTo>
                    <a:lnTo>
                      <a:pt x="40000" y="100850"/>
                    </a:lnTo>
                    <a:close/>
                    <a:moveTo>
                      <a:pt x="42500" y="102500"/>
                    </a:moveTo>
                    <a:lnTo>
                      <a:pt x="43200" y="102500"/>
                    </a:lnTo>
                    <a:lnTo>
                      <a:pt x="43200" y="103200"/>
                    </a:lnTo>
                    <a:lnTo>
                      <a:pt x="42500" y="103200"/>
                    </a:lnTo>
                    <a:close/>
                    <a:moveTo>
                      <a:pt x="45000" y="100000"/>
                    </a:moveTo>
                    <a:lnTo>
                      <a:pt x="45850" y="100000"/>
                    </a:lnTo>
                    <a:lnTo>
                      <a:pt x="45850" y="100850"/>
                    </a:lnTo>
                    <a:lnTo>
                      <a:pt x="45000" y="100850"/>
                    </a:lnTo>
                    <a:close/>
                    <a:moveTo>
                      <a:pt x="47500" y="102500"/>
                    </a:moveTo>
                    <a:lnTo>
                      <a:pt x="48200" y="102500"/>
                    </a:lnTo>
                    <a:lnTo>
                      <a:pt x="48200" y="103200"/>
                    </a:lnTo>
                    <a:lnTo>
                      <a:pt x="47500" y="103200"/>
                    </a:lnTo>
                    <a:close/>
                    <a:moveTo>
                      <a:pt x="50000" y="100000"/>
                    </a:moveTo>
                    <a:lnTo>
                      <a:pt x="50850" y="100000"/>
                    </a:lnTo>
                    <a:lnTo>
                      <a:pt x="50850" y="100850"/>
                    </a:lnTo>
                    <a:lnTo>
                      <a:pt x="50000" y="100850"/>
                    </a:lnTo>
                    <a:close/>
                    <a:moveTo>
                      <a:pt x="52500" y="102500"/>
                    </a:moveTo>
                    <a:lnTo>
                      <a:pt x="53200" y="102500"/>
                    </a:lnTo>
                    <a:lnTo>
                      <a:pt x="53200" y="103200"/>
                    </a:lnTo>
                    <a:lnTo>
                      <a:pt x="52500" y="103200"/>
                    </a:lnTo>
                    <a:close/>
                    <a:moveTo>
                      <a:pt x="55000" y="100000"/>
                    </a:moveTo>
                    <a:lnTo>
                      <a:pt x="55850" y="100000"/>
                    </a:lnTo>
                    <a:lnTo>
                      <a:pt x="55850" y="100850"/>
                    </a:lnTo>
                    <a:lnTo>
                      <a:pt x="55000" y="100850"/>
                    </a:lnTo>
                    <a:close/>
                    <a:moveTo>
                      <a:pt x="57500" y="102500"/>
                    </a:moveTo>
                    <a:lnTo>
                      <a:pt x="58200" y="102500"/>
                    </a:lnTo>
                    <a:lnTo>
                      <a:pt x="58200" y="103200"/>
                    </a:lnTo>
                    <a:lnTo>
                      <a:pt x="57500" y="103200"/>
                    </a:lnTo>
                    <a:close/>
                    <a:moveTo>
                      <a:pt x="60000" y="100000"/>
                    </a:moveTo>
                    <a:lnTo>
                      <a:pt x="60850" y="100000"/>
                    </a:lnTo>
                    <a:lnTo>
                      <a:pt x="60850" y="100850"/>
                    </a:lnTo>
                    <a:lnTo>
                      <a:pt x="60000" y="100850"/>
                    </a:lnTo>
                    <a:close/>
                    <a:moveTo>
                      <a:pt x="62500" y="102500"/>
                    </a:moveTo>
                    <a:lnTo>
                      <a:pt x="63200" y="102500"/>
                    </a:lnTo>
                    <a:lnTo>
                      <a:pt x="63200" y="103200"/>
                    </a:lnTo>
                    <a:lnTo>
                      <a:pt x="62500" y="103200"/>
                    </a:lnTo>
                    <a:close/>
                    <a:moveTo>
                      <a:pt x="65000" y="100000"/>
                    </a:moveTo>
                    <a:lnTo>
                      <a:pt x="65850" y="100000"/>
                    </a:lnTo>
                    <a:lnTo>
                      <a:pt x="65850" y="100850"/>
                    </a:lnTo>
                    <a:lnTo>
                      <a:pt x="65000" y="100850"/>
                    </a:lnTo>
                    <a:close/>
                    <a:moveTo>
                      <a:pt x="67500" y="102500"/>
                    </a:moveTo>
                    <a:lnTo>
                      <a:pt x="68200" y="102500"/>
                    </a:lnTo>
                    <a:lnTo>
                      <a:pt x="68200" y="103200"/>
                    </a:lnTo>
                    <a:lnTo>
                      <a:pt x="67500" y="103200"/>
                    </a:lnTo>
                    <a:close/>
                    <a:moveTo>
                      <a:pt x="70000" y="100000"/>
                    </a:moveTo>
                    <a:lnTo>
                      <a:pt x="70850" y="100000"/>
                    </a:lnTo>
                    <a:lnTo>
                      <a:pt x="70850" y="100850"/>
                    </a:lnTo>
                    <a:lnTo>
                      <a:pt x="70000" y="100850"/>
                    </a:lnTo>
                    <a:close/>
                    <a:moveTo>
                      <a:pt x="72500" y="102500"/>
                    </a:moveTo>
                    <a:lnTo>
                      <a:pt x="73200" y="102500"/>
                    </a:lnTo>
                    <a:lnTo>
                      <a:pt x="73200" y="103200"/>
                    </a:lnTo>
                    <a:lnTo>
                      <a:pt x="72500" y="103200"/>
                    </a:lnTo>
                    <a:close/>
                    <a:moveTo>
                      <a:pt x="75000" y="100000"/>
                    </a:moveTo>
                    <a:lnTo>
                      <a:pt x="75850" y="100000"/>
                    </a:lnTo>
                    <a:lnTo>
                      <a:pt x="75850" y="100850"/>
                    </a:lnTo>
                    <a:lnTo>
                      <a:pt x="75000" y="100850"/>
                    </a:lnTo>
                    <a:close/>
                    <a:moveTo>
                      <a:pt x="77500" y="102500"/>
                    </a:moveTo>
                    <a:lnTo>
                      <a:pt x="78200" y="102500"/>
                    </a:lnTo>
                    <a:lnTo>
                      <a:pt x="78200" y="103200"/>
                    </a:lnTo>
                    <a:lnTo>
                      <a:pt x="77500" y="103200"/>
                    </a:lnTo>
                    <a:close/>
                    <a:moveTo>
                      <a:pt x="80000" y="100000"/>
                    </a:moveTo>
                    <a:lnTo>
                      <a:pt x="80850" y="100000"/>
                    </a:lnTo>
                    <a:lnTo>
                      <a:pt x="80850" y="100850"/>
                    </a:lnTo>
                    <a:lnTo>
                      <a:pt x="80000" y="100850"/>
                    </a:lnTo>
                    <a:close/>
                    <a:moveTo>
                      <a:pt x="82500" y="102500"/>
                    </a:moveTo>
                    <a:lnTo>
                      <a:pt x="83200" y="102500"/>
                    </a:lnTo>
                    <a:lnTo>
                      <a:pt x="83200" y="103200"/>
                    </a:lnTo>
                    <a:lnTo>
                      <a:pt x="82500" y="103200"/>
                    </a:lnTo>
                    <a:close/>
                    <a:moveTo>
                      <a:pt x="85000" y="100000"/>
                    </a:moveTo>
                    <a:lnTo>
                      <a:pt x="85850" y="100000"/>
                    </a:lnTo>
                    <a:lnTo>
                      <a:pt x="85850" y="100850"/>
                    </a:lnTo>
                    <a:lnTo>
                      <a:pt x="85000" y="100850"/>
                    </a:lnTo>
                    <a:close/>
                    <a:moveTo>
                      <a:pt x="87500" y="102500"/>
                    </a:moveTo>
                    <a:lnTo>
                      <a:pt x="88200" y="102500"/>
                    </a:lnTo>
                    <a:lnTo>
                      <a:pt x="88200" y="103200"/>
                    </a:lnTo>
                    <a:lnTo>
                      <a:pt x="87500" y="103200"/>
                    </a:lnTo>
                    <a:close/>
                    <a:moveTo>
                      <a:pt x="90000" y="100000"/>
                    </a:moveTo>
                    <a:lnTo>
                      <a:pt x="90850" y="100000"/>
                    </a:lnTo>
                    <a:lnTo>
                      <a:pt x="90850" y="100850"/>
                    </a:lnTo>
                    <a:lnTo>
                      <a:pt x="90000" y="100850"/>
                    </a:lnTo>
                    <a:close/>
                    <a:moveTo>
                      <a:pt x="92500" y="102500"/>
                    </a:moveTo>
                    <a:lnTo>
                      <a:pt x="93200" y="102500"/>
                    </a:lnTo>
                    <a:lnTo>
                      <a:pt x="93200" y="103200"/>
                    </a:lnTo>
                    <a:lnTo>
                      <a:pt x="92500" y="103200"/>
                    </a:lnTo>
                    <a:close/>
                    <a:moveTo>
                      <a:pt x="95000" y="100000"/>
                    </a:moveTo>
                    <a:lnTo>
                      <a:pt x="95850" y="100000"/>
                    </a:lnTo>
                    <a:lnTo>
                      <a:pt x="95850" y="100850"/>
                    </a:lnTo>
                    <a:lnTo>
                      <a:pt x="95000" y="100850"/>
                    </a:lnTo>
                    <a:close/>
                    <a:moveTo>
                      <a:pt x="97500" y="102500"/>
                    </a:moveTo>
                    <a:lnTo>
                      <a:pt x="98200" y="102500"/>
                    </a:lnTo>
                    <a:lnTo>
                      <a:pt x="98200" y="103200"/>
                    </a:lnTo>
                    <a:lnTo>
                      <a:pt x="97500" y="103200"/>
                    </a:lnTo>
                    <a:close/>
                    <a:moveTo>
                      <a:pt x="100000" y="100000"/>
                    </a:moveTo>
                    <a:lnTo>
                      <a:pt x="100850" y="100000"/>
                    </a:lnTo>
                    <a:lnTo>
                      <a:pt x="100850" y="100850"/>
                    </a:lnTo>
                    <a:lnTo>
                      <a:pt x="100000" y="100850"/>
                    </a:lnTo>
                    <a:close/>
                    <a:moveTo>
                      <a:pt x="102500" y="102500"/>
                    </a:moveTo>
                    <a:lnTo>
                      <a:pt x="103200" y="102500"/>
                    </a:lnTo>
                    <a:lnTo>
                      <a:pt x="103200" y="103200"/>
                    </a:lnTo>
                    <a:lnTo>
                      <a:pt x="102500" y="103200"/>
                    </a:lnTo>
                    <a:close/>
                    <a:moveTo>
                      <a:pt x="105000" y="100000"/>
                    </a:moveTo>
                    <a:lnTo>
                      <a:pt x="105850" y="100000"/>
                    </a:lnTo>
                    <a:lnTo>
                      <a:pt x="105850" y="100850"/>
                    </a:lnTo>
                    <a:lnTo>
                      <a:pt x="105000" y="100850"/>
                    </a:lnTo>
                    <a:close/>
                    <a:moveTo>
                      <a:pt x="107500" y="102500"/>
                    </a:moveTo>
                    <a:lnTo>
                      <a:pt x="108200" y="102500"/>
                    </a:lnTo>
                    <a:lnTo>
                      <a:pt x="108200" y="103200"/>
                    </a:lnTo>
                    <a:lnTo>
                      <a:pt x="107500" y="103200"/>
                    </a:lnTo>
                    <a:close/>
                    <a:moveTo>
                      <a:pt x="110000" y="100000"/>
                    </a:moveTo>
                    <a:lnTo>
                      <a:pt x="110850" y="100000"/>
                    </a:lnTo>
                    <a:lnTo>
                      <a:pt x="110850" y="100850"/>
                    </a:lnTo>
                    <a:lnTo>
                      <a:pt x="110000" y="100850"/>
                    </a:lnTo>
                    <a:close/>
                    <a:moveTo>
                      <a:pt x="112500" y="102500"/>
                    </a:moveTo>
                    <a:lnTo>
                      <a:pt x="113200" y="102500"/>
                    </a:lnTo>
                    <a:lnTo>
                      <a:pt x="113200" y="103200"/>
                    </a:lnTo>
                    <a:lnTo>
                      <a:pt x="112500" y="103200"/>
                    </a:lnTo>
                    <a:close/>
                    <a:moveTo>
                      <a:pt x="115000" y="100000"/>
                    </a:moveTo>
                    <a:lnTo>
                      <a:pt x="115850" y="100000"/>
                    </a:lnTo>
                    <a:lnTo>
                      <a:pt x="115850" y="100850"/>
                    </a:lnTo>
                    <a:lnTo>
                      <a:pt x="115000" y="100850"/>
                    </a:lnTo>
                    <a:close/>
                    <a:moveTo>
                      <a:pt x="117500" y="102500"/>
                    </a:moveTo>
                    <a:lnTo>
                      <a:pt x="118200" y="102500"/>
                    </a:lnTo>
                    <a:lnTo>
                      <a:pt x="118200" y="103200"/>
                    </a:lnTo>
                    <a:lnTo>
                      <a:pt x="117500" y="103200"/>
                    </a:lnTo>
                    <a:close/>
                    <a:moveTo>
                      <a:pt x="120000" y="100000"/>
                    </a:moveTo>
                    <a:lnTo>
                      <a:pt x="120850" y="100000"/>
                    </a:lnTo>
                    <a:lnTo>
                      <a:pt x="120850" y="100850"/>
                    </a:lnTo>
                    <a:lnTo>
                      <a:pt x="120000" y="100850"/>
                    </a:lnTo>
                    <a:close/>
                    <a:moveTo>
                      <a:pt x="122500" y="102500"/>
                    </a:moveTo>
                    <a:lnTo>
                      <a:pt x="123200" y="102500"/>
                    </a:lnTo>
                    <a:lnTo>
                      <a:pt x="123200" y="103200"/>
                    </a:lnTo>
                    <a:lnTo>
                      <a:pt x="122500" y="103200"/>
                    </a:lnTo>
                    <a:close/>
                    <a:moveTo>
                      <a:pt x="125000" y="100000"/>
                    </a:moveTo>
                    <a:lnTo>
                      <a:pt x="125850" y="100000"/>
                    </a:lnTo>
                    <a:lnTo>
                      <a:pt x="125850" y="100850"/>
                    </a:lnTo>
                    <a:lnTo>
                      <a:pt x="125000" y="100850"/>
                    </a:lnTo>
                    <a:close/>
                    <a:moveTo>
                      <a:pt x="127500" y="102500"/>
                    </a:moveTo>
                    <a:lnTo>
                      <a:pt x="128200" y="102500"/>
                    </a:lnTo>
                    <a:lnTo>
                      <a:pt x="128200" y="103200"/>
                    </a:lnTo>
                    <a:lnTo>
                      <a:pt x="127500" y="103200"/>
                    </a:lnTo>
                    <a:close/>
                    <a:moveTo>
                      <a:pt x="130000" y="100000"/>
                    </a:moveTo>
                    <a:lnTo>
                      <a:pt x="130850" y="100000"/>
                    </a:lnTo>
                    <a:lnTo>
                      <a:pt x="130850" y="100850"/>
                    </a:lnTo>
                    <a:lnTo>
                      <a:pt x="130000" y="100850"/>
                    </a:lnTo>
                    <a:close/>
                    <a:moveTo>
                      <a:pt x="132500" y="102500"/>
                    </a:moveTo>
                    <a:lnTo>
                      <a:pt x="133200" y="102500"/>
                    </a:lnTo>
                    <a:lnTo>
                      <a:pt x="133200" y="103200"/>
                    </a:lnTo>
                    <a:lnTo>
                      <a:pt x="132500" y="103200"/>
                    </a:lnTo>
                    <a:close/>
                    <a:moveTo>
                      <a:pt x="135000" y="100000"/>
                    </a:moveTo>
                    <a:lnTo>
                      <a:pt x="135850" y="100000"/>
                    </a:lnTo>
                    <a:lnTo>
                      <a:pt x="135850" y="100850"/>
                    </a:lnTo>
                    <a:lnTo>
                      <a:pt x="135000" y="100850"/>
                    </a:lnTo>
                    <a:close/>
                    <a:moveTo>
                      <a:pt x="137500" y="102500"/>
                    </a:moveTo>
                    <a:lnTo>
                      <a:pt x="138200" y="102500"/>
                    </a:lnTo>
                    <a:lnTo>
                      <a:pt x="138200" y="103200"/>
                    </a:lnTo>
                    <a:lnTo>
                      <a:pt x="137500" y="103200"/>
                    </a:lnTo>
                    <a:close/>
                    <a:moveTo>
                      <a:pt x="140000" y="100000"/>
                    </a:moveTo>
                    <a:lnTo>
                      <a:pt x="140850" y="100000"/>
                    </a:lnTo>
                    <a:lnTo>
                      <a:pt x="140850" y="100850"/>
                    </a:lnTo>
                    <a:lnTo>
                      <a:pt x="140000" y="100850"/>
                    </a:lnTo>
                    <a:close/>
                    <a:moveTo>
                      <a:pt x="142500" y="102500"/>
                    </a:moveTo>
                    <a:lnTo>
                      <a:pt x="143200" y="102500"/>
                    </a:lnTo>
                    <a:lnTo>
                      <a:pt x="143200" y="103200"/>
                    </a:lnTo>
                    <a:lnTo>
                      <a:pt x="142500" y="103200"/>
                    </a:lnTo>
                    <a:close/>
                    <a:moveTo>
                      <a:pt x="145000" y="100000"/>
                    </a:moveTo>
                    <a:lnTo>
                      <a:pt x="145850" y="100000"/>
                    </a:lnTo>
                    <a:lnTo>
                      <a:pt x="145850" y="100850"/>
                    </a:lnTo>
                    <a:lnTo>
                      <a:pt x="145000" y="100850"/>
                    </a:lnTo>
                    <a:close/>
                    <a:moveTo>
                      <a:pt x="147500" y="102500"/>
                    </a:moveTo>
                    <a:lnTo>
                      <a:pt x="148200" y="102500"/>
                    </a:lnTo>
                    <a:lnTo>
                      <a:pt x="148200" y="103200"/>
                    </a:lnTo>
                    <a:lnTo>
                      <a:pt x="147500" y="103200"/>
                    </a:lnTo>
                    <a:close/>
                    <a:moveTo>
                      <a:pt x="150000" y="100000"/>
                    </a:moveTo>
                    <a:lnTo>
                      <a:pt x="150850" y="100000"/>
                    </a:lnTo>
                    <a:lnTo>
                      <a:pt x="150850" y="100850"/>
                    </a:lnTo>
                    <a:lnTo>
                      <a:pt x="150000" y="100850"/>
                    </a:lnTo>
                    <a:close/>
                    <a:moveTo>
                      <a:pt x="152500" y="102500"/>
                    </a:moveTo>
                    <a:lnTo>
                      <a:pt x="153200" y="102500"/>
                    </a:lnTo>
                    <a:lnTo>
                      <a:pt x="153200" y="103200"/>
                    </a:lnTo>
                    <a:lnTo>
                      <a:pt x="152500" y="103200"/>
                    </a:lnTo>
                    <a:close/>
                    <a:moveTo>
                      <a:pt x="155000" y="100000"/>
                    </a:moveTo>
                    <a:lnTo>
                      <a:pt x="155850" y="100000"/>
                    </a:lnTo>
                    <a:lnTo>
                      <a:pt x="155850" y="100850"/>
                    </a:lnTo>
                    <a:lnTo>
                      <a:pt x="155000" y="100850"/>
                    </a:lnTo>
                    <a:close/>
                    <a:moveTo>
                      <a:pt x="157500" y="102500"/>
                    </a:moveTo>
                    <a:lnTo>
                      <a:pt x="158200" y="102500"/>
                    </a:lnTo>
                    <a:lnTo>
                      <a:pt x="158200" y="103200"/>
                    </a:lnTo>
                    <a:lnTo>
                      <a:pt x="157500" y="103200"/>
                    </a:lnTo>
                    <a:close/>
                    <a:moveTo>
                      <a:pt x="160000" y="100000"/>
                    </a:moveTo>
                    <a:lnTo>
                      <a:pt x="160850" y="100000"/>
                    </a:lnTo>
                    <a:lnTo>
                      <a:pt x="160850" y="100850"/>
                    </a:lnTo>
                    <a:lnTo>
                      <a:pt x="160000" y="100850"/>
                    </a:lnTo>
                    <a:close/>
                    <a:moveTo>
                      <a:pt x="162500" y="102500"/>
                    </a:moveTo>
                    <a:lnTo>
                      <a:pt x="163200" y="102500"/>
                    </a:lnTo>
                    <a:lnTo>
                      <a:pt x="163200" y="103200"/>
                    </a:lnTo>
                    <a:lnTo>
                      <a:pt x="162500" y="103200"/>
                    </a:lnTo>
                    <a:close/>
                    <a:moveTo>
                      <a:pt x="165000" y="100000"/>
                    </a:moveTo>
                    <a:lnTo>
                      <a:pt x="165850" y="100000"/>
                    </a:lnTo>
                    <a:lnTo>
                      <a:pt x="165850" y="100850"/>
                    </a:lnTo>
                    <a:lnTo>
                      <a:pt x="165000" y="100850"/>
                    </a:lnTo>
                    <a:close/>
                    <a:moveTo>
                      <a:pt x="167500" y="102500"/>
                    </a:moveTo>
                    <a:lnTo>
                      <a:pt x="168200" y="102500"/>
                    </a:lnTo>
                    <a:lnTo>
                      <a:pt x="168200" y="103200"/>
                    </a:lnTo>
                    <a:lnTo>
                      <a:pt x="167500" y="103200"/>
                    </a:lnTo>
                    <a:close/>
                    <a:moveTo>
                      <a:pt x="170000" y="100000"/>
                    </a:moveTo>
                    <a:lnTo>
                      <a:pt x="170850" y="100000"/>
                    </a:lnTo>
                    <a:lnTo>
                      <a:pt x="170850" y="100850"/>
                    </a:lnTo>
                    <a:lnTo>
                      <a:pt x="170000" y="100850"/>
                    </a:lnTo>
                    <a:close/>
                    <a:moveTo>
                      <a:pt x="172500" y="102500"/>
                    </a:moveTo>
                    <a:lnTo>
                      <a:pt x="173200" y="102500"/>
                    </a:lnTo>
                    <a:lnTo>
                      <a:pt x="173200" y="103200"/>
                    </a:lnTo>
                    <a:lnTo>
                      <a:pt x="172500" y="103200"/>
                    </a:lnTo>
                    <a:close/>
                    <a:moveTo>
                      <a:pt x="175000" y="100000"/>
                    </a:moveTo>
                    <a:lnTo>
                      <a:pt x="175850" y="100000"/>
                    </a:lnTo>
                    <a:lnTo>
                      <a:pt x="175850" y="100850"/>
                    </a:lnTo>
                    <a:lnTo>
                      <a:pt x="175000" y="100850"/>
                    </a:lnTo>
                    <a:close/>
                    <a:moveTo>
                      <a:pt x="177500" y="102500"/>
                    </a:moveTo>
                    <a:lnTo>
                      <a:pt x="178200" y="102500"/>
                    </a:lnTo>
                    <a:lnTo>
                      <a:pt x="178200" y="103200"/>
                    </a:lnTo>
                    <a:lnTo>
                      <a:pt x="177500" y="103200"/>
                    </a:lnTo>
                    <a:close/>
                    <a:moveTo>
                      <a:pt x="180000" y="100000"/>
                    </a:moveTo>
                    <a:lnTo>
                      <a:pt x="180850" y="100000"/>
                    </a:lnTo>
                    <a:lnTo>
                      <a:pt x="180850" y="100850"/>
                    </a:lnTo>
                    <a:lnTo>
                      <a:pt x="180000" y="100850"/>
                    </a:lnTo>
                    <a:close/>
                    <a:moveTo>
                      <a:pt x="182500" y="102500"/>
                    </a:moveTo>
                    <a:lnTo>
                      <a:pt x="183200" y="102500"/>
                    </a:lnTo>
                    <a:lnTo>
                      <a:pt x="183200" y="103200"/>
                    </a:lnTo>
                    <a:lnTo>
                      <a:pt x="182500" y="103200"/>
                    </a:lnTo>
                    <a:close/>
                    <a:moveTo>
                      <a:pt x="185000" y="100000"/>
                    </a:moveTo>
                    <a:lnTo>
                      <a:pt x="185850" y="100000"/>
                    </a:lnTo>
                    <a:lnTo>
                      <a:pt x="185850" y="100850"/>
                    </a:lnTo>
                    <a:lnTo>
                      <a:pt x="185000" y="100850"/>
                    </a:lnTo>
                    <a:close/>
                    <a:moveTo>
                      <a:pt x="187500" y="102500"/>
                    </a:moveTo>
                    <a:lnTo>
                      <a:pt x="188200" y="102500"/>
                    </a:lnTo>
                    <a:lnTo>
                      <a:pt x="188200" y="103200"/>
                    </a:lnTo>
                    <a:lnTo>
                      <a:pt x="187500" y="103200"/>
                    </a:lnTo>
                    <a:close/>
                    <a:moveTo>
                      <a:pt x="190000" y="100000"/>
                    </a:moveTo>
                    <a:lnTo>
                      <a:pt x="190850" y="100000"/>
                    </a:lnTo>
                    <a:lnTo>
                      <a:pt x="190850" y="100850"/>
                    </a:lnTo>
                    <a:lnTo>
                      <a:pt x="190000" y="100850"/>
                    </a:lnTo>
                    <a:close/>
                    <a:moveTo>
                      <a:pt x="192500" y="102500"/>
                    </a:moveTo>
                    <a:lnTo>
                      <a:pt x="193200" y="102500"/>
                    </a:lnTo>
                    <a:lnTo>
                      <a:pt x="193200" y="103200"/>
                    </a:lnTo>
                    <a:lnTo>
                      <a:pt x="192500" y="103200"/>
                    </a:lnTo>
                    <a:close/>
                    <a:moveTo>
                      <a:pt x="195000" y="100000"/>
                    </a:moveTo>
                    <a:lnTo>
                      <a:pt x="195850" y="100000"/>
                    </a:lnTo>
                    <a:lnTo>
                      <a:pt x="195850" y="100850"/>
                    </a:lnTo>
                    <a:lnTo>
                      <a:pt x="195000" y="100850"/>
                    </a:lnTo>
                    <a:close/>
                    <a:moveTo>
                      <a:pt x="197500" y="102500"/>
                    </a:moveTo>
                    <a:lnTo>
                      <a:pt x="198200" y="102500"/>
                    </a:lnTo>
                    <a:lnTo>
                      <a:pt x="198200" y="103200"/>
                    </a:lnTo>
                    <a:lnTo>
                      <a:pt x="197500" y="103200"/>
                    </a:lnTo>
                    <a:close/>
                    <a:moveTo>
                      <a:pt x="200000" y="100000"/>
                    </a:moveTo>
                    <a:lnTo>
                      <a:pt x="200850" y="100000"/>
                    </a:lnTo>
                    <a:lnTo>
                      <a:pt x="200850" y="100850"/>
                    </a:lnTo>
                    <a:lnTo>
                      <a:pt x="200000" y="100850"/>
                    </a:lnTo>
                    <a:close/>
                    <a:moveTo>
                      <a:pt x="202500" y="102500"/>
                    </a:moveTo>
                    <a:lnTo>
                      <a:pt x="203200" y="102500"/>
                    </a:lnTo>
                    <a:lnTo>
                      <a:pt x="203200" y="103200"/>
                    </a:lnTo>
                    <a:lnTo>
                      <a:pt x="202500" y="103200"/>
                    </a:lnTo>
                    <a:close/>
                    <a:moveTo>
                      <a:pt x="205000" y="100000"/>
                    </a:moveTo>
                    <a:lnTo>
                      <a:pt x="205850" y="100000"/>
                    </a:lnTo>
                    <a:lnTo>
                      <a:pt x="205850" y="100850"/>
                    </a:lnTo>
                    <a:lnTo>
                      <a:pt x="205000" y="100850"/>
                    </a:lnTo>
                    <a:close/>
                    <a:moveTo>
                      <a:pt x="207500" y="102500"/>
                    </a:moveTo>
                    <a:lnTo>
                      <a:pt x="208200" y="102500"/>
                    </a:lnTo>
                    <a:lnTo>
                      <a:pt x="208200" y="103200"/>
                    </a:lnTo>
                    <a:lnTo>
                      <a:pt x="207500" y="103200"/>
                    </a:lnTo>
                    <a:close/>
                    <a:moveTo>
                      <a:pt x="210000" y="100000"/>
                    </a:moveTo>
                    <a:lnTo>
                      <a:pt x="210850" y="100000"/>
                    </a:lnTo>
                    <a:lnTo>
                      <a:pt x="210850" y="100850"/>
                    </a:lnTo>
                    <a:lnTo>
                      <a:pt x="210000" y="100850"/>
                    </a:lnTo>
                    <a:close/>
                    <a:moveTo>
                      <a:pt x="212500" y="102500"/>
                    </a:moveTo>
                    <a:lnTo>
                      <a:pt x="213200" y="102500"/>
                    </a:lnTo>
                    <a:lnTo>
                      <a:pt x="213200" y="103200"/>
                    </a:lnTo>
                    <a:lnTo>
                      <a:pt x="212500" y="103200"/>
                    </a:lnTo>
                    <a:close/>
                    <a:moveTo>
                      <a:pt x="215000" y="100000"/>
                    </a:moveTo>
                    <a:lnTo>
                      <a:pt x="215850" y="100000"/>
                    </a:lnTo>
                    <a:lnTo>
                      <a:pt x="215850" y="100850"/>
                    </a:lnTo>
                    <a:lnTo>
                      <a:pt x="215000" y="100850"/>
                    </a:lnTo>
                    <a:close/>
                    <a:moveTo>
                      <a:pt x="217500" y="102500"/>
                    </a:moveTo>
                    <a:lnTo>
                      <a:pt x="218200" y="102500"/>
                    </a:lnTo>
                    <a:lnTo>
                      <a:pt x="218200" y="103200"/>
                    </a:lnTo>
                    <a:lnTo>
                      <a:pt x="217500" y="103200"/>
                    </a:lnTo>
                    <a:close/>
                    <a:moveTo>
                      <a:pt x="220000" y="100000"/>
                    </a:moveTo>
                    <a:lnTo>
                      <a:pt x="220850" y="100000"/>
                    </a:lnTo>
                    <a:lnTo>
                      <a:pt x="220850" y="100850"/>
                    </a:lnTo>
                    <a:lnTo>
                      <a:pt x="220000" y="100850"/>
                    </a:lnTo>
                    <a:close/>
                    <a:moveTo>
                      <a:pt x="222500" y="102500"/>
                    </a:moveTo>
                    <a:lnTo>
                      <a:pt x="223200" y="102500"/>
                    </a:lnTo>
                    <a:lnTo>
                      <a:pt x="223200" y="103200"/>
                    </a:lnTo>
                    <a:lnTo>
                      <a:pt x="222500" y="103200"/>
                    </a:lnTo>
                    <a:close/>
                    <a:moveTo>
                      <a:pt x="225000" y="100000"/>
                    </a:moveTo>
                    <a:lnTo>
                      <a:pt x="225850" y="100000"/>
                    </a:lnTo>
                    <a:lnTo>
                      <a:pt x="225850" y="100850"/>
                    </a:lnTo>
                    <a:lnTo>
                      <a:pt x="225000" y="100850"/>
                    </a:lnTo>
                    <a:close/>
                    <a:moveTo>
                      <a:pt x="227500" y="102500"/>
                    </a:moveTo>
                    <a:lnTo>
                      <a:pt x="228200" y="102500"/>
                    </a:lnTo>
                    <a:lnTo>
                      <a:pt x="228200" y="103200"/>
                    </a:lnTo>
                    <a:lnTo>
                      <a:pt x="227500" y="103200"/>
                    </a:lnTo>
                    <a:close/>
                    <a:moveTo>
                      <a:pt x="230000" y="100000"/>
                    </a:moveTo>
                    <a:lnTo>
                      <a:pt x="230850" y="100000"/>
                    </a:lnTo>
                    <a:lnTo>
                      <a:pt x="230850" y="100850"/>
                    </a:lnTo>
                    <a:lnTo>
                      <a:pt x="230000" y="100850"/>
                    </a:lnTo>
                    <a:close/>
                    <a:moveTo>
                      <a:pt x="232500" y="102500"/>
                    </a:moveTo>
                    <a:lnTo>
                      <a:pt x="233200" y="102500"/>
                    </a:lnTo>
                    <a:lnTo>
                      <a:pt x="233200" y="103200"/>
                    </a:lnTo>
                    <a:lnTo>
                      <a:pt x="232500" y="103200"/>
                    </a:lnTo>
                    <a:close/>
                    <a:moveTo>
                      <a:pt x="235000" y="100000"/>
                    </a:moveTo>
                    <a:lnTo>
                      <a:pt x="235850" y="100000"/>
                    </a:lnTo>
                    <a:lnTo>
                      <a:pt x="235850" y="100850"/>
                    </a:lnTo>
                    <a:lnTo>
                      <a:pt x="235000" y="100850"/>
                    </a:lnTo>
                    <a:close/>
                    <a:moveTo>
                      <a:pt x="237500" y="102500"/>
                    </a:moveTo>
                    <a:lnTo>
                      <a:pt x="238200" y="102500"/>
                    </a:lnTo>
                    <a:lnTo>
                      <a:pt x="238200" y="103200"/>
                    </a:lnTo>
                    <a:lnTo>
                      <a:pt x="237500" y="103200"/>
                    </a:lnTo>
                    <a:close/>
                    <a:moveTo>
                      <a:pt x="240000" y="100000"/>
                    </a:moveTo>
                    <a:lnTo>
                      <a:pt x="240850" y="100000"/>
                    </a:lnTo>
                    <a:lnTo>
                      <a:pt x="240850" y="100850"/>
                    </a:lnTo>
                    <a:lnTo>
                      <a:pt x="240000" y="100850"/>
                    </a:lnTo>
                    <a:close/>
                    <a:moveTo>
                      <a:pt x="242500" y="102500"/>
                    </a:moveTo>
                    <a:lnTo>
                      <a:pt x="243200" y="102500"/>
                    </a:lnTo>
                    <a:lnTo>
                      <a:pt x="243200" y="103200"/>
                    </a:lnTo>
                    <a:lnTo>
                      <a:pt x="242500" y="103200"/>
                    </a:lnTo>
                    <a:close/>
                    <a:moveTo>
                      <a:pt x="245000" y="100000"/>
                    </a:moveTo>
                    <a:lnTo>
                      <a:pt x="245850" y="100000"/>
                    </a:lnTo>
                    <a:lnTo>
                      <a:pt x="245850" y="100850"/>
                    </a:lnTo>
                    <a:lnTo>
                      <a:pt x="245000" y="100850"/>
                    </a:lnTo>
                    <a:close/>
                    <a:moveTo>
                      <a:pt x="247500" y="102500"/>
                    </a:moveTo>
                    <a:lnTo>
                      <a:pt x="248200" y="102500"/>
                    </a:lnTo>
                    <a:lnTo>
                      <a:pt x="248200" y="103200"/>
                    </a:lnTo>
                    <a:lnTo>
                      <a:pt x="247500" y="103200"/>
                    </a:lnTo>
                    <a:close/>
                    <a:moveTo>
                      <a:pt x="250000" y="100000"/>
                    </a:moveTo>
                    <a:lnTo>
                      <a:pt x="250850" y="100000"/>
                    </a:lnTo>
                    <a:lnTo>
                      <a:pt x="250850" y="100850"/>
                    </a:lnTo>
                    <a:lnTo>
                      <a:pt x="250000" y="100850"/>
                    </a:lnTo>
                    <a:close/>
                    <a:moveTo>
                      <a:pt x="252500" y="102500"/>
                    </a:moveTo>
                    <a:lnTo>
                      <a:pt x="253200" y="102500"/>
                    </a:lnTo>
                    <a:lnTo>
                      <a:pt x="253200" y="103200"/>
                    </a:lnTo>
                    <a:lnTo>
                      <a:pt x="252500" y="103200"/>
                    </a:lnTo>
                    <a:close/>
                    <a:moveTo>
                      <a:pt x="255000" y="100000"/>
                    </a:moveTo>
                    <a:lnTo>
                      <a:pt x="255850" y="100000"/>
                    </a:lnTo>
                    <a:lnTo>
                      <a:pt x="255850" y="100850"/>
                    </a:lnTo>
                    <a:lnTo>
                      <a:pt x="255000" y="100850"/>
                    </a:lnTo>
                    <a:close/>
                    <a:moveTo>
                      <a:pt x="257500" y="102500"/>
                    </a:moveTo>
                    <a:lnTo>
                      <a:pt x="258200" y="102500"/>
                    </a:lnTo>
                    <a:lnTo>
                      <a:pt x="258200" y="103200"/>
                    </a:lnTo>
                    <a:lnTo>
                      <a:pt x="257500" y="103200"/>
                    </a:lnTo>
                    <a:close/>
                    <a:moveTo>
                      <a:pt x="260000" y="100000"/>
                    </a:moveTo>
                    <a:lnTo>
                      <a:pt x="260850" y="100000"/>
                    </a:lnTo>
                    <a:lnTo>
                      <a:pt x="260850" y="100850"/>
                    </a:lnTo>
                    <a:lnTo>
                      <a:pt x="260000" y="100850"/>
                    </a:lnTo>
                    <a:close/>
                    <a:moveTo>
                      <a:pt x="262500" y="102500"/>
                    </a:moveTo>
                    <a:lnTo>
                      <a:pt x="263200" y="102500"/>
                    </a:lnTo>
                    <a:lnTo>
                      <a:pt x="263200" y="103200"/>
                    </a:lnTo>
                    <a:lnTo>
                      <a:pt x="262500" y="103200"/>
                    </a:lnTo>
                    <a:close/>
                    <a:moveTo>
                      <a:pt x="265000" y="100000"/>
                    </a:moveTo>
                    <a:lnTo>
                      <a:pt x="265850" y="100000"/>
                    </a:lnTo>
                    <a:lnTo>
                      <a:pt x="265850" y="100850"/>
                    </a:lnTo>
                    <a:lnTo>
                      <a:pt x="265000" y="100850"/>
                    </a:lnTo>
                    <a:close/>
                    <a:moveTo>
                      <a:pt x="267500" y="102500"/>
                    </a:moveTo>
                    <a:lnTo>
                      <a:pt x="268200" y="102500"/>
                    </a:lnTo>
                    <a:lnTo>
                      <a:pt x="268200" y="103200"/>
                    </a:lnTo>
                    <a:lnTo>
                      <a:pt x="267500" y="103200"/>
                    </a:lnTo>
                    <a:close/>
                    <a:moveTo>
                      <a:pt x="270000" y="100000"/>
                    </a:moveTo>
                    <a:lnTo>
                      <a:pt x="270850" y="100000"/>
                    </a:lnTo>
                    <a:lnTo>
                      <a:pt x="270850" y="100850"/>
                    </a:lnTo>
                    <a:lnTo>
                      <a:pt x="270000" y="100850"/>
                    </a:lnTo>
                    <a:close/>
                    <a:moveTo>
                      <a:pt x="272500" y="102500"/>
                    </a:moveTo>
                    <a:lnTo>
                      <a:pt x="273200" y="102500"/>
                    </a:lnTo>
                    <a:lnTo>
                      <a:pt x="273200" y="103200"/>
                    </a:lnTo>
                    <a:lnTo>
                      <a:pt x="272500" y="103200"/>
                    </a:lnTo>
                    <a:close/>
                    <a:moveTo>
                      <a:pt x="275000" y="100000"/>
                    </a:moveTo>
                    <a:lnTo>
                      <a:pt x="275850" y="100000"/>
                    </a:lnTo>
                    <a:lnTo>
                      <a:pt x="275850" y="100850"/>
                    </a:lnTo>
                    <a:lnTo>
                      <a:pt x="275000" y="100850"/>
                    </a:lnTo>
                    <a:close/>
                    <a:moveTo>
                      <a:pt x="277500" y="102500"/>
                    </a:moveTo>
                    <a:lnTo>
                      <a:pt x="278200" y="102500"/>
                    </a:lnTo>
                    <a:lnTo>
                      <a:pt x="278200" y="103200"/>
                    </a:lnTo>
                    <a:lnTo>
                      <a:pt x="277500" y="103200"/>
                    </a:lnTo>
                    <a:close/>
                    <a:moveTo>
                      <a:pt x="280000" y="100000"/>
                    </a:moveTo>
                    <a:lnTo>
                      <a:pt x="280850" y="100000"/>
                    </a:lnTo>
                    <a:lnTo>
                      <a:pt x="280850" y="100850"/>
                    </a:lnTo>
                    <a:lnTo>
                      <a:pt x="280000" y="100850"/>
                    </a:lnTo>
                    <a:close/>
                    <a:moveTo>
                      <a:pt x="282500" y="102500"/>
                    </a:moveTo>
                    <a:lnTo>
                      <a:pt x="283200" y="102500"/>
                    </a:lnTo>
                    <a:lnTo>
                      <a:pt x="283200" y="103200"/>
                    </a:lnTo>
                    <a:lnTo>
                      <a:pt x="282500" y="103200"/>
                    </a:lnTo>
                    <a:close/>
                    <a:moveTo>
                      <a:pt x="285000" y="100000"/>
                    </a:moveTo>
                    <a:lnTo>
                      <a:pt x="285850" y="100000"/>
                    </a:lnTo>
                    <a:lnTo>
                      <a:pt x="285850" y="100850"/>
                    </a:lnTo>
                    <a:lnTo>
                      <a:pt x="285000" y="100850"/>
                    </a:lnTo>
                    <a:close/>
                    <a:moveTo>
                      <a:pt x="287500" y="102500"/>
                    </a:moveTo>
                    <a:lnTo>
                      <a:pt x="288200" y="102500"/>
                    </a:lnTo>
                    <a:lnTo>
                      <a:pt x="288200" y="103200"/>
                    </a:lnTo>
                    <a:lnTo>
                      <a:pt x="287500" y="103200"/>
                    </a:lnTo>
                    <a:close/>
                    <a:moveTo>
                      <a:pt x="0" y="105000"/>
                    </a:moveTo>
                    <a:lnTo>
                      <a:pt x="850" y="105000"/>
                    </a:lnTo>
                    <a:lnTo>
                      <a:pt x="850" y="105850"/>
                    </a:lnTo>
                    <a:lnTo>
                      <a:pt x="0" y="105850"/>
                    </a:lnTo>
                    <a:close/>
                    <a:moveTo>
                      <a:pt x="2500" y="107500"/>
                    </a:moveTo>
                    <a:lnTo>
                      <a:pt x="3200" y="107500"/>
                    </a:lnTo>
                    <a:lnTo>
                      <a:pt x="3200" y="108200"/>
                    </a:lnTo>
                    <a:lnTo>
                      <a:pt x="2500" y="108200"/>
                    </a:lnTo>
                    <a:close/>
                    <a:moveTo>
                      <a:pt x="5000" y="105000"/>
                    </a:moveTo>
                    <a:lnTo>
                      <a:pt x="5850" y="105000"/>
                    </a:lnTo>
                    <a:lnTo>
                      <a:pt x="5850" y="105850"/>
                    </a:lnTo>
                    <a:lnTo>
                      <a:pt x="5000" y="105850"/>
                    </a:lnTo>
                    <a:close/>
                    <a:moveTo>
                      <a:pt x="7500" y="107500"/>
                    </a:moveTo>
                    <a:lnTo>
                      <a:pt x="8200" y="107500"/>
                    </a:lnTo>
                    <a:lnTo>
                      <a:pt x="8200" y="108200"/>
                    </a:lnTo>
                    <a:lnTo>
                      <a:pt x="7500" y="108200"/>
                    </a:lnTo>
                    <a:close/>
                    <a:moveTo>
                      <a:pt x="10000" y="105000"/>
                    </a:moveTo>
                    <a:lnTo>
                      <a:pt x="10850" y="105000"/>
                    </a:lnTo>
                    <a:lnTo>
                      <a:pt x="10850" y="105850"/>
                    </a:lnTo>
                    <a:lnTo>
                      <a:pt x="10000" y="105850"/>
                    </a:lnTo>
                    <a:close/>
                    <a:moveTo>
                      <a:pt x="12500" y="107500"/>
                    </a:moveTo>
                    <a:lnTo>
                      <a:pt x="13200" y="107500"/>
                    </a:lnTo>
                    <a:lnTo>
                      <a:pt x="13200" y="108200"/>
                    </a:lnTo>
                    <a:lnTo>
                      <a:pt x="12500" y="108200"/>
                    </a:lnTo>
                    <a:close/>
                    <a:moveTo>
                      <a:pt x="15000" y="105000"/>
                    </a:moveTo>
                    <a:lnTo>
                      <a:pt x="15850" y="105000"/>
                    </a:lnTo>
                    <a:lnTo>
                      <a:pt x="15850" y="105850"/>
                    </a:lnTo>
                    <a:lnTo>
                      <a:pt x="15000" y="105850"/>
                    </a:lnTo>
                    <a:close/>
                    <a:moveTo>
                      <a:pt x="17500" y="107500"/>
                    </a:moveTo>
                    <a:lnTo>
                      <a:pt x="18200" y="107500"/>
                    </a:lnTo>
                    <a:lnTo>
                      <a:pt x="18200" y="108200"/>
                    </a:lnTo>
                    <a:lnTo>
                      <a:pt x="17500" y="108200"/>
                    </a:lnTo>
                    <a:close/>
                    <a:moveTo>
                      <a:pt x="20000" y="105000"/>
                    </a:moveTo>
                    <a:lnTo>
                      <a:pt x="20850" y="105000"/>
                    </a:lnTo>
                    <a:lnTo>
                      <a:pt x="20850" y="105850"/>
                    </a:lnTo>
                    <a:lnTo>
                      <a:pt x="20000" y="105850"/>
                    </a:lnTo>
                    <a:close/>
                    <a:moveTo>
                      <a:pt x="22500" y="107500"/>
                    </a:moveTo>
                    <a:lnTo>
                      <a:pt x="23200" y="107500"/>
                    </a:lnTo>
                    <a:lnTo>
                      <a:pt x="23200" y="108200"/>
                    </a:lnTo>
                    <a:lnTo>
                      <a:pt x="22500" y="108200"/>
                    </a:lnTo>
                    <a:close/>
                    <a:moveTo>
                      <a:pt x="25000" y="105000"/>
                    </a:moveTo>
                    <a:lnTo>
                      <a:pt x="25850" y="105000"/>
                    </a:lnTo>
                    <a:lnTo>
                      <a:pt x="25850" y="105850"/>
                    </a:lnTo>
                    <a:lnTo>
                      <a:pt x="25000" y="105850"/>
                    </a:lnTo>
                    <a:close/>
                    <a:moveTo>
                      <a:pt x="27500" y="107500"/>
                    </a:moveTo>
                    <a:lnTo>
                      <a:pt x="28200" y="107500"/>
                    </a:lnTo>
                    <a:lnTo>
                      <a:pt x="28200" y="108200"/>
                    </a:lnTo>
                    <a:lnTo>
                      <a:pt x="27500" y="108200"/>
                    </a:lnTo>
                    <a:close/>
                    <a:moveTo>
                      <a:pt x="30000" y="105000"/>
                    </a:moveTo>
                    <a:lnTo>
                      <a:pt x="30850" y="105000"/>
                    </a:lnTo>
                    <a:lnTo>
                      <a:pt x="30850" y="105850"/>
                    </a:lnTo>
                    <a:lnTo>
                      <a:pt x="30000" y="105850"/>
                    </a:lnTo>
                    <a:close/>
                    <a:moveTo>
                      <a:pt x="32500" y="107500"/>
                    </a:moveTo>
                    <a:lnTo>
                      <a:pt x="33200" y="107500"/>
                    </a:lnTo>
                    <a:lnTo>
                      <a:pt x="33200" y="108200"/>
                    </a:lnTo>
                    <a:lnTo>
                      <a:pt x="32500" y="108200"/>
                    </a:lnTo>
                    <a:close/>
                    <a:moveTo>
                      <a:pt x="35000" y="105000"/>
                    </a:moveTo>
                    <a:lnTo>
                      <a:pt x="35850" y="105000"/>
                    </a:lnTo>
                    <a:lnTo>
                      <a:pt x="35850" y="105850"/>
                    </a:lnTo>
                    <a:lnTo>
                      <a:pt x="35000" y="105850"/>
                    </a:lnTo>
                    <a:close/>
                    <a:moveTo>
                      <a:pt x="37500" y="107500"/>
                    </a:moveTo>
                    <a:lnTo>
                      <a:pt x="38200" y="107500"/>
                    </a:lnTo>
                    <a:lnTo>
                      <a:pt x="38200" y="108200"/>
                    </a:lnTo>
                    <a:lnTo>
                      <a:pt x="37500" y="108200"/>
                    </a:lnTo>
                    <a:close/>
                    <a:moveTo>
                      <a:pt x="40000" y="105000"/>
                    </a:moveTo>
                    <a:lnTo>
                      <a:pt x="40850" y="105000"/>
                    </a:lnTo>
                    <a:lnTo>
                      <a:pt x="40850" y="105850"/>
                    </a:lnTo>
                    <a:lnTo>
                      <a:pt x="40000" y="105850"/>
                    </a:lnTo>
                    <a:close/>
                    <a:moveTo>
                      <a:pt x="42500" y="107500"/>
                    </a:moveTo>
                    <a:lnTo>
                      <a:pt x="43200" y="107500"/>
                    </a:lnTo>
                    <a:lnTo>
                      <a:pt x="43200" y="108200"/>
                    </a:lnTo>
                    <a:lnTo>
                      <a:pt x="42500" y="108200"/>
                    </a:lnTo>
                    <a:close/>
                    <a:moveTo>
                      <a:pt x="45000" y="105000"/>
                    </a:moveTo>
                    <a:lnTo>
                      <a:pt x="45850" y="105000"/>
                    </a:lnTo>
                    <a:lnTo>
                      <a:pt x="45850" y="105850"/>
                    </a:lnTo>
                    <a:lnTo>
                      <a:pt x="45000" y="105850"/>
                    </a:lnTo>
                    <a:close/>
                    <a:moveTo>
                      <a:pt x="47500" y="107500"/>
                    </a:moveTo>
                    <a:lnTo>
                      <a:pt x="48200" y="107500"/>
                    </a:lnTo>
                    <a:lnTo>
                      <a:pt x="48200" y="108200"/>
                    </a:lnTo>
                    <a:lnTo>
                      <a:pt x="47500" y="108200"/>
                    </a:lnTo>
                    <a:close/>
                    <a:moveTo>
                      <a:pt x="50000" y="105000"/>
                    </a:moveTo>
                    <a:lnTo>
                      <a:pt x="50850" y="105000"/>
                    </a:lnTo>
                    <a:lnTo>
                      <a:pt x="50850" y="105850"/>
                    </a:lnTo>
                    <a:lnTo>
                      <a:pt x="50000" y="105850"/>
                    </a:lnTo>
                    <a:close/>
                    <a:moveTo>
                      <a:pt x="52500" y="107500"/>
                    </a:moveTo>
                    <a:lnTo>
                      <a:pt x="53200" y="107500"/>
                    </a:lnTo>
                    <a:lnTo>
                      <a:pt x="53200" y="108200"/>
                    </a:lnTo>
                    <a:lnTo>
                      <a:pt x="52500" y="108200"/>
                    </a:lnTo>
                    <a:close/>
                    <a:moveTo>
                      <a:pt x="55000" y="105000"/>
                    </a:moveTo>
                    <a:lnTo>
                      <a:pt x="55850" y="105000"/>
                    </a:lnTo>
                    <a:lnTo>
                      <a:pt x="55850" y="105850"/>
                    </a:lnTo>
                    <a:lnTo>
                      <a:pt x="55000" y="105850"/>
                    </a:lnTo>
                    <a:close/>
                    <a:moveTo>
                      <a:pt x="57500" y="107500"/>
                    </a:moveTo>
                    <a:lnTo>
                      <a:pt x="58200" y="107500"/>
                    </a:lnTo>
                    <a:lnTo>
                      <a:pt x="58200" y="108200"/>
                    </a:lnTo>
                    <a:lnTo>
                      <a:pt x="57500" y="108200"/>
                    </a:lnTo>
                    <a:close/>
                    <a:moveTo>
                      <a:pt x="60000" y="105000"/>
                    </a:moveTo>
                    <a:lnTo>
                      <a:pt x="60850" y="105000"/>
                    </a:lnTo>
                    <a:lnTo>
                      <a:pt x="60850" y="105850"/>
                    </a:lnTo>
                    <a:lnTo>
                      <a:pt x="60000" y="105850"/>
                    </a:lnTo>
                    <a:close/>
                    <a:moveTo>
                      <a:pt x="62500" y="107500"/>
                    </a:moveTo>
                    <a:lnTo>
                      <a:pt x="63200" y="107500"/>
                    </a:lnTo>
                    <a:lnTo>
                      <a:pt x="63200" y="108200"/>
                    </a:lnTo>
                    <a:lnTo>
                      <a:pt x="62500" y="108200"/>
                    </a:lnTo>
                    <a:close/>
                    <a:moveTo>
                      <a:pt x="65000" y="105000"/>
                    </a:moveTo>
                    <a:lnTo>
                      <a:pt x="65850" y="105000"/>
                    </a:lnTo>
                    <a:lnTo>
                      <a:pt x="65850" y="105850"/>
                    </a:lnTo>
                    <a:lnTo>
                      <a:pt x="65000" y="105850"/>
                    </a:lnTo>
                    <a:close/>
                    <a:moveTo>
                      <a:pt x="67500" y="107500"/>
                    </a:moveTo>
                    <a:lnTo>
                      <a:pt x="68200" y="107500"/>
                    </a:lnTo>
                    <a:lnTo>
                      <a:pt x="68200" y="108200"/>
                    </a:lnTo>
                    <a:lnTo>
                      <a:pt x="67500" y="108200"/>
                    </a:lnTo>
                    <a:close/>
                    <a:moveTo>
                      <a:pt x="70000" y="105000"/>
                    </a:moveTo>
                    <a:lnTo>
                      <a:pt x="70850" y="105000"/>
                    </a:lnTo>
                    <a:lnTo>
                      <a:pt x="70850" y="105850"/>
                    </a:lnTo>
                    <a:lnTo>
                      <a:pt x="70000" y="105850"/>
                    </a:lnTo>
                    <a:close/>
                    <a:moveTo>
                      <a:pt x="72500" y="107500"/>
                    </a:moveTo>
                    <a:lnTo>
                      <a:pt x="73200" y="107500"/>
                    </a:lnTo>
                    <a:lnTo>
                      <a:pt x="73200" y="108200"/>
                    </a:lnTo>
                    <a:lnTo>
                      <a:pt x="72500" y="108200"/>
                    </a:lnTo>
                    <a:close/>
                    <a:moveTo>
                      <a:pt x="75000" y="105000"/>
                    </a:moveTo>
                    <a:lnTo>
                      <a:pt x="75850" y="105000"/>
                    </a:lnTo>
                    <a:lnTo>
                      <a:pt x="75850" y="105850"/>
                    </a:lnTo>
                    <a:lnTo>
                      <a:pt x="75000" y="105850"/>
                    </a:lnTo>
                    <a:close/>
                    <a:moveTo>
                      <a:pt x="77500" y="107500"/>
                    </a:moveTo>
                    <a:lnTo>
                      <a:pt x="78200" y="107500"/>
                    </a:lnTo>
                    <a:lnTo>
                      <a:pt x="78200" y="108200"/>
                    </a:lnTo>
                    <a:lnTo>
                      <a:pt x="77500" y="108200"/>
                    </a:lnTo>
                    <a:close/>
                    <a:moveTo>
                      <a:pt x="80000" y="105000"/>
                    </a:moveTo>
                    <a:lnTo>
                      <a:pt x="80850" y="105000"/>
                    </a:lnTo>
                    <a:lnTo>
                      <a:pt x="80850" y="105850"/>
                    </a:lnTo>
                    <a:lnTo>
                      <a:pt x="80000" y="105850"/>
                    </a:lnTo>
                    <a:close/>
                    <a:moveTo>
                      <a:pt x="82500" y="107500"/>
                    </a:moveTo>
                    <a:lnTo>
                      <a:pt x="83200" y="107500"/>
                    </a:lnTo>
                    <a:lnTo>
                      <a:pt x="83200" y="108200"/>
                    </a:lnTo>
                    <a:lnTo>
                      <a:pt x="82500" y="108200"/>
                    </a:lnTo>
                    <a:close/>
                    <a:moveTo>
                      <a:pt x="85000" y="105000"/>
                    </a:moveTo>
                    <a:lnTo>
                      <a:pt x="85850" y="105000"/>
                    </a:lnTo>
                    <a:lnTo>
                      <a:pt x="85850" y="105850"/>
                    </a:lnTo>
                    <a:lnTo>
                      <a:pt x="85000" y="105850"/>
                    </a:lnTo>
                    <a:close/>
                    <a:moveTo>
                      <a:pt x="87500" y="107500"/>
                    </a:moveTo>
                    <a:lnTo>
                      <a:pt x="88200" y="107500"/>
                    </a:lnTo>
                    <a:lnTo>
                      <a:pt x="88200" y="108200"/>
                    </a:lnTo>
                    <a:lnTo>
                      <a:pt x="87500" y="108200"/>
                    </a:lnTo>
                    <a:close/>
                    <a:moveTo>
                      <a:pt x="90000" y="105000"/>
                    </a:moveTo>
                    <a:lnTo>
                      <a:pt x="90850" y="105000"/>
                    </a:lnTo>
                    <a:lnTo>
                      <a:pt x="90850" y="105850"/>
                    </a:lnTo>
                    <a:lnTo>
                      <a:pt x="90000" y="105850"/>
                    </a:lnTo>
                    <a:close/>
                    <a:moveTo>
                      <a:pt x="92500" y="107500"/>
                    </a:moveTo>
                    <a:lnTo>
                      <a:pt x="93200" y="107500"/>
                    </a:lnTo>
                    <a:lnTo>
                      <a:pt x="93200" y="108200"/>
                    </a:lnTo>
                    <a:lnTo>
                      <a:pt x="92500" y="108200"/>
                    </a:lnTo>
                    <a:close/>
                    <a:moveTo>
                      <a:pt x="95000" y="105000"/>
                    </a:moveTo>
                    <a:lnTo>
                      <a:pt x="95850" y="105000"/>
                    </a:lnTo>
                    <a:lnTo>
                      <a:pt x="95850" y="105850"/>
                    </a:lnTo>
                    <a:lnTo>
                      <a:pt x="95000" y="105850"/>
                    </a:lnTo>
                    <a:close/>
                    <a:moveTo>
                      <a:pt x="97500" y="107500"/>
                    </a:moveTo>
                    <a:lnTo>
                      <a:pt x="98200" y="107500"/>
                    </a:lnTo>
                    <a:lnTo>
                      <a:pt x="98200" y="108200"/>
                    </a:lnTo>
                    <a:lnTo>
                      <a:pt x="97500" y="108200"/>
                    </a:lnTo>
                    <a:close/>
                    <a:moveTo>
                      <a:pt x="100000" y="105000"/>
                    </a:moveTo>
                    <a:lnTo>
                      <a:pt x="100850" y="105000"/>
                    </a:lnTo>
                    <a:lnTo>
                      <a:pt x="100850" y="105850"/>
                    </a:lnTo>
                    <a:lnTo>
                      <a:pt x="100000" y="105850"/>
                    </a:lnTo>
                    <a:close/>
                    <a:moveTo>
                      <a:pt x="102500" y="107500"/>
                    </a:moveTo>
                    <a:lnTo>
                      <a:pt x="103200" y="107500"/>
                    </a:lnTo>
                    <a:lnTo>
                      <a:pt x="103200" y="108200"/>
                    </a:lnTo>
                    <a:lnTo>
                      <a:pt x="102500" y="108200"/>
                    </a:lnTo>
                    <a:close/>
                    <a:moveTo>
                      <a:pt x="105000" y="105000"/>
                    </a:moveTo>
                    <a:lnTo>
                      <a:pt x="105850" y="105000"/>
                    </a:lnTo>
                    <a:lnTo>
                      <a:pt x="105850" y="105850"/>
                    </a:lnTo>
                    <a:lnTo>
                      <a:pt x="105000" y="105850"/>
                    </a:lnTo>
                    <a:close/>
                    <a:moveTo>
                      <a:pt x="107500" y="107500"/>
                    </a:moveTo>
                    <a:lnTo>
                      <a:pt x="108200" y="107500"/>
                    </a:lnTo>
                    <a:lnTo>
                      <a:pt x="108200" y="108200"/>
                    </a:lnTo>
                    <a:lnTo>
                      <a:pt x="107500" y="108200"/>
                    </a:lnTo>
                    <a:close/>
                    <a:moveTo>
                      <a:pt x="110000" y="105000"/>
                    </a:moveTo>
                    <a:lnTo>
                      <a:pt x="110850" y="105000"/>
                    </a:lnTo>
                    <a:lnTo>
                      <a:pt x="110850" y="105850"/>
                    </a:lnTo>
                    <a:lnTo>
                      <a:pt x="110000" y="105850"/>
                    </a:lnTo>
                    <a:close/>
                    <a:moveTo>
                      <a:pt x="112500" y="107500"/>
                    </a:moveTo>
                    <a:lnTo>
                      <a:pt x="113200" y="107500"/>
                    </a:lnTo>
                    <a:lnTo>
                      <a:pt x="113200" y="108200"/>
                    </a:lnTo>
                    <a:lnTo>
                      <a:pt x="112500" y="108200"/>
                    </a:lnTo>
                    <a:close/>
                    <a:moveTo>
                      <a:pt x="115000" y="105000"/>
                    </a:moveTo>
                    <a:lnTo>
                      <a:pt x="115850" y="105000"/>
                    </a:lnTo>
                    <a:lnTo>
                      <a:pt x="115850" y="105850"/>
                    </a:lnTo>
                    <a:lnTo>
                      <a:pt x="115000" y="105850"/>
                    </a:lnTo>
                    <a:close/>
                    <a:moveTo>
                      <a:pt x="117500" y="107500"/>
                    </a:moveTo>
                    <a:lnTo>
                      <a:pt x="118200" y="107500"/>
                    </a:lnTo>
                    <a:lnTo>
                      <a:pt x="118200" y="108200"/>
                    </a:lnTo>
                    <a:lnTo>
                      <a:pt x="117500" y="108200"/>
                    </a:lnTo>
                    <a:close/>
                    <a:moveTo>
                      <a:pt x="120000" y="105000"/>
                    </a:moveTo>
                    <a:lnTo>
                      <a:pt x="120850" y="105000"/>
                    </a:lnTo>
                    <a:lnTo>
                      <a:pt x="120850" y="105850"/>
                    </a:lnTo>
                    <a:lnTo>
                      <a:pt x="120000" y="105850"/>
                    </a:lnTo>
                    <a:close/>
                    <a:moveTo>
                      <a:pt x="122500" y="107500"/>
                    </a:moveTo>
                    <a:lnTo>
                      <a:pt x="123200" y="107500"/>
                    </a:lnTo>
                    <a:lnTo>
                      <a:pt x="123200" y="108200"/>
                    </a:lnTo>
                    <a:lnTo>
                      <a:pt x="122500" y="108200"/>
                    </a:lnTo>
                    <a:close/>
                    <a:moveTo>
                      <a:pt x="125000" y="105000"/>
                    </a:moveTo>
                    <a:lnTo>
                      <a:pt x="125850" y="105000"/>
                    </a:lnTo>
                    <a:lnTo>
                      <a:pt x="125850" y="105850"/>
                    </a:lnTo>
                    <a:lnTo>
                      <a:pt x="125000" y="105850"/>
                    </a:lnTo>
                    <a:close/>
                    <a:moveTo>
                      <a:pt x="127500" y="107500"/>
                    </a:moveTo>
                    <a:lnTo>
                      <a:pt x="128200" y="107500"/>
                    </a:lnTo>
                    <a:lnTo>
                      <a:pt x="128200" y="108200"/>
                    </a:lnTo>
                    <a:lnTo>
                      <a:pt x="127500" y="108200"/>
                    </a:lnTo>
                    <a:close/>
                    <a:moveTo>
                      <a:pt x="130000" y="105000"/>
                    </a:moveTo>
                    <a:lnTo>
                      <a:pt x="130850" y="105000"/>
                    </a:lnTo>
                    <a:lnTo>
                      <a:pt x="130850" y="105850"/>
                    </a:lnTo>
                    <a:lnTo>
                      <a:pt x="130000" y="105850"/>
                    </a:lnTo>
                    <a:close/>
                    <a:moveTo>
                      <a:pt x="132500" y="107500"/>
                    </a:moveTo>
                    <a:lnTo>
                      <a:pt x="133200" y="107500"/>
                    </a:lnTo>
                    <a:lnTo>
                      <a:pt x="133200" y="108200"/>
                    </a:lnTo>
                    <a:lnTo>
                      <a:pt x="132500" y="108200"/>
                    </a:lnTo>
                    <a:close/>
                    <a:moveTo>
                      <a:pt x="135000" y="105000"/>
                    </a:moveTo>
                    <a:lnTo>
                      <a:pt x="135850" y="105000"/>
                    </a:lnTo>
                    <a:lnTo>
                      <a:pt x="135850" y="105850"/>
                    </a:lnTo>
                    <a:lnTo>
                      <a:pt x="135000" y="105850"/>
                    </a:lnTo>
                    <a:close/>
                    <a:moveTo>
                      <a:pt x="137500" y="107500"/>
                    </a:moveTo>
                    <a:lnTo>
                      <a:pt x="138200" y="107500"/>
                    </a:lnTo>
                    <a:lnTo>
                      <a:pt x="138200" y="108200"/>
                    </a:lnTo>
                    <a:lnTo>
                      <a:pt x="137500" y="108200"/>
                    </a:lnTo>
                    <a:close/>
                    <a:moveTo>
                      <a:pt x="140000" y="105000"/>
                    </a:moveTo>
                    <a:lnTo>
                      <a:pt x="140850" y="105000"/>
                    </a:lnTo>
                    <a:lnTo>
                      <a:pt x="140850" y="105850"/>
                    </a:lnTo>
                    <a:lnTo>
                      <a:pt x="140000" y="105850"/>
                    </a:lnTo>
                    <a:close/>
                    <a:moveTo>
                      <a:pt x="142500" y="107500"/>
                    </a:moveTo>
                    <a:lnTo>
                      <a:pt x="143200" y="107500"/>
                    </a:lnTo>
                    <a:lnTo>
                      <a:pt x="143200" y="108200"/>
                    </a:lnTo>
                    <a:lnTo>
                      <a:pt x="142500" y="108200"/>
                    </a:lnTo>
                    <a:close/>
                    <a:moveTo>
                      <a:pt x="145000" y="105000"/>
                    </a:moveTo>
                    <a:lnTo>
                      <a:pt x="145850" y="105000"/>
                    </a:lnTo>
                    <a:lnTo>
                      <a:pt x="145850" y="105850"/>
                    </a:lnTo>
                    <a:lnTo>
                      <a:pt x="145000" y="105850"/>
                    </a:lnTo>
                    <a:close/>
                    <a:moveTo>
                      <a:pt x="147500" y="107500"/>
                    </a:moveTo>
                    <a:lnTo>
                      <a:pt x="148200" y="107500"/>
                    </a:lnTo>
                    <a:lnTo>
                      <a:pt x="148200" y="108200"/>
                    </a:lnTo>
                    <a:lnTo>
                      <a:pt x="147500" y="108200"/>
                    </a:lnTo>
                    <a:close/>
                    <a:moveTo>
                      <a:pt x="150000" y="105000"/>
                    </a:moveTo>
                    <a:lnTo>
                      <a:pt x="150850" y="105000"/>
                    </a:lnTo>
                    <a:lnTo>
                      <a:pt x="150850" y="105850"/>
                    </a:lnTo>
                    <a:lnTo>
                      <a:pt x="150000" y="105850"/>
                    </a:lnTo>
                    <a:close/>
                    <a:moveTo>
                      <a:pt x="152500" y="107500"/>
                    </a:moveTo>
                    <a:lnTo>
                      <a:pt x="153200" y="107500"/>
                    </a:lnTo>
                    <a:lnTo>
                      <a:pt x="153200" y="108200"/>
                    </a:lnTo>
                    <a:lnTo>
                      <a:pt x="152500" y="108200"/>
                    </a:lnTo>
                    <a:close/>
                    <a:moveTo>
                      <a:pt x="155000" y="105000"/>
                    </a:moveTo>
                    <a:lnTo>
                      <a:pt x="155850" y="105000"/>
                    </a:lnTo>
                    <a:lnTo>
                      <a:pt x="155850" y="105850"/>
                    </a:lnTo>
                    <a:lnTo>
                      <a:pt x="155000" y="105850"/>
                    </a:lnTo>
                    <a:close/>
                    <a:moveTo>
                      <a:pt x="157500" y="107500"/>
                    </a:moveTo>
                    <a:lnTo>
                      <a:pt x="158200" y="107500"/>
                    </a:lnTo>
                    <a:lnTo>
                      <a:pt x="158200" y="108200"/>
                    </a:lnTo>
                    <a:lnTo>
                      <a:pt x="157500" y="108200"/>
                    </a:lnTo>
                    <a:close/>
                    <a:moveTo>
                      <a:pt x="160000" y="105000"/>
                    </a:moveTo>
                    <a:lnTo>
                      <a:pt x="160850" y="105000"/>
                    </a:lnTo>
                    <a:lnTo>
                      <a:pt x="160850" y="105850"/>
                    </a:lnTo>
                    <a:lnTo>
                      <a:pt x="160000" y="105850"/>
                    </a:lnTo>
                    <a:close/>
                    <a:moveTo>
                      <a:pt x="162500" y="107500"/>
                    </a:moveTo>
                    <a:lnTo>
                      <a:pt x="163200" y="107500"/>
                    </a:lnTo>
                    <a:lnTo>
                      <a:pt x="163200" y="108200"/>
                    </a:lnTo>
                    <a:lnTo>
                      <a:pt x="162500" y="108200"/>
                    </a:lnTo>
                    <a:close/>
                    <a:moveTo>
                      <a:pt x="165000" y="105000"/>
                    </a:moveTo>
                    <a:lnTo>
                      <a:pt x="165850" y="105000"/>
                    </a:lnTo>
                    <a:lnTo>
                      <a:pt x="165850" y="105850"/>
                    </a:lnTo>
                    <a:lnTo>
                      <a:pt x="165000" y="105850"/>
                    </a:lnTo>
                    <a:close/>
                    <a:moveTo>
                      <a:pt x="167500" y="107500"/>
                    </a:moveTo>
                    <a:lnTo>
                      <a:pt x="168200" y="107500"/>
                    </a:lnTo>
                    <a:lnTo>
                      <a:pt x="168200" y="108200"/>
                    </a:lnTo>
                    <a:lnTo>
                      <a:pt x="167500" y="108200"/>
                    </a:lnTo>
                    <a:close/>
                    <a:moveTo>
                      <a:pt x="170000" y="105000"/>
                    </a:moveTo>
                    <a:lnTo>
                      <a:pt x="170850" y="105000"/>
                    </a:lnTo>
                    <a:lnTo>
                      <a:pt x="170850" y="105850"/>
                    </a:lnTo>
                    <a:lnTo>
                      <a:pt x="170000" y="105850"/>
                    </a:lnTo>
                    <a:close/>
                    <a:moveTo>
                      <a:pt x="172500" y="107500"/>
                    </a:moveTo>
                    <a:lnTo>
                      <a:pt x="173200" y="107500"/>
                    </a:lnTo>
                    <a:lnTo>
                      <a:pt x="173200" y="108200"/>
                    </a:lnTo>
                    <a:lnTo>
                      <a:pt x="172500" y="108200"/>
                    </a:lnTo>
                    <a:close/>
                    <a:moveTo>
                      <a:pt x="175000" y="105000"/>
                    </a:moveTo>
                    <a:lnTo>
                      <a:pt x="175850" y="105000"/>
                    </a:lnTo>
                    <a:lnTo>
                      <a:pt x="175850" y="105850"/>
                    </a:lnTo>
                    <a:lnTo>
                      <a:pt x="175000" y="105850"/>
                    </a:lnTo>
                    <a:close/>
                    <a:moveTo>
                      <a:pt x="177500" y="107500"/>
                    </a:moveTo>
                    <a:lnTo>
                      <a:pt x="178200" y="107500"/>
                    </a:lnTo>
                    <a:lnTo>
                      <a:pt x="178200" y="108200"/>
                    </a:lnTo>
                    <a:lnTo>
                      <a:pt x="177500" y="108200"/>
                    </a:lnTo>
                    <a:close/>
                    <a:moveTo>
                      <a:pt x="180000" y="105000"/>
                    </a:moveTo>
                    <a:lnTo>
                      <a:pt x="180850" y="105000"/>
                    </a:lnTo>
                    <a:lnTo>
                      <a:pt x="180850" y="105850"/>
                    </a:lnTo>
                    <a:lnTo>
                      <a:pt x="180000" y="105850"/>
                    </a:lnTo>
                    <a:close/>
                    <a:moveTo>
                      <a:pt x="182500" y="107500"/>
                    </a:moveTo>
                    <a:lnTo>
                      <a:pt x="183200" y="107500"/>
                    </a:lnTo>
                    <a:lnTo>
                      <a:pt x="183200" y="108200"/>
                    </a:lnTo>
                    <a:lnTo>
                      <a:pt x="182500" y="108200"/>
                    </a:lnTo>
                    <a:close/>
                    <a:moveTo>
                      <a:pt x="185000" y="105000"/>
                    </a:moveTo>
                    <a:lnTo>
                      <a:pt x="185850" y="105000"/>
                    </a:lnTo>
                    <a:lnTo>
                      <a:pt x="185850" y="105850"/>
                    </a:lnTo>
                    <a:lnTo>
                      <a:pt x="185000" y="105850"/>
                    </a:lnTo>
                    <a:close/>
                    <a:moveTo>
                      <a:pt x="187500" y="107500"/>
                    </a:moveTo>
                    <a:lnTo>
                      <a:pt x="188200" y="107500"/>
                    </a:lnTo>
                    <a:lnTo>
                      <a:pt x="188200" y="108200"/>
                    </a:lnTo>
                    <a:lnTo>
                      <a:pt x="187500" y="108200"/>
                    </a:lnTo>
                    <a:close/>
                    <a:moveTo>
                      <a:pt x="190000" y="105000"/>
                    </a:moveTo>
                    <a:lnTo>
                      <a:pt x="190850" y="105000"/>
                    </a:lnTo>
                    <a:lnTo>
                      <a:pt x="190850" y="105850"/>
                    </a:lnTo>
                    <a:lnTo>
                      <a:pt x="190000" y="105850"/>
                    </a:lnTo>
                    <a:close/>
                    <a:moveTo>
                      <a:pt x="192500" y="107500"/>
                    </a:moveTo>
                    <a:lnTo>
                      <a:pt x="193200" y="107500"/>
                    </a:lnTo>
                    <a:lnTo>
                      <a:pt x="193200" y="108200"/>
                    </a:lnTo>
                    <a:lnTo>
                      <a:pt x="192500" y="108200"/>
                    </a:lnTo>
                    <a:close/>
                    <a:moveTo>
                      <a:pt x="195000" y="105000"/>
                    </a:moveTo>
                    <a:lnTo>
                      <a:pt x="195850" y="105000"/>
                    </a:lnTo>
                    <a:lnTo>
                      <a:pt x="195850" y="105850"/>
                    </a:lnTo>
                    <a:lnTo>
                      <a:pt x="195000" y="105850"/>
                    </a:lnTo>
                    <a:close/>
                    <a:moveTo>
                      <a:pt x="197500" y="107500"/>
                    </a:moveTo>
                    <a:lnTo>
                      <a:pt x="198200" y="107500"/>
                    </a:lnTo>
                    <a:lnTo>
                      <a:pt x="198200" y="108200"/>
                    </a:lnTo>
                    <a:lnTo>
                      <a:pt x="197500" y="108200"/>
                    </a:lnTo>
                    <a:close/>
                    <a:moveTo>
                      <a:pt x="200000" y="105000"/>
                    </a:moveTo>
                    <a:lnTo>
                      <a:pt x="200850" y="105000"/>
                    </a:lnTo>
                    <a:lnTo>
                      <a:pt x="200850" y="105850"/>
                    </a:lnTo>
                    <a:lnTo>
                      <a:pt x="200000" y="105850"/>
                    </a:lnTo>
                    <a:close/>
                    <a:moveTo>
                      <a:pt x="202500" y="107500"/>
                    </a:moveTo>
                    <a:lnTo>
                      <a:pt x="203200" y="107500"/>
                    </a:lnTo>
                    <a:lnTo>
                      <a:pt x="203200" y="108200"/>
                    </a:lnTo>
                    <a:lnTo>
                      <a:pt x="202500" y="108200"/>
                    </a:lnTo>
                    <a:close/>
                    <a:moveTo>
                      <a:pt x="205000" y="105000"/>
                    </a:moveTo>
                    <a:lnTo>
                      <a:pt x="205850" y="105000"/>
                    </a:lnTo>
                    <a:lnTo>
                      <a:pt x="205850" y="105850"/>
                    </a:lnTo>
                    <a:lnTo>
                      <a:pt x="205000" y="105850"/>
                    </a:lnTo>
                    <a:close/>
                    <a:moveTo>
                      <a:pt x="207500" y="107500"/>
                    </a:moveTo>
                    <a:lnTo>
                      <a:pt x="208200" y="107500"/>
                    </a:lnTo>
                    <a:lnTo>
                      <a:pt x="208200" y="108200"/>
                    </a:lnTo>
                    <a:lnTo>
                      <a:pt x="207500" y="108200"/>
                    </a:lnTo>
                    <a:close/>
                    <a:moveTo>
                      <a:pt x="210000" y="105000"/>
                    </a:moveTo>
                    <a:lnTo>
                      <a:pt x="210850" y="105000"/>
                    </a:lnTo>
                    <a:lnTo>
                      <a:pt x="210850" y="105850"/>
                    </a:lnTo>
                    <a:lnTo>
                      <a:pt x="210000" y="105850"/>
                    </a:lnTo>
                    <a:close/>
                    <a:moveTo>
                      <a:pt x="212500" y="107500"/>
                    </a:moveTo>
                    <a:lnTo>
                      <a:pt x="213200" y="107500"/>
                    </a:lnTo>
                    <a:lnTo>
                      <a:pt x="213200" y="108200"/>
                    </a:lnTo>
                    <a:lnTo>
                      <a:pt x="212500" y="108200"/>
                    </a:lnTo>
                    <a:close/>
                    <a:moveTo>
                      <a:pt x="215000" y="105000"/>
                    </a:moveTo>
                    <a:lnTo>
                      <a:pt x="215850" y="105000"/>
                    </a:lnTo>
                    <a:lnTo>
                      <a:pt x="215850" y="105850"/>
                    </a:lnTo>
                    <a:lnTo>
                      <a:pt x="215000" y="105850"/>
                    </a:lnTo>
                    <a:close/>
                    <a:moveTo>
                      <a:pt x="217500" y="107500"/>
                    </a:moveTo>
                    <a:lnTo>
                      <a:pt x="218200" y="107500"/>
                    </a:lnTo>
                    <a:lnTo>
                      <a:pt x="218200" y="108200"/>
                    </a:lnTo>
                    <a:lnTo>
                      <a:pt x="217500" y="108200"/>
                    </a:lnTo>
                    <a:close/>
                    <a:moveTo>
                      <a:pt x="220000" y="105000"/>
                    </a:moveTo>
                    <a:lnTo>
                      <a:pt x="220850" y="105000"/>
                    </a:lnTo>
                    <a:lnTo>
                      <a:pt x="220850" y="105850"/>
                    </a:lnTo>
                    <a:lnTo>
                      <a:pt x="220000" y="105850"/>
                    </a:lnTo>
                    <a:close/>
                    <a:moveTo>
                      <a:pt x="222500" y="107500"/>
                    </a:moveTo>
                    <a:lnTo>
                      <a:pt x="223200" y="107500"/>
                    </a:lnTo>
                    <a:lnTo>
                      <a:pt x="223200" y="108200"/>
                    </a:lnTo>
                    <a:lnTo>
                      <a:pt x="222500" y="108200"/>
                    </a:lnTo>
                    <a:close/>
                    <a:moveTo>
                      <a:pt x="225000" y="105000"/>
                    </a:moveTo>
                    <a:lnTo>
                      <a:pt x="225850" y="105000"/>
                    </a:lnTo>
                    <a:lnTo>
                      <a:pt x="225850" y="105850"/>
                    </a:lnTo>
                    <a:lnTo>
                      <a:pt x="225000" y="105850"/>
                    </a:lnTo>
                    <a:close/>
                    <a:moveTo>
                      <a:pt x="227500" y="107500"/>
                    </a:moveTo>
                    <a:lnTo>
                      <a:pt x="228200" y="107500"/>
                    </a:lnTo>
                    <a:lnTo>
                      <a:pt x="228200" y="108200"/>
                    </a:lnTo>
                    <a:lnTo>
                      <a:pt x="227500" y="108200"/>
                    </a:lnTo>
                    <a:close/>
                    <a:moveTo>
                      <a:pt x="230000" y="105000"/>
                    </a:moveTo>
                    <a:lnTo>
                      <a:pt x="230850" y="105000"/>
                    </a:lnTo>
                    <a:lnTo>
                      <a:pt x="230850" y="105850"/>
                    </a:lnTo>
                    <a:lnTo>
                      <a:pt x="230000" y="105850"/>
                    </a:lnTo>
                    <a:close/>
                    <a:moveTo>
                      <a:pt x="232500" y="107500"/>
                    </a:moveTo>
                    <a:lnTo>
                      <a:pt x="233200" y="107500"/>
                    </a:lnTo>
                    <a:lnTo>
                      <a:pt x="233200" y="108200"/>
                    </a:lnTo>
                    <a:lnTo>
                      <a:pt x="232500" y="108200"/>
                    </a:lnTo>
                    <a:close/>
                    <a:moveTo>
                      <a:pt x="235000" y="105000"/>
                    </a:moveTo>
                    <a:lnTo>
                      <a:pt x="235850" y="105000"/>
                    </a:lnTo>
                    <a:lnTo>
                      <a:pt x="235850" y="105850"/>
                    </a:lnTo>
                    <a:lnTo>
                      <a:pt x="235000" y="105850"/>
                    </a:lnTo>
                    <a:close/>
                    <a:moveTo>
                      <a:pt x="237500" y="107500"/>
                    </a:moveTo>
                    <a:lnTo>
                      <a:pt x="238200" y="107500"/>
                    </a:lnTo>
                    <a:lnTo>
                      <a:pt x="238200" y="108200"/>
                    </a:lnTo>
                    <a:lnTo>
                      <a:pt x="237500" y="108200"/>
                    </a:lnTo>
                    <a:close/>
                    <a:moveTo>
                      <a:pt x="240000" y="105000"/>
                    </a:moveTo>
                    <a:lnTo>
                      <a:pt x="240850" y="105000"/>
                    </a:lnTo>
                    <a:lnTo>
                      <a:pt x="240850" y="105850"/>
                    </a:lnTo>
                    <a:lnTo>
                      <a:pt x="240000" y="105850"/>
                    </a:lnTo>
                    <a:close/>
                    <a:moveTo>
                      <a:pt x="242500" y="107500"/>
                    </a:moveTo>
                    <a:lnTo>
                      <a:pt x="243200" y="107500"/>
                    </a:lnTo>
                    <a:lnTo>
                      <a:pt x="243200" y="108200"/>
                    </a:lnTo>
                    <a:lnTo>
                      <a:pt x="242500" y="108200"/>
                    </a:lnTo>
                    <a:close/>
                    <a:moveTo>
                      <a:pt x="245000" y="105000"/>
                    </a:moveTo>
                    <a:lnTo>
                      <a:pt x="245850" y="105000"/>
                    </a:lnTo>
                    <a:lnTo>
                      <a:pt x="245850" y="105850"/>
                    </a:lnTo>
                    <a:lnTo>
                      <a:pt x="245000" y="105850"/>
                    </a:lnTo>
                    <a:close/>
                    <a:moveTo>
                      <a:pt x="247500" y="107500"/>
                    </a:moveTo>
                    <a:lnTo>
                      <a:pt x="248200" y="107500"/>
                    </a:lnTo>
                    <a:lnTo>
                      <a:pt x="248200" y="108200"/>
                    </a:lnTo>
                    <a:lnTo>
                      <a:pt x="247500" y="108200"/>
                    </a:lnTo>
                    <a:close/>
                    <a:moveTo>
                      <a:pt x="250000" y="105000"/>
                    </a:moveTo>
                    <a:lnTo>
                      <a:pt x="250850" y="105000"/>
                    </a:lnTo>
                    <a:lnTo>
                      <a:pt x="250850" y="105850"/>
                    </a:lnTo>
                    <a:lnTo>
                      <a:pt x="250000" y="105850"/>
                    </a:lnTo>
                    <a:close/>
                    <a:moveTo>
                      <a:pt x="252500" y="107500"/>
                    </a:moveTo>
                    <a:lnTo>
                      <a:pt x="253200" y="107500"/>
                    </a:lnTo>
                    <a:lnTo>
                      <a:pt x="253200" y="108200"/>
                    </a:lnTo>
                    <a:lnTo>
                      <a:pt x="252500" y="108200"/>
                    </a:lnTo>
                    <a:close/>
                    <a:moveTo>
                      <a:pt x="255000" y="105000"/>
                    </a:moveTo>
                    <a:lnTo>
                      <a:pt x="255850" y="105000"/>
                    </a:lnTo>
                    <a:lnTo>
                      <a:pt x="255850" y="105850"/>
                    </a:lnTo>
                    <a:lnTo>
                      <a:pt x="255000" y="105850"/>
                    </a:lnTo>
                    <a:close/>
                    <a:moveTo>
                      <a:pt x="257500" y="107500"/>
                    </a:moveTo>
                    <a:lnTo>
                      <a:pt x="258200" y="107500"/>
                    </a:lnTo>
                    <a:lnTo>
                      <a:pt x="258200" y="108200"/>
                    </a:lnTo>
                    <a:lnTo>
                      <a:pt x="257500" y="108200"/>
                    </a:lnTo>
                    <a:close/>
                    <a:moveTo>
                      <a:pt x="260000" y="105000"/>
                    </a:moveTo>
                    <a:lnTo>
                      <a:pt x="260850" y="105000"/>
                    </a:lnTo>
                    <a:lnTo>
                      <a:pt x="260850" y="105850"/>
                    </a:lnTo>
                    <a:lnTo>
                      <a:pt x="260000" y="105850"/>
                    </a:lnTo>
                    <a:close/>
                    <a:moveTo>
                      <a:pt x="262500" y="107500"/>
                    </a:moveTo>
                    <a:lnTo>
                      <a:pt x="263200" y="107500"/>
                    </a:lnTo>
                    <a:lnTo>
                      <a:pt x="263200" y="108200"/>
                    </a:lnTo>
                    <a:lnTo>
                      <a:pt x="262500" y="108200"/>
                    </a:lnTo>
                    <a:close/>
                    <a:moveTo>
                      <a:pt x="265000" y="105000"/>
                    </a:moveTo>
                    <a:lnTo>
                      <a:pt x="265850" y="105000"/>
                    </a:lnTo>
                    <a:lnTo>
                      <a:pt x="265850" y="105850"/>
                    </a:lnTo>
                    <a:lnTo>
                      <a:pt x="265000" y="105850"/>
                    </a:lnTo>
                    <a:close/>
                    <a:moveTo>
                      <a:pt x="267500" y="107500"/>
                    </a:moveTo>
                    <a:lnTo>
                      <a:pt x="268200" y="107500"/>
                    </a:lnTo>
                    <a:lnTo>
                      <a:pt x="268200" y="108200"/>
                    </a:lnTo>
                    <a:lnTo>
                      <a:pt x="267500" y="108200"/>
                    </a:lnTo>
                    <a:close/>
                    <a:moveTo>
                      <a:pt x="270000" y="105000"/>
                    </a:moveTo>
                    <a:lnTo>
                      <a:pt x="270850" y="105000"/>
                    </a:lnTo>
                    <a:lnTo>
                      <a:pt x="270850" y="105850"/>
                    </a:lnTo>
                    <a:lnTo>
                      <a:pt x="270000" y="105850"/>
                    </a:lnTo>
                    <a:close/>
                    <a:moveTo>
                      <a:pt x="272500" y="107500"/>
                    </a:moveTo>
                    <a:lnTo>
                      <a:pt x="273200" y="107500"/>
                    </a:lnTo>
                    <a:lnTo>
                      <a:pt x="273200" y="108200"/>
                    </a:lnTo>
                    <a:lnTo>
                      <a:pt x="272500" y="108200"/>
                    </a:lnTo>
                    <a:close/>
                    <a:moveTo>
                      <a:pt x="275000" y="105000"/>
                    </a:moveTo>
                    <a:lnTo>
                      <a:pt x="275850" y="105000"/>
                    </a:lnTo>
                    <a:lnTo>
                      <a:pt x="275850" y="105850"/>
                    </a:lnTo>
                    <a:lnTo>
                      <a:pt x="275000" y="105850"/>
                    </a:lnTo>
                    <a:close/>
                    <a:moveTo>
                      <a:pt x="277500" y="107500"/>
                    </a:moveTo>
                    <a:lnTo>
                      <a:pt x="278200" y="107500"/>
                    </a:lnTo>
                    <a:lnTo>
                      <a:pt x="278200" y="108200"/>
                    </a:lnTo>
                    <a:lnTo>
                      <a:pt x="277500" y="108200"/>
                    </a:lnTo>
                    <a:close/>
                    <a:moveTo>
                      <a:pt x="280000" y="105000"/>
                    </a:moveTo>
                    <a:lnTo>
                      <a:pt x="280850" y="105000"/>
                    </a:lnTo>
                    <a:lnTo>
                      <a:pt x="280850" y="105850"/>
                    </a:lnTo>
                    <a:lnTo>
                      <a:pt x="280000" y="105850"/>
                    </a:lnTo>
                    <a:close/>
                    <a:moveTo>
                      <a:pt x="282500" y="107500"/>
                    </a:moveTo>
                    <a:lnTo>
                      <a:pt x="283200" y="107500"/>
                    </a:lnTo>
                    <a:lnTo>
                      <a:pt x="283200" y="108200"/>
                    </a:lnTo>
                    <a:lnTo>
                      <a:pt x="282500" y="108200"/>
                    </a:lnTo>
                    <a:close/>
                    <a:moveTo>
                      <a:pt x="285000" y="105000"/>
                    </a:moveTo>
                    <a:lnTo>
                      <a:pt x="285850" y="105000"/>
                    </a:lnTo>
                    <a:lnTo>
                      <a:pt x="285850" y="105850"/>
                    </a:lnTo>
                    <a:lnTo>
                      <a:pt x="285000" y="105850"/>
                    </a:lnTo>
                    <a:close/>
                    <a:moveTo>
                      <a:pt x="287500" y="107500"/>
                    </a:moveTo>
                    <a:lnTo>
                      <a:pt x="288200" y="107500"/>
                    </a:lnTo>
                    <a:lnTo>
                      <a:pt x="288200" y="108200"/>
                    </a:lnTo>
                    <a:lnTo>
                      <a:pt x="287500" y="108200"/>
                    </a:lnTo>
                    <a:close/>
                    <a:moveTo>
                      <a:pt x="0" y="110000"/>
                    </a:moveTo>
                    <a:lnTo>
                      <a:pt x="850" y="110000"/>
                    </a:lnTo>
                    <a:lnTo>
                      <a:pt x="850" y="110850"/>
                    </a:lnTo>
                    <a:lnTo>
                      <a:pt x="0" y="110850"/>
                    </a:lnTo>
                    <a:close/>
                    <a:moveTo>
                      <a:pt x="2500" y="112500"/>
                    </a:moveTo>
                    <a:lnTo>
                      <a:pt x="3200" y="112500"/>
                    </a:lnTo>
                    <a:lnTo>
                      <a:pt x="3200" y="113200"/>
                    </a:lnTo>
                    <a:lnTo>
                      <a:pt x="2500" y="113200"/>
                    </a:lnTo>
                    <a:close/>
                    <a:moveTo>
                      <a:pt x="5000" y="110000"/>
                    </a:moveTo>
                    <a:lnTo>
                      <a:pt x="5850" y="110000"/>
                    </a:lnTo>
                    <a:lnTo>
                      <a:pt x="5850" y="110850"/>
                    </a:lnTo>
                    <a:lnTo>
                      <a:pt x="5000" y="110850"/>
                    </a:lnTo>
                    <a:close/>
                    <a:moveTo>
                      <a:pt x="7500" y="112500"/>
                    </a:moveTo>
                    <a:lnTo>
                      <a:pt x="8200" y="112500"/>
                    </a:lnTo>
                    <a:lnTo>
                      <a:pt x="8200" y="113200"/>
                    </a:lnTo>
                    <a:lnTo>
                      <a:pt x="7500" y="113200"/>
                    </a:lnTo>
                    <a:close/>
                    <a:moveTo>
                      <a:pt x="10000" y="110000"/>
                    </a:moveTo>
                    <a:lnTo>
                      <a:pt x="10850" y="110000"/>
                    </a:lnTo>
                    <a:lnTo>
                      <a:pt x="10850" y="110850"/>
                    </a:lnTo>
                    <a:lnTo>
                      <a:pt x="10000" y="110850"/>
                    </a:lnTo>
                    <a:close/>
                    <a:moveTo>
                      <a:pt x="12500" y="112500"/>
                    </a:moveTo>
                    <a:lnTo>
                      <a:pt x="13200" y="112500"/>
                    </a:lnTo>
                    <a:lnTo>
                      <a:pt x="13200" y="113200"/>
                    </a:lnTo>
                    <a:lnTo>
                      <a:pt x="12500" y="113200"/>
                    </a:lnTo>
                    <a:close/>
                    <a:moveTo>
                      <a:pt x="15000" y="110000"/>
                    </a:moveTo>
                    <a:lnTo>
                      <a:pt x="15850" y="110000"/>
                    </a:lnTo>
                    <a:lnTo>
                      <a:pt x="15850" y="110850"/>
                    </a:lnTo>
                    <a:lnTo>
                      <a:pt x="15000" y="110850"/>
                    </a:lnTo>
                    <a:close/>
                    <a:moveTo>
                      <a:pt x="17500" y="112500"/>
                    </a:moveTo>
                    <a:lnTo>
                      <a:pt x="18200" y="112500"/>
                    </a:lnTo>
                    <a:lnTo>
                      <a:pt x="18200" y="113200"/>
                    </a:lnTo>
                    <a:lnTo>
                      <a:pt x="17500" y="113200"/>
                    </a:lnTo>
                    <a:close/>
                    <a:moveTo>
                      <a:pt x="20000" y="110000"/>
                    </a:moveTo>
                    <a:lnTo>
                      <a:pt x="20850" y="110000"/>
                    </a:lnTo>
                    <a:lnTo>
                      <a:pt x="20850" y="110850"/>
                    </a:lnTo>
                    <a:lnTo>
                      <a:pt x="20000" y="110850"/>
                    </a:lnTo>
                    <a:close/>
                    <a:moveTo>
                      <a:pt x="22500" y="112500"/>
                    </a:moveTo>
                    <a:lnTo>
                      <a:pt x="23200" y="112500"/>
                    </a:lnTo>
                    <a:lnTo>
                      <a:pt x="23200" y="113200"/>
                    </a:lnTo>
                    <a:lnTo>
                      <a:pt x="22500" y="113200"/>
                    </a:lnTo>
                    <a:close/>
                    <a:moveTo>
                      <a:pt x="25000" y="110000"/>
                    </a:moveTo>
                    <a:lnTo>
                      <a:pt x="25850" y="110000"/>
                    </a:lnTo>
                    <a:lnTo>
                      <a:pt x="25850" y="110850"/>
                    </a:lnTo>
                    <a:lnTo>
                      <a:pt x="25000" y="110850"/>
                    </a:lnTo>
                    <a:close/>
                    <a:moveTo>
                      <a:pt x="27500" y="112500"/>
                    </a:moveTo>
                    <a:lnTo>
                      <a:pt x="28200" y="112500"/>
                    </a:lnTo>
                    <a:lnTo>
                      <a:pt x="28200" y="113200"/>
                    </a:lnTo>
                    <a:lnTo>
                      <a:pt x="27500" y="113200"/>
                    </a:lnTo>
                    <a:close/>
                    <a:moveTo>
                      <a:pt x="30000" y="110000"/>
                    </a:moveTo>
                    <a:lnTo>
                      <a:pt x="30850" y="110000"/>
                    </a:lnTo>
                    <a:lnTo>
                      <a:pt x="30850" y="110850"/>
                    </a:lnTo>
                    <a:lnTo>
                      <a:pt x="30000" y="110850"/>
                    </a:lnTo>
                    <a:close/>
                    <a:moveTo>
                      <a:pt x="32500" y="112500"/>
                    </a:moveTo>
                    <a:lnTo>
                      <a:pt x="33200" y="112500"/>
                    </a:lnTo>
                    <a:lnTo>
                      <a:pt x="33200" y="113200"/>
                    </a:lnTo>
                    <a:lnTo>
                      <a:pt x="32500" y="113200"/>
                    </a:lnTo>
                    <a:close/>
                    <a:moveTo>
                      <a:pt x="35000" y="110000"/>
                    </a:moveTo>
                    <a:lnTo>
                      <a:pt x="35850" y="110000"/>
                    </a:lnTo>
                    <a:lnTo>
                      <a:pt x="35850" y="110850"/>
                    </a:lnTo>
                    <a:lnTo>
                      <a:pt x="35000" y="110850"/>
                    </a:lnTo>
                    <a:close/>
                    <a:moveTo>
                      <a:pt x="37500" y="112500"/>
                    </a:moveTo>
                    <a:lnTo>
                      <a:pt x="38200" y="112500"/>
                    </a:lnTo>
                    <a:lnTo>
                      <a:pt x="38200" y="113200"/>
                    </a:lnTo>
                    <a:lnTo>
                      <a:pt x="37500" y="113200"/>
                    </a:lnTo>
                    <a:close/>
                    <a:moveTo>
                      <a:pt x="40000" y="110000"/>
                    </a:moveTo>
                    <a:lnTo>
                      <a:pt x="40850" y="110000"/>
                    </a:lnTo>
                    <a:lnTo>
                      <a:pt x="40850" y="110850"/>
                    </a:lnTo>
                    <a:lnTo>
                      <a:pt x="40000" y="110850"/>
                    </a:lnTo>
                    <a:close/>
                    <a:moveTo>
                      <a:pt x="42500" y="112500"/>
                    </a:moveTo>
                    <a:lnTo>
                      <a:pt x="43200" y="112500"/>
                    </a:lnTo>
                    <a:lnTo>
                      <a:pt x="43200" y="113200"/>
                    </a:lnTo>
                    <a:lnTo>
                      <a:pt x="42500" y="113200"/>
                    </a:lnTo>
                    <a:close/>
                    <a:moveTo>
                      <a:pt x="45000" y="110000"/>
                    </a:moveTo>
                    <a:lnTo>
                      <a:pt x="45850" y="110000"/>
                    </a:lnTo>
                    <a:lnTo>
                      <a:pt x="45850" y="110850"/>
                    </a:lnTo>
                    <a:lnTo>
                      <a:pt x="45000" y="110850"/>
                    </a:lnTo>
                    <a:close/>
                    <a:moveTo>
                      <a:pt x="47500" y="112500"/>
                    </a:moveTo>
                    <a:lnTo>
                      <a:pt x="48200" y="112500"/>
                    </a:lnTo>
                    <a:lnTo>
                      <a:pt x="48200" y="113200"/>
                    </a:lnTo>
                    <a:lnTo>
                      <a:pt x="47500" y="113200"/>
                    </a:lnTo>
                    <a:close/>
                    <a:moveTo>
                      <a:pt x="50000" y="110000"/>
                    </a:moveTo>
                    <a:lnTo>
                      <a:pt x="50850" y="110000"/>
                    </a:lnTo>
                    <a:lnTo>
                      <a:pt x="50850" y="110850"/>
                    </a:lnTo>
                    <a:lnTo>
                      <a:pt x="50000" y="110850"/>
                    </a:lnTo>
                    <a:close/>
                    <a:moveTo>
                      <a:pt x="52500" y="112500"/>
                    </a:moveTo>
                    <a:lnTo>
                      <a:pt x="53200" y="112500"/>
                    </a:lnTo>
                    <a:lnTo>
                      <a:pt x="53200" y="113200"/>
                    </a:lnTo>
                    <a:lnTo>
                      <a:pt x="52500" y="113200"/>
                    </a:lnTo>
                    <a:close/>
                    <a:moveTo>
                      <a:pt x="55000" y="110000"/>
                    </a:moveTo>
                    <a:lnTo>
                      <a:pt x="55850" y="110000"/>
                    </a:lnTo>
                    <a:lnTo>
                      <a:pt x="55850" y="110850"/>
                    </a:lnTo>
                    <a:lnTo>
                      <a:pt x="55000" y="110850"/>
                    </a:lnTo>
                    <a:close/>
                    <a:moveTo>
                      <a:pt x="57500" y="112500"/>
                    </a:moveTo>
                    <a:lnTo>
                      <a:pt x="58200" y="112500"/>
                    </a:lnTo>
                    <a:lnTo>
                      <a:pt x="58200" y="113200"/>
                    </a:lnTo>
                    <a:lnTo>
                      <a:pt x="57500" y="113200"/>
                    </a:lnTo>
                    <a:close/>
                    <a:moveTo>
                      <a:pt x="60000" y="110000"/>
                    </a:moveTo>
                    <a:lnTo>
                      <a:pt x="60850" y="110000"/>
                    </a:lnTo>
                    <a:lnTo>
                      <a:pt x="60850" y="110850"/>
                    </a:lnTo>
                    <a:lnTo>
                      <a:pt x="60000" y="110850"/>
                    </a:lnTo>
                    <a:close/>
                    <a:moveTo>
                      <a:pt x="62500" y="112500"/>
                    </a:moveTo>
                    <a:lnTo>
                      <a:pt x="63200" y="112500"/>
                    </a:lnTo>
                    <a:lnTo>
                      <a:pt x="63200" y="113200"/>
                    </a:lnTo>
                    <a:lnTo>
                      <a:pt x="62500" y="113200"/>
                    </a:lnTo>
                    <a:close/>
                    <a:moveTo>
                      <a:pt x="65000" y="110000"/>
                    </a:moveTo>
                    <a:lnTo>
                      <a:pt x="65850" y="110000"/>
                    </a:lnTo>
                    <a:lnTo>
                      <a:pt x="65850" y="110850"/>
                    </a:lnTo>
                    <a:lnTo>
                      <a:pt x="65000" y="110850"/>
                    </a:lnTo>
                    <a:close/>
                    <a:moveTo>
                      <a:pt x="67500" y="112500"/>
                    </a:moveTo>
                    <a:lnTo>
                      <a:pt x="68200" y="112500"/>
                    </a:lnTo>
                    <a:lnTo>
                      <a:pt x="68200" y="113200"/>
                    </a:lnTo>
                    <a:lnTo>
                      <a:pt x="67500" y="113200"/>
                    </a:lnTo>
                    <a:close/>
                    <a:moveTo>
                      <a:pt x="70000" y="110000"/>
                    </a:moveTo>
                    <a:lnTo>
                      <a:pt x="70850" y="110000"/>
                    </a:lnTo>
                    <a:lnTo>
                      <a:pt x="70850" y="110850"/>
                    </a:lnTo>
                    <a:lnTo>
                      <a:pt x="70000" y="110850"/>
                    </a:lnTo>
                    <a:close/>
                    <a:moveTo>
                      <a:pt x="72500" y="112500"/>
                    </a:moveTo>
                    <a:lnTo>
                      <a:pt x="73200" y="112500"/>
                    </a:lnTo>
                    <a:lnTo>
                      <a:pt x="73200" y="113200"/>
                    </a:lnTo>
                    <a:lnTo>
                      <a:pt x="72500" y="113200"/>
                    </a:lnTo>
                    <a:close/>
                    <a:moveTo>
                      <a:pt x="75000" y="110000"/>
                    </a:moveTo>
                    <a:lnTo>
                      <a:pt x="75850" y="110000"/>
                    </a:lnTo>
                    <a:lnTo>
                      <a:pt x="75850" y="110850"/>
                    </a:lnTo>
                    <a:lnTo>
                      <a:pt x="75000" y="110850"/>
                    </a:lnTo>
                    <a:close/>
                    <a:moveTo>
                      <a:pt x="77500" y="112500"/>
                    </a:moveTo>
                    <a:lnTo>
                      <a:pt x="78200" y="112500"/>
                    </a:lnTo>
                    <a:lnTo>
                      <a:pt x="78200" y="113200"/>
                    </a:lnTo>
                    <a:lnTo>
                      <a:pt x="77500" y="113200"/>
                    </a:lnTo>
                    <a:close/>
                    <a:moveTo>
                      <a:pt x="80000" y="110000"/>
                    </a:moveTo>
                    <a:lnTo>
                      <a:pt x="80850" y="110000"/>
                    </a:lnTo>
                    <a:lnTo>
                      <a:pt x="80850" y="110850"/>
                    </a:lnTo>
                    <a:lnTo>
                      <a:pt x="80000" y="110850"/>
                    </a:lnTo>
                    <a:close/>
                    <a:moveTo>
                      <a:pt x="82500" y="112500"/>
                    </a:moveTo>
                    <a:lnTo>
                      <a:pt x="83200" y="112500"/>
                    </a:lnTo>
                    <a:lnTo>
                      <a:pt x="83200" y="113200"/>
                    </a:lnTo>
                    <a:lnTo>
                      <a:pt x="82500" y="113200"/>
                    </a:lnTo>
                    <a:close/>
                    <a:moveTo>
                      <a:pt x="85000" y="110000"/>
                    </a:moveTo>
                    <a:lnTo>
                      <a:pt x="85850" y="110000"/>
                    </a:lnTo>
                    <a:lnTo>
                      <a:pt x="85850" y="110850"/>
                    </a:lnTo>
                    <a:lnTo>
                      <a:pt x="85000" y="110850"/>
                    </a:lnTo>
                    <a:close/>
                    <a:moveTo>
                      <a:pt x="87500" y="112500"/>
                    </a:moveTo>
                    <a:lnTo>
                      <a:pt x="88200" y="112500"/>
                    </a:lnTo>
                    <a:lnTo>
                      <a:pt x="88200" y="113200"/>
                    </a:lnTo>
                    <a:lnTo>
                      <a:pt x="87500" y="113200"/>
                    </a:lnTo>
                    <a:close/>
                    <a:moveTo>
                      <a:pt x="90000" y="110000"/>
                    </a:moveTo>
                    <a:lnTo>
                      <a:pt x="90850" y="110000"/>
                    </a:lnTo>
                    <a:lnTo>
                      <a:pt x="90850" y="110850"/>
                    </a:lnTo>
                    <a:lnTo>
                      <a:pt x="90000" y="110850"/>
                    </a:lnTo>
                    <a:close/>
                    <a:moveTo>
                      <a:pt x="92500" y="112500"/>
                    </a:moveTo>
                    <a:lnTo>
                      <a:pt x="93200" y="112500"/>
                    </a:lnTo>
                    <a:lnTo>
                      <a:pt x="93200" y="113200"/>
                    </a:lnTo>
                    <a:lnTo>
                      <a:pt x="92500" y="113200"/>
                    </a:lnTo>
                    <a:close/>
                    <a:moveTo>
                      <a:pt x="95000" y="110000"/>
                    </a:moveTo>
                    <a:lnTo>
                      <a:pt x="95850" y="110000"/>
                    </a:lnTo>
                    <a:lnTo>
                      <a:pt x="95850" y="110850"/>
                    </a:lnTo>
                    <a:lnTo>
                      <a:pt x="95000" y="110850"/>
                    </a:lnTo>
                    <a:close/>
                    <a:moveTo>
                      <a:pt x="97500" y="112500"/>
                    </a:moveTo>
                    <a:lnTo>
                      <a:pt x="98200" y="112500"/>
                    </a:lnTo>
                    <a:lnTo>
                      <a:pt x="98200" y="113200"/>
                    </a:lnTo>
                    <a:lnTo>
                      <a:pt x="97500" y="113200"/>
                    </a:lnTo>
                    <a:close/>
                    <a:moveTo>
                      <a:pt x="100000" y="110000"/>
                    </a:moveTo>
                    <a:lnTo>
                      <a:pt x="100850" y="110000"/>
                    </a:lnTo>
                    <a:lnTo>
                      <a:pt x="100850" y="110850"/>
                    </a:lnTo>
                    <a:lnTo>
                      <a:pt x="100000" y="110850"/>
                    </a:lnTo>
                    <a:close/>
                    <a:moveTo>
                      <a:pt x="102500" y="112500"/>
                    </a:moveTo>
                    <a:lnTo>
                      <a:pt x="103200" y="112500"/>
                    </a:lnTo>
                    <a:lnTo>
                      <a:pt x="103200" y="113200"/>
                    </a:lnTo>
                    <a:lnTo>
                      <a:pt x="102500" y="113200"/>
                    </a:lnTo>
                    <a:close/>
                    <a:moveTo>
                      <a:pt x="105000" y="110000"/>
                    </a:moveTo>
                    <a:lnTo>
                      <a:pt x="105850" y="110000"/>
                    </a:lnTo>
                    <a:lnTo>
                      <a:pt x="105850" y="110850"/>
                    </a:lnTo>
                    <a:lnTo>
                      <a:pt x="105000" y="110850"/>
                    </a:lnTo>
                    <a:close/>
                    <a:moveTo>
                      <a:pt x="107500" y="112500"/>
                    </a:moveTo>
                    <a:lnTo>
                      <a:pt x="108200" y="112500"/>
                    </a:lnTo>
                    <a:lnTo>
                      <a:pt x="108200" y="113200"/>
                    </a:lnTo>
                    <a:lnTo>
                      <a:pt x="107500" y="113200"/>
                    </a:lnTo>
                    <a:close/>
                    <a:moveTo>
                      <a:pt x="110000" y="110000"/>
                    </a:moveTo>
                    <a:lnTo>
                      <a:pt x="110850" y="110000"/>
                    </a:lnTo>
                    <a:lnTo>
                      <a:pt x="110850" y="110850"/>
                    </a:lnTo>
                    <a:lnTo>
                      <a:pt x="110000" y="110850"/>
                    </a:lnTo>
                    <a:close/>
                    <a:moveTo>
                      <a:pt x="112500" y="112500"/>
                    </a:moveTo>
                    <a:lnTo>
                      <a:pt x="113200" y="112500"/>
                    </a:lnTo>
                    <a:lnTo>
                      <a:pt x="113200" y="113200"/>
                    </a:lnTo>
                    <a:lnTo>
                      <a:pt x="112500" y="113200"/>
                    </a:lnTo>
                    <a:close/>
                    <a:moveTo>
                      <a:pt x="115000" y="110000"/>
                    </a:moveTo>
                    <a:lnTo>
                      <a:pt x="115850" y="110000"/>
                    </a:lnTo>
                    <a:lnTo>
                      <a:pt x="115850" y="110850"/>
                    </a:lnTo>
                    <a:lnTo>
                      <a:pt x="115000" y="110850"/>
                    </a:lnTo>
                    <a:close/>
                    <a:moveTo>
                      <a:pt x="117500" y="112500"/>
                    </a:moveTo>
                    <a:lnTo>
                      <a:pt x="118200" y="112500"/>
                    </a:lnTo>
                    <a:lnTo>
                      <a:pt x="118200" y="113200"/>
                    </a:lnTo>
                    <a:lnTo>
                      <a:pt x="117500" y="113200"/>
                    </a:lnTo>
                    <a:close/>
                    <a:moveTo>
                      <a:pt x="120000" y="110000"/>
                    </a:moveTo>
                    <a:lnTo>
                      <a:pt x="120850" y="110000"/>
                    </a:lnTo>
                    <a:lnTo>
                      <a:pt x="120850" y="110850"/>
                    </a:lnTo>
                    <a:lnTo>
                      <a:pt x="120000" y="110850"/>
                    </a:lnTo>
                    <a:close/>
                    <a:moveTo>
                      <a:pt x="122500" y="112500"/>
                    </a:moveTo>
                    <a:lnTo>
                      <a:pt x="123200" y="112500"/>
                    </a:lnTo>
                    <a:lnTo>
                      <a:pt x="123200" y="113200"/>
                    </a:lnTo>
                    <a:lnTo>
                      <a:pt x="122500" y="113200"/>
                    </a:lnTo>
                    <a:close/>
                    <a:moveTo>
                      <a:pt x="125000" y="110000"/>
                    </a:moveTo>
                    <a:lnTo>
                      <a:pt x="125850" y="110000"/>
                    </a:lnTo>
                    <a:lnTo>
                      <a:pt x="125850" y="110850"/>
                    </a:lnTo>
                    <a:lnTo>
                      <a:pt x="125000" y="110850"/>
                    </a:lnTo>
                    <a:close/>
                    <a:moveTo>
                      <a:pt x="127500" y="112500"/>
                    </a:moveTo>
                    <a:lnTo>
                      <a:pt x="128200" y="112500"/>
                    </a:lnTo>
                    <a:lnTo>
                      <a:pt x="128200" y="113200"/>
                    </a:lnTo>
                    <a:lnTo>
                      <a:pt x="127500" y="113200"/>
                    </a:lnTo>
                    <a:close/>
                    <a:moveTo>
                      <a:pt x="130000" y="110000"/>
                    </a:moveTo>
                    <a:lnTo>
                      <a:pt x="130850" y="110000"/>
                    </a:lnTo>
                    <a:lnTo>
                      <a:pt x="130850" y="110850"/>
                    </a:lnTo>
                    <a:lnTo>
                      <a:pt x="130000" y="110850"/>
                    </a:lnTo>
                    <a:close/>
                    <a:moveTo>
                      <a:pt x="132500" y="112500"/>
                    </a:moveTo>
                    <a:lnTo>
                      <a:pt x="133200" y="112500"/>
                    </a:lnTo>
                    <a:lnTo>
                      <a:pt x="133200" y="113200"/>
                    </a:lnTo>
                    <a:lnTo>
                      <a:pt x="132500" y="113200"/>
                    </a:lnTo>
                    <a:close/>
                    <a:moveTo>
                      <a:pt x="135000" y="110000"/>
                    </a:moveTo>
                    <a:lnTo>
                      <a:pt x="135850" y="110000"/>
                    </a:lnTo>
                    <a:lnTo>
                      <a:pt x="135850" y="110850"/>
                    </a:lnTo>
                    <a:lnTo>
                      <a:pt x="135000" y="110850"/>
                    </a:lnTo>
                    <a:close/>
                    <a:moveTo>
                      <a:pt x="137500" y="112500"/>
                    </a:moveTo>
                    <a:lnTo>
                      <a:pt x="138200" y="112500"/>
                    </a:lnTo>
                    <a:lnTo>
                      <a:pt x="138200" y="113200"/>
                    </a:lnTo>
                    <a:lnTo>
                      <a:pt x="137500" y="113200"/>
                    </a:lnTo>
                    <a:close/>
                    <a:moveTo>
                      <a:pt x="140000" y="110000"/>
                    </a:moveTo>
                    <a:lnTo>
                      <a:pt x="140850" y="110000"/>
                    </a:lnTo>
                    <a:lnTo>
                      <a:pt x="140850" y="110850"/>
                    </a:lnTo>
                    <a:lnTo>
                      <a:pt x="140000" y="110850"/>
                    </a:lnTo>
                    <a:close/>
                    <a:moveTo>
                      <a:pt x="142500" y="112500"/>
                    </a:moveTo>
                    <a:lnTo>
                      <a:pt x="143200" y="112500"/>
                    </a:lnTo>
                    <a:lnTo>
                      <a:pt x="143200" y="113200"/>
                    </a:lnTo>
                    <a:lnTo>
                      <a:pt x="142500" y="113200"/>
                    </a:lnTo>
                    <a:close/>
                    <a:moveTo>
                      <a:pt x="145000" y="110000"/>
                    </a:moveTo>
                    <a:lnTo>
                      <a:pt x="145850" y="110000"/>
                    </a:lnTo>
                    <a:lnTo>
                      <a:pt x="145850" y="110850"/>
                    </a:lnTo>
                    <a:lnTo>
                      <a:pt x="145000" y="110850"/>
                    </a:lnTo>
                    <a:close/>
                    <a:moveTo>
                      <a:pt x="147500" y="112500"/>
                    </a:moveTo>
                    <a:lnTo>
                      <a:pt x="148200" y="112500"/>
                    </a:lnTo>
                    <a:lnTo>
                      <a:pt x="148200" y="113200"/>
                    </a:lnTo>
                    <a:lnTo>
                      <a:pt x="147500" y="113200"/>
                    </a:lnTo>
                    <a:close/>
                    <a:moveTo>
                      <a:pt x="150000" y="110000"/>
                    </a:moveTo>
                    <a:lnTo>
                      <a:pt x="150850" y="110000"/>
                    </a:lnTo>
                    <a:lnTo>
                      <a:pt x="150850" y="110850"/>
                    </a:lnTo>
                    <a:lnTo>
                      <a:pt x="150000" y="110850"/>
                    </a:lnTo>
                    <a:close/>
                    <a:moveTo>
                      <a:pt x="152500" y="112500"/>
                    </a:moveTo>
                    <a:lnTo>
                      <a:pt x="153200" y="112500"/>
                    </a:lnTo>
                    <a:lnTo>
                      <a:pt x="153200" y="113200"/>
                    </a:lnTo>
                    <a:lnTo>
                      <a:pt x="152500" y="113200"/>
                    </a:lnTo>
                    <a:close/>
                    <a:moveTo>
                      <a:pt x="155000" y="110000"/>
                    </a:moveTo>
                    <a:lnTo>
                      <a:pt x="155850" y="110000"/>
                    </a:lnTo>
                    <a:lnTo>
                      <a:pt x="155850" y="110850"/>
                    </a:lnTo>
                    <a:lnTo>
                      <a:pt x="155000" y="110850"/>
                    </a:lnTo>
                    <a:close/>
                    <a:moveTo>
                      <a:pt x="157500" y="112500"/>
                    </a:moveTo>
                    <a:lnTo>
                      <a:pt x="158200" y="112500"/>
                    </a:lnTo>
                    <a:lnTo>
                      <a:pt x="158200" y="113200"/>
                    </a:lnTo>
                    <a:lnTo>
                      <a:pt x="157500" y="113200"/>
                    </a:lnTo>
                    <a:close/>
                    <a:moveTo>
                      <a:pt x="160000" y="110000"/>
                    </a:moveTo>
                    <a:lnTo>
                      <a:pt x="160850" y="110000"/>
                    </a:lnTo>
                    <a:lnTo>
                      <a:pt x="160850" y="110850"/>
                    </a:lnTo>
                    <a:lnTo>
                      <a:pt x="160000" y="110850"/>
                    </a:lnTo>
                    <a:close/>
                    <a:moveTo>
                      <a:pt x="162500" y="112500"/>
                    </a:moveTo>
                    <a:lnTo>
                      <a:pt x="163200" y="112500"/>
                    </a:lnTo>
                    <a:lnTo>
                      <a:pt x="163200" y="113200"/>
                    </a:lnTo>
                    <a:lnTo>
                      <a:pt x="162500" y="113200"/>
                    </a:lnTo>
                    <a:close/>
                    <a:moveTo>
                      <a:pt x="165000" y="110000"/>
                    </a:moveTo>
                    <a:lnTo>
                      <a:pt x="165850" y="110000"/>
                    </a:lnTo>
                    <a:lnTo>
                      <a:pt x="165850" y="110850"/>
                    </a:lnTo>
                    <a:lnTo>
                      <a:pt x="165000" y="110850"/>
                    </a:lnTo>
                    <a:close/>
                    <a:moveTo>
                      <a:pt x="167500" y="112500"/>
                    </a:moveTo>
                    <a:lnTo>
                      <a:pt x="168200" y="112500"/>
                    </a:lnTo>
                    <a:lnTo>
                      <a:pt x="168200" y="113200"/>
                    </a:lnTo>
                    <a:lnTo>
                      <a:pt x="167500" y="113200"/>
                    </a:lnTo>
                    <a:close/>
                    <a:moveTo>
                      <a:pt x="170000" y="110000"/>
                    </a:moveTo>
                    <a:lnTo>
                      <a:pt x="170850" y="110000"/>
                    </a:lnTo>
                    <a:lnTo>
                      <a:pt x="170850" y="110850"/>
                    </a:lnTo>
                    <a:lnTo>
                      <a:pt x="170000" y="110850"/>
                    </a:lnTo>
                    <a:close/>
                    <a:moveTo>
                      <a:pt x="172500" y="112500"/>
                    </a:moveTo>
                    <a:lnTo>
                      <a:pt x="173200" y="112500"/>
                    </a:lnTo>
                    <a:lnTo>
                      <a:pt x="173200" y="113200"/>
                    </a:lnTo>
                    <a:lnTo>
                      <a:pt x="172500" y="113200"/>
                    </a:lnTo>
                    <a:close/>
                    <a:moveTo>
                      <a:pt x="175000" y="110000"/>
                    </a:moveTo>
                    <a:lnTo>
                      <a:pt x="175850" y="110000"/>
                    </a:lnTo>
                    <a:lnTo>
                      <a:pt x="175850" y="110850"/>
                    </a:lnTo>
                    <a:lnTo>
                      <a:pt x="175000" y="110850"/>
                    </a:lnTo>
                    <a:close/>
                    <a:moveTo>
                      <a:pt x="177500" y="112500"/>
                    </a:moveTo>
                    <a:lnTo>
                      <a:pt x="178200" y="112500"/>
                    </a:lnTo>
                    <a:lnTo>
                      <a:pt x="178200" y="113200"/>
                    </a:lnTo>
                    <a:lnTo>
                      <a:pt x="177500" y="113200"/>
                    </a:lnTo>
                    <a:close/>
                    <a:moveTo>
                      <a:pt x="180000" y="110000"/>
                    </a:moveTo>
                    <a:lnTo>
                      <a:pt x="180850" y="110000"/>
                    </a:lnTo>
                    <a:lnTo>
                      <a:pt x="180850" y="110850"/>
                    </a:lnTo>
                    <a:lnTo>
                      <a:pt x="180000" y="110850"/>
                    </a:lnTo>
                    <a:close/>
                    <a:moveTo>
                      <a:pt x="182500" y="112500"/>
                    </a:moveTo>
                    <a:lnTo>
                      <a:pt x="183200" y="112500"/>
                    </a:lnTo>
                    <a:lnTo>
                      <a:pt x="183200" y="113200"/>
                    </a:lnTo>
                    <a:lnTo>
                      <a:pt x="182500" y="113200"/>
                    </a:lnTo>
                    <a:close/>
                    <a:moveTo>
                      <a:pt x="185000" y="110000"/>
                    </a:moveTo>
                    <a:lnTo>
                      <a:pt x="185850" y="110000"/>
                    </a:lnTo>
                    <a:lnTo>
                      <a:pt x="185850" y="110850"/>
                    </a:lnTo>
                    <a:lnTo>
                      <a:pt x="185000" y="110850"/>
                    </a:lnTo>
                    <a:close/>
                    <a:moveTo>
                      <a:pt x="187500" y="112500"/>
                    </a:moveTo>
                    <a:lnTo>
                      <a:pt x="188200" y="112500"/>
                    </a:lnTo>
                    <a:lnTo>
                      <a:pt x="188200" y="113200"/>
                    </a:lnTo>
                    <a:lnTo>
                      <a:pt x="187500" y="113200"/>
                    </a:lnTo>
                    <a:close/>
                    <a:moveTo>
                      <a:pt x="190000" y="110000"/>
                    </a:moveTo>
                    <a:lnTo>
                      <a:pt x="190850" y="110000"/>
                    </a:lnTo>
                    <a:lnTo>
                      <a:pt x="190850" y="110850"/>
                    </a:lnTo>
                    <a:lnTo>
                      <a:pt x="190000" y="110850"/>
                    </a:lnTo>
                    <a:close/>
                    <a:moveTo>
                      <a:pt x="192500" y="112500"/>
                    </a:moveTo>
                    <a:lnTo>
                      <a:pt x="193200" y="112500"/>
                    </a:lnTo>
                    <a:lnTo>
                      <a:pt x="193200" y="113200"/>
                    </a:lnTo>
                    <a:lnTo>
                      <a:pt x="192500" y="113200"/>
                    </a:lnTo>
                    <a:close/>
                    <a:moveTo>
                      <a:pt x="195000" y="110000"/>
                    </a:moveTo>
                    <a:lnTo>
                      <a:pt x="195850" y="110000"/>
                    </a:lnTo>
                    <a:lnTo>
                      <a:pt x="195850" y="110850"/>
                    </a:lnTo>
                    <a:lnTo>
                      <a:pt x="195000" y="110850"/>
                    </a:lnTo>
                    <a:close/>
                    <a:moveTo>
                      <a:pt x="197500" y="112500"/>
                    </a:moveTo>
                    <a:lnTo>
                      <a:pt x="198200" y="112500"/>
                    </a:lnTo>
                    <a:lnTo>
                      <a:pt x="198200" y="113200"/>
                    </a:lnTo>
                    <a:lnTo>
                      <a:pt x="197500" y="113200"/>
                    </a:lnTo>
                    <a:close/>
                    <a:moveTo>
                      <a:pt x="200000" y="110000"/>
                    </a:moveTo>
                    <a:lnTo>
                      <a:pt x="200850" y="110000"/>
                    </a:lnTo>
                    <a:lnTo>
                      <a:pt x="200850" y="110850"/>
                    </a:lnTo>
                    <a:lnTo>
                      <a:pt x="200000" y="110850"/>
                    </a:lnTo>
                    <a:close/>
                    <a:moveTo>
                      <a:pt x="202500" y="112500"/>
                    </a:moveTo>
                    <a:lnTo>
                      <a:pt x="203200" y="112500"/>
                    </a:lnTo>
                    <a:lnTo>
                      <a:pt x="203200" y="113200"/>
                    </a:lnTo>
                    <a:lnTo>
                      <a:pt x="202500" y="113200"/>
                    </a:lnTo>
                    <a:close/>
                    <a:moveTo>
                      <a:pt x="205000" y="110000"/>
                    </a:moveTo>
                    <a:lnTo>
                      <a:pt x="205850" y="110000"/>
                    </a:lnTo>
                    <a:lnTo>
                      <a:pt x="205850" y="110850"/>
                    </a:lnTo>
                    <a:lnTo>
                      <a:pt x="205000" y="110850"/>
                    </a:lnTo>
                    <a:close/>
                    <a:moveTo>
                      <a:pt x="207500" y="112500"/>
                    </a:moveTo>
                    <a:lnTo>
                      <a:pt x="208200" y="112500"/>
                    </a:lnTo>
                    <a:lnTo>
                      <a:pt x="208200" y="113200"/>
                    </a:lnTo>
                    <a:lnTo>
                      <a:pt x="207500" y="113200"/>
                    </a:lnTo>
                    <a:close/>
                    <a:moveTo>
                      <a:pt x="210000" y="110000"/>
                    </a:moveTo>
                    <a:lnTo>
                      <a:pt x="210850" y="110000"/>
                    </a:lnTo>
                    <a:lnTo>
                      <a:pt x="210850" y="110850"/>
                    </a:lnTo>
                    <a:lnTo>
                      <a:pt x="210000" y="110850"/>
                    </a:lnTo>
                    <a:close/>
                    <a:moveTo>
                      <a:pt x="212500" y="112500"/>
                    </a:moveTo>
                    <a:lnTo>
                      <a:pt x="213200" y="112500"/>
                    </a:lnTo>
                    <a:lnTo>
                      <a:pt x="213200" y="113200"/>
                    </a:lnTo>
                    <a:lnTo>
                      <a:pt x="212500" y="113200"/>
                    </a:lnTo>
                    <a:close/>
                    <a:moveTo>
                      <a:pt x="215000" y="110000"/>
                    </a:moveTo>
                    <a:lnTo>
                      <a:pt x="215850" y="110000"/>
                    </a:lnTo>
                    <a:lnTo>
                      <a:pt x="215850" y="110850"/>
                    </a:lnTo>
                    <a:lnTo>
                      <a:pt x="215000" y="110850"/>
                    </a:lnTo>
                    <a:close/>
                    <a:moveTo>
                      <a:pt x="217500" y="112500"/>
                    </a:moveTo>
                    <a:lnTo>
                      <a:pt x="218200" y="112500"/>
                    </a:lnTo>
                    <a:lnTo>
                      <a:pt x="218200" y="113200"/>
                    </a:lnTo>
                    <a:lnTo>
                      <a:pt x="217500" y="113200"/>
                    </a:lnTo>
                    <a:close/>
                    <a:moveTo>
                      <a:pt x="220000" y="110000"/>
                    </a:moveTo>
                    <a:lnTo>
                      <a:pt x="220850" y="110000"/>
                    </a:lnTo>
                    <a:lnTo>
                      <a:pt x="220850" y="110850"/>
                    </a:lnTo>
                    <a:lnTo>
                      <a:pt x="220000" y="110850"/>
                    </a:lnTo>
                    <a:close/>
                    <a:moveTo>
                      <a:pt x="222500" y="112500"/>
                    </a:moveTo>
                    <a:lnTo>
                      <a:pt x="223200" y="112500"/>
                    </a:lnTo>
                    <a:lnTo>
                      <a:pt x="223200" y="113200"/>
                    </a:lnTo>
                    <a:lnTo>
                      <a:pt x="222500" y="113200"/>
                    </a:lnTo>
                    <a:close/>
                    <a:moveTo>
                      <a:pt x="225000" y="110000"/>
                    </a:moveTo>
                    <a:lnTo>
                      <a:pt x="225850" y="110000"/>
                    </a:lnTo>
                    <a:lnTo>
                      <a:pt x="225850" y="110850"/>
                    </a:lnTo>
                    <a:lnTo>
                      <a:pt x="225000" y="110850"/>
                    </a:lnTo>
                    <a:close/>
                    <a:moveTo>
                      <a:pt x="227500" y="112500"/>
                    </a:moveTo>
                    <a:lnTo>
                      <a:pt x="228200" y="112500"/>
                    </a:lnTo>
                    <a:lnTo>
                      <a:pt x="228200" y="113200"/>
                    </a:lnTo>
                    <a:lnTo>
                      <a:pt x="227500" y="113200"/>
                    </a:lnTo>
                    <a:close/>
                    <a:moveTo>
                      <a:pt x="230000" y="110000"/>
                    </a:moveTo>
                    <a:lnTo>
                      <a:pt x="230850" y="110000"/>
                    </a:lnTo>
                    <a:lnTo>
                      <a:pt x="230850" y="110850"/>
                    </a:lnTo>
                    <a:lnTo>
                      <a:pt x="230000" y="110850"/>
                    </a:lnTo>
                    <a:close/>
                    <a:moveTo>
                      <a:pt x="232500" y="112500"/>
                    </a:moveTo>
                    <a:lnTo>
                      <a:pt x="233200" y="112500"/>
                    </a:lnTo>
                    <a:lnTo>
                      <a:pt x="233200" y="113200"/>
                    </a:lnTo>
                    <a:lnTo>
                      <a:pt x="232500" y="113200"/>
                    </a:lnTo>
                    <a:close/>
                    <a:moveTo>
                      <a:pt x="235000" y="110000"/>
                    </a:moveTo>
                    <a:lnTo>
                      <a:pt x="235850" y="110000"/>
                    </a:lnTo>
                    <a:lnTo>
                      <a:pt x="235850" y="110850"/>
                    </a:lnTo>
                    <a:lnTo>
                      <a:pt x="235000" y="110850"/>
                    </a:lnTo>
                    <a:close/>
                    <a:moveTo>
                      <a:pt x="237500" y="112500"/>
                    </a:moveTo>
                    <a:lnTo>
                      <a:pt x="238200" y="112500"/>
                    </a:lnTo>
                    <a:lnTo>
                      <a:pt x="238200" y="113200"/>
                    </a:lnTo>
                    <a:lnTo>
                      <a:pt x="237500" y="113200"/>
                    </a:lnTo>
                    <a:close/>
                    <a:moveTo>
                      <a:pt x="240000" y="110000"/>
                    </a:moveTo>
                    <a:lnTo>
                      <a:pt x="240850" y="110000"/>
                    </a:lnTo>
                    <a:lnTo>
                      <a:pt x="240850" y="110850"/>
                    </a:lnTo>
                    <a:lnTo>
                      <a:pt x="240000" y="110850"/>
                    </a:lnTo>
                    <a:close/>
                    <a:moveTo>
                      <a:pt x="242500" y="112500"/>
                    </a:moveTo>
                    <a:lnTo>
                      <a:pt x="243200" y="112500"/>
                    </a:lnTo>
                    <a:lnTo>
                      <a:pt x="243200" y="113200"/>
                    </a:lnTo>
                    <a:lnTo>
                      <a:pt x="242500" y="113200"/>
                    </a:lnTo>
                    <a:close/>
                    <a:moveTo>
                      <a:pt x="245000" y="110000"/>
                    </a:moveTo>
                    <a:lnTo>
                      <a:pt x="245850" y="110000"/>
                    </a:lnTo>
                    <a:lnTo>
                      <a:pt x="245850" y="110850"/>
                    </a:lnTo>
                    <a:lnTo>
                      <a:pt x="245000" y="110850"/>
                    </a:lnTo>
                    <a:close/>
                    <a:moveTo>
                      <a:pt x="247500" y="112500"/>
                    </a:moveTo>
                    <a:lnTo>
                      <a:pt x="248200" y="112500"/>
                    </a:lnTo>
                    <a:lnTo>
                      <a:pt x="248200" y="113200"/>
                    </a:lnTo>
                    <a:lnTo>
                      <a:pt x="247500" y="113200"/>
                    </a:lnTo>
                    <a:close/>
                    <a:moveTo>
                      <a:pt x="250000" y="110000"/>
                    </a:moveTo>
                    <a:lnTo>
                      <a:pt x="250850" y="110000"/>
                    </a:lnTo>
                    <a:lnTo>
                      <a:pt x="250850" y="110850"/>
                    </a:lnTo>
                    <a:lnTo>
                      <a:pt x="250000" y="110850"/>
                    </a:lnTo>
                    <a:close/>
                    <a:moveTo>
                      <a:pt x="252500" y="112500"/>
                    </a:moveTo>
                    <a:lnTo>
                      <a:pt x="253200" y="112500"/>
                    </a:lnTo>
                    <a:lnTo>
                      <a:pt x="253200" y="113200"/>
                    </a:lnTo>
                    <a:lnTo>
                      <a:pt x="252500" y="113200"/>
                    </a:lnTo>
                    <a:close/>
                    <a:moveTo>
                      <a:pt x="255000" y="110000"/>
                    </a:moveTo>
                    <a:lnTo>
                      <a:pt x="255850" y="110000"/>
                    </a:lnTo>
                    <a:lnTo>
                      <a:pt x="255850" y="110850"/>
                    </a:lnTo>
                    <a:lnTo>
                      <a:pt x="255000" y="110850"/>
                    </a:lnTo>
                    <a:close/>
                    <a:moveTo>
                      <a:pt x="257500" y="112500"/>
                    </a:moveTo>
                    <a:lnTo>
                      <a:pt x="258200" y="112500"/>
                    </a:lnTo>
                    <a:lnTo>
                      <a:pt x="258200" y="113200"/>
                    </a:lnTo>
                    <a:lnTo>
                      <a:pt x="257500" y="113200"/>
                    </a:lnTo>
                    <a:close/>
                    <a:moveTo>
                      <a:pt x="260000" y="110000"/>
                    </a:moveTo>
                    <a:lnTo>
                      <a:pt x="260850" y="110000"/>
                    </a:lnTo>
                    <a:lnTo>
                      <a:pt x="260850" y="110850"/>
                    </a:lnTo>
                    <a:lnTo>
                      <a:pt x="260000" y="110850"/>
                    </a:lnTo>
                    <a:close/>
                    <a:moveTo>
                      <a:pt x="262500" y="112500"/>
                    </a:moveTo>
                    <a:lnTo>
                      <a:pt x="263200" y="112500"/>
                    </a:lnTo>
                    <a:lnTo>
                      <a:pt x="263200" y="113200"/>
                    </a:lnTo>
                    <a:lnTo>
                      <a:pt x="262500" y="113200"/>
                    </a:lnTo>
                    <a:close/>
                    <a:moveTo>
                      <a:pt x="265000" y="110000"/>
                    </a:moveTo>
                    <a:lnTo>
                      <a:pt x="265850" y="110000"/>
                    </a:lnTo>
                    <a:lnTo>
                      <a:pt x="265850" y="110850"/>
                    </a:lnTo>
                    <a:lnTo>
                      <a:pt x="265000" y="110850"/>
                    </a:lnTo>
                    <a:close/>
                    <a:moveTo>
                      <a:pt x="267500" y="112500"/>
                    </a:moveTo>
                    <a:lnTo>
                      <a:pt x="268200" y="112500"/>
                    </a:lnTo>
                    <a:lnTo>
                      <a:pt x="268200" y="113200"/>
                    </a:lnTo>
                    <a:lnTo>
                      <a:pt x="267500" y="113200"/>
                    </a:lnTo>
                    <a:close/>
                    <a:moveTo>
                      <a:pt x="270000" y="110000"/>
                    </a:moveTo>
                    <a:lnTo>
                      <a:pt x="270850" y="110000"/>
                    </a:lnTo>
                    <a:lnTo>
                      <a:pt x="270850" y="110850"/>
                    </a:lnTo>
                    <a:lnTo>
                      <a:pt x="270000" y="110850"/>
                    </a:lnTo>
                    <a:close/>
                    <a:moveTo>
                      <a:pt x="272500" y="112500"/>
                    </a:moveTo>
                    <a:lnTo>
                      <a:pt x="273200" y="112500"/>
                    </a:lnTo>
                    <a:lnTo>
                      <a:pt x="273200" y="113200"/>
                    </a:lnTo>
                    <a:lnTo>
                      <a:pt x="272500" y="113200"/>
                    </a:lnTo>
                    <a:close/>
                    <a:moveTo>
                      <a:pt x="275000" y="110000"/>
                    </a:moveTo>
                    <a:lnTo>
                      <a:pt x="275850" y="110000"/>
                    </a:lnTo>
                    <a:lnTo>
                      <a:pt x="275850" y="110850"/>
                    </a:lnTo>
                    <a:lnTo>
                      <a:pt x="275000" y="110850"/>
                    </a:lnTo>
                    <a:close/>
                    <a:moveTo>
                      <a:pt x="277500" y="112500"/>
                    </a:moveTo>
                    <a:lnTo>
                      <a:pt x="278200" y="112500"/>
                    </a:lnTo>
                    <a:lnTo>
                      <a:pt x="278200" y="113200"/>
                    </a:lnTo>
                    <a:lnTo>
                      <a:pt x="277500" y="113200"/>
                    </a:lnTo>
                    <a:close/>
                    <a:moveTo>
                      <a:pt x="280000" y="110000"/>
                    </a:moveTo>
                    <a:lnTo>
                      <a:pt x="280850" y="110000"/>
                    </a:lnTo>
                    <a:lnTo>
                      <a:pt x="280850" y="110850"/>
                    </a:lnTo>
                    <a:lnTo>
                      <a:pt x="280000" y="110850"/>
                    </a:lnTo>
                    <a:close/>
                    <a:moveTo>
                      <a:pt x="282500" y="112500"/>
                    </a:moveTo>
                    <a:lnTo>
                      <a:pt x="283200" y="112500"/>
                    </a:lnTo>
                    <a:lnTo>
                      <a:pt x="283200" y="113200"/>
                    </a:lnTo>
                    <a:lnTo>
                      <a:pt x="282500" y="113200"/>
                    </a:lnTo>
                    <a:close/>
                    <a:moveTo>
                      <a:pt x="285000" y="110000"/>
                    </a:moveTo>
                    <a:lnTo>
                      <a:pt x="285850" y="110000"/>
                    </a:lnTo>
                    <a:lnTo>
                      <a:pt x="285850" y="110850"/>
                    </a:lnTo>
                    <a:lnTo>
                      <a:pt x="285000" y="110850"/>
                    </a:lnTo>
                    <a:close/>
                    <a:moveTo>
                      <a:pt x="287500" y="112500"/>
                    </a:moveTo>
                    <a:lnTo>
                      <a:pt x="288200" y="112500"/>
                    </a:lnTo>
                    <a:lnTo>
                      <a:pt x="288200" y="113200"/>
                    </a:lnTo>
                    <a:lnTo>
                      <a:pt x="287500" y="113200"/>
                    </a:lnTo>
                    <a:close/>
                    <a:moveTo>
                      <a:pt x="0" y="115000"/>
                    </a:moveTo>
                    <a:lnTo>
                      <a:pt x="850" y="115000"/>
                    </a:lnTo>
                    <a:lnTo>
                      <a:pt x="850" y="115850"/>
                    </a:lnTo>
                    <a:lnTo>
                      <a:pt x="0" y="115850"/>
                    </a:lnTo>
                    <a:close/>
                    <a:moveTo>
                      <a:pt x="2500" y="117500"/>
                    </a:moveTo>
                    <a:lnTo>
                      <a:pt x="3200" y="117500"/>
                    </a:lnTo>
                    <a:lnTo>
                      <a:pt x="3200" y="118200"/>
                    </a:lnTo>
                    <a:lnTo>
                      <a:pt x="2500" y="118200"/>
                    </a:lnTo>
                    <a:close/>
                    <a:moveTo>
                      <a:pt x="5000" y="115000"/>
                    </a:moveTo>
                    <a:lnTo>
                      <a:pt x="5850" y="115000"/>
                    </a:lnTo>
                    <a:lnTo>
                      <a:pt x="5850" y="115850"/>
                    </a:lnTo>
                    <a:lnTo>
                      <a:pt x="5000" y="115850"/>
                    </a:lnTo>
                    <a:close/>
                    <a:moveTo>
                      <a:pt x="7500" y="117500"/>
                    </a:moveTo>
                    <a:lnTo>
                      <a:pt x="8200" y="117500"/>
                    </a:lnTo>
                    <a:lnTo>
                      <a:pt x="8200" y="118200"/>
                    </a:lnTo>
                    <a:lnTo>
                      <a:pt x="7500" y="118200"/>
                    </a:lnTo>
                    <a:close/>
                    <a:moveTo>
                      <a:pt x="10000" y="115000"/>
                    </a:moveTo>
                    <a:lnTo>
                      <a:pt x="10850" y="115000"/>
                    </a:lnTo>
                    <a:lnTo>
                      <a:pt x="10850" y="115850"/>
                    </a:lnTo>
                    <a:lnTo>
                      <a:pt x="10000" y="115850"/>
                    </a:lnTo>
                    <a:close/>
                    <a:moveTo>
                      <a:pt x="12500" y="117500"/>
                    </a:moveTo>
                    <a:lnTo>
                      <a:pt x="13200" y="117500"/>
                    </a:lnTo>
                    <a:lnTo>
                      <a:pt x="13200" y="118200"/>
                    </a:lnTo>
                    <a:lnTo>
                      <a:pt x="12500" y="118200"/>
                    </a:lnTo>
                    <a:close/>
                    <a:moveTo>
                      <a:pt x="15000" y="115000"/>
                    </a:moveTo>
                    <a:lnTo>
                      <a:pt x="15850" y="115000"/>
                    </a:lnTo>
                    <a:lnTo>
                      <a:pt x="15850" y="115850"/>
                    </a:lnTo>
                    <a:lnTo>
                      <a:pt x="15000" y="115850"/>
                    </a:lnTo>
                    <a:close/>
                    <a:moveTo>
                      <a:pt x="17500" y="117500"/>
                    </a:moveTo>
                    <a:lnTo>
                      <a:pt x="18200" y="117500"/>
                    </a:lnTo>
                    <a:lnTo>
                      <a:pt x="18200" y="118200"/>
                    </a:lnTo>
                    <a:lnTo>
                      <a:pt x="17500" y="118200"/>
                    </a:lnTo>
                    <a:close/>
                    <a:moveTo>
                      <a:pt x="20000" y="115000"/>
                    </a:moveTo>
                    <a:lnTo>
                      <a:pt x="20850" y="115000"/>
                    </a:lnTo>
                    <a:lnTo>
                      <a:pt x="20850" y="115850"/>
                    </a:lnTo>
                    <a:lnTo>
                      <a:pt x="20000" y="115850"/>
                    </a:lnTo>
                    <a:close/>
                    <a:moveTo>
                      <a:pt x="22500" y="117500"/>
                    </a:moveTo>
                    <a:lnTo>
                      <a:pt x="23200" y="117500"/>
                    </a:lnTo>
                    <a:lnTo>
                      <a:pt x="23200" y="118200"/>
                    </a:lnTo>
                    <a:lnTo>
                      <a:pt x="22500" y="118200"/>
                    </a:lnTo>
                    <a:close/>
                    <a:moveTo>
                      <a:pt x="25000" y="115000"/>
                    </a:moveTo>
                    <a:lnTo>
                      <a:pt x="25850" y="115000"/>
                    </a:lnTo>
                    <a:lnTo>
                      <a:pt x="25850" y="115850"/>
                    </a:lnTo>
                    <a:lnTo>
                      <a:pt x="25000" y="115850"/>
                    </a:lnTo>
                    <a:close/>
                    <a:moveTo>
                      <a:pt x="27500" y="117500"/>
                    </a:moveTo>
                    <a:lnTo>
                      <a:pt x="28200" y="117500"/>
                    </a:lnTo>
                    <a:lnTo>
                      <a:pt x="28200" y="118200"/>
                    </a:lnTo>
                    <a:lnTo>
                      <a:pt x="27500" y="118200"/>
                    </a:lnTo>
                    <a:close/>
                    <a:moveTo>
                      <a:pt x="30000" y="115000"/>
                    </a:moveTo>
                    <a:lnTo>
                      <a:pt x="30850" y="115000"/>
                    </a:lnTo>
                    <a:lnTo>
                      <a:pt x="30850" y="115850"/>
                    </a:lnTo>
                    <a:lnTo>
                      <a:pt x="30000" y="115850"/>
                    </a:lnTo>
                    <a:close/>
                    <a:moveTo>
                      <a:pt x="32500" y="117500"/>
                    </a:moveTo>
                    <a:lnTo>
                      <a:pt x="33200" y="117500"/>
                    </a:lnTo>
                    <a:lnTo>
                      <a:pt x="33200" y="118200"/>
                    </a:lnTo>
                    <a:lnTo>
                      <a:pt x="32500" y="118200"/>
                    </a:lnTo>
                    <a:close/>
                    <a:moveTo>
                      <a:pt x="35000" y="115000"/>
                    </a:moveTo>
                    <a:lnTo>
                      <a:pt x="35850" y="115000"/>
                    </a:lnTo>
                    <a:lnTo>
                      <a:pt x="35850" y="115850"/>
                    </a:lnTo>
                    <a:lnTo>
                      <a:pt x="35000" y="115850"/>
                    </a:lnTo>
                    <a:close/>
                    <a:moveTo>
                      <a:pt x="37500" y="117500"/>
                    </a:moveTo>
                    <a:lnTo>
                      <a:pt x="38200" y="117500"/>
                    </a:lnTo>
                    <a:lnTo>
                      <a:pt x="38200" y="118200"/>
                    </a:lnTo>
                    <a:lnTo>
                      <a:pt x="37500" y="118200"/>
                    </a:lnTo>
                    <a:close/>
                    <a:moveTo>
                      <a:pt x="40000" y="115000"/>
                    </a:moveTo>
                    <a:lnTo>
                      <a:pt x="40850" y="115000"/>
                    </a:lnTo>
                    <a:lnTo>
                      <a:pt x="40850" y="115850"/>
                    </a:lnTo>
                    <a:lnTo>
                      <a:pt x="40000" y="115850"/>
                    </a:lnTo>
                    <a:close/>
                    <a:moveTo>
                      <a:pt x="42500" y="117500"/>
                    </a:moveTo>
                    <a:lnTo>
                      <a:pt x="43200" y="117500"/>
                    </a:lnTo>
                    <a:lnTo>
                      <a:pt x="43200" y="118200"/>
                    </a:lnTo>
                    <a:lnTo>
                      <a:pt x="42500" y="118200"/>
                    </a:lnTo>
                    <a:close/>
                    <a:moveTo>
                      <a:pt x="45000" y="115000"/>
                    </a:moveTo>
                    <a:lnTo>
                      <a:pt x="45850" y="115000"/>
                    </a:lnTo>
                    <a:lnTo>
                      <a:pt x="45850" y="115850"/>
                    </a:lnTo>
                    <a:lnTo>
                      <a:pt x="45000" y="115850"/>
                    </a:lnTo>
                    <a:close/>
                    <a:moveTo>
                      <a:pt x="47500" y="117500"/>
                    </a:moveTo>
                    <a:lnTo>
                      <a:pt x="48200" y="117500"/>
                    </a:lnTo>
                    <a:lnTo>
                      <a:pt x="48200" y="118200"/>
                    </a:lnTo>
                    <a:lnTo>
                      <a:pt x="47500" y="118200"/>
                    </a:lnTo>
                    <a:close/>
                    <a:moveTo>
                      <a:pt x="50000" y="115000"/>
                    </a:moveTo>
                    <a:lnTo>
                      <a:pt x="50850" y="115000"/>
                    </a:lnTo>
                    <a:lnTo>
                      <a:pt x="50850" y="115850"/>
                    </a:lnTo>
                    <a:lnTo>
                      <a:pt x="50000" y="115850"/>
                    </a:lnTo>
                    <a:close/>
                    <a:moveTo>
                      <a:pt x="52500" y="117500"/>
                    </a:moveTo>
                    <a:lnTo>
                      <a:pt x="53200" y="117500"/>
                    </a:lnTo>
                    <a:lnTo>
                      <a:pt x="53200" y="118200"/>
                    </a:lnTo>
                    <a:lnTo>
                      <a:pt x="52500" y="118200"/>
                    </a:lnTo>
                    <a:close/>
                    <a:moveTo>
                      <a:pt x="55000" y="115000"/>
                    </a:moveTo>
                    <a:lnTo>
                      <a:pt x="55850" y="115000"/>
                    </a:lnTo>
                    <a:lnTo>
                      <a:pt x="55850" y="115850"/>
                    </a:lnTo>
                    <a:lnTo>
                      <a:pt x="55000" y="115850"/>
                    </a:lnTo>
                    <a:close/>
                    <a:moveTo>
                      <a:pt x="57500" y="117500"/>
                    </a:moveTo>
                    <a:lnTo>
                      <a:pt x="58200" y="117500"/>
                    </a:lnTo>
                    <a:lnTo>
                      <a:pt x="58200" y="118200"/>
                    </a:lnTo>
                    <a:lnTo>
                      <a:pt x="57500" y="118200"/>
                    </a:lnTo>
                    <a:close/>
                    <a:moveTo>
                      <a:pt x="60000" y="115000"/>
                    </a:moveTo>
                    <a:lnTo>
                      <a:pt x="60850" y="115000"/>
                    </a:lnTo>
                    <a:lnTo>
                      <a:pt x="60850" y="115850"/>
                    </a:lnTo>
                    <a:lnTo>
                      <a:pt x="60000" y="115850"/>
                    </a:lnTo>
                    <a:close/>
                    <a:moveTo>
                      <a:pt x="62500" y="117500"/>
                    </a:moveTo>
                    <a:lnTo>
                      <a:pt x="63200" y="117500"/>
                    </a:lnTo>
                    <a:lnTo>
                      <a:pt x="63200" y="118200"/>
                    </a:lnTo>
                    <a:lnTo>
                      <a:pt x="62500" y="118200"/>
                    </a:lnTo>
                    <a:close/>
                    <a:moveTo>
                      <a:pt x="65000" y="115000"/>
                    </a:moveTo>
                    <a:lnTo>
                      <a:pt x="65850" y="115000"/>
                    </a:lnTo>
                    <a:lnTo>
                      <a:pt x="65850" y="115850"/>
                    </a:lnTo>
                    <a:lnTo>
                      <a:pt x="65000" y="115850"/>
                    </a:lnTo>
                    <a:close/>
                    <a:moveTo>
                      <a:pt x="67500" y="117500"/>
                    </a:moveTo>
                    <a:lnTo>
                      <a:pt x="68200" y="117500"/>
                    </a:lnTo>
                    <a:lnTo>
                      <a:pt x="68200" y="118200"/>
                    </a:lnTo>
                    <a:lnTo>
                      <a:pt x="67500" y="118200"/>
                    </a:lnTo>
                    <a:close/>
                    <a:moveTo>
                      <a:pt x="70000" y="115000"/>
                    </a:moveTo>
                    <a:lnTo>
                      <a:pt x="70850" y="115000"/>
                    </a:lnTo>
                    <a:lnTo>
                      <a:pt x="70850" y="115850"/>
                    </a:lnTo>
                    <a:lnTo>
                      <a:pt x="70000" y="115850"/>
                    </a:lnTo>
                    <a:close/>
                    <a:moveTo>
                      <a:pt x="72500" y="117500"/>
                    </a:moveTo>
                    <a:lnTo>
                      <a:pt x="73200" y="117500"/>
                    </a:lnTo>
                    <a:lnTo>
                      <a:pt x="73200" y="118200"/>
                    </a:lnTo>
                    <a:lnTo>
                      <a:pt x="72500" y="118200"/>
                    </a:lnTo>
                    <a:close/>
                    <a:moveTo>
                      <a:pt x="75000" y="115000"/>
                    </a:moveTo>
                    <a:lnTo>
                      <a:pt x="75850" y="115000"/>
                    </a:lnTo>
                    <a:lnTo>
                      <a:pt x="75850" y="115850"/>
                    </a:lnTo>
                    <a:lnTo>
                      <a:pt x="75000" y="115850"/>
                    </a:lnTo>
                    <a:close/>
                    <a:moveTo>
                      <a:pt x="77500" y="117500"/>
                    </a:moveTo>
                    <a:lnTo>
                      <a:pt x="78200" y="117500"/>
                    </a:lnTo>
                    <a:lnTo>
                      <a:pt x="78200" y="118200"/>
                    </a:lnTo>
                    <a:lnTo>
                      <a:pt x="77500" y="118200"/>
                    </a:lnTo>
                    <a:close/>
                    <a:moveTo>
                      <a:pt x="80000" y="115000"/>
                    </a:moveTo>
                    <a:lnTo>
                      <a:pt x="80850" y="115000"/>
                    </a:lnTo>
                    <a:lnTo>
                      <a:pt x="80850" y="115850"/>
                    </a:lnTo>
                    <a:lnTo>
                      <a:pt x="80000" y="115850"/>
                    </a:lnTo>
                    <a:close/>
                    <a:moveTo>
                      <a:pt x="82500" y="117500"/>
                    </a:moveTo>
                    <a:lnTo>
                      <a:pt x="83200" y="117500"/>
                    </a:lnTo>
                    <a:lnTo>
                      <a:pt x="83200" y="118200"/>
                    </a:lnTo>
                    <a:lnTo>
                      <a:pt x="82500" y="118200"/>
                    </a:lnTo>
                    <a:close/>
                    <a:moveTo>
                      <a:pt x="85000" y="115000"/>
                    </a:moveTo>
                    <a:lnTo>
                      <a:pt x="85850" y="115000"/>
                    </a:lnTo>
                    <a:lnTo>
                      <a:pt x="85850" y="115850"/>
                    </a:lnTo>
                    <a:lnTo>
                      <a:pt x="85000" y="115850"/>
                    </a:lnTo>
                    <a:close/>
                    <a:moveTo>
                      <a:pt x="87500" y="117500"/>
                    </a:moveTo>
                    <a:lnTo>
                      <a:pt x="88200" y="117500"/>
                    </a:lnTo>
                    <a:lnTo>
                      <a:pt x="88200" y="118200"/>
                    </a:lnTo>
                    <a:lnTo>
                      <a:pt x="87500" y="118200"/>
                    </a:lnTo>
                    <a:close/>
                    <a:moveTo>
                      <a:pt x="90000" y="115000"/>
                    </a:moveTo>
                    <a:lnTo>
                      <a:pt x="90850" y="115000"/>
                    </a:lnTo>
                    <a:lnTo>
                      <a:pt x="90850" y="115850"/>
                    </a:lnTo>
                    <a:lnTo>
                      <a:pt x="90000" y="115850"/>
                    </a:lnTo>
                    <a:close/>
                    <a:moveTo>
                      <a:pt x="92500" y="117500"/>
                    </a:moveTo>
                    <a:lnTo>
                      <a:pt x="93200" y="117500"/>
                    </a:lnTo>
                    <a:lnTo>
                      <a:pt x="93200" y="118200"/>
                    </a:lnTo>
                    <a:lnTo>
                      <a:pt x="92500" y="118200"/>
                    </a:lnTo>
                    <a:close/>
                    <a:moveTo>
                      <a:pt x="95000" y="115000"/>
                    </a:moveTo>
                    <a:lnTo>
                      <a:pt x="95850" y="115000"/>
                    </a:lnTo>
                    <a:lnTo>
                      <a:pt x="95850" y="115850"/>
                    </a:lnTo>
                    <a:lnTo>
                      <a:pt x="95000" y="115850"/>
                    </a:lnTo>
                    <a:close/>
                    <a:moveTo>
                      <a:pt x="97500" y="117500"/>
                    </a:moveTo>
                    <a:lnTo>
                      <a:pt x="98200" y="117500"/>
                    </a:lnTo>
                    <a:lnTo>
                      <a:pt x="98200" y="118200"/>
                    </a:lnTo>
                    <a:lnTo>
                      <a:pt x="97500" y="118200"/>
                    </a:lnTo>
                    <a:close/>
                    <a:moveTo>
                      <a:pt x="100000" y="115000"/>
                    </a:moveTo>
                    <a:lnTo>
                      <a:pt x="100850" y="115000"/>
                    </a:lnTo>
                    <a:lnTo>
                      <a:pt x="100850" y="115850"/>
                    </a:lnTo>
                    <a:lnTo>
                      <a:pt x="100000" y="115850"/>
                    </a:lnTo>
                    <a:close/>
                    <a:moveTo>
                      <a:pt x="102500" y="117500"/>
                    </a:moveTo>
                    <a:lnTo>
                      <a:pt x="103200" y="117500"/>
                    </a:lnTo>
                    <a:lnTo>
                      <a:pt x="103200" y="118200"/>
                    </a:lnTo>
                    <a:lnTo>
                      <a:pt x="102500" y="118200"/>
                    </a:lnTo>
                    <a:close/>
                    <a:moveTo>
                      <a:pt x="105000" y="115000"/>
                    </a:moveTo>
                    <a:lnTo>
                      <a:pt x="105850" y="115000"/>
                    </a:lnTo>
                    <a:lnTo>
                      <a:pt x="105850" y="115850"/>
                    </a:lnTo>
                    <a:lnTo>
                      <a:pt x="105000" y="115850"/>
                    </a:lnTo>
                    <a:close/>
                    <a:moveTo>
                      <a:pt x="107500" y="117500"/>
                    </a:moveTo>
                    <a:lnTo>
                      <a:pt x="108200" y="117500"/>
                    </a:lnTo>
                    <a:lnTo>
                      <a:pt x="108200" y="118200"/>
                    </a:lnTo>
                    <a:lnTo>
                      <a:pt x="107500" y="118200"/>
                    </a:lnTo>
                    <a:close/>
                    <a:moveTo>
                      <a:pt x="110000" y="115000"/>
                    </a:moveTo>
                    <a:lnTo>
                      <a:pt x="110850" y="115000"/>
                    </a:lnTo>
                    <a:lnTo>
                      <a:pt x="110850" y="115850"/>
                    </a:lnTo>
                    <a:lnTo>
                      <a:pt x="110000" y="115850"/>
                    </a:lnTo>
                    <a:close/>
                    <a:moveTo>
                      <a:pt x="112500" y="117500"/>
                    </a:moveTo>
                    <a:lnTo>
                      <a:pt x="113200" y="117500"/>
                    </a:lnTo>
                    <a:lnTo>
                      <a:pt x="113200" y="118200"/>
                    </a:lnTo>
                    <a:lnTo>
                      <a:pt x="112500" y="118200"/>
                    </a:lnTo>
                    <a:close/>
                    <a:moveTo>
                      <a:pt x="115000" y="115000"/>
                    </a:moveTo>
                    <a:lnTo>
                      <a:pt x="115850" y="115000"/>
                    </a:lnTo>
                    <a:lnTo>
                      <a:pt x="115850" y="115850"/>
                    </a:lnTo>
                    <a:lnTo>
                      <a:pt x="115000" y="115850"/>
                    </a:lnTo>
                    <a:close/>
                    <a:moveTo>
                      <a:pt x="117500" y="117500"/>
                    </a:moveTo>
                    <a:lnTo>
                      <a:pt x="118200" y="117500"/>
                    </a:lnTo>
                    <a:lnTo>
                      <a:pt x="118200" y="118200"/>
                    </a:lnTo>
                    <a:lnTo>
                      <a:pt x="117500" y="118200"/>
                    </a:lnTo>
                    <a:close/>
                    <a:moveTo>
                      <a:pt x="120000" y="115000"/>
                    </a:moveTo>
                    <a:lnTo>
                      <a:pt x="120850" y="115000"/>
                    </a:lnTo>
                    <a:lnTo>
                      <a:pt x="120850" y="115850"/>
                    </a:lnTo>
                    <a:lnTo>
                      <a:pt x="120000" y="115850"/>
                    </a:lnTo>
                    <a:close/>
                    <a:moveTo>
                      <a:pt x="122500" y="117500"/>
                    </a:moveTo>
                    <a:lnTo>
                      <a:pt x="123200" y="117500"/>
                    </a:lnTo>
                    <a:lnTo>
                      <a:pt x="123200" y="118200"/>
                    </a:lnTo>
                    <a:lnTo>
                      <a:pt x="122500" y="118200"/>
                    </a:lnTo>
                    <a:close/>
                    <a:moveTo>
                      <a:pt x="125000" y="115000"/>
                    </a:moveTo>
                    <a:lnTo>
                      <a:pt x="125850" y="115000"/>
                    </a:lnTo>
                    <a:lnTo>
                      <a:pt x="125850" y="115850"/>
                    </a:lnTo>
                    <a:lnTo>
                      <a:pt x="125000" y="115850"/>
                    </a:lnTo>
                    <a:close/>
                    <a:moveTo>
                      <a:pt x="127500" y="117500"/>
                    </a:moveTo>
                    <a:lnTo>
                      <a:pt x="128200" y="117500"/>
                    </a:lnTo>
                    <a:lnTo>
                      <a:pt x="128200" y="118200"/>
                    </a:lnTo>
                    <a:lnTo>
                      <a:pt x="127500" y="118200"/>
                    </a:lnTo>
                    <a:close/>
                    <a:moveTo>
                      <a:pt x="130000" y="115000"/>
                    </a:moveTo>
                    <a:lnTo>
                      <a:pt x="130850" y="115000"/>
                    </a:lnTo>
                    <a:lnTo>
                      <a:pt x="130850" y="115850"/>
                    </a:lnTo>
                    <a:lnTo>
                      <a:pt x="130000" y="115850"/>
                    </a:lnTo>
                    <a:close/>
                    <a:moveTo>
                      <a:pt x="132500" y="117500"/>
                    </a:moveTo>
                    <a:lnTo>
                      <a:pt x="133200" y="117500"/>
                    </a:lnTo>
                    <a:lnTo>
                      <a:pt x="133200" y="118200"/>
                    </a:lnTo>
                    <a:lnTo>
                      <a:pt x="132500" y="118200"/>
                    </a:lnTo>
                    <a:close/>
                    <a:moveTo>
                      <a:pt x="135000" y="115000"/>
                    </a:moveTo>
                    <a:lnTo>
                      <a:pt x="135850" y="115000"/>
                    </a:lnTo>
                    <a:lnTo>
                      <a:pt x="135850" y="115850"/>
                    </a:lnTo>
                    <a:lnTo>
                      <a:pt x="135000" y="115850"/>
                    </a:lnTo>
                    <a:close/>
                    <a:moveTo>
                      <a:pt x="137500" y="117500"/>
                    </a:moveTo>
                    <a:lnTo>
                      <a:pt x="138200" y="117500"/>
                    </a:lnTo>
                    <a:lnTo>
                      <a:pt x="138200" y="118200"/>
                    </a:lnTo>
                    <a:lnTo>
                      <a:pt x="137500" y="118200"/>
                    </a:lnTo>
                    <a:close/>
                    <a:moveTo>
                      <a:pt x="140000" y="115000"/>
                    </a:moveTo>
                    <a:lnTo>
                      <a:pt x="140850" y="115000"/>
                    </a:lnTo>
                    <a:lnTo>
                      <a:pt x="140850" y="115850"/>
                    </a:lnTo>
                    <a:lnTo>
                      <a:pt x="140000" y="115850"/>
                    </a:lnTo>
                    <a:close/>
                    <a:moveTo>
                      <a:pt x="142500" y="117500"/>
                    </a:moveTo>
                    <a:lnTo>
                      <a:pt x="143200" y="117500"/>
                    </a:lnTo>
                    <a:lnTo>
                      <a:pt x="143200" y="118200"/>
                    </a:lnTo>
                    <a:lnTo>
                      <a:pt x="142500" y="118200"/>
                    </a:lnTo>
                    <a:close/>
                    <a:moveTo>
                      <a:pt x="145000" y="115000"/>
                    </a:moveTo>
                    <a:lnTo>
                      <a:pt x="145850" y="115000"/>
                    </a:lnTo>
                    <a:lnTo>
                      <a:pt x="145850" y="115850"/>
                    </a:lnTo>
                    <a:lnTo>
                      <a:pt x="145000" y="115850"/>
                    </a:lnTo>
                    <a:close/>
                    <a:moveTo>
                      <a:pt x="147500" y="117500"/>
                    </a:moveTo>
                    <a:lnTo>
                      <a:pt x="148200" y="117500"/>
                    </a:lnTo>
                    <a:lnTo>
                      <a:pt x="148200" y="118200"/>
                    </a:lnTo>
                    <a:lnTo>
                      <a:pt x="147500" y="118200"/>
                    </a:lnTo>
                    <a:close/>
                    <a:moveTo>
                      <a:pt x="150000" y="115000"/>
                    </a:moveTo>
                    <a:lnTo>
                      <a:pt x="150850" y="115000"/>
                    </a:lnTo>
                    <a:lnTo>
                      <a:pt x="150850" y="115850"/>
                    </a:lnTo>
                    <a:lnTo>
                      <a:pt x="150000" y="115850"/>
                    </a:lnTo>
                    <a:close/>
                    <a:moveTo>
                      <a:pt x="152500" y="117500"/>
                    </a:moveTo>
                    <a:lnTo>
                      <a:pt x="153200" y="117500"/>
                    </a:lnTo>
                    <a:lnTo>
                      <a:pt x="153200" y="118200"/>
                    </a:lnTo>
                    <a:lnTo>
                      <a:pt x="152500" y="118200"/>
                    </a:lnTo>
                    <a:close/>
                    <a:moveTo>
                      <a:pt x="155000" y="115000"/>
                    </a:moveTo>
                    <a:lnTo>
                      <a:pt x="155850" y="115000"/>
                    </a:lnTo>
                    <a:lnTo>
                      <a:pt x="155850" y="115850"/>
                    </a:lnTo>
                    <a:lnTo>
                      <a:pt x="155000" y="115850"/>
                    </a:lnTo>
                    <a:close/>
                    <a:moveTo>
                      <a:pt x="157500" y="117500"/>
                    </a:moveTo>
                    <a:lnTo>
                      <a:pt x="158200" y="117500"/>
                    </a:lnTo>
                    <a:lnTo>
                      <a:pt x="158200" y="118200"/>
                    </a:lnTo>
                    <a:lnTo>
                      <a:pt x="157500" y="118200"/>
                    </a:lnTo>
                    <a:close/>
                    <a:moveTo>
                      <a:pt x="160000" y="115000"/>
                    </a:moveTo>
                    <a:lnTo>
                      <a:pt x="160850" y="115000"/>
                    </a:lnTo>
                    <a:lnTo>
                      <a:pt x="160850" y="115850"/>
                    </a:lnTo>
                    <a:lnTo>
                      <a:pt x="160000" y="115850"/>
                    </a:lnTo>
                    <a:close/>
                    <a:moveTo>
                      <a:pt x="162500" y="117500"/>
                    </a:moveTo>
                    <a:lnTo>
                      <a:pt x="163200" y="117500"/>
                    </a:lnTo>
                    <a:lnTo>
                      <a:pt x="163200" y="118200"/>
                    </a:lnTo>
                    <a:lnTo>
                      <a:pt x="162500" y="118200"/>
                    </a:lnTo>
                    <a:close/>
                    <a:moveTo>
                      <a:pt x="165000" y="115000"/>
                    </a:moveTo>
                    <a:lnTo>
                      <a:pt x="165850" y="115000"/>
                    </a:lnTo>
                    <a:lnTo>
                      <a:pt x="165850" y="115850"/>
                    </a:lnTo>
                    <a:lnTo>
                      <a:pt x="165000" y="115850"/>
                    </a:lnTo>
                    <a:close/>
                    <a:moveTo>
                      <a:pt x="167500" y="117500"/>
                    </a:moveTo>
                    <a:lnTo>
                      <a:pt x="168200" y="117500"/>
                    </a:lnTo>
                    <a:lnTo>
                      <a:pt x="168200" y="118200"/>
                    </a:lnTo>
                    <a:lnTo>
                      <a:pt x="167500" y="118200"/>
                    </a:lnTo>
                    <a:close/>
                    <a:moveTo>
                      <a:pt x="170000" y="115000"/>
                    </a:moveTo>
                    <a:lnTo>
                      <a:pt x="170850" y="115000"/>
                    </a:lnTo>
                    <a:lnTo>
                      <a:pt x="170850" y="115850"/>
                    </a:lnTo>
                    <a:lnTo>
                      <a:pt x="170000" y="115850"/>
                    </a:lnTo>
                    <a:close/>
                    <a:moveTo>
                      <a:pt x="172500" y="117500"/>
                    </a:moveTo>
                    <a:lnTo>
                      <a:pt x="173200" y="117500"/>
                    </a:lnTo>
                    <a:lnTo>
                      <a:pt x="173200" y="118200"/>
                    </a:lnTo>
                    <a:lnTo>
                      <a:pt x="172500" y="118200"/>
                    </a:lnTo>
                    <a:close/>
                    <a:moveTo>
                      <a:pt x="175000" y="115000"/>
                    </a:moveTo>
                    <a:lnTo>
                      <a:pt x="175850" y="115000"/>
                    </a:lnTo>
                    <a:lnTo>
                      <a:pt x="175850" y="115850"/>
                    </a:lnTo>
                    <a:lnTo>
                      <a:pt x="175000" y="115850"/>
                    </a:lnTo>
                    <a:close/>
                    <a:moveTo>
                      <a:pt x="177500" y="117500"/>
                    </a:moveTo>
                    <a:lnTo>
                      <a:pt x="178200" y="117500"/>
                    </a:lnTo>
                    <a:lnTo>
                      <a:pt x="178200" y="118200"/>
                    </a:lnTo>
                    <a:lnTo>
                      <a:pt x="177500" y="118200"/>
                    </a:lnTo>
                    <a:close/>
                    <a:moveTo>
                      <a:pt x="180000" y="115000"/>
                    </a:moveTo>
                    <a:lnTo>
                      <a:pt x="180850" y="115000"/>
                    </a:lnTo>
                    <a:lnTo>
                      <a:pt x="180850" y="115850"/>
                    </a:lnTo>
                    <a:lnTo>
                      <a:pt x="180000" y="115850"/>
                    </a:lnTo>
                    <a:close/>
                    <a:moveTo>
                      <a:pt x="182500" y="117500"/>
                    </a:moveTo>
                    <a:lnTo>
                      <a:pt x="183200" y="117500"/>
                    </a:lnTo>
                    <a:lnTo>
                      <a:pt x="183200" y="118200"/>
                    </a:lnTo>
                    <a:lnTo>
                      <a:pt x="182500" y="118200"/>
                    </a:lnTo>
                    <a:close/>
                    <a:moveTo>
                      <a:pt x="185000" y="115000"/>
                    </a:moveTo>
                    <a:lnTo>
                      <a:pt x="185850" y="115000"/>
                    </a:lnTo>
                    <a:lnTo>
                      <a:pt x="185850" y="115850"/>
                    </a:lnTo>
                    <a:lnTo>
                      <a:pt x="185000" y="115850"/>
                    </a:lnTo>
                    <a:close/>
                    <a:moveTo>
                      <a:pt x="187500" y="117500"/>
                    </a:moveTo>
                    <a:lnTo>
                      <a:pt x="188200" y="117500"/>
                    </a:lnTo>
                    <a:lnTo>
                      <a:pt x="188200" y="118200"/>
                    </a:lnTo>
                    <a:lnTo>
                      <a:pt x="187500" y="118200"/>
                    </a:lnTo>
                    <a:close/>
                    <a:moveTo>
                      <a:pt x="190000" y="115000"/>
                    </a:moveTo>
                    <a:lnTo>
                      <a:pt x="190850" y="115000"/>
                    </a:lnTo>
                    <a:lnTo>
                      <a:pt x="190850" y="115850"/>
                    </a:lnTo>
                    <a:lnTo>
                      <a:pt x="190000" y="115850"/>
                    </a:lnTo>
                    <a:close/>
                    <a:moveTo>
                      <a:pt x="192500" y="117500"/>
                    </a:moveTo>
                    <a:lnTo>
                      <a:pt x="193200" y="117500"/>
                    </a:lnTo>
                    <a:lnTo>
                      <a:pt x="193200" y="118200"/>
                    </a:lnTo>
                    <a:lnTo>
                      <a:pt x="192500" y="118200"/>
                    </a:lnTo>
                    <a:close/>
                    <a:moveTo>
                      <a:pt x="195000" y="115000"/>
                    </a:moveTo>
                    <a:lnTo>
                      <a:pt x="195850" y="115000"/>
                    </a:lnTo>
                    <a:lnTo>
                      <a:pt x="195850" y="115850"/>
                    </a:lnTo>
                    <a:lnTo>
                      <a:pt x="195000" y="115850"/>
                    </a:lnTo>
                    <a:close/>
                    <a:moveTo>
                      <a:pt x="197500" y="117500"/>
                    </a:moveTo>
                    <a:lnTo>
                      <a:pt x="198200" y="117500"/>
                    </a:lnTo>
                    <a:lnTo>
                      <a:pt x="198200" y="118200"/>
                    </a:lnTo>
                    <a:lnTo>
                      <a:pt x="197500" y="118200"/>
                    </a:lnTo>
                    <a:close/>
                    <a:moveTo>
                      <a:pt x="200000" y="115000"/>
                    </a:moveTo>
                    <a:lnTo>
                      <a:pt x="200850" y="115000"/>
                    </a:lnTo>
                    <a:lnTo>
                      <a:pt x="200850" y="115850"/>
                    </a:lnTo>
                    <a:lnTo>
                      <a:pt x="200000" y="115850"/>
                    </a:lnTo>
                    <a:close/>
                    <a:moveTo>
                      <a:pt x="202500" y="117500"/>
                    </a:moveTo>
                    <a:lnTo>
                      <a:pt x="203200" y="117500"/>
                    </a:lnTo>
                    <a:lnTo>
                      <a:pt x="203200" y="118200"/>
                    </a:lnTo>
                    <a:lnTo>
                      <a:pt x="202500" y="118200"/>
                    </a:lnTo>
                    <a:close/>
                    <a:moveTo>
                      <a:pt x="205000" y="115000"/>
                    </a:moveTo>
                    <a:lnTo>
                      <a:pt x="205850" y="115000"/>
                    </a:lnTo>
                    <a:lnTo>
                      <a:pt x="205850" y="115850"/>
                    </a:lnTo>
                    <a:lnTo>
                      <a:pt x="205000" y="115850"/>
                    </a:lnTo>
                    <a:close/>
                    <a:moveTo>
                      <a:pt x="207500" y="117500"/>
                    </a:moveTo>
                    <a:lnTo>
                      <a:pt x="208200" y="117500"/>
                    </a:lnTo>
                    <a:lnTo>
                      <a:pt x="208200" y="118200"/>
                    </a:lnTo>
                    <a:lnTo>
                      <a:pt x="207500" y="118200"/>
                    </a:lnTo>
                    <a:close/>
                    <a:moveTo>
                      <a:pt x="210000" y="115000"/>
                    </a:moveTo>
                    <a:lnTo>
                      <a:pt x="210850" y="115000"/>
                    </a:lnTo>
                    <a:lnTo>
                      <a:pt x="210850" y="115850"/>
                    </a:lnTo>
                    <a:lnTo>
                      <a:pt x="210000" y="115850"/>
                    </a:lnTo>
                    <a:close/>
                    <a:moveTo>
                      <a:pt x="212500" y="117500"/>
                    </a:moveTo>
                    <a:lnTo>
                      <a:pt x="213200" y="117500"/>
                    </a:lnTo>
                    <a:lnTo>
                      <a:pt x="213200" y="118200"/>
                    </a:lnTo>
                    <a:lnTo>
                      <a:pt x="212500" y="118200"/>
                    </a:lnTo>
                    <a:close/>
                    <a:moveTo>
                      <a:pt x="215000" y="115000"/>
                    </a:moveTo>
                    <a:lnTo>
                      <a:pt x="215850" y="115000"/>
                    </a:lnTo>
                    <a:lnTo>
                      <a:pt x="215850" y="115850"/>
                    </a:lnTo>
                    <a:lnTo>
                      <a:pt x="215000" y="115850"/>
                    </a:lnTo>
                    <a:close/>
                    <a:moveTo>
                      <a:pt x="217500" y="117500"/>
                    </a:moveTo>
                    <a:lnTo>
                      <a:pt x="218200" y="117500"/>
                    </a:lnTo>
                    <a:lnTo>
                      <a:pt x="218200" y="118200"/>
                    </a:lnTo>
                    <a:lnTo>
                      <a:pt x="217500" y="118200"/>
                    </a:lnTo>
                    <a:close/>
                    <a:moveTo>
                      <a:pt x="220000" y="115000"/>
                    </a:moveTo>
                    <a:lnTo>
                      <a:pt x="220850" y="115000"/>
                    </a:lnTo>
                    <a:lnTo>
                      <a:pt x="220850" y="115850"/>
                    </a:lnTo>
                    <a:lnTo>
                      <a:pt x="220000" y="115850"/>
                    </a:lnTo>
                    <a:close/>
                    <a:moveTo>
                      <a:pt x="222500" y="117500"/>
                    </a:moveTo>
                    <a:lnTo>
                      <a:pt x="223200" y="117500"/>
                    </a:lnTo>
                    <a:lnTo>
                      <a:pt x="223200" y="118200"/>
                    </a:lnTo>
                    <a:lnTo>
                      <a:pt x="222500" y="118200"/>
                    </a:lnTo>
                    <a:close/>
                    <a:moveTo>
                      <a:pt x="225000" y="115000"/>
                    </a:moveTo>
                    <a:lnTo>
                      <a:pt x="225850" y="115000"/>
                    </a:lnTo>
                    <a:lnTo>
                      <a:pt x="225850" y="115850"/>
                    </a:lnTo>
                    <a:lnTo>
                      <a:pt x="225000" y="115850"/>
                    </a:lnTo>
                    <a:close/>
                    <a:moveTo>
                      <a:pt x="227500" y="117500"/>
                    </a:moveTo>
                    <a:lnTo>
                      <a:pt x="228200" y="117500"/>
                    </a:lnTo>
                    <a:lnTo>
                      <a:pt x="228200" y="118200"/>
                    </a:lnTo>
                    <a:lnTo>
                      <a:pt x="227500" y="118200"/>
                    </a:lnTo>
                    <a:close/>
                    <a:moveTo>
                      <a:pt x="230000" y="115000"/>
                    </a:moveTo>
                    <a:lnTo>
                      <a:pt x="230850" y="115000"/>
                    </a:lnTo>
                    <a:lnTo>
                      <a:pt x="230850" y="115850"/>
                    </a:lnTo>
                    <a:lnTo>
                      <a:pt x="230000" y="115850"/>
                    </a:lnTo>
                    <a:close/>
                    <a:moveTo>
                      <a:pt x="232500" y="117500"/>
                    </a:moveTo>
                    <a:lnTo>
                      <a:pt x="233200" y="117500"/>
                    </a:lnTo>
                    <a:lnTo>
                      <a:pt x="233200" y="118200"/>
                    </a:lnTo>
                    <a:lnTo>
                      <a:pt x="232500" y="118200"/>
                    </a:lnTo>
                    <a:close/>
                    <a:moveTo>
                      <a:pt x="235000" y="115000"/>
                    </a:moveTo>
                    <a:lnTo>
                      <a:pt x="235850" y="115000"/>
                    </a:lnTo>
                    <a:lnTo>
                      <a:pt x="235850" y="115850"/>
                    </a:lnTo>
                    <a:lnTo>
                      <a:pt x="235000" y="115850"/>
                    </a:lnTo>
                    <a:close/>
                    <a:moveTo>
                      <a:pt x="237500" y="117500"/>
                    </a:moveTo>
                    <a:lnTo>
                      <a:pt x="238200" y="117500"/>
                    </a:lnTo>
                    <a:lnTo>
                      <a:pt x="238200" y="118200"/>
                    </a:lnTo>
                    <a:lnTo>
                      <a:pt x="237500" y="118200"/>
                    </a:lnTo>
                    <a:close/>
                    <a:moveTo>
                      <a:pt x="240000" y="115000"/>
                    </a:moveTo>
                    <a:lnTo>
                      <a:pt x="240850" y="115000"/>
                    </a:lnTo>
                    <a:lnTo>
                      <a:pt x="240850" y="115850"/>
                    </a:lnTo>
                    <a:lnTo>
                      <a:pt x="240000" y="115850"/>
                    </a:lnTo>
                    <a:close/>
                    <a:moveTo>
                      <a:pt x="242500" y="117500"/>
                    </a:moveTo>
                    <a:lnTo>
                      <a:pt x="243200" y="117500"/>
                    </a:lnTo>
                    <a:lnTo>
                      <a:pt x="243200" y="118200"/>
                    </a:lnTo>
                    <a:lnTo>
                      <a:pt x="242500" y="118200"/>
                    </a:lnTo>
                    <a:close/>
                    <a:moveTo>
                      <a:pt x="245000" y="115000"/>
                    </a:moveTo>
                    <a:lnTo>
                      <a:pt x="245850" y="115000"/>
                    </a:lnTo>
                    <a:lnTo>
                      <a:pt x="245850" y="115850"/>
                    </a:lnTo>
                    <a:lnTo>
                      <a:pt x="245000" y="115850"/>
                    </a:lnTo>
                    <a:close/>
                    <a:moveTo>
                      <a:pt x="247500" y="117500"/>
                    </a:moveTo>
                    <a:lnTo>
                      <a:pt x="248200" y="117500"/>
                    </a:lnTo>
                    <a:lnTo>
                      <a:pt x="248200" y="118200"/>
                    </a:lnTo>
                    <a:lnTo>
                      <a:pt x="247500" y="118200"/>
                    </a:lnTo>
                    <a:close/>
                    <a:moveTo>
                      <a:pt x="250000" y="115000"/>
                    </a:moveTo>
                    <a:lnTo>
                      <a:pt x="250850" y="115000"/>
                    </a:lnTo>
                    <a:lnTo>
                      <a:pt x="250850" y="115850"/>
                    </a:lnTo>
                    <a:lnTo>
                      <a:pt x="250000" y="115850"/>
                    </a:lnTo>
                    <a:close/>
                    <a:moveTo>
                      <a:pt x="252500" y="117500"/>
                    </a:moveTo>
                    <a:lnTo>
                      <a:pt x="253200" y="117500"/>
                    </a:lnTo>
                    <a:lnTo>
                      <a:pt x="253200" y="118200"/>
                    </a:lnTo>
                    <a:lnTo>
                      <a:pt x="252500" y="118200"/>
                    </a:lnTo>
                    <a:close/>
                    <a:moveTo>
                      <a:pt x="255000" y="115000"/>
                    </a:moveTo>
                    <a:lnTo>
                      <a:pt x="255850" y="115000"/>
                    </a:lnTo>
                    <a:lnTo>
                      <a:pt x="255850" y="115850"/>
                    </a:lnTo>
                    <a:lnTo>
                      <a:pt x="255000" y="115850"/>
                    </a:lnTo>
                    <a:close/>
                    <a:moveTo>
                      <a:pt x="257500" y="117500"/>
                    </a:moveTo>
                    <a:lnTo>
                      <a:pt x="258200" y="117500"/>
                    </a:lnTo>
                    <a:lnTo>
                      <a:pt x="258200" y="118200"/>
                    </a:lnTo>
                    <a:lnTo>
                      <a:pt x="257500" y="118200"/>
                    </a:lnTo>
                    <a:close/>
                    <a:moveTo>
                      <a:pt x="260000" y="115000"/>
                    </a:moveTo>
                    <a:lnTo>
                      <a:pt x="260850" y="115000"/>
                    </a:lnTo>
                    <a:lnTo>
                      <a:pt x="260850" y="115850"/>
                    </a:lnTo>
                    <a:lnTo>
                      <a:pt x="260000" y="115850"/>
                    </a:lnTo>
                    <a:close/>
                    <a:moveTo>
                      <a:pt x="262500" y="117500"/>
                    </a:moveTo>
                    <a:lnTo>
                      <a:pt x="263200" y="117500"/>
                    </a:lnTo>
                    <a:lnTo>
                      <a:pt x="263200" y="118200"/>
                    </a:lnTo>
                    <a:lnTo>
                      <a:pt x="262500" y="118200"/>
                    </a:lnTo>
                    <a:close/>
                    <a:moveTo>
                      <a:pt x="265000" y="115000"/>
                    </a:moveTo>
                    <a:lnTo>
                      <a:pt x="265850" y="115000"/>
                    </a:lnTo>
                    <a:lnTo>
                      <a:pt x="265850" y="115850"/>
                    </a:lnTo>
                    <a:lnTo>
                      <a:pt x="265000" y="115850"/>
                    </a:lnTo>
                    <a:close/>
                    <a:moveTo>
                      <a:pt x="267500" y="117500"/>
                    </a:moveTo>
                    <a:lnTo>
                      <a:pt x="268200" y="117500"/>
                    </a:lnTo>
                    <a:lnTo>
                      <a:pt x="268200" y="118200"/>
                    </a:lnTo>
                    <a:lnTo>
                      <a:pt x="267500" y="118200"/>
                    </a:lnTo>
                    <a:close/>
                    <a:moveTo>
                      <a:pt x="270000" y="115000"/>
                    </a:moveTo>
                    <a:lnTo>
                      <a:pt x="270850" y="115000"/>
                    </a:lnTo>
                    <a:lnTo>
                      <a:pt x="270850" y="115850"/>
                    </a:lnTo>
                    <a:lnTo>
                      <a:pt x="270000" y="115850"/>
                    </a:lnTo>
                    <a:close/>
                    <a:moveTo>
                      <a:pt x="272500" y="117500"/>
                    </a:moveTo>
                    <a:lnTo>
                      <a:pt x="273200" y="117500"/>
                    </a:lnTo>
                    <a:lnTo>
                      <a:pt x="273200" y="118200"/>
                    </a:lnTo>
                    <a:lnTo>
                      <a:pt x="272500" y="118200"/>
                    </a:lnTo>
                    <a:close/>
                    <a:moveTo>
                      <a:pt x="275000" y="115000"/>
                    </a:moveTo>
                    <a:lnTo>
                      <a:pt x="275850" y="115000"/>
                    </a:lnTo>
                    <a:lnTo>
                      <a:pt x="275850" y="115850"/>
                    </a:lnTo>
                    <a:lnTo>
                      <a:pt x="275000" y="115850"/>
                    </a:lnTo>
                    <a:close/>
                    <a:moveTo>
                      <a:pt x="277500" y="117500"/>
                    </a:moveTo>
                    <a:lnTo>
                      <a:pt x="278200" y="117500"/>
                    </a:lnTo>
                    <a:lnTo>
                      <a:pt x="278200" y="118200"/>
                    </a:lnTo>
                    <a:lnTo>
                      <a:pt x="277500" y="118200"/>
                    </a:lnTo>
                    <a:close/>
                    <a:moveTo>
                      <a:pt x="280000" y="115000"/>
                    </a:moveTo>
                    <a:lnTo>
                      <a:pt x="280850" y="115000"/>
                    </a:lnTo>
                    <a:lnTo>
                      <a:pt x="280850" y="115850"/>
                    </a:lnTo>
                    <a:lnTo>
                      <a:pt x="280000" y="115850"/>
                    </a:lnTo>
                    <a:close/>
                    <a:moveTo>
                      <a:pt x="282500" y="117500"/>
                    </a:moveTo>
                    <a:lnTo>
                      <a:pt x="283200" y="117500"/>
                    </a:lnTo>
                    <a:lnTo>
                      <a:pt x="283200" y="118200"/>
                    </a:lnTo>
                    <a:lnTo>
                      <a:pt x="282500" y="118200"/>
                    </a:lnTo>
                    <a:close/>
                    <a:moveTo>
                      <a:pt x="285000" y="115000"/>
                    </a:moveTo>
                    <a:lnTo>
                      <a:pt x="285850" y="115000"/>
                    </a:lnTo>
                    <a:lnTo>
                      <a:pt x="285850" y="115850"/>
                    </a:lnTo>
                    <a:lnTo>
                      <a:pt x="285000" y="115850"/>
                    </a:lnTo>
                    <a:close/>
                    <a:moveTo>
                      <a:pt x="287500" y="117500"/>
                    </a:moveTo>
                    <a:lnTo>
                      <a:pt x="288200" y="117500"/>
                    </a:lnTo>
                    <a:lnTo>
                      <a:pt x="288200" y="118200"/>
                    </a:lnTo>
                    <a:lnTo>
                      <a:pt x="287500" y="118200"/>
                    </a:lnTo>
                    <a:close/>
                    <a:moveTo>
                      <a:pt x="0" y="120000"/>
                    </a:moveTo>
                    <a:lnTo>
                      <a:pt x="850" y="120000"/>
                    </a:lnTo>
                    <a:lnTo>
                      <a:pt x="850" y="120850"/>
                    </a:lnTo>
                    <a:lnTo>
                      <a:pt x="0" y="120850"/>
                    </a:lnTo>
                    <a:close/>
                    <a:moveTo>
                      <a:pt x="2500" y="122500"/>
                    </a:moveTo>
                    <a:lnTo>
                      <a:pt x="3200" y="122500"/>
                    </a:lnTo>
                    <a:lnTo>
                      <a:pt x="3200" y="123200"/>
                    </a:lnTo>
                    <a:lnTo>
                      <a:pt x="2500" y="123200"/>
                    </a:lnTo>
                    <a:close/>
                    <a:moveTo>
                      <a:pt x="5000" y="120000"/>
                    </a:moveTo>
                    <a:lnTo>
                      <a:pt x="5850" y="120000"/>
                    </a:lnTo>
                    <a:lnTo>
                      <a:pt x="5850" y="120850"/>
                    </a:lnTo>
                    <a:lnTo>
                      <a:pt x="5000" y="120850"/>
                    </a:lnTo>
                    <a:close/>
                    <a:moveTo>
                      <a:pt x="7500" y="122500"/>
                    </a:moveTo>
                    <a:lnTo>
                      <a:pt x="8200" y="122500"/>
                    </a:lnTo>
                    <a:lnTo>
                      <a:pt x="8200" y="123200"/>
                    </a:lnTo>
                    <a:lnTo>
                      <a:pt x="7500" y="123200"/>
                    </a:lnTo>
                    <a:close/>
                    <a:moveTo>
                      <a:pt x="10000" y="120000"/>
                    </a:moveTo>
                    <a:lnTo>
                      <a:pt x="10850" y="120000"/>
                    </a:lnTo>
                    <a:lnTo>
                      <a:pt x="10850" y="120850"/>
                    </a:lnTo>
                    <a:lnTo>
                      <a:pt x="10000" y="120850"/>
                    </a:lnTo>
                    <a:close/>
                    <a:moveTo>
                      <a:pt x="12500" y="122500"/>
                    </a:moveTo>
                    <a:lnTo>
                      <a:pt x="13200" y="122500"/>
                    </a:lnTo>
                    <a:lnTo>
                      <a:pt x="13200" y="123200"/>
                    </a:lnTo>
                    <a:lnTo>
                      <a:pt x="12500" y="123200"/>
                    </a:lnTo>
                    <a:close/>
                    <a:moveTo>
                      <a:pt x="15000" y="120000"/>
                    </a:moveTo>
                    <a:lnTo>
                      <a:pt x="15850" y="120000"/>
                    </a:lnTo>
                    <a:lnTo>
                      <a:pt x="15850" y="120850"/>
                    </a:lnTo>
                    <a:lnTo>
                      <a:pt x="15000" y="120850"/>
                    </a:lnTo>
                    <a:close/>
                    <a:moveTo>
                      <a:pt x="17500" y="122500"/>
                    </a:moveTo>
                    <a:lnTo>
                      <a:pt x="18200" y="122500"/>
                    </a:lnTo>
                    <a:lnTo>
                      <a:pt x="18200" y="123200"/>
                    </a:lnTo>
                    <a:lnTo>
                      <a:pt x="17500" y="123200"/>
                    </a:lnTo>
                    <a:close/>
                    <a:moveTo>
                      <a:pt x="20000" y="120000"/>
                    </a:moveTo>
                    <a:lnTo>
                      <a:pt x="20850" y="120000"/>
                    </a:lnTo>
                    <a:lnTo>
                      <a:pt x="20850" y="120850"/>
                    </a:lnTo>
                    <a:lnTo>
                      <a:pt x="20000" y="120850"/>
                    </a:lnTo>
                    <a:close/>
                    <a:moveTo>
                      <a:pt x="22500" y="122500"/>
                    </a:moveTo>
                    <a:lnTo>
                      <a:pt x="23200" y="122500"/>
                    </a:lnTo>
                    <a:lnTo>
                      <a:pt x="23200" y="123200"/>
                    </a:lnTo>
                    <a:lnTo>
                      <a:pt x="22500" y="123200"/>
                    </a:lnTo>
                    <a:close/>
                    <a:moveTo>
                      <a:pt x="25000" y="120000"/>
                    </a:moveTo>
                    <a:lnTo>
                      <a:pt x="25850" y="120000"/>
                    </a:lnTo>
                    <a:lnTo>
                      <a:pt x="25850" y="120850"/>
                    </a:lnTo>
                    <a:lnTo>
                      <a:pt x="25000" y="120850"/>
                    </a:lnTo>
                    <a:close/>
                    <a:moveTo>
                      <a:pt x="27500" y="122500"/>
                    </a:moveTo>
                    <a:lnTo>
                      <a:pt x="28200" y="122500"/>
                    </a:lnTo>
                    <a:lnTo>
                      <a:pt x="28200" y="123200"/>
                    </a:lnTo>
                    <a:lnTo>
                      <a:pt x="27500" y="123200"/>
                    </a:lnTo>
                    <a:close/>
                    <a:moveTo>
                      <a:pt x="30000" y="120000"/>
                    </a:moveTo>
                    <a:lnTo>
                      <a:pt x="30850" y="120000"/>
                    </a:lnTo>
                    <a:lnTo>
                      <a:pt x="30850" y="120850"/>
                    </a:lnTo>
                    <a:lnTo>
                      <a:pt x="30000" y="120850"/>
                    </a:lnTo>
                    <a:close/>
                    <a:moveTo>
                      <a:pt x="32500" y="122500"/>
                    </a:moveTo>
                    <a:lnTo>
                      <a:pt x="33200" y="122500"/>
                    </a:lnTo>
                    <a:lnTo>
                      <a:pt x="33200" y="123200"/>
                    </a:lnTo>
                    <a:lnTo>
                      <a:pt x="32500" y="123200"/>
                    </a:lnTo>
                    <a:close/>
                    <a:moveTo>
                      <a:pt x="35000" y="120000"/>
                    </a:moveTo>
                    <a:lnTo>
                      <a:pt x="35850" y="120000"/>
                    </a:lnTo>
                    <a:lnTo>
                      <a:pt x="35850" y="120850"/>
                    </a:lnTo>
                    <a:lnTo>
                      <a:pt x="35000" y="120850"/>
                    </a:lnTo>
                    <a:close/>
                    <a:moveTo>
                      <a:pt x="37500" y="122500"/>
                    </a:moveTo>
                    <a:lnTo>
                      <a:pt x="38200" y="122500"/>
                    </a:lnTo>
                    <a:lnTo>
                      <a:pt x="38200" y="123200"/>
                    </a:lnTo>
                    <a:lnTo>
                      <a:pt x="37500" y="123200"/>
                    </a:lnTo>
                    <a:close/>
                    <a:moveTo>
                      <a:pt x="40000" y="120000"/>
                    </a:moveTo>
                    <a:lnTo>
                      <a:pt x="40850" y="120000"/>
                    </a:lnTo>
                    <a:lnTo>
                      <a:pt x="40850" y="120850"/>
                    </a:lnTo>
                    <a:lnTo>
                      <a:pt x="40000" y="120850"/>
                    </a:lnTo>
                    <a:close/>
                    <a:moveTo>
                      <a:pt x="42500" y="122500"/>
                    </a:moveTo>
                    <a:lnTo>
                      <a:pt x="43200" y="122500"/>
                    </a:lnTo>
                    <a:lnTo>
                      <a:pt x="43200" y="123200"/>
                    </a:lnTo>
                    <a:lnTo>
                      <a:pt x="42500" y="123200"/>
                    </a:lnTo>
                    <a:close/>
                    <a:moveTo>
                      <a:pt x="45000" y="120000"/>
                    </a:moveTo>
                    <a:lnTo>
                      <a:pt x="45850" y="120000"/>
                    </a:lnTo>
                    <a:lnTo>
                      <a:pt x="45850" y="120850"/>
                    </a:lnTo>
                    <a:lnTo>
                      <a:pt x="45000" y="120850"/>
                    </a:lnTo>
                    <a:close/>
                    <a:moveTo>
                      <a:pt x="47500" y="122500"/>
                    </a:moveTo>
                    <a:lnTo>
                      <a:pt x="48200" y="122500"/>
                    </a:lnTo>
                    <a:lnTo>
                      <a:pt x="48200" y="123200"/>
                    </a:lnTo>
                    <a:lnTo>
                      <a:pt x="47500" y="123200"/>
                    </a:lnTo>
                    <a:close/>
                    <a:moveTo>
                      <a:pt x="50000" y="120000"/>
                    </a:moveTo>
                    <a:lnTo>
                      <a:pt x="50850" y="120000"/>
                    </a:lnTo>
                    <a:lnTo>
                      <a:pt x="50850" y="120850"/>
                    </a:lnTo>
                    <a:lnTo>
                      <a:pt x="50000" y="120850"/>
                    </a:lnTo>
                    <a:close/>
                    <a:moveTo>
                      <a:pt x="52500" y="122500"/>
                    </a:moveTo>
                    <a:lnTo>
                      <a:pt x="53200" y="122500"/>
                    </a:lnTo>
                    <a:lnTo>
                      <a:pt x="53200" y="123200"/>
                    </a:lnTo>
                    <a:lnTo>
                      <a:pt x="52500" y="123200"/>
                    </a:lnTo>
                    <a:close/>
                    <a:moveTo>
                      <a:pt x="55000" y="120000"/>
                    </a:moveTo>
                    <a:lnTo>
                      <a:pt x="55850" y="120000"/>
                    </a:lnTo>
                    <a:lnTo>
                      <a:pt x="55850" y="120850"/>
                    </a:lnTo>
                    <a:lnTo>
                      <a:pt x="55000" y="120850"/>
                    </a:lnTo>
                    <a:close/>
                    <a:moveTo>
                      <a:pt x="57500" y="122500"/>
                    </a:moveTo>
                    <a:lnTo>
                      <a:pt x="58200" y="122500"/>
                    </a:lnTo>
                    <a:lnTo>
                      <a:pt x="58200" y="123200"/>
                    </a:lnTo>
                    <a:lnTo>
                      <a:pt x="57500" y="123200"/>
                    </a:lnTo>
                    <a:close/>
                    <a:moveTo>
                      <a:pt x="60000" y="120000"/>
                    </a:moveTo>
                    <a:lnTo>
                      <a:pt x="60850" y="120000"/>
                    </a:lnTo>
                    <a:lnTo>
                      <a:pt x="60850" y="120850"/>
                    </a:lnTo>
                    <a:lnTo>
                      <a:pt x="60000" y="120850"/>
                    </a:lnTo>
                    <a:close/>
                    <a:moveTo>
                      <a:pt x="62500" y="122500"/>
                    </a:moveTo>
                    <a:lnTo>
                      <a:pt x="63200" y="122500"/>
                    </a:lnTo>
                    <a:lnTo>
                      <a:pt x="63200" y="123200"/>
                    </a:lnTo>
                    <a:lnTo>
                      <a:pt x="62500" y="123200"/>
                    </a:lnTo>
                    <a:close/>
                    <a:moveTo>
                      <a:pt x="65000" y="120000"/>
                    </a:moveTo>
                    <a:lnTo>
                      <a:pt x="65850" y="120000"/>
                    </a:lnTo>
                    <a:lnTo>
                      <a:pt x="65850" y="120850"/>
                    </a:lnTo>
                    <a:lnTo>
                      <a:pt x="65000" y="120850"/>
                    </a:lnTo>
                    <a:close/>
                    <a:moveTo>
                      <a:pt x="67500" y="122500"/>
                    </a:moveTo>
                    <a:lnTo>
                      <a:pt x="68200" y="122500"/>
                    </a:lnTo>
                    <a:lnTo>
                      <a:pt x="68200" y="123200"/>
                    </a:lnTo>
                    <a:lnTo>
                      <a:pt x="67500" y="123200"/>
                    </a:lnTo>
                    <a:close/>
                    <a:moveTo>
                      <a:pt x="70000" y="120000"/>
                    </a:moveTo>
                    <a:lnTo>
                      <a:pt x="70850" y="120000"/>
                    </a:lnTo>
                    <a:lnTo>
                      <a:pt x="70850" y="120850"/>
                    </a:lnTo>
                    <a:lnTo>
                      <a:pt x="70000" y="120850"/>
                    </a:lnTo>
                    <a:close/>
                    <a:moveTo>
                      <a:pt x="72500" y="122500"/>
                    </a:moveTo>
                    <a:lnTo>
                      <a:pt x="73200" y="122500"/>
                    </a:lnTo>
                    <a:lnTo>
                      <a:pt x="73200" y="123200"/>
                    </a:lnTo>
                    <a:lnTo>
                      <a:pt x="72500" y="123200"/>
                    </a:lnTo>
                    <a:close/>
                    <a:moveTo>
                      <a:pt x="75000" y="120000"/>
                    </a:moveTo>
                    <a:lnTo>
                      <a:pt x="75850" y="120000"/>
                    </a:lnTo>
                    <a:lnTo>
                      <a:pt x="75850" y="120850"/>
                    </a:lnTo>
                    <a:lnTo>
                      <a:pt x="75000" y="120850"/>
                    </a:lnTo>
                    <a:close/>
                    <a:moveTo>
                      <a:pt x="77500" y="122500"/>
                    </a:moveTo>
                    <a:lnTo>
                      <a:pt x="78200" y="122500"/>
                    </a:lnTo>
                    <a:lnTo>
                      <a:pt x="78200" y="123200"/>
                    </a:lnTo>
                    <a:lnTo>
                      <a:pt x="77500" y="123200"/>
                    </a:lnTo>
                    <a:close/>
                    <a:moveTo>
                      <a:pt x="80000" y="120000"/>
                    </a:moveTo>
                    <a:lnTo>
                      <a:pt x="80850" y="120000"/>
                    </a:lnTo>
                    <a:lnTo>
                      <a:pt x="80850" y="120850"/>
                    </a:lnTo>
                    <a:lnTo>
                      <a:pt x="80000" y="120850"/>
                    </a:lnTo>
                    <a:close/>
                    <a:moveTo>
                      <a:pt x="82500" y="122500"/>
                    </a:moveTo>
                    <a:lnTo>
                      <a:pt x="83200" y="122500"/>
                    </a:lnTo>
                    <a:lnTo>
                      <a:pt x="83200" y="123200"/>
                    </a:lnTo>
                    <a:lnTo>
                      <a:pt x="82500" y="123200"/>
                    </a:lnTo>
                    <a:close/>
                    <a:moveTo>
                      <a:pt x="85000" y="120000"/>
                    </a:moveTo>
                    <a:lnTo>
                      <a:pt x="85850" y="120000"/>
                    </a:lnTo>
                    <a:lnTo>
                      <a:pt x="85850" y="120850"/>
                    </a:lnTo>
                    <a:lnTo>
                      <a:pt x="85000" y="120850"/>
                    </a:lnTo>
                    <a:close/>
                    <a:moveTo>
                      <a:pt x="87500" y="122500"/>
                    </a:moveTo>
                    <a:lnTo>
                      <a:pt x="88200" y="122500"/>
                    </a:lnTo>
                    <a:lnTo>
                      <a:pt x="88200" y="123200"/>
                    </a:lnTo>
                    <a:lnTo>
                      <a:pt x="87500" y="123200"/>
                    </a:lnTo>
                    <a:close/>
                    <a:moveTo>
                      <a:pt x="90000" y="120000"/>
                    </a:moveTo>
                    <a:lnTo>
                      <a:pt x="90850" y="120000"/>
                    </a:lnTo>
                    <a:lnTo>
                      <a:pt x="90850" y="120850"/>
                    </a:lnTo>
                    <a:lnTo>
                      <a:pt x="90000" y="120850"/>
                    </a:lnTo>
                    <a:close/>
                    <a:moveTo>
                      <a:pt x="92500" y="122500"/>
                    </a:moveTo>
                    <a:lnTo>
                      <a:pt x="93200" y="122500"/>
                    </a:lnTo>
                    <a:lnTo>
                      <a:pt x="93200" y="123200"/>
                    </a:lnTo>
                    <a:lnTo>
                      <a:pt x="92500" y="123200"/>
                    </a:lnTo>
                    <a:close/>
                    <a:moveTo>
                      <a:pt x="95000" y="120000"/>
                    </a:moveTo>
                    <a:lnTo>
                      <a:pt x="95850" y="120000"/>
                    </a:lnTo>
                    <a:lnTo>
                      <a:pt x="95850" y="120850"/>
                    </a:lnTo>
                    <a:lnTo>
                      <a:pt x="95000" y="120850"/>
                    </a:lnTo>
                    <a:close/>
                    <a:moveTo>
                      <a:pt x="97500" y="122500"/>
                    </a:moveTo>
                    <a:lnTo>
                      <a:pt x="98200" y="122500"/>
                    </a:lnTo>
                    <a:lnTo>
                      <a:pt x="98200" y="123200"/>
                    </a:lnTo>
                    <a:lnTo>
                      <a:pt x="97500" y="123200"/>
                    </a:lnTo>
                    <a:close/>
                    <a:moveTo>
                      <a:pt x="100000" y="120000"/>
                    </a:moveTo>
                    <a:lnTo>
                      <a:pt x="100850" y="120000"/>
                    </a:lnTo>
                    <a:lnTo>
                      <a:pt x="100850" y="120850"/>
                    </a:lnTo>
                    <a:lnTo>
                      <a:pt x="100000" y="120850"/>
                    </a:lnTo>
                    <a:close/>
                    <a:moveTo>
                      <a:pt x="102500" y="122500"/>
                    </a:moveTo>
                    <a:lnTo>
                      <a:pt x="103200" y="122500"/>
                    </a:lnTo>
                    <a:lnTo>
                      <a:pt x="103200" y="123200"/>
                    </a:lnTo>
                    <a:lnTo>
                      <a:pt x="102500" y="123200"/>
                    </a:lnTo>
                    <a:close/>
                    <a:moveTo>
                      <a:pt x="105000" y="120000"/>
                    </a:moveTo>
                    <a:lnTo>
                      <a:pt x="105850" y="120000"/>
                    </a:lnTo>
                    <a:lnTo>
                      <a:pt x="105850" y="120850"/>
                    </a:lnTo>
                    <a:lnTo>
                      <a:pt x="105000" y="120850"/>
                    </a:lnTo>
                    <a:close/>
                    <a:moveTo>
                      <a:pt x="107500" y="122500"/>
                    </a:moveTo>
                    <a:lnTo>
                      <a:pt x="108200" y="122500"/>
                    </a:lnTo>
                    <a:lnTo>
                      <a:pt x="108200" y="123200"/>
                    </a:lnTo>
                    <a:lnTo>
                      <a:pt x="107500" y="123200"/>
                    </a:lnTo>
                    <a:close/>
                    <a:moveTo>
                      <a:pt x="110000" y="120000"/>
                    </a:moveTo>
                    <a:lnTo>
                      <a:pt x="110850" y="120000"/>
                    </a:lnTo>
                    <a:lnTo>
                      <a:pt x="110850" y="120850"/>
                    </a:lnTo>
                    <a:lnTo>
                      <a:pt x="110000" y="120850"/>
                    </a:lnTo>
                    <a:close/>
                    <a:moveTo>
                      <a:pt x="112500" y="122500"/>
                    </a:moveTo>
                    <a:lnTo>
                      <a:pt x="113200" y="122500"/>
                    </a:lnTo>
                    <a:lnTo>
                      <a:pt x="113200" y="123200"/>
                    </a:lnTo>
                    <a:lnTo>
                      <a:pt x="112500" y="123200"/>
                    </a:lnTo>
                    <a:close/>
                    <a:moveTo>
                      <a:pt x="115000" y="120000"/>
                    </a:moveTo>
                    <a:lnTo>
                      <a:pt x="115850" y="120000"/>
                    </a:lnTo>
                    <a:lnTo>
                      <a:pt x="115850" y="120850"/>
                    </a:lnTo>
                    <a:lnTo>
                      <a:pt x="115000" y="120850"/>
                    </a:lnTo>
                    <a:close/>
                    <a:moveTo>
                      <a:pt x="117500" y="122500"/>
                    </a:moveTo>
                    <a:lnTo>
                      <a:pt x="118200" y="122500"/>
                    </a:lnTo>
                    <a:lnTo>
                      <a:pt x="118200" y="123200"/>
                    </a:lnTo>
                    <a:lnTo>
                      <a:pt x="117500" y="123200"/>
                    </a:lnTo>
                    <a:close/>
                    <a:moveTo>
                      <a:pt x="120000" y="120000"/>
                    </a:moveTo>
                    <a:lnTo>
                      <a:pt x="120850" y="120000"/>
                    </a:lnTo>
                    <a:lnTo>
                      <a:pt x="120850" y="120850"/>
                    </a:lnTo>
                    <a:lnTo>
                      <a:pt x="120000" y="120850"/>
                    </a:lnTo>
                    <a:close/>
                    <a:moveTo>
                      <a:pt x="122500" y="122500"/>
                    </a:moveTo>
                    <a:lnTo>
                      <a:pt x="123200" y="122500"/>
                    </a:lnTo>
                    <a:lnTo>
                      <a:pt x="123200" y="123200"/>
                    </a:lnTo>
                    <a:lnTo>
                      <a:pt x="122500" y="123200"/>
                    </a:lnTo>
                    <a:close/>
                    <a:moveTo>
                      <a:pt x="125000" y="120000"/>
                    </a:moveTo>
                    <a:lnTo>
                      <a:pt x="125850" y="120000"/>
                    </a:lnTo>
                    <a:lnTo>
                      <a:pt x="125850" y="120850"/>
                    </a:lnTo>
                    <a:lnTo>
                      <a:pt x="125000" y="120850"/>
                    </a:lnTo>
                    <a:close/>
                    <a:moveTo>
                      <a:pt x="127500" y="122500"/>
                    </a:moveTo>
                    <a:lnTo>
                      <a:pt x="128200" y="122500"/>
                    </a:lnTo>
                    <a:lnTo>
                      <a:pt x="128200" y="123200"/>
                    </a:lnTo>
                    <a:lnTo>
                      <a:pt x="127500" y="123200"/>
                    </a:lnTo>
                    <a:close/>
                    <a:moveTo>
                      <a:pt x="130000" y="120000"/>
                    </a:moveTo>
                    <a:lnTo>
                      <a:pt x="130850" y="120000"/>
                    </a:lnTo>
                    <a:lnTo>
                      <a:pt x="130850" y="120850"/>
                    </a:lnTo>
                    <a:lnTo>
                      <a:pt x="130000" y="120850"/>
                    </a:lnTo>
                    <a:close/>
                    <a:moveTo>
                      <a:pt x="132500" y="122500"/>
                    </a:moveTo>
                    <a:lnTo>
                      <a:pt x="133200" y="122500"/>
                    </a:lnTo>
                    <a:lnTo>
                      <a:pt x="133200" y="123200"/>
                    </a:lnTo>
                    <a:lnTo>
                      <a:pt x="132500" y="123200"/>
                    </a:lnTo>
                    <a:close/>
                    <a:moveTo>
                      <a:pt x="135000" y="120000"/>
                    </a:moveTo>
                    <a:lnTo>
                      <a:pt x="135850" y="120000"/>
                    </a:lnTo>
                    <a:lnTo>
                      <a:pt x="135850" y="120850"/>
                    </a:lnTo>
                    <a:lnTo>
                      <a:pt x="135000" y="120850"/>
                    </a:lnTo>
                    <a:close/>
                    <a:moveTo>
                      <a:pt x="137500" y="122500"/>
                    </a:moveTo>
                    <a:lnTo>
                      <a:pt x="138200" y="122500"/>
                    </a:lnTo>
                    <a:lnTo>
                      <a:pt x="138200" y="123200"/>
                    </a:lnTo>
                    <a:lnTo>
                      <a:pt x="137500" y="123200"/>
                    </a:lnTo>
                    <a:close/>
                    <a:moveTo>
                      <a:pt x="140000" y="120000"/>
                    </a:moveTo>
                    <a:lnTo>
                      <a:pt x="140850" y="120000"/>
                    </a:lnTo>
                    <a:lnTo>
                      <a:pt x="140850" y="120850"/>
                    </a:lnTo>
                    <a:lnTo>
                      <a:pt x="140000" y="120850"/>
                    </a:lnTo>
                    <a:close/>
                    <a:moveTo>
                      <a:pt x="142500" y="122500"/>
                    </a:moveTo>
                    <a:lnTo>
                      <a:pt x="143200" y="122500"/>
                    </a:lnTo>
                    <a:lnTo>
                      <a:pt x="143200" y="123200"/>
                    </a:lnTo>
                    <a:lnTo>
                      <a:pt x="142500" y="123200"/>
                    </a:lnTo>
                    <a:close/>
                    <a:moveTo>
                      <a:pt x="145000" y="120000"/>
                    </a:moveTo>
                    <a:lnTo>
                      <a:pt x="145850" y="120000"/>
                    </a:lnTo>
                    <a:lnTo>
                      <a:pt x="145850" y="120850"/>
                    </a:lnTo>
                    <a:lnTo>
                      <a:pt x="145000" y="120850"/>
                    </a:lnTo>
                    <a:close/>
                    <a:moveTo>
                      <a:pt x="147500" y="122500"/>
                    </a:moveTo>
                    <a:lnTo>
                      <a:pt x="148200" y="122500"/>
                    </a:lnTo>
                    <a:lnTo>
                      <a:pt x="148200" y="123200"/>
                    </a:lnTo>
                    <a:lnTo>
                      <a:pt x="147500" y="123200"/>
                    </a:lnTo>
                    <a:close/>
                    <a:moveTo>
                      <a:pt x="150000" y="120000"/>
                    </a:moveTo>
                    <a:lnTo>
                      <a:pt x="150850" y="120000"/>
                    </a:lnTo>
                    <a:lnTo>
                      <a:pt x="150850" y="120850"/>
                    </a:lnTo>
                    <a:lnTo>
                      <a:pt x="150000" y="120850"/>
                    </a:lnTo>
                    <a:close/>
                    <a:moveTo>
                      <a:pt x="152500" y="122500"/>
                    </a:moveTo>
                    <a:lnTo>
                      <a:pt x="153200" y="122500"/>
                    </a:lnTo>
                    <a:lnTo>
                      <a:pt x="153200" y="123200"/>
                    </a:lnTo>
                    <a:lnTo>
                      <a:pt x="152500" y="123200"/>
                    </a:lnTo>
                    <a:close/>
                    <a:moveTo>
                      <a:pt x="155000" y="120000"/>
                    </a:moveTo>
                    <a:lnTo>
                      <a:pt x="155850" y="120000"/>
                    </a:lnTo>
                    <a:lnTo>
                      <a:pt x="155850" y="120850"/>
                    </a:lnTo>
                    <a:lnTo>
                      <a:pt x="155000" y="120850"/>
                    </a:lnTo>
                    <a:close/>
                    <a:moveTo>
                      <a:pt x="157500" y="122500"/>
                    </a:moveTo>
                    <a:lnTo>
                      <a:pt x="158200" y="122500"/>
                    </a:lnTo>
                    <a:lnTo>
                      <a:pt x="158200" y="123200"/>
                    </a:lnTo>
                    <a:lnTo>
                      <a:pt x="157500" y="123200"/>
                    </a:lnTo>
                    <a:close/>
                    <a:moveTo>
                      <a:pt x="160000" y="120000"/>
                    </a:moveTo>
                    <a:lnTo>
                      <a:pt x="160850" y="120000"/>
                    </a:lnTo>
                    <a:lnTo>
                      <a:pt x="160850" y="120850"/>
                    </a:lnTo>
                    <a:lnTo>
                      <a:pt x="160000" y="120850"/>
                    </a:lnTo>
                    <a:close/>
                    <a:moveTo>
                      <a:pt x="162500" y="122500"/>
                    </a:moveTo>
                    <a:lnTo>
                      <a:pt x="163200" y="122500"/>
                    </a:lnTo>
                    <a:lnTo>
                      <a:pt x="163200" y="123200"/>
                    </a:lnTo>
                    <a:lnTo>
                      <a:pt x="162500" y="123200"/>
                    </a:lnTo>
                    <a:close/>
                    <a:moveTo>
                      <a:pt x="165000" y="120000"/>
                    </a:moveTo>
                    <a:lnTo>
                      <a:pt x="165850" y="120000"/>
                    </a:lnTo>
                    <a:lnTo>
                      <a:pt x="165850" y="120850"/>
                    </a:lnTo>
                    <a:lnTo>
                      <a:pt x="165000" y="120850"/>
                    </a:lnTo>
                    <a:close/>
                    <a:moveTo>
                      <a:pt x="167500" y="122500"/>
                    </a:moveTo>
                    <a:lnTo>
                      <a:pt x="168200" y="122500"/>
                    </a:lnTo>
                    <a:lnTo>
                      <a:pt x="168200" y="123200"/>
                    </a:lnTo>
                    <a:lnTo>
                      <a:pt x="167500" y="123200"/>
                    </a:lnTo>
                    <a:close/>
                    <a:moveTo>
                      <a:pt x="170000" y="120000"/>
                    </a:moveTo>
                    <a:lnTo>
                      <a:pt x="170850" y="120000"/>
                    </a:lnTo>
                    <a:lnTo>
                      <a:pt x="170850" y="120850"/>
                    </a:lnTo>
                    <a:lnTo>
                      <a:pt x="170000" y="120850"/>
                    </a:lnTo>
                    <a:close/>
                    <a:moveTo>
                      <a:pt x="172500" y="122500"/>
                    </a:moveTo>
                    <a:lnTo>
                      <a:pt x="173200" y="122500"/>
                    </a:lnTo>
                    <a:lnTo>
                      <a:pt x="173200" y="123200"/>
                    </a:lnTo>
                    <a:lnTo>
                      <a:pt x="172500" y="123200"/>
                    </a:lnTo>
                    <a:close/>
                    <a:moveTo>
                      <a:pt x="175000" y="120000"/>
                    </a:moveTo>
                    <a:lnTo>
                      <a:pt x="175850" y="120000"/>
                    </a:lnTo>
                    <a:lnTo>
                      <a:pt x="175850" y="120850"/>
                    </a:lnTo>
                    <a:lnTo>
                      <a:pt x="175000" y="120850"/>
                    </a:lnTo>
                    <a:close/>
                    <a:moveTo>
                      <a:pt x="177500" y="122500"/>
                    </a:moveTo>
                    <a:lnTo>
                      <a:pt x="178200" y="122500"/>
                    </a:lnTo>
                    <a:lnTo>
                      <a:pt x="178200" y="123200"/>
                    </a:lnTo>
                    <a:lnTo>
                      <a:pt x="177500" y="123200"/>
                    </a:lnTo>
                    <a:close/>
                    <a:moveTo>
                      <a:pt x="180000" y="120000"/>
                    </a:moveTo>
                    <a:lnTo>
                      <a:pt x="180850" y="120000"/>
                    </a:lnTo>
                    <a:lnTo>
                      <a:pt x="180850" y="120850"/>
                    </a:lnTo>
                    <a:lnTo>
                      <a:pt x="180000" y="120850"/>
                    </a:lnTo>
                    <a:close/>
                    <a:moveTo>
                      <a:pt x="182500" y="122500"/>
                    </a:moveTo>
                    <a:lnTo>
                      <a:pt x="183200" y="122500"/>
                    </a:lnTo>
                    <a:lnTo>
                      <a:pt x="183200" y="123200"/>
                    </a:lnTo>
                    <a:lnTo>
                      <a:pt x="182500" y="123200"/>
                    </a:lnTo>
                    <a:close/>
                    <a:moveTo>
                      <a:pt x="185000" y="120000"/>
                    </a:moveTo>
                    <a:lnTo>
                      <a:pt x="185850" y="120000"/>
                    </a:lnTo>
                    <a:lnTo>
                      <a:pt x="185850" y="120850"/>
                    </a:lnTo>
                    <a:lnTo>
                      <a:pt x="185000" y="120850"/>
                    </a:lnTo>
                    <a:close/>
                    <a:moveTo>
                      <a:pt x="187500" y="122500"/>
                    </a:moveTo>
                    <a:lnTo>
                      <a:pt x="188200" y="122500"/>
                    </a:lnTo>
                    <a:lnTo>
                      <a:pt x="188200" y="123200"/>
                    </a:lnTo>
                    <a:lnTo>
                      <a:pt x="187500" y="123200"/>
                    </a:lnTo>
                    <a:close/>
                    <a:moveTo>
                      <a:pt x="190000" y="120000"/>
                    </a:moveTo>
                    <a:lnTo>
                      <a:pt x="190850" y="120000"/>
                    </a:lnTo>
                    <a:lnTo>
                      <a:pt x="190850" y="120850"/>
                    </a:lnTo>
                    <a:lnTo>
                      <a:pt x="190000" y="120850"/>
                    </a:lnTo>
                    <a:close/>
                    <a:moveTo>
                      <a:pt x="192500" y="122500"/>
                    </a:moveTo>
                    <a:lnTo>
                      <a:pt x="193200" y="122500"/>
                    </a:lnTo>
                    <a:lnTo>
                      <a:pt x="193200" y="123200"/>
                    </a:lnTo>
                    <a:lnTo>
                      <a:pt x="192500" y="123200"/>
                    </a:lnTo>
                    <a:close/>
                    <a:moveTo>
                      <a:pt x="195000" y="120000"/>
                    </a:moveTo>
                    <a:lnTo>
                      <a:pt x="195850" y="120000"/>
                    </a:lnTo>
                    <a:lnTo>
                      <a:pt x="195850" y="120850"/>
                    </a:lnTo>
                    <a:lnTo>
                      <a:pt x="195000" y="120850"/>
                    </a:lnTo>
                    <a:close/>
                    <a:moveTo>
                      <a:pt x="197500" y="122500"/>
                    </a:moveTo>
                    <a:lnTo>
                      <a:pt x="198200" y="122500"/>
                    </a:lnTo>
                    <a:lnTo>
                      <a:pt x="198200" y="123200"/>
                    </a:lnTo>
                    <a:lnTo>
                      <a:pt x="197500" y="123200"/>
                    </a:lnTo>
                    <a:close/>
                    <a:moveTo>
                      <a:pt x="200000" y="120000"/>
                    </a:moveTo>
                    <a:lnTo>
                      <a:pt x="200850" y="120000"/>
                    </a:lnTo>
                    <a:lnTo>
                      <a:pt x="200850" y="120850"/>
                    </a:lnTo>
                    <a:lnTo>
                      <a:pt x="200000" y="120850"/>
                    </a:lnTo>
                    <a:close/>
                    <a:moveTo>
                      <a:pt x="202500" y="122500"/>
                    </a:moveTo>
                    <a:lnTo>
                      <a:pt x="203200" y="122500"/>
                    </a:lnTo>
                    <a:lnTo>
                      <a:pt x="203200" y="123200"/>
                    </a:lnTo>
                    <a:lnTo>
                      <a:pt x="202500" y="123200"/>
                    </a:lnTo>
                    <a:close/>
                    <a:moveTo>
                      <a:pt x="205000" y="120000"/>
                    </a:moveTo>
                    <a:lnTo>
                      <a:pt x="205850" y="120000"/>
                    </a:lnTo>
                    <a:lnTo>
                      <a:pt x="205850" y="120850"/>
                    </a:lnTo>
                    <a:lnTo>
                      <a:pt x="205000" y="120850"/>
                    </a:lnTo>
                    <a:close/>
                    <a:moveTo>
                      <a:pt x="207500" y="122500"/>
                    </a:moveTo>
                    <a:lnTo>
                      <a:pt x="208200" y="122500"/>
                    </a:lnTo>
                    <a:lnTo>
                      <a:pt x="208200" y="123200"/>
                    </a:lnTo>
                    <a:lnTo>
                      <a:pt x="207500" y="123200"/>
                    </a:lnTo>
                    <a:close/>
                    <a:moveTo>
                      <a:pt x="210000" y="120000"/>
                    </a:moveTo>
                    <a:lnTo>
                      <a:pt x="210850" y="120000"/>
                    </a:lnTo>
                    <a:lnTo>
                      <a:pt x="210850" y="120850"/>
                    </a:lnTo>
                    <a:lnTo>
                      <a:pt x="210000" y="120850"/>
                    </a:lnTo>
                    <a:close/>
                    <a:moveTo>
                      <a:pt x="212500" y="122500"/>
                    </a:moveTo>
                    <a:lnTo>
                      <a:pt x="213200" y="122500"/>
                    </a:lnTo>
                    <a:lnTo>
                      <a:pt x="213200" y="123200"/>
                    </a:lnTo>
                    <a:lnTo>
                      <a:pt x="212500" y="123200"/>
                    </a:lnTo>
                    <a:close/>
                    <a:moveTo>
                      <a:pt x="215000" y="120000"/>
                    </a:moveTo>
                    <a:lnTo>
                      <a:pt x="215850" y="120000"/>
                    </a:lnTo>
                    <a:lnTo>
                      <a:pt x="215850" y="120850"/>
                    </a:lnTo>
                    <a:lnTo>
                      <a:pt x="215000" y="120850"/>
                    </a:lnTo>
                    <a:close/>
                    <a:moveTo>
                      <a:pt x="217500" y="122500"/>
                    </a:moveTo>
                    <a:lnTo>
                      <a:pt x="218200" y="122500"/>
                    </a:lnTo>
                    <a:lnTo>
                      <a:pt x="218200" y="123200"/>
                    </a:lnTo>
                    <a:lnTo>
                      <a:pt x="217500" y="123200"/>
                    </a:lnTo>
                    <a:close/>
                    <a:moveTo>
                      <a:pt x="220000" y="120000"/>
                    </a:moveTo>
                    <a:lnTo>
                      <a:pt x="220850" y="120000"/>
                    </a:lnTo>
                    <a:lnTo>
                      <a:pt x="220850" y="120850"/>
                    </a:lnTo>
                    <a:lnTo>
                      <a:pt x="220000" y="120850"/>
                    </a:lnTo>
                    <a:close/>
                    <a:moveTo>
                      <a:pt x="222500" y="122500"/>
                    </a:moveTo>
                    <a:lnTo>
                      <a:pt x="223200" y="122500"/>
                    </a:lnTo>
                    <a:lnTo>
                      <a:pt x="223200" y="123200"/>
                    </a:lnTo>
                    <a:lnTo>
                      <a:pt x="222500" y="123200"/>
                    </a:lnTo>
                    <a:close/>
                    <a:moveTo>
                      <a:pt x="225000" y="120000"/>
                    </a:moveTo>
                    <a:lnTo>
                      <a:pt x="225850" y="120000"/>
                    </a:lnTo>
                    <a:lnTo>
                      <a:pt x="225850" y="120850"/>
                    </a:lnTo>
                    <a:lnTo>
                      <a:pt x="225000" y="120850"/>
                    </a:lnTo>
                    <a:close/>
                    <a:moveTo>
                      <a:pt x="227500" y="122500"/>
                    </a:moveTo>
                    <a:lnTo>
                      <a:pt x="228200" y="122500"/>
                    </a:lnTo>
                    <a:lnTo>
                      <a:pt x="228200" y="123200"/>
                    </a:lnTo>
                    <a:lnTo>
                      <a:pt x="227500" y="123200"/>
                    </a:lnTo>
                    <a:close/>
                    <a:moveTo>
                      <a:pt x="230000" y="120000"/>
                    </a:moveTo>
                    <a:lnTo>
                      <a:pt x="230850" y="120000"/>
                    </a:lnTo>
                    <a:lnTo>
                      <a:pt x="230850" y="120850"/>
                    </a:lnTo>
                    <a:lnTo>
                      <a:pt x="230000" y="120850"/>
                    </a:lnTo>
                    <a:close/>
                    <a:moveTo>
                      <a:pt x="232500" y="122500"/>
                    </a:moveTo>
                    <a:lnTo>
                      <a:pt x="233200" y="122500"/>
                    </a:lnTo>
                    <a:lnTo>
                      <a:pt x="233200" y="123200"/>
                    </a:lnTo>
                    <a:lnTo>
                      <a:pt x="232500" y="123200"/>
                    </a:lnTo>
                    <a:close/>
                    <a:moveTo>
                      <a:pt x="235000" y="120000"/>
                    </a:moveTo>
                    <a:lnTo>
                      <a:pt x="235850" y="120000"/>
                    </a:lnTo>
                    <a:lnTo>
                      <a:pt x="235850" y="120850"/>
                    </a:lnTo>
                    <a:lnTo>
                      <a:pt x="235000" y="120850"/>
                    </a:lnTo>
                    <a:close/>
                    <a:moveTo>
                      <a:pt x="237500" y="122500"/>
                    </a:moveTo>
                    <a:lnTo>
                      <a:pt x="238200" y="122500"/>
                    </a:lnTo>
                    <a:lnTo>
                      <a:pt x="238200" y="123200"/>
                    </a:lnTo>
                    <a:lnTo>
                      <a:pt x="237500" y="123200"/>
                    </a:lnTo>
                    <a:close/>
                    <a:moveTo>
                      <a:pt x="240000" y="120000"/>
                    </a:moveTo>
                    <a:lnTo>
                      <a:pt x="240850" y="120000"/>
                    </a:lnTo>
                    <a:lnTo>
                      <a:pt x="240850" y="120850"/>
                    </a:lnTo>
                    <a:lnTo>
                      <a:pt x="240000" y="120850"/>
                    </a:lnTo>
                    <a:close/>
                    <a:moveTo>
                      <a:pt x="242500" y="122500"/>
                    </a:moveTo>
                    <a:lnTo>
                      <a:pt x="243200" y="122500"/>
                    </a:lnTo>
                    <a:lnTo>
                      <a:pt x="243200" y="123200"/>
                    </a:lnTo>
                    <a:lnTo>
                      <a:pt x="242500" y="123200"/>
                    </a:lnTo>
                    <a:close/>
                    <a:moveTo>
                      <a:pt x="245000" y="120000"/>
                    </a:moveTo>
                    <a:lnTo>
                      <a:pt x="245850" y="120000"/>
                    </a:lnTo>
                    <a:lnTo>
                      <a:pt x="245850" y="120850"/>
                    </a:lnTo>
                    <a:lnTo>
                      <a:pt x="245000" y="120850"/>
                    </a:lnTo>
                    <a:close/>
                    <a:moveTo>
                      <a:pt x="247500" y="122500"/>
                    </a:moveTo>
                    <a:lnTo>
                      <a:pt x="248200" y="122500"/>
                    </a:lnTo>
                    <a:lnTo>
                      <a:pt x="248200" y="123200"/>
                    </a:lnTo>
                    <a:lnTo>
                      <a:pt x="247500" y="123200"/>
                    </a:lnTo>
                    <a:close/>
                    <a:moveTo>
                      <a:pt x="250000" y="120000"/>
                    </a:moveTo>
                    <a:lnTo>
                      <a:pt x="250850" y="120000"/>
                    </a:lnTo>
                    <a:lnTo>
                      <a:pt x="250850" y="120850"/>
                    </a:lnTo>
                    <a:lnTo>
                      <a:pt x="250000" y="120850"/>
                    </a:lnTo>
                    <a:close/>
                    <a:moveTo>
                      <a:pt x="252500" y="122500"/>
                    </a:moveTo>
                    <a:lnTo>
                      <a:pt x="253200" y="122500"/>
                    </a:lnTo>
                    <a:lnTo>
                      <a:pt x="253200" y="123200"/>
                    </a:lnTo>
                    <a:lnTo>
                      <a:pt x="252500" y="123200"/>
                    </a:lnTo>
                    <a:close/>
                    <a:moveTo>
                      <a:pt x="255000" y="120000"/>
                    </a:moveTo>
                    <a:lnTo>
                      <a:pt x="255850" y="120000"/>
                    </a:lnTo>
                    <a:lnTo>
                      <a:pt x="255850" y="120850"/>
                    </a:lnTo>
                    <a:lnTo>
                      <a:pt x="255000" y="120850"/>
                    </a:lnTo>
                    <a:close/>
                    <a:moveTo>
                      <a:pt x="257500" y="122500"/>
                    </a:moveTo>
                    <a:lnTo>
                      <a:pt x="258200" y="122500"/>
                    </a:lnTo>
                    <a:lnTo>
                      <a:pt x="258200" y="123200"/>
                    </a:lnTo>
                    <a:lnTo>
                      <a:pt x="257500" y="123200"/>
                    </a:lnTo>
                    <a:close/>
                    <a:moveTo>
                      <a:pt x="260000" y="120000"/>
                    </a:moveTo>
                    <a:lnTo>
                      <a:pt x="260850" y="120000"/>
                    </a:lnTo>
                    <a:lnTo>
                      <a:pt x="260850" y="120850"/>
                    </a:lnTo>
                    <a:lnTo>
                      <a:pt x="260000" y="120850"/>
                    </a:lnTo>
                    <a:close/>
                    <a:moveTo>
                      <a:pt x="262500" y="122500"/>
                    </a:moveTo>
                    <a:lnTo>
                      <a:pt x="263200" y="122500"/>
                    </a:lnTo>
                    <a:lnTo>
                      <a:pt x="263200" y="123200"/>
                    </a:lnTo>
                    <a:lnTo>
                      <a:pt x="262500" y="123200"/>
                    </a:lnTo>
                    <a:close/>
                    <a:moveTo>
                      <a:pt x="265000" y="120000"/>
                    </a:moveTo>
                    <a:lnTo>
                      <a:pt x="265850" y="120000"/>
                    </a:lnTo>
                    <a:lnTo>
                      <a:pt x="265850" y="120850"/>
                    </a:lnTo>
                    <a:lnTo>
                      <a:pt x="265000" y="120850"/>
                    </a:lnTo>
                    <a:close/>
                    <a:moveTo>
                      <a:pt x="267500" y="122500"/>
                    </a:moveTo>
                    <a:lnTo>
                      <a:pt x="268200" y="122500"/>
                    </a:lnTo>
                    <a:lnTo>
                      <a:pt x="268200" y="123200"/>
                    </a:lnTo>
                    <a:lnTo>
                      <a:pt x="267500" y="123200"/>
                    </a:lnTo>
                    <a:close/>
                    <a:moveTo>
                      <a:pt x="270000" y="120000"/>
                    </a:moveTo>
                    <a:lnTo>
                      <a:pt x="270850" y="120000"/>
                    </a:lnTo>
                    <a:lnTo>
                      <a:pt x="270850" y="120850"/>
                    </a:lnTo>
                    <a:lnTo>
                      <a:pt x="270000" y="120850"/>
                    </a:lnTo>
                    <a:close/>
                    <a:moveTo>
                      <a:pt x="272500" y="122500"/>
                    </a:moveTo>
                    <a:lnTo>
                      <a:pt x="273200" y="122500"/>
                    </a:lnTo>
                    <a:lnTo>
                      <a:pt x="273200" y="123200"/>
                    </a:lnTo>
                    <a:lnTo>
                      <a:pt x="272500" y="123200"/>
                    </a:lnTo>
                    <a:close/>
                    <a:moveTo>
                      <a:pt x="275000" y="120000"/>
                    </a:moveTo>
                    <a:lnTo>
                      <a:pt x="275850" y="120000"/>
                    </a:lnTo>
                    <a:lnTo>
                      <a:pt x="275850" y="120850"/>
                    </a:lnTo>
                    <a:lnTo>
                      <a:pt x="275000" y="120850"/>
                    </a:lnTo>
                    <a:close/>
                    <a:moveTo>
                      <a:pt x="277500" y="122500"/>
                    </a:moveTo>
                    <a:lnTo>
                      <a:pt x="278200" y="122500"/>
                    </a:lnTo>
                    <a:lnTo>
                      <a:pt x="278200" y="123200"/>
                    </a:lnTo>
                    <a:lnTo>
                      <a:pt x="277500" y="123200"/>
                    </a:lnTo>
                    <a:close/>
                    <a:moveTo>
                      <a:pt x="280000" y="120000"/>
                    </a:moveTo>
                    <a:lnTo>
                      <a:pt x="280850" y="120000"/>
                    </a:lnTo>
                    <a:lnTo>
                      <a:pt x="280850" y="120850"/>
                    </a:lnTo>
                    <a:lnTo>
                      <a:pt x="280000" y="120850"/>
                    </a:lnTo>
                    <a:close/>
                    <a:moveTo>
                      <a:pt x="282500" y="122500"/>
                    </a:moveTo>
                    <a:lnTo>
                      <a:pt x="283200" y="122500"/>
                    </a:lnTo>
                    <a:lnTo>
                      <a:pt x="283200" y="123200"/>
                    </a:lnTo>
                    <a:lnTo>
                      <a:pt x="282500" y="123200"/>
                    </a:lnTo>
                    <a:close/>
                    <a:moveTo>
                      <a:pt x="285000" y="120000"/>
                    </a:moveTo>
                    <a:lnTo>
                      <a:pt x="285850" y="120000"/>
                    </a:lnTo>
                    <a:lnTo>
                      <a:pt x="285850" y="120850"/>
                    </a:lnTo>
                    <a:lnTo>
                      <a:pt x="285000" y="120850"/>
                    </a:lnTo>
                    <a:close/>
                    <a:moveTo>
                      <a:pt x="287500" y="122500"/>
                    </a:moveTo>
                    <a:lnTo>
                      <a:pt x="288200" y="122500"/>
                    </a:lnTo>
                    <a:lnTo>
                      <a:pt x="288200" y="123200"/>
                    </a:lnTo>
                    <a:lnTo>
                      <a:pt x="287500" y="123200"/>
                    </a:lnTo>
                    <a:close/>
                    <a:moveTo>
                      <a:pt x="0" y="125000"/>
                    </a:moveTo>
                    <a:lnTo>
                      <a:pt x="850" y="125000"/>
                    </a:lnTo>
                    <a:lnTo>
                      <a:pt x="850" y="125850"/>
                    </a:lnTo>
                    <a:lnTo>
                      <a:pt x="0" y="125850"/>
                    </a:lnTo>
                    <a:close/>
                    <a:moveTo>
                      <a:pt x="2500" y="127500"/>
                    </a:moveTo>
                    <a:lnTo>
                      <a:pt x="3200" y="127500"/>
                    </a:lnTo>
                    <a:lnTo>
                      <a:pt x="3200" y="128200"/>
                    </a:lnTo>
                    <a:lnTo>
                      <a:pt x="2500" y="128200"/>
                    </a:lnTo>
                    <a:close/>
                    <a:moveTo>
                      <a:pt x="5000" y="125000"/>
                    </a:moveTo>
                    <a:lnTo>
                      <a:pt x="5850" y="125000"/>
                    </a:lnTo>
                    <a:lnTo>
                      <a:pt x="5850" y="125850"/>
                    </a:lnTo>
                    <a:lnTo>
                      <a:pt x="5000" y="125850"/>
                    </a:lnTo>
                    <a:close/>
                    <a:moveTo>
                      <a:pt x="7500" y="127500"/>
                    </a:moveTo>
                    <a:lnTo>
                      <a:pt x="8200" y="127500"/>
                    </a:lnTo>
                    <a:lnTo>
                      <a:pt x="8200" y="128200"/>
                    </a:lnTo>
                    <a:lnTo>
                      <a:pt x="7500" y="128200"/>
                    </a:lnTo>
                    <a:close/>
                    <a:moveTo>
                      <a:pt x="10000" y="125000"/>
                    </a:moveTo>
                    <a:lnTo>
                      <a:pt x="10850" y="125000"/>
                    </a:lnTo>
                    <a:lnTo>
                      <a:pt x="10850" y="125850"/>
                    </a:lnTo>
                    <a:lnTo>
                      <a:pt x="10000" y="125850"/>
                    </a:lnTo>
                    <a:close/>
                    <a:moveTo>
                      <a:pt x="12500" y="127500"/>
                    </a:moveTo>
                    <a:lnTo>
                      <a:pt x="13200" y="127500"/>
                    </a:lnTo>
                    <a:lnTo>
                      <a:pt x="13200" y="128200"/>
                    </a:lnTo>
                    <a:lnTo>
                      <a:pt x="12500" y="128200"/>
                    </a:lnTo>
                    <a:close/>
                    <a:moveTo>
                      <a:pt x="15000" y="125000"/>
                    </a:moveTo>
                    <a:lnTo>
                      <a:pt x="15850" y="125000"/>
                    </a:lnTo>
                    <a:lnTo>
                      <a:pt x="15850" y="125850"/>
                    </a:lnTo>
                    <a:lnTo>
                      <a:pt x="15000" y="125850"/>
                    </a:lnTo>
                    <a:close/>
                    <a:moveTo>
                      <a:pt x="17500" y="127500"/>
                    </a:moveTo>
                    <a:lnTo>
                      <a:pt x="18200" y="127500"/>
                    </a:lnTo>
                    <a:lnTo>
                      <a:pt x="18200" y="128200"/>
                    </a:lnTo>
                    <a:lnTo>
                      <a:pt x="17500" y="128200"/>
                    </a:lnTo>
                    <a:close/>
                    <a:moveTo>
                      <a:pt x="20000" y="125000"/>
                    </a:moveTo>
                    <a:lnTo>
                      <a:pt x="20850" y="125000"/>
                    </a:lnTo>
                    <a:lnTo>
                      <a:pt x="20850" y="125850"/>
                    </a:lnTo>
                    <a:lnTo>
                      <a:pt x="20000" y="125850"/>
                    </a:lnTo>
                    <a:close/>
                    <a:moveTo>
                      <a:pt x="22500" y="127500"/>
                    </a:moveTo>
                    <a:lnTo>
                      <a:pt x="23200" y="127500"/>
                    </a:lnTo>
                    <a:lnTo>
                      <a:pt x="23200" y="128200"/>
                    </a:lnTo>
                    <a:lnTo>
                      <a:pt x="22500" y="128200"/>
                    </a:lnTo>
                    <a:close/>
                    <a:moveTo>
                      <a:pt x="25000" y="125000"/>
                    </a:moveTo>
                    <a:lnTo>
                      <a:pt x="25850" y="125000"/>
                    </a:lnTo>
                    <a:lnTo>
                      <a:pt x="25850" y="125850"/>
                    </a:lnTo>
                    <a:lnTo>
                      <a:pt x="25000" y="125850"/>
                    </a:lnTo>
                    <a:close/>
                    <a:moveTo>
                      <a:pt x="27500" y="127500"/>
                    </a:moveTo>
                    <a:lnTo>
                      <a:pt x="28200" y="127500"/>
                    </a:lnTo>
                    <a:lnTo>
                      <a:pt x="28200" y="128200"/>
                    </a:lnTo>
                    <a:lnTo>
                      <a:pt x="27500" y="128200"/>
                    </a:lnTo>
                    <a:close/>
                    <a:moveTo>
                      <a:pt x="30000" y="125000"/>
                    </a:moveTo>
                    <a:lnTo>
                      <a:pt x="30850" y="125000"/>
                    </a:lnTo>
                    <a:lnTo>
                      <a:pt x="30850" y="125850"/>
                    </a:lnTo>
                    <a:lnTo>
                      <a:pt x="30000" y="125850"/>
                    </a:lnTo>
                    <a:close/>
                    <a:moveTo>
                      <a:pt x="32500" y="127500"/>
                    </a:moveTo>
                    <a:lnTo>
                      <a:pt x="33200" y="127500"/>
                    </a:lnTo>
                    <a:lnTo>
                      <a:pt x="33200" y="128200"/>
                    </a:lnTo>
                    <a:lnTo>
                      <a:pt x="32500" y="128200"/>
                    </a:lnTo>
                    <a:close/>
                    <a:moveTo>
                      <a:pt x="35000" y="125000"/>
                    </a:moveTo>
                    <a:lnTo>
                      <a:pt x="35850" y="125000"/>
                    </a:lnTo>
                    <a:lnTo>
                      <a:pt x="35850" y="125850"/>
                    </a:lnTo>
                    <a:lnTo>
                      <a:pt x="35000" y="125850"/>
                    </a:lnTo>
                    <a:close/>
                    <a:moveTo>
                      <a:pt x="37500" y="127500"/>
                    </a:moveTo>
                    <a:lnTo>
                      <a:pt x="38200" y="127500"/>
                    </a:lnTo>
                    <a:lnTo>
                      <a:pt x="38200" y="128200"/>
                    </a:lnTo>
                    <a:lnTo>
                      <a:pt x="37500" y="128200"/>
                    </a:lnTo>
                    <a:close/>
                    <a:moveTo>
                      <a:pt x="40000" y="125000"/>
                    </a:moveTo>
                    <a:lnTo>
                      <a:pt x="40850" y="125000"/>
                    </a:lnTo>
                    <a:lnTo>
                      <a:pt x="40850" y="125850"/>
                    </a:lnTo>
                    <a:lnTo>
                      <a:pt x="40000" y="125850"/>
                    </a:lnTo>
                    <a:close/>
                    <a:moveTo>
                      <a:pt x="42500" y="127500"/>
                    </a:moveTo>
                    <a:lnTo>
                      <a:pt x="43200" y="127500"/>
                    </a:lnTo>
                    <a:lnTo>
                      <a:pt x="43200" y="128200"/>
                    </a:lnTo>
                    <a:lnTo>
                      <a:pt x="42500" y="128200"/>
                    </a:lnTo>
                    <a:close/>
                    <a:moveTo>
                      <a:pt x="45000" y="125000"/>
                    </a:moveTo>
                    <a:lnTo>
                      <a:pt x="45850" y="125000"/>
                    </a:lnTo>
                    <a:lnTo>
                      <a:pt x="45850" y="125850"/>
                    </a:lnTo>
                    <a:lnTo>
                      <a:pt x="45000" y="125850"/>
                    </a:lnTo>
                    <a:close/>
                    <a:moveTo>
                      <a:pt x="47500" y="127500"/>
                    </a:moveTo>
                    <a:lnTo>
                      <a:pt x="48200" y="127500"/>
                    </a:lnTo>
                    <a:lnTo>
                      <a:pt x="48200" y="128200"/>
                    </a:lnTo>
                    <a:lnTo>
                      <a:pt x="47500" y="128200"/>
                    </a:lnTo>
                    <a:close/>
                    <a:moveTo>
                      <a:pt x="50000" y="125000"/>
                    </a:moveTo>
                    <a:lnTo>
                      <a:pt x="50850" y="125000"/>
                    </a:lnTo>
                    <a:lnTo>
                      <a:pt x="50850" y="125850"/>
                    </a:lnTo>
                    <a:lnTo>
                      <a:pt x="50000" y="125850"/>
                    </a:lnTo>
                    <a:close/>
                    <a:moveTo>
                      <a:pt x="52500" y="127500"/>
                    </a:moveTo>
                    <a:lnTo>
                      <a:pt x="53200" y="127500"/>
                    </a:lnTo>
                    <a:lnTo>
                      <a:pt x="53200" y="128200"/>
                    </a:lnTo>
                    <a:lnTo>
                      <a:pt x="52500" y="128200"/>
                    </a:lnTo>
                    <a:close/>
                    <a:moveTo>
                      <a:pt x="55000" y="125000"/>
                    </a:moveTo>
                    <a:lnTo>
                      <a:pt x="55850" y="125000"/>
                    </a:lnTo>
                    <a:lnTo>
                      <a:pt x="55850" y="125850"/>
                    </a:lnTo>
                    <a:lnTo>
                      <a:pt x="55000" y="125850"/>
                    </a:lnTo>
                    <a:close/>
                    <a:moveTo>
                      <a:pt x="57500" y="127500"/>
                    </a:moveTo>
                    <a:lnTo>
                      <a:pt x="58200" y="127500"/>
                    </a:lnTo>
                    <a:lnTo>
                      <a:pt x="58200" y="128200"/>
                    </a:lnTo>
                    <a:lnTo>
                      <a:pt x="57500" y="128200"/>
                    </a:lnTo>
                    <a:close/>
                    <a:moveTo>
                      <a:pt x="60000" y="125000"/>
                    </a:moveTo>
                    <a:lnTo>
                      <a:pt x="60850" y="125000"/>
                    </a:lnTo>
                    <a:lnTo>
                      <a:pt x="60850" y="125850"/>
                    </a:lnTo>
                    <a:lnTo>
                      <a:pt x="60000" y="125850"/>
                    </a:lnTo>
                    <a:close/>
                    <a:moveTo>
                      <a:pt x="62500" y="127500"/>
                    </a:moveTo>
                    <a:lnTo>
                      <a:pt x="63200" y="127500"/>
                    </a:lnTo>
                    <a:lnTo>
                      <a:pt x="63200" y="128200"/>
                    </a:lnTo>
                    <a:lnTo>
                      <a:pt x="62500" y="128200"/>
                    </a:lnTo>
                    <a:close/>
                    <a:moveTo>
                      <a:pt x="65000" y="125000"/>
                    </a:moveTo>
                    <a:lnTo>
                      <a:pt x="65850" y="125000"/>
                    </a:lnTo>
                    <a:lnTo>
                      <a:pt x="65850" y="125850"/>
                    </a:lnTo>
                    <a:lnTo>
                      <a:pt x="65000" y="125850"/>
                    </a:lnTo>
                    <a:close/>
                    <a:moveTo>
                      <a:pt x="67500" y="127500"/>
                    </a:moveTo>
                    <a:lnTo>
                      <a:pt x="68200" y="127500"/>
                    </a:lnTo>
                    <a:lnTo>
                      <a:pt x="68200" y="128200"/>
                    </a:lnTo>
                    <a:lnTo>
                      <a:pt x="67500" y="128200"/>
                    </a:lnTo>
                    <a:close/>
                    <a:moveTo>
                      <a:pt x="70000" y="125000"/>
                    </a:moveTo>
                    <a:lnTo>
                      <a:pt x="70850" y="125000"/>
                    </a:lnTo>
                    <a:lnTo>
                      <a:pt x="70850" y="125850"/>
                    </a:lnTo>
                    <a:lnTo>
                      <a:pt x="70000" y="125850"/>
                    </a:lnTo>
                    <a:close/>
                    <a:moveTo>
                      <a:pt x="72500" y="127500"/>
                    </a:moveTo>
                    <a:lnTo>
                      <a:pt x="73200" y="127500"/>
                    </a:lnTo>
                    <a:lnTo>
                      <a:pt x="73200" y="128200"/>
                    </a:lnTo>
                    <a:lnTo>
                      <a:pt x="72500" y="128200"/>
                    </a:lnTo>
                    <a:close/>
                    <a:moveTo>
                      <a:pt x="75000" y="125000"/>
                    </a:moveTo>
                    <a:lnTo>
                      <a:pt x="75850" y="125000"/>
                    </a:lnTo>
                    <a:lnTo>
                      <a:pt x="75850" y="125850"/>
                    </a:lnTo>
                    <a:lnTo>
                      <a:pt x="75000" y="125850"/>
                    </a:lnTo>
                    <a:close/>
                    <a:moveTo>
                      <a:pt x="77500" y="127500"/>
                    </a:moveTo>
                    <a:lnTo>
                      <a:pt x="78200" y="127500"/>
                    </a:lnTo>
                    <a:lnTo>
                      <a:pt x="78200" y="128200"/>
                    </a:lnTo>
                    <a:lnTo>
                      <a:pt x="77500" y="128200"/>
                    </a:lnTo>
                    <a:close/>
                    <a:moveTo>
                      <a:pt x="80000" y="125000"/>
                    </a:moveTo>
                    <a:lnTo>
                      <a:pt x="80850" y="125000"/>
                    </a:lnTo>
                    <a:lnTo>
                      <a:pt x="80850" y="125850"/>
                    </a:lnTo>
                    <a:lnTo>
                      <a:pt x="80000" y="125850"/>
                    </a:lnTo>
                    <a:close/>
                    <a:moveTo>
                      <a:pt x="82500" y="127500"/>
                    </a:moveTo>
                    <a:lnTo>
                      <a:pt x="83200" y="127500"/>
                    </a:lnTo>
                    <a:lnTo>
                      <a:pt x="83200" y="128200"/>
                    </a:lnTo>
                    <a:lnTo>
                      <a:pt x="82500" y="128200"/>
                    </a:lnTo>
                    <a:close/>
                    <a:moveTo>
                      <a:pt x="85000" y="125000"/>
                    </a:moveTo>
                    <a:lnTo>
                      <a:pt x="85850" y="125000"/>
                    </a:lnTo>
                    <a:lnTo>
                      <a:pt x="85850" y="125850"/>
                    </a:lnTo>
                    <a:lnTo>
                      <a:pt x="85000" y="125850"/>
                    </a:lnTo>
                    <a:close/>
                    <a:moveTo>
                      <a:pt x="87500" y="127500"/>
                    </a:moveTo>
                    <a:lnTo>
                      <a:pt x="88200" y="127500"/>
                    </a:lnTo>
                    <a:lnTo>
                      <a:pt x="88200" y="128200"/>
                    </a:lnTo>
                    <a:lnTo>
                      <a:pt x="87500" y="128200"/>
                    </a:lnTo>
                    <a:close/>
                    <a:moveTo>
                      <a:pt x="90000" y="125000"/>
                    </a:moveTo>
                    <a:lnTo>
                      <a:pt x="90850" y="125000"/>
                    </a:lnTo>
                    <a:lnTo>
                      <a:pt x="90850" y="125850"/>
                    </a:lnTo>
                    <a:lnTo>
                      <a:pt x="90000" y="125850"/>
                    </a:lnTo>
                    <a:close/>
                    <a:moveTo>
                      <a:pt x="92500" y="127500"/>
                    </a:moveTo>
                    <a:lnTo>
                      <a:pt x="93200" y="127500"/>
                    </a:lnTo>
                    <a:lnTo>
                      <a:pt x="93200" y="128200"/>
                    </a:lnTo>
                    <a:lnTo>
                      <a:pt x="92500" y="128200"/>
                    </a:lnTo>
                    <a:close/>
                    <a:moveTo>
                      <a:pt x="95000" y="125000"/>
                    </a:moveTo>
                    <a:lnTo>
                      <a:pt x="95850" y="125000"/>
                    </a:lnTo>
                    <a:lnTo>
                      <a:pt x="95850" y="125850"/>
                    </a:lnTo>
                    <a:lnTo>
                      <a:pt x="95000" y="125850"/>
                    </a:lnTo>
                    <a:close/>
                    <a:moveTo>
                      <a:pt x="97500" y="127500"/>
                    </a:moveTo>
                    <a:lnTo>
                      <a:pt x="98200" y="127500"/>
                    </a:lnTo>
                    <a:lnTo>
                      <a:pt x="98200" y="128200"/>
                    </a:lnTo>
                    <a:lnTo>
                      <a:pt x="97500" y="128200"/>
                    </a:lnTo>
                    <a:close/>
                    <a:moveTo>
                      <a:pt x="100000" y="125000"/>
                    </a:moveTo>
                    <a:lnTo>
                      <a:pt x="100850" y="125000"/>
                    </a:lnTo>
                    <a:lnTo>
                      <a:pt x="100850" y="125850"/>
                    </a:lnTo>
                    <a:lnTo>
                      <a:pt x="100000" y="125850"/>
                    </a:lnTo>
                    <a:close/>
                    <a:moveTo>
                      <a:pt x="102500" y="127500"/>
                    </a:moveTo>
                    <a:lnTo>
                      <a:pt x="103200" y="127500"/>
                    </a:lnTo>
                    <a:lnTo>
                      <a:pt x="103200" y="128200"/>
                    </a:lnTo>
                    <a:lnTo>
                      <a:pt x="102500" y="128200"/>
                    </a:lnTo>
                    <a:close/>
                    <a:moveTo>
                      <a:pt x="105000" y="125000"/>
                    </a:moveTo>
                    <a:lnTo>
                      <a:pt x="105850" y="125000"/>
                    </a:lnTo>
                    <a:lnTo>
                      <a:pt x="105850" y="125850"/>
                    </a:lnTo>
                    <a:lnTo>
                      <a:pt x="105000" y="125850"/>
                    </a:lnTo>
                    <a:close/>
                    <a:moveTo>
                      <a:pt x="107500" y="127500"/>
                    </a:moveTo>
                    <a:lnTo>
                      <a:pt x="108200" y="127500"/>
                    </a:lnTo>
                    <a:lnTo>
                      <a:pt x="108200" y="128200"/>
                    </a:lnTo>
                    <a:lnTo>
                      <a:pt x="107500" y="128200"/>
                    </a:lnTo>
                    <a:close/>
                    <a:moveTo>
                      <a:pt x="110000" y="125000"/>
                    </a:moveTo>
                    <a:lnTo>
                      <a:pt x="110850" y="125000"/>
                    </a:lnTo>
                    <a:lnTo>
                      <a:pt x="110850" y="125850"/>
                    </a:lnTo>
                    <a:lnTo>
                      <a:pt x="110000" y="125850"/>
                    </a:lnTo>
                    <a:close/>
                    <a:moveTo>
                      <a:pt x="112500" y="127500"/>
                    </a:moveTo>
                    <a:lnTo>
                      <a:pt x="113200" y="127500"/>
                    </a:lnTo>
                    <a:lnTo>
                      <a:pt x="113200" y="128200"/>
                    </a:lnTo>
                    <a:lnTo>
                      <a:pt x="112500" y="128200"/>
                    </a:lnTo>
                    <a:close/>
                    <a:moveTo>
                      <a:pt x="115000" y="125000"/>
                    </a:moveTo>
                    <a:lnTo>
                      <a:pt x="115850" y="125000"/>
                    </a:lnTo>
                    <a:lnTo>
                      <a:pt x="115850" y="125850"/>
                    </a:lnTo>
                    <a:lnTo>
                      <a:pt x="115000" y="125850"/>
                    </a:lnTo>
                    <a:close/>
                    <a:moveTo>
                      <a:pt x="117500" y="127500"/>
                    </a:moveTo>
                    <a:lnTo>
                      <a:pt x="118200" y="127500"/>
                    </a:lnTo>
                    <a:lnTo>
                      <a:pt x="118200" y="128200"/>
                    </a:lnTo>
                    <a:lnTo>
                      <a:pt x="117500" y="128200"/>
                    </a:lnTo>
                    <a:close/>
                    <a:moveTo>
                      <a:pt x="120000" y="125000"/>
                    </a:moveTo>
                    <a:lnTo>
                      <a:pt x="120850" y="125000"/>
                    </a:lnTo>
                    <a:lnTo>
                      <a:pt x="120850" y="125850"/>
                    </a:lnTo>
                    <a:lnTo>
                      <a:pt x="120000" y="125850"/>
                    </a:lnTo>
                    <a:close/>
                    <a:moveTo>
                      <a:pt x="122500" y="127500"/>
                    </a:moveTo>
                    <a:lnTo>
                      <a:pt x="123200" y="127500"/>
                    </a:lnTo>
                    <a:lnTo>
                      <a:pt x="123200" y="128200"/>
                    </a:lnTo>
                    <a:lnTo>
                      <a:pt x="122500" y="128200"/>
                    </a:lnTo>
                    <a:close/>
                    <a:moveTo>
                      <a:pt x="125000" y="125000"/>
                    </a:moveTo>
                    <a:lnTo>
                      <a:pt x="125850" y="125000"/>
                    </a:lnTo>
                    <a:lnTo>
                      <a:pt x="125850" y="125850"/>
                    </a:lnTo>
                    <a:lnTo>
                      <a:pt x="125000" y="125850"/>
                    </a:lnTo>
                    <a:close/>
                    <a:moveTo>
                      <a:pt x="127500" y="127500"/>
                    </a:moveTo>
                    <a:lnTo>
                      <a:pt x="128200" y="127500"/>
                    </a:lnTo>
                    <a:lnTo>
                      <a:pt x="128200" y="128200"/>
                    </a:lnTo>
                    <a:lnTo>
                      <a:pt x="127500" y="128200"/>
                    </a:lnTo>
                    <a:close/>
                    <a:moveTo>
                      <a:pt x="130000" y="125000"/>
                    </a:moveTo>
                    <a:lnTo>
                      <a:pt x="130850" y="125000"/>
                    </a:lnTo>
                    <a:lnTo>
                      <a:pt x="130850" y="125850"/>
                    </a:lnTo>
                    <a:lnTo>
                      <a:pt x="130000" y="125850"/>
                    </a:lnTo>
                    <a:close/>
                    <a:moveTo>
                      <a:pt x="132500" y="127500"/>
                    </a:moveTo>
                    <a:lnTo>
                      <a:pt x="133200" y="127500"/>
                    </a:lnTo>
                    <a:lnTo>
                      <a:pt x="133200" y="128200"/>
                    </a:lnTo>
                    <a:lnTo>
                      <a:pt x="132500" y="128200"/>
                    </a:lnTo>
                    <a:close/>
                    <a:moveTo>
                      <a:pt x="135000" y="125000"/>
                    </a:moveTo>
                    <a:lnTo>
                      <a:pt x="135850" y="125000"/>
                    </a:lnTo>
                    <a:lnTo>
                      <a:pt x="135850" y="125850"/>
                    </a:lnTo>
                    <a:lnTo>
                      <a:pt x="135000" y="125850"/>
                    </a:lnTo>
                    <a:close/>
                    <a:moveTo>
                      <a:pt x="137500" y="127500"/>
                    </a:moveTo>
                    <a:lnTo>
                      <a:pt x="138200" y="127500"/>
                    </a:lnTo>
                    <a:lnTo>
                      <a:pt x="138200" y="128200"/>
                    </a:lnTo>
                    <a:lnTo>
                      <a:pt x="137500" y="128200"/>
                    </a:lnTo>
                    <a:close/>
                    <a:moveTo>
                      <a:pt x="140000" y="125000"/>
                    </a:moveTo>
                    <a:lnTo>
                      <a:pt x="140850" y="125000"/>
                    </a:lnTo>
                    <a:lnTo>
                      <a:pt x="140850" y="125850"/>
                    </a:lnTo>
                    <a:lnTo>
                      <a:pt x="140000" y="125850"/>
                    </a:lnTo>
                    <a:close/>
                    <a:moveTo>
                      <a:pt x="142500" y="127500"/>
                    </a:moveTo>
                    <a:lnTo>
                      <a:pt x="143200" y="127500"/>
                    </a:lnTo>
                    <a:lnTo>
                      <a:pt x="143200" y="128200"/>
                    </a:lnTo>
                    <a:lnTo>
                      <a:pt x="142500" y="128200"/>
                    </a:lnTo>
                    <a:close/>
                    <a:moveTo>
                      <a:pt x="145000" y="125000"/>
                    </a:moveTo>
                    <a:lnTo>
                      <a:pt x="145850" y="125000"/>
                    </a:lnTo>
                    <a:lnTo>
                      <a:pt x="145850" y="125850"/>
                    </a:lnTo>
                    <a:lnTo>
                      <a:pt x="145000" y="125850"/>
                    </a:lnTo>
                    <a:close/>
                    <a:moveTo>
                      <a:pt x="147500" y="127500"/>
                    </a:moveTo>
                    <a:lnTo>
                      <a:pt x="148200" y="127500"/>
                    </a:lnTo>
                    <a:lnTo>
                      <a:pt x="148200" y="128200"/>
                    </a:lnTo>
                    <a:lnTo>
                      <a:pt x="147500" y="128200"/>
                    </a:lnTo>
                    <a:close/>
                    <a:moveTo>
                      <a:pt x="150000" y="125000"/>
                    </a:moveTo>
                    <a:lnTo>
                      <a:pt x="150850" y="125000"/>
                    </a:lnTo>
                    <a:lnTo>
                      <a:pt x="150850" y="125850"/>
                    </a:lnTo>
                    <a:lnTo>
                      <a:pt x="150000" y="125850"/>
                    </a:lnTo>
                    <a:close/>
                    <a:moveTo>
                      <a:pt x="152500" y="127500"/>
                    </a:moveTo>
                    <a:lnTo>
                      <a:pt x="153200" y="127500"/>
                    </a:lnTo>
                    <a:lnTo>
                      <a:pt x="153200" y="128200"/>
                    </a:lnTo>
                    <a:lnTo>
                      <a:pt x="152500" y="128200"/>
                    </a:lnTo>
                    <a:close/>
                    <a:moveTo>
                      <a:pt x="155000" y="125000"/>
                    </a:moveTo>
                    <a:lnTo>
                      <a:pt x="155850" y="125000"/>
                    </a:lnTo>
                    <a:lnTo>
                      <a:pt x="155850" y="125850"/>
                    </a:lnTo>
                    <a:lnTo>
                      <a:pt x="155000" y="125850"/>
                    </a:lnTo>
                    <a:close/>
                    <a:moveTo>
                      <a:pt x="157500" y="127500"/>
                    </a:moveTo>
                    <a:lnTo>
                      <a:pt x="158200" y="127500"/>
                    </a:lnTo>
                    <a:lnTo>
                      <a:pt x="158200" y="128200"/>
                    </a:lnTo>
                    <a:lnTo>
                      <a:pt x="157500" y="128200"/>
                    </a:lnTo>
                    <a:close/>
                    <a:moveTo>
                      <a:pt x="160000" y="125000"/>
                    </a:moveTo>
                    <a:lnTo>
                      <a:pt x="160850" y="125000"/>
                    </a:lnTo>
                    <a:lnTo>
                      <a:pt x="160850" y="125850"/>
                    </a:lnTo>
                    <a:lnTo>
                      <a:pt x="160000" y="125850"/>
                    </a:lnTo>
                    <a:close/>
                    <a:moveTo>
                      <a:pt x="162500" y="127500"/>
                    </a:moveTo>
                    <a:lnTo>
                      <a:pt x="163200" y="127500"/>
                    </a:lnTo>
                    <a:lnTo>
                      <a:pt x="163200" y="128200"/>
                    </a:lnTo>
                    <a:lnTo>
                      <a:pt x="162500" y="128200"/>
                    </a:lnTo>
                    <a:close/>
                    <a:moveTo>
                      <a:pt x="165000" y="125000"/>
                    </a:moveTo>
                    <a:lnTo>
                      <a:pt x="165850" y="125000"/>
                    </a:lnTo>
                    <a:lnTo>
                      <a:pt x="165850" y="125850"/>
                    </a:lnTo>
                    <a:lnTo>
                      <a:pt x="165000" y="125850"/>
                    </a:lnTo>
                    <a:close/>
                    <a:moveTo>
                      <a:pt x="167500" y="127500"/>
                    </a:moveTo>
                    <a:lnTo>
                      <a:pt x="168200" y="127500"/>
                    </a:lnTo>
                    <a:lnTo>
                      <a:pt x="168200" y="128200"/>
                    </a:lnTo>
                    <a:lnTo>
                      <a:pt x="167500" y="128200"/>
                    </a:lnTo>
                    <a:close/>
                    <a:moveTo>
                      <a:pt x="170000" y="125000"/>
                    </a:moveTo>
                    <a:lnTo>
                      <a:pt x="170850" y="125000"/>
                    </a:lnTo>
                    <a:lnTo>
                      <a:pt x="170850" y="125850"/>
                    </a:lnTo>
                    <a:lnTo>
                      <a:pt x="170000" y="125850"/>
                    </a:lnTo>
                    <a:close/>
                    <a:moveTo>
                      <a:pt x="172500" y="127500"/>
                    </a:moveTo>
                    <a:lnTo>
                      <a:pt x="173200" y="127500"/>
                    </a:lnTo>
                    <a:lnTo>
                      <a:pt x="173200" y="128200"/>
                    </a:lnTo>
                    <a:lnTo>
                      <a:pt x="172500" y="128200"/>
                    </a:lnTo>
                    <a:close/>
                    <a:moveTo>
                      <a:pt x="175000" y="125000"/>
                    </a:moveTo>
                    <a:lnTo>
                      <a:pt x="175850" y="125000"/>
                    </a:lnTo>
                    <a:lnTo>
                      <a:pt x="175850" y="125850"/>
                    </a:lnTo>
                    <a:lnTo>
                      <a:pt x="175000" y="125850"/>
                    </a:lnTo>
                    <a:close/>
                    <a:moveTo>
                      <a:pt x="177500" y="127500"/>
                    </a:moveTo>
                    <a:lnTo>
                      <a:pt x="178200" y="127500"/>
                    </a:lnTo>
                    <a:lnTo>
                      <a:pt x="178200" y="128200"/>
                    </a:lnTo>
                    <a:lnTo>
                      <a:pt x="177500" y="128200"/>
                    </a:lnTo>
                    <a:close/>
                    <a:moveTo>
                      <a:pt x="180000" y="125000"/>
                    </a:moveTo>
                    <a:lnTo>
                      <a:pt x="180850" y="125000"/>
                    </a:lnTo>
                    <a:lnTo>
                      <a:pt x="180850" y="125850"/>
                    </a:lnTo>
                    <a:lnTo>
                      <a:pt x="180000" y="125850"/>
                    </a:lnTo>
                    <a:close/>
                    <a:moveTo>
                      <a:pt x="182500" y="127500"/>
                    </a:moveTo>
                    <a:lnTo>
                      <a:pt x="183200" y="127500"/>
                    </a:lnTo>
                    <a:lnTo>
                      <a:pt x="183200" y="128200"/>
                    </a:lnTo>
                    <a:lnTo>
                      <a:pt x="182500" y="128200"/>
                    </a:lnTo>
                    <a:close/>
                    <a:moveTo>
                      <a:pt x="185000" y="125000"/>
                    </a:moveTo>
                    <a:lnTo>
                      <a:pt x="185850" y="125000"/>
                    </a:lnTo>
                    <a:lnTo>
                      <a:pt x="185850" y="125850"/>
                    </a:lnTo>
                    <a:lnTo>
                      <a:pt x="185000" y="125850"/>
                    </a:lnTo>
                    <a:close/>
                    <a:moveTo>
                      <a:pt x="187500" y="127500"/>
                    </a:moveTo>
                    <a:lnTo>
                      <a:pt x="188200" y="127500"/>
                    </a:lnTo>
                    <a:lnTo>
                      <a:pt x="188200" y="128200"/>
                    </a:lnTo>
                    <a:lnTo>
                      <a:pt x="187500" y="128200"/>
                    </a:lnTo>
                    <a:close/>
                    <a:moveTo>
                      <a:pt x="190000" y="125000"/>
                    </a:moveTo>
                    <a:lnTo>
                      <a:pt x="190850" y="125000"/>
                    </a:lnTo>
                    <a:lnTo>
                      <a:pt x="190850" y="125850"/>
                    </a:lnTo>
                    <a:lnTo>
                      <a:pt x="190000" y="125850"/>
                    </a:lnTo>
                    <a:close/>
                    <a:moveTo>
                      <a:pt x="192500" y="127500"/>
                    </a:moveTo>
                    <a:lnTo>
                      <a:pt x="193200" y="127500"/>
                    </a:lnTo>
                    <a:lnTo>
                      <a:pt x="193200" y="128200"/>
                    </a:lnTo>
                    <a:lnTo>
                      <a:pt x="192500" y="128200"/>
                    </a:lnTo>
                    <a:close/>
                    <a:moveTo>
                      <a:pt x="195000" y="125000"/>
                    </a:moveTo>
                    <a:lnTo>
                      <a:pt x="195850" y="125000"/>
                    </a:lnTo>
                    <a:lnTo>
                      <a:pt x="195850" y="125850"/>
                    </a:lnTo>
                    <a:lnTo>
                      <a:pt x="195000" y="125850"/>
                    </a:lnTo>
                    <a:close/>
                    <a:moveTo>
                      <a:pt x="197500" y="127500"/>
                    </a:moveTo>
                    <a:lnTo>
                      <a:pt x="198200" y="127500"/>
                    </a:lnTo>
                    <a:lnTo>
                      <a:pt x="198200" y="128200"/>
                    </a:lnTo>
                    <a:lnTo>
                      <a:pt x="197500" y="128200"/>
                    </a:lnTo>
                    <a:close/>
                    <a:moveTo>
                      <a:pt x="200000" y="125000"/>
                    </a:moveTo>
                    <a:lnTo>
                      <a:pt x="200850" y="125000"/>
                    </a:lnTo>
                    <a:lnTo>
                      <a:pt x="200850" y="125850"/>
                    </a:lnTo>
                    <a:lnTo>
                      <a:pt x="200000" y="125850"/>
                    </a:lnTo>
                    <a:close/>
                    <a:moveTo>
                      <a:pt x="202500" y="127500"/>
                    </a:moveTo>
                    <a:lnTo>
                      <a:pt x="203200" y="127500"/>
                    </a:lnTo>
                    <a:lnTo>
                      <a:pt x="203200" y="128200"/>
                    </a:lnTo>
                    <a:lnTo>
                      <a:pt x="202500" y="128200"/>
                    </a:lnTo>
                    <a:close/>
                    <a:moveTo>
                      <a:pt x="205000" y="125000"/>
                    </a:moveTo>
                    <a:lnTo>
                      <a:pt x="205850" y="125000"/>
                    </a:lnTo>
                    <a:lnTo>
                      <a:pt x="205850" y="125850"/>
                    </a:lnTo>
                    <a:lnTo>
                      <a:pt x="205000" y="125850"/>
                    </a:lnTo>
                    <a:close/>
                    <a:moveTo>
                      <a:pt x="207500" y="127500"/>
                    </a:moveTo>
                    <a:lnTo>
                      <a:pt x="208200" y="127500"/>
                    </a:lnTo>
                    <a:lnTo>
                      <a:pt x="208200" y="128200"/>
                    </a:lnTo>
                    <a:lnTo>
                      <a:pt x="207500" y="128200"/>
                    </a:lnTo>
                    <a:close/>
                    <a:moveTo>
                      <a:pt x="210000" y="125000"/>
                    </a:moveTo>
                    <a:lnTo>
                      <a:pt x="210850" y="125000"/>
                    </a:lnTo>
                    <a:lnTo>
                      <a:pt x="210850" y="125850"/>
                    </a:lnTo>
                    <a:lnTo>
                      <a:pt x="210000" y="125850"/>
                    </a:lnTo>
                    <a:close/>
                    <a:moveTo>
                      <a:pt x="212500" y="127500"/>
                    </a:moveTo>
                    <a:lnTo>
                      <a:pt x="213200" y="127500"/>
                    </a:lnTo>
                    <a:lnTo>
                      <a:pt x="213200" y="128200"/>
                    </a:lnTo>
                    <a:lnTo>
                      <a:pt x="212500" y="128200"/>
                    </a:lnTo>
                    <a:close/>
                    <a:moveTo>
                      <a:pt x="215000" y="125000"/>
                    </a:moveTo>
                    <a:lnTo>
                      <a:pt x="215850" y="125000"/>
                    </a:lnTo>
                    <a:lnTo>
                      <a:pt x="215850" y="125850"/>
                    </a:lnTo>
                    <a:lnTo>
                      <a:pt x="215000" y="125850"/>
                    </a:lnTo>
                    <a:close/>
                    <a:moveTo>
                      <a:pt x="217500" y="127500"/>
                    </a:moveTo>
                    <a:lnTo>
                      <a:pt x="218200" y="127500"/>
                    </a:lnTo>
                    <a:lnTo>
                      <a:pt x="218200" y="128200"/>
                    </a:lnTo>
                    <a:lnTo>
                      <a:pt x="217500" y="128200"/>
                    </a:lnTo>
                    <a:close/>
                    <a:moveTo>
                      <a:pt x="220000" y="125000"/>
                    </a:moveTo>
                    <a:lnTo>
                      <a:pt x="220850" y="125000"/>
                    </a:lnTo>
                    <a:lnTo>
                      <a:pt x="220850" y="125850"/>
                    </a:lnTo>
                    <a:lnTo>
                      <a:pt x="220000" y="125850"/>
                    </a:lnTo>
                    <a:close/>
                    <a:moveTo>
                      <a:pt x="222500" y="127500"/>
                    </a:moveTo>
                    <a:lnTo>
                      <a:pt x="223200" y="127500"/>
                    </a:lnTo>
                    <a:lnTo>
                      <a:pt x="223200" y="128200"/>
                    </a:lnTo>
                    <a:lnTo>
                      <a:pt x="222500" y="128200"/>
                    </a:lnTo>
                    <a:close/>
                    <a:moveTo>
                      <a:pt x="225000" y="125000"/>
                    </a:moveTo>
                    <a:lnTo>
                      <a:pt x="225850" y="125000"/>
                    </a:lnTo>
                    <a:lnTo>
                      <a:pt x="225850" y="125850"/>
                    </a:lnTo>
                    <a:lnTo>
                      <a:pt x="225000" y="125850"/>
                    </a:lnTo>
                    <a:close/>
                    <a:moveTo>
                      <a:pt x="227500" y="127500"/>
                    </a:moveTo>
                    <a:lnTo>
                      <a:pt x="228200" y="127500"/>
                    </a:lnTo>
                    <a:lnTo>
                      <a:pt x="228200" y="128200"/>
                    </a:lnTo>
                    <a:lnTo>
                      <a:pt x="227500" y="128200"/>
                    </a:lnTo>
                    <a:close/>
                    <a:moveTo>
                      <a:pt x="230000" y="125000"/>
                    </a:moveTo>
                    <a:lnTo>
                      <a:pt x="230850" y="125000"/>
                    </a:lnTo>
                    <a:lnTo>
                      <a:pt x="230850" y="125850"/>
                    </a:lnTo>
                    <a:lnTo>
                      <a:pt x="230000" y="125850"/>
                    </a:lnTo>
                    <a:close/>
                    <a:moveTo>
                      <a:pt x="232500" y="127500"/>
                    </a:moveTo>
                    <a:lnTo>
                      <a:pt x="233200" y="127500"/>
                    </a:lnTo>
                    <a:lnTo>
                      <a:pt x="233200" y="128200"/>
                    </a:lnTo>
                    <a:lnTo>
                      <a:pt x="232500" y="128200"/>
                    </a:lnTo>
                    <a:close/>
                    <a:moveTo>
                      <a:pt x="235000" y="125000"/>
                    </a:moveTo>
                    <a:lnTo>
                      <a:pt x="235850" y="125000"/>
                    </a:lnTo>
                    <a:lnTo>
                      <a:pt x="235850" y="125850"/>
                    </a:lnTo>
                    <a:lnTo>
                      <a:pt x="235000" y="125850"/>
                    </a:lnTo>
                    <a:close/>
                    <a:moveTo>
                      <a:pt x="237500" y="127500"/>
                    </a:moveTo>
                    <a:lnTo>
                      <a:pt x="238200" y="127500"/>
                    </a:lnTo>
                    <a:lnTo>
                      <a:pt x="238200" y="128200"/>
                    </a:lnTo>
                    <a:lnTo>
                      <a:pt x="237500" y="128200"/>
                    </a:lnTo>
                    <a:close/>
                    <a:moveTo>
                      <a:pt x="240000" y="125000"/>
                    </a:moveTo>
                    <a:lnTo>
                      <a:pt x="240850" y="125000"/>
                    </a:lnTo>
                    <a:lnTo>
                      <a:pt x="240850" y="125850"/>
                    </a:lnTo>
                    <a:lnTo>
                      <a:pt x="240000" y="125850"/>
                    </a:lnTo>
                    <a:close/>
                    <a:moveTo>
                      <a:pt x="242500" y="127500"/>
                    </a:moveTo>
                    <a:lnTo>
                      <a:pt x="243200" y="127500"/>
                    </a:lnTo>
                    <a:lnTo>
                      <a:pt x="243200" y="128200"/>
                    </a:lnTo>
                    <a:lnTo>
                      <a:pt x="242500" y="128200"/>
                    </a:lnTo>
                    <a:close/>
                    <a:moveTo>
                      <a:pt x="245000" y="125000"/>
                    </a:moveTo>
                    <a:lnTo>
                      <a:pt x="245850" y="125000"/>
                    </a:lnTo>
                    <a:lnTo>
                      <a:pt x="245850" y="125850"/>
                    </a:lnTo>
                    <a:lnTo>
                      <a:pt x="245000" y="125850"/>
                    </a:lnTo>
                    <a:close/>
                    <a:moveTo>
                      <a:pt x="247500" y="127500"/>
                    </a:moveTo>
                    <a:lnTo>
                      <a:pt x="248200" y="127500"/>
                    </a:lnTo>
                    <a:lnTo>
                      <a:pt x="248200" y="128200"/>
                    </a:lnTo>
                    <a:lnTo>
                      <a:pt x="247500" y="128200"/>
                    </a:lnTo>
                    <a:close/>
                    <a:moveTo>
                      <a:pt x="250000" y="125000"/>
                    </a:moveTo>
                    <a:lnTo>
                      <a:pt x="250850" y="125000"/>
                    </a:lnTo>
                    <a:lnTo>
                      <a:pt x="250850" y="125850"/>
                    </a:lnTo>
                    <a:lnTo>
                      <a:pt x="250000" y="125850"/>
                    </a:lnTo>
                    <a:close/>
                    <a:moveTo>
                      <a:pt x="252500" y="127500"/>
                    </a:moveTo>
                    <a:lnTo>
                      <a:pt x="253200" y="127500"/>
                    </a:lnTo>
                    <a:lnTo>
                      <a:pt x="253200" y="128200"/>
                    </a:lnTo>
                    <a:lnTo>
                      <a:pt x="252500" y="128200"/>
                    </a:lnTo>
                    <a:close/>
                    <a:moveTo>
                      <a:pt x="255000" y="125000"/>
                    </a:moveTo>
                    <a:lnTo>
                      <a:pt x="255850" y="125000"/>
                    </a:lnTo>
                    <a:lnTo>
                      <a:pt x="255850" y="125850"/>
                    </a:lnTo>
                    <a:lnTo>
                      <a:pt x="255000" y="125850"/>
                    </a:lnTo>
                    <a:close/>
                    <a:moveTo>
                      <a:pt x="257500" y="127500"/>
                    </a:moveTo>
                    <a:lnTo>
                      <a:pt x="258200" y="127500"/>
                    </a:lnTo>
                    <a:lnTo>
                      <a:pt x="258200" y="128200"/>
                    </a:lnTo>
                    <a:lnTo>
                      <a:pt x="257500" y="128200"/>
                    </a:lnTo>
                    <a:close/>
                    <a:moveTo>
                      <a:pt x="260000" y="125000"/>
                    </a:moveTo>
                    <a:lnTo>
                      <a:pt x="260850" y="125000"/>
                    </a:lnTo>
                    <a:lnTo>
                      <a:pt x="260850" y="125850"/>
                    </a:lnTo>
                    <a:lnTo>
                      <a:pt x="260000" y="125850"/>
                    </a:lnTo>
                    <a:close/>
                    <a:moveTo>
                      <a:pt x="262500" y="127500"/>
                    </a:moveTo>
                    <a:lnTo>
                      <a:pt x="263200" y="127500"/>
                    </a:lnTo>
                    <a:lnTo>
                      <a:pt x="263200" y="128200"/>
                    </a:lnTo>
                    <a:lnTo>
                      <a:pt x="262500" y="128200"/>
                    </a:lnTo>
                    <a:close/>
                    <a:moveTo>
                      <a:pt x="265000" y="125000"/>
                    </a:moveTo>
                    <a:lnTo>
                      <a:pt x="265850" y="125000"/>
                    </a:lnTo>
                    <a:lnTo>
                      <a:pt x="265850" y="125850"/>
                    </a:lnTo>
                    <a:lnTo>
                      <a:pt x="265000" y="125850"/>
                    </a:lnTo>
                    <a:close/>
                    <a:moveTo>
                      <a:pt x="267500" y="127500"/>
                    </a:moveTo>
                    <a:lnTo>
                      <a:pt x="268200" y="127500"/>
                    </a:lnTo>
                    <a:lnTo>
                      <a:pt x="268200" y="128200"/>
                    </a:lnTo>
                    <a:lnTo>
                      <a:pt x="267500" y="128200"/>
                    </a:lnTo>
                    <a:close/>
                    <a:moveTo>
                      <a:pt x="270000" y="125000"/>
                    </a:moveTo>
                    <a:lnTo>
                      <a:pt x="270850" y="125000"/>
                    </a:lnTo>
                    <a:lnTo>
                      <a:pt x="270850" y="125850"/>
                    </a:lnTo>
                    <a:lnTo>
                      <a:pt x="270000" y="125850"/>
                    </a:lnTo>
                    <a:close/>
                    <a:moveTo>
                      <a:pt x="272500" y="127500"/>
                    </a:moveTo>
                    <a:lnTo>
                      <a:pt x="273200" y="127500"/>
                    </a:lnTo>
                    <a:lnTo>
                      <a:pt x="273200" y="128200"/>
                    </a:lnTo>
                    <a:lnTo>
                      <a:pt x="272500" y="128200"/>
                    </a:lnTo>
                    <a:close/>
                    <a:moveTo>
                      <a:pt x="275000" y="125000"/>
                    </a:moveTo>
                    <a:lnTo>
                      <a:pt x="275850" y="125000"/>
                    </a:lnTo>
                    <a:lnTo>
                      <a:pt x="275850" y="125850"/>
                    </a:lnTo>
                    <a:lnTo>
                      <a:pt x="275000" y="125850"/>
                    </a:lnTo>
                    <a:close/>
                    <a:moveTo>
                      <a:pt x="277500" y="127500"/>
                    </a:moveTo>
                    <a:lnTo>
                      <a:pt x="278200" y="127500"/>
                    </a:lnTo>
                    <a:lnTo>
                      <a:pt x="278200" y="128200"/>
                    </a:lnTo>
                    <a:lnTo>
                      <a:pt x="277500" y="128200"/>
                    </a:lnTo>
                    <a:close/>
                    <a:moveTo>
                      <a:pt x="280000" y="125000"/>
                    </a:moveTo>
                    <a:lnTo>
                      <a:pt x="280850" y="125000"/>
                    </a:lnTo>
                    <a:lnTo>
                      <a:pt x="280850" y="125850"/>
                    </a:lnTo>
                    <a:lnTo>
                      <a:pt x="280000" y="125850"/>
                    </a:lnTo>
                    <a:close/>
                    <a:moveTo>
                      <a:pt x="282500" y="127500"/>
                    </a:moveTo>
                    <a:lnTo>
                      <a:pt x="283200" y="127500"/>
                    </a:lnTo>
                    <a:lnTo>
                      <a:pt x="283200" y="128200"/>
                    </a:lnTo>
                    <a:lnTo>
                      <a:pt x="282500" y="128200"/>
                    </a:lnTo>
                    <a:close/>
                    <a:moveTo>
                      <a:pt x="285000" y="125000"/>
                    </a:moveTo>
                    <a:lnTo>
                      <a:pt x="285850" y="125000"/>
                    </a:lnTo>
                    <a:lnTo>
                      <a:pt x="285850" y="125850"/>
                    </a:lnTo>
                    <a:lnTo>
                      <a:pt x="285000" y="125850"/>
                    </a:lnTo>
                    <a:close/>
                    <a:moveTo>
                      <a:pt x="287500" y="127500"/>
                    </a:moveTo>
                    <a:lnTo>
                      <a:pt x="288200" y="127500"/>
                    </a:lnTo>
                    <a:lnTo>
                      <a:pt x="288200" y="128200"/>
                    </a:lnTo>
                    <a:lnTo>
                      <a:pt x="287500" y="128200"/>
                    </a:lnTo>
                    <a:close/>
                    <a:moveTo>
                      <a:pt x="0" y="130000"/>
                    </a:moveTo>
                    <a:lnTo>
                      <a:pt x="850" y="130000"/>
                    </a:lnTo>
                    <a:lnTo>
                      <a:pt x="850" y="130850"/>
                    </a:lnTo>
                    <a:lnTo>
                      <a:pt x="0" y="130850"/>
                    </a:lnTo>
                    <a:close/>
                    <a:moveTo>
                      <a:pt x="2500" y="132500"/>
                    </a:moveTo>
                    <a:lnTo>
                      <a:pt x="3200" y="132500"/>
                    </a:lnTo>
                    <a:lnTo>
                      <a:pt x="3200" y="133200"/>
                    </a:lnTo>
                    <a:lnTo>
                      <a:pt x="2500" y="133200"/>
                    </a:lnTo>
                    <a:close/>
                    <a:moveTo>
                      <a:pt x="5000" y="130000"/>
                    </a:moveTo>
                    <a:lnTo>
                      <a:pt x="5850" y="130000"/>
                    </a:lnTo>
                    <a:lnTo>
                      <a:pt x="5850" y="130850"/>
                    </a:lnTo>
                    <a:lnTo>
                      <a:pt x="5000" y="130850"/>
                    </a:lnTo>
                    <a:close/>
                    <a:moveTo>
                      <a:pt x="7500" y="132500"/>
                    </a:moveTo>
                    <a:lnTo>
                      <a:pt x="8200" y="132500"/>
                    </a:lnTo>
                    <a:lnTo>
                      <a:pt x="8200" y="133200"/>
                    </a:lnTo>
                    <a:lnTo>
                      <a:pt x="7500" y="133200"/>
                    </a:lnTo>
                    <a:close/>
                    <a:moveTo>
                      <a:pt x="10000" y="130000"/>
                    </a:moveTo>
                    <a:lnTo>
                      <a:pt x="10850" y="130000"/>
                    </a:lnTo>
                    <a:lnTo>
                      <a:pt x="10850" y="130850"/>
                    </a:lnTo>
                    <a:lnTo>
                      <a:pt x="10000" y="130850"/>
                    </a:lnTo>
                    <a:close/>
                    <a:moveTo>
                      <a:pt x="12500" y="132500"/>
                    </a:moveTo>
                    <a:lnTo>
                      <a:pt x="13200" y="132500"/>
                    </a:lnTo>
                    <a:lnTo>
                      <a:pt x="13200" y="133200"/>
                    </a:lnTo>
                    <a:lnTo>
                      <a:pt x="12500" y="133200"/>
                    </a:lnTo>
                    <a:close/>
                    <a:moveTo>
                      <a:pt x="15000" y="130000"/>
                    </a:moveTo>
                    <a:lnTo>
                      <a:pt x="15850" y="130000"/>
                    </a:lnTo>
                    <a:lnTo>
                      <a:pt x="15850" y="130850"/>
                    </a:lnTo>
                    <a:lnTo>
                      <a:pt x="15000" y="130850"/>
                    </a:lnTo>
                    <a:close/>
                    <a:moveTo>
                      <a:pt x="17500" y="132500"/>
                    </a:moveTo>
                    <a:lnTo>
                      <a:pt x="18200" y="132500"/>
                    </a:lnTo>
                    <a:lnTo>
                      <a:pt x="18200" y="133200"/>
                    </a:lnTo>
                    <a:lnTo>
                      <a:pt x="17500" y="133200"/>
                    </a:lnTo>
                    <a:close/>
                    <a:moveTo>
                      <a:pt x="20000" y="130000"/>
                    </a:moveTo>
                    <a:lnTo>
                      <a:pt x="20850" y="130000"/>
                    </a:lnTo>
                    <a:lnTo>
                      <a:pt x="20850" y="130850"/>
                    </a:lnTo>
                    <a:lnTo>
                      <a:pt x="20000" y="130850"/>
                    </a:lnTo>
                    <a:close/>
                    <a:moveTo>
                      <a:pt x="22500" y="132500"/>
                    </a:moveTo>
                    <a:lnTo>
                      <a:pt x="23200" y="132500"/>
                    </a:lnTo>
                    <a:lnTo>
                      <a:pt x="23200" y="133200"/>
                    </a:lnTo>
                    <a:lnTo>
                      <a:pt x="22500" y="133200"/>
                    </a:lnTo>
                    <a:close/>
                    <a:moveTo>
                      <a:pt x="25000" y="130000"/>
                    </a:moveTo>
                    <a:lnTo>
                      <a:pt x="25850" y="130000"/>
                    </a:lnTo>
                    <a:lnTo>
                      <a:pt x="25850" y="130850"/>
                    </a:lnTo>
                    <a:lnTo>
                      <a:pt x="25000" y="130850"/>
                    </a:lnTo>
                    <a:close/>
                    <a:moveTo>
                      <a:pt x="27500" y="132500"/>
                    </a:moveTo>
                    <a:lnTo>
                      <a:pt x="28200" y="132500"/>
                    </a:lnTo>
                    <a:lnTo>
                      <a:pt x="28200" y="133200"/>
                    </a:lnTo>
                    <a:lnTo>
                      <a:pt x="27500" y="133200"/>
                    </a:lnTo>
                    <a:close/>
                    <a:moveTo>
                      <a:pt x="30000" y="130000"/>
                    </a:moveTo>
                    <a:lnTo>
                      <a:pt x="30850" y="130000"/>
                    </a:lnTo>
                    <a:lnTo>
                      <a:pt x="30850" y="130850"/>
                    </a:lnTo>
                    <a:lnTo>
                      <a:pt x="30000" y="130850"/>
                    </a:lnTo>
                    <a:close/>
                    <a:moveTo>
                      <a:pt x="32500" y="132500"/>
                    </a:moveTo>
                    <a:lnTo>
                      <a:pt x="33200" y="132500"/>
                    </a:lnTo>
                    <a:lnTo>
                      <a:pt x="33200" y="133200"/>
                    </a:lnTo>
                    <a:lnTo>
                      <a:pt x="32500" y="133200"/>
                    </a:lnTo>
                    <a:close/>
                    <a:moveTo>
                      <a:pt x="35000" y="130000"/>
                    </a:moveTo>
                    <a:lnTo>
                      <a:pt x="35850" y="130000"/>
                    </a:lnTo>
                    <a:lnTo>
                      <a:pt x="35850" y="130850"/>
                    </a:lnTo>
                    <a:lnTo>
                      <a:pt x="35000" y="130850"/>
                    </a:lnTo>
                    <a:close/>
                    <a:moveTo>
                      <a:pt x="37500" y="132500"/>
                    </a:moveTo>
                    <a:lnTo>
                      <a:pt x="38200" y="132500"/>
                    </a:lnTo>
                    <a:lnTo>
                      <a:pt x="38200" y="133200"/>
                    </a:lnTo>
                    <a:lnTo>
                      <a:pt x="37500" y="133200"/>
                    </a:lnTo>
                    <a:close/>
                    <a:moveTo>
                      <a:pt x="40000" y="130000"/>
                    </a:moveTo>
                    <a:lnTo>
                      <a:pt x="40850" y="130000"/>
                    </a:lnTo>
                    <a:lnTo>
                      <a:pt x="40850" y="130850"/>
                    </a:lnTo>
                    <a:lnTo>
                      <a:pt x="40000" y="130850"/>
                    </a:lnTo>
                    <a:close/>
                    <a:moveTo>
                      <a:pt x="42500" y="132500"/>
                    </a:moveTo>
                    <a:lnTo>
                      <a:pt x="43200" y="132500"/>
                    </a:lnTo>
                    <a:lnTo>
                      <a:pt x="43200" y="133200"/>
                    </a:lnTo>
                    <a:lnTo>
                      <a:pt x="42500" y="133200"/>
                    </a:lnTo>
                    <a:close/>
                    <a:moveTo>
                      <a:pt x="45000" y="130000"/>
                    </a:moveTo>
                    <a:lnTo>
                      <a:pt x="45850" y="130000"/>
                    </a:lnTo>
                    <a:lnTo>
                      <a:pt x="45850" y="130850"/>
                    </a:lnTo>
                    <a:lnTo>
                      <a:pt x="45000" y="130850"/>
                    </a:lnTo>
                    <a:close/>
                    <a:moveTo>
                      <a:pt x="47500" y="132500"/>
                    </a:moveTo>
                    <a:lnTo>
                      <a:pt x="48200" y="132500"/>
                    </a:lnTo>
                    <a:lnTo>
                      <a:pt x="48200" y="133200"/>
                    </a:lnTo>
                    <a:lnTo>
                      <a:pt x="47500" y="133200"/>
                    </a:lnTo>
                    <a:close/>
                    <a:moveTo>
                      <a:pt x="50000" y="130000"/>
                    </a:moveTo>
                    <a:lnTo>
                      <a:pt x="50850" y="130000"/>
                    </a:lnTo>
                    <a:lnTo>
                      <a:pt x="50850" y="130850"/>
                    </a:lnTo>
                    <a:lnTo>
                      <a:pt x="50000" y="130850"/>
                    </a:lnTo>
                    <a:close/>
                    <a:moveTo>
                      <a:pt x="52500" y="132500"/>
                    </a:moveTo>
                    <a:lnTo>
                      <a:pt x="53200" y="132500"/>
                    </a:lnTo>
                    <a:lnTo>
                      <a:pt x="53200" y="133200"/>
                    </a:lnTo>
                    <a:lnTo>
                      <a:pt x="52500" y="133200"/>
                    </a:lnTo>
                    <a:close/>
                    <a:moveTo>
                      <a:pt x="55000" y="130000"/>
                    </a:moveTo>
                    <a:lnTo>
                      <a:pt x="55850" y="130000"/>
                    </a:lnTo>
                    <a:lnTo>
                      <a:pt x="55850" y="130850"/>
                    </a:lnTo>
                    <a:lnTo>
                      <a:pt x="55000" y="130850"/>
                    </a:lnTo>
                    <a:close/>
                    <a:moveTo>
                      <a:pt x="57500" y="132500"/>
                    </a:moveTo>
                    <a:lnTo>
                      <a:pt x="58200" y="132500"/>
                    </a:lnTo>
                    <a:lnTo>
                      <a:pt x="58200" y="133200"/>
                    </a:lnTo>
                    <a:lnTo>
                      <a:pt x="57500" y="133200"/>
                    </a:lnTo>
                    <a:close/>
                    <a:moveTo>
                      <a:pt x="60000" y="130000"/>
                    </a:moveTo>
                    <a:lnTo>
                      <a:pt x="60850" y="130000"/>
                    </a:lnTo>
                    <a:lnTo>
                      <a:pt x="60850" y="130850"/>
                    </a:lnTo>
                    <a:lnTo>
                      <a:pt x="60000" y="130850"/>
                    </a:lnTo>
                    <a:close/>
                    <a:moveTo>
                      <a:pt x="62500" y="132500"/>
                    </a:moveTo>
                    <a:lnTo>
                      <a:pt x="63200" y="132500"/>
                    </a:lnTo>
                    <a:lnTo>
                      <a:pt x="63200" y="133200"/>
                    </a:lnTo>
                    <a:lnTo>
                      <a:pt x="62500" y="133200"/>
                    </a:lnTo>
                    <a:close/>
                    <a:moveTo>
                      <a:pt x="65000" y="130000"/>
                    </a:moveTo>
                    <a:lnTo>
                      <a:pt x="65850" y="130000"/>
                    </a:lnTo>
                    <a:lnTo>
                      <a:pt x="65850" y="130850"/>
                    </a:lnTo>
                    <a:lnTo>
                      <a:pt x="65000" y="130850"/>
                    </a:lnTo>
                    <a:close/>
                    <a:moveTo>
                      <a:pt x="67500" y="132500"/>
                    </a:moveTo>
                    <a:lnTo>
                      <a:pt x="68200" y="132500"/>
                    </a:lnTo>
                    <a:lnTo>
                      <a:pt x="68200" y="133200"/>
                    </a:lnTo>
                    <a:lnTo>
                      <a:pt x="67500" y="133200"/>
                    </a:lnTo>
                    <a:close/>
                    <a:moveTo>
                      <a:pt x="70000" y="130000"/>
                    </a:moveTo>
                    <a:lnTo>
                      <a:pt x="70850" y="130000"/>
                    </a:lnTo>
                    <a:lnTo>
                      <a:pt x="70850" y="130850"/>
                    </a:lnTo>
                    <a:lnTo>
                      <a:pt x="70000" y="130850"/>
                    </a:lnTo>
                    <a:close/>
                    <a:moveTo>
                      <a:pt x="72500" y="132500"/>
                    </a:moveTo>
                    <a:lnTo>
                      <a:pt x="73200" y="132500"/>
                    </a:lnTo>
                    <a:lnTo>
                      <a:pt x="73200" y="133200"/>
                    </a:lnTo>
                    <a:lnTo>
                      <a:pt x="72500" y="133200"/>
                    </a:lnTo>
                    <a:close/>
                    <a:moveTo>
                      <a:pt x="75000" y="130000"/>
                    </a:moveTo>
                    <a:lnTo>
                      <a:pt x="75850" y="130000"/>
                    </a:lnTo>
                    <a:lnTo>
                      <a:pt x="75850" y="130850"/>
                    </a:lnTo>
                    <a:lnTo>
                      <a:pt x="75000" y="130850"/>
                    </a:lnTo>
                    <a:close/>
                    <a:moveTo>
                      <a:pt x="77500" y="132500"/>
                    </a:moveTo>
                    <a:lnTo>
                      <a:pt x="78200" y="132500"/>
                    </a:lnTo>
                    <a:lnTo>
                      <a:pt x="78200" y="133200"/>
                    </a:lnTo>
                    <a:lnTo>
                      <a:pt x="77500" y="133200"/>
                    </a:lnTo>
                    <a:close/>
                    <a:moveTo>
                      <a:pt x="80000" y="130000"/>
                    </a:moveTo>
                    <a:lnTo>
                      <a:pt x="80850" y="130000"/>
                    </a:lnTo>
                    <a:lnTo>
                      <a:pt x="80850" y="130850"/>
                    </a:lnTo>
                    <a:lnTo>
                      <a:pt x="80000" y="130850"/>
                    </a:lnTo>
                    <a:close/>
                    <a:moveTo>
                      <a:pt x="82500" y="132500"/>
                    </a:moveTo>
                    <a:lnTo>
                      <a:pt x="83200" y="132500"/>
                    </a:lnTo>
                    <a:lnTo>
                      <a:pt x="83200" y="133200"/>
                    </a:lnTo>
                    <a:lnTo>
                      <a:pt x="82500" y="133200"/>
                    </a:lnTo>
                    <a:close/>
                    <a:moveTo>
                      <a:pt x="85000" y="130000"/>
                    </a:moveTo>
                    <a:lnTo>
                      <a:pt x="85850" y="130000"/>
                    </a:lnTo>
                    <a:lnTo>
                      <a:pt x="85850" y="130850"/>
                    </a:lnTo>
                    <a:lnTo>
                      <a:pt x="85000" y="130850"/>
                    </a:lnTo>
                    <a:close/>
                    <a:moveTo>
                      <a:pt x="87500" y="132500"/>
                    </a:moveTo>
                    <a:lnTo>
                      <a:pt x="88200" y="132500"/>
                    </a:lnTo>
                    <a:lnTo>
                      <a:pt x="88200" y="133200"/>
                    </a:lnTo>
                    <a:lnTo>
                      <a:pt x="87500" y="133200"/>
                    </a:lnTo>
                    <a:close/>
                    <a:moveTo>
                      <a:pt x="90000" y="130000"/>
                    </a:moveTo>
                    <a:lnTo>
                      <a:pt x="90850" y="130000"/>
                    </a:lnTo>
                    <a:lnTo>
                      <a:pt x="90850" y="130850"/>
                    </a:lnTo>
                    <a:lnTo>
                      <a:pt x="90000" y="130850"/>
                    </a:lnTo>
                    <a:close/>
                    <a:moveTo>
                      <a:pt x="92500" y="132500"/>
                    </a:moveTo>
                    <a:lnTo>
                      <a:pt x="93200" y="132500"/>
                    </a:lnTo>
                    <a:lnTo>
                      <a:pt x="93200" y="133200"/>
                    </a:lnTo>
                    <a:lnTo>
                      <a:pt x="92500" y="133200"/>
                    </a:lnTo>
                    <a:close/>
                    <a:moveTo>
                      <a:pt x="95000" y="130000"/>
                    </a:moveTo>
                    <a:lnTo>
                      <a:pt x="95850" y="130000"/>
                    </a:lnTo>
                    <a:lnTo>
                      <a:pt x="95850" y="130850"/>
                    </a:lnTo>
                    <a:lnTo>
                      <a:pt x="95000" y="130850"/>
                    </a:lnTo>
                    <a:close/>
                    <a:moveTo>
                      <a:pt x="97500" y="132500"/>
                    </a:moveTo>
                    <a:lnTo>
                      <a:pt x="98200" y="132500"/>
                    </a:lnTo>
                    <a:lnTo>
                      <a:pt x="98200" y="133200"/>
                    </a:lnTo>
                    <a:lnTo>
                      <a:pt x="97500" y="133200"/>
                    </a:lnTo>
                    <a:close/>
                    <a:moveTo>
                      <a:pt x="100000" y="130000"/>
                    </a:moveTo>
                    <a:lnTo>
                      <a:pt x="100850" y="130000"/>
                    </a:lnTo>
                    <a:lnTo>
                      <a:pt x="100850" y="130850"/>
                    </a:lnTo>
                    <a:lnTo>
                      <a:pt x="100000" y="130850"/>
                    </a:lnTo>
                    <a:close/>
                    <a:moveTo>
                      <a:pt x="102500" y="132500"/>
                    </a:moveTo>
                    <a:lnTo>
                      <a:pt x="103200" y="132500"/>
                    </a:lnTo>
                    <a:lnTo>
                      <a:pt x="103200" y="133200"/>
                    </a:lnTo>
                    <a:lnTo>
                      <a:pt x="102500" y="133200"/>
                    </a:lnTo>
                    <a:close/>
                    <a:moveTo>
                      <a:pt x="105000" y="130000"/>
                    </a:moveTo>
                    <a:lnTo>
                      <a:pt x="105850" y="130000"/>
                    </a:lnTo>
                    <a:lnTo>
                      <a:pt x="105850" y="130850"/>
                    </a:lnTo>
                    <a:lnTo>
                      <a:pt x="105000" y="130850"/>
                    </a:lnTo>
                    <a:close/>
                    <a:moveTo>
                      <a:pt x="107500" y="132500"/>
                    </a:moveTo>
                    <a:lnTo>
                      <a:pt x="108200" y="132500"/>
                    </a:lnTo>
                    <a:lnTo>
                      <a:pt x="108200" y="133200"/>
                    </a:lnTo>
                    <a:lnTo>
                      <a:pt x="107500" y="133200"/>
                    </a:lnTo>
                    <a:close/>
                    <a:moveTo>
                      <a:pt x="110000" y="130000"/>
                    </a:moveTo>
                    <a:lnTo>
                      <a:pt x="110850" y="130000"/>
                    </a:lnTo>
                    <a:lnTo>
                      <a:pt x="110850" y="130850"/>
                    </a:lnTo>
                    <a:lnTo>
                      <a:pt x="110000" y="130850"/>
                    </a:lnTo>
                    <a:close/>
                    <a:moveTo>
                      <a:pt x="112500" y="132500"/>
                    </a:moveTo>
                    <a:lnTo>
                      <a:pt x="113200" y="132500"/>
                    </a:lnTo>
                    <a:lnTo>
                      <a:pt x="113200" y="133200"/>
                    </a:lnTo>
                    <a:lnTo>
                      <a:pt x="112500" y="133200"/>
                    </a:lnTo>
                    <a:close/>
                    <a:moveTo>
                      <a:pt x="115000" y="130000"/>
                    </a:moveTo>
                    <a:lnTo>
                      <a:pt x="115850" y="130000"/>
                    </a:lnTo>
                    <a:lnTo>
                      <a:pt x="115850" y="130850"/>
                    </a:lnTo>
                    <a:lnTo>
                      <a:pt x="115000" y="130850"/>
                    </a:lnTo>
                    <a:close/>
                    <a:moveTo>
                      <a:pt x="117500" y="132500"/>
                    </a:moveTo>
                    <a:lnTo>
                      <a:pt x="118200" y="132500"/>
                    </a:lnTo>
                    <a:lnTo>
                      <a:pt x="118200" y="133200"/>
                    </a:lnTo>
                    <a:lnTo>
                      <a:pt x="117500" y="133200"/>
                    </a:lnTo>
                    <a:close/>
                    <a:moveTo>
                      <a:pt x="120000" y="130000"/>
                    </a:moveTo>
                    <a:lnTo>
                      <a:pt x="120850" y="130000"/>
                    </a:lnTo>
                    <a:lnTo>
                      <a:pt x="120850" y="130850"/>
                    </a:lnTo>
                    <a:lnTo>
                      <a:pt x="120000" y="130850"/>
                    </a:lnTo>
                    <a:close/>
                    <a:moveTo>
                      <a:pt x="122500" y="132500"/>
                    </a:moveTo>
                    <a:lnTo>
                      <a:pt x="123200" y="132500"/>
                    </a:lnTo>
                    <a:lnTo>
                      <a:pt x="123200" y="133200"/>
                    </a:lnTo>
                    <a:lnTo>
                      <a:pt x="122500" y="133200"/>
                    </a:lnTo>
                    <a:close/>
                    <a:moveTo>
                      <a:pt x="125000" y="130000"/>
                    </a:moveTo>
                    <a:lnTo>
                      <a:pt x="125850" y="130000"/>
                    </a:lnTo>
                    <a:lnTo>
                      <a:pt x="125850" y="130850"/>
                    </a:lnTo>
                    <a:lnTo>
                      <a:pt x="125000" y="130850"/>
                    </a:lnTo>
                    <a:close/>
                    <a:moveTo>
                      <a:pt x="127500" y="132500"/>
                    </a:moveTo>
                    <a:lnTo>
                      <a:pt x="128200" y="132500"/>
                    </a:lnTo>
                    <a:lnTo>
                      <a:pt x="128200" y="133200"/>
                    </a:lnTo>
                    <a:lnTo>
                      <a:pt x="127500" y="133200"/>
                    </a:lnTo>
                    <a:close/>
                    <a:moveTo>
                      <a:pt x="130000" y="130000"/>
                    </a:moveTo>
                    <a:lnTo>
                      <a:pt x="130850" y="130000"/>
                    </a:lnTo>
                    <a:lnTo>
                      <a:pt x="130850" y="130850"/>
                    </a:lnTo>
                    <a:lnTo>
                      <a:pt x="130000" y="130850"/>
                    </a:lnTo>
                    <a:close/>
                    <a:moveTo>
                      <a:pt x="132500" y="132500"/>
                    </a:moveTo>
                    <a:lnTo>
                      <a:pt x="133200" y="132500"/>
                    </a:lnTo>
                    <a:lnTo>
                      <a:pt x="133200" y="133200"/>
                    </a:lnTo>
                    <a:lnTo>
                      <a:pt x="132500" y="133200"/>
                    </a:lnTo>
                    <a:close/>
                    <a:moveTo>
                      <a:pt x="135000" y="130000"/>
                    </a:moveTo>
                    <a:lnTo>
                      <a:pt x="135850" y="130000"/>
                    </a:lnTo>
                    <a:lnTo>
                      <a:pt x="135850" y="130850"/>
                    </a:lnTo>
                    <a:lnTo>
                      <a:pt x="135000" y="130850"/>
                    </a:lnTo>
                    <a:close/>
                    <a:moveTo>
                      <a:pt x="137500" y="132500"/>
                    </a:moveTo>
                    <a:lnTo>
                      <a:pt x="138200" y="132500"/>
                    </a:lnTo>
                    <a:lnTo>
                      <a:pt x="138200" y="133200"/>
                    </a:lnTo>
                    <a:lnTo>
                      <a:pt x="137500" y="133200"/>
                    </a:lnTo>
                    <a:close/>
                    <a:moveTo>
                      <a:pt x="140000" y="130000"/>
                    </a:moveTo>
                    <a:lnTo>
                      <a:pt x="140850" y="130000"/>
                    </a:lnTo>
                    <a:lnTo>
                      <a:pt x="140850" y="130850"/>
                    </a:lnTo>
                    <a:lnTo>
                      <a:pt x="140000" y="130850"/>
                    </a:lnTo>
                    <a:close/>
                    <a:moveTo>
                      <a:pt x="142500" y="132500"/>
                    </a:moveTo>
                    <a:lnTo>
                      <a:pt x="143200" y="132500"/>
                    </a:lnTo>
                    <a:lnTo>
                      <a:pt x="143200" y="133200"/>
                    </a:lnTo>
                    <a:lnTo>
                      <a:pt x="142500" y="133200"/>
                    </a:lnTo>
                    <a:close/>
                    <a:moveTo>
                      <a:pt x="145000" y="130000"/>
                    </a:moveTo>
                    <a:lnTo>
                      <a:pt x="145850" y="130000"/>
                    </a:lnTo>
                    <a:lnTo>
                      <a:pt x="145850" y="130850"/>
                    </a:lnTo>
                    <a:lnTo>
                      <a:pt x="145000" y="130850"/>
                    </a:lnTo>
                    <a:close/>
                    <a:moveTo>
                      <a:pt x="147500" y="132500"/>
                    </a:moveTo>
                    <a:lnTo>
                      <a:pt x="148200" y="132500"/>
                    </a:lnTo>
                    <a:lnTo>
                      <a:pt x="148200" y="133200"/>
                    </a:lnTo>
                    <a:lnTo>
                      <a:pt x="147500" y="133200"/>
                    </a:lnTo>
                    <a:close/>
                    <a:moveTo>
                      <a:pt x="150000" y="130000"/>
                    </a:moveTo>
                    <a:lnTo>
                      <a:pt x="150850" y="130000"/>
                    </a:lnTo>
                    <a:lnTo>
                      <a:pt x="150850" y="130850"/>
                    </a:lnTo>
                    <a:lnTo>
                      <a:pt x="150000" y="130850"/>
                    </a:lnTo>
                    <a:close/>
                    <a:moveTo>
                      <a:pt x="152500" y="132500"/>
                    </a:moveTo>
                    <a:lnTo>
                      <a:pt x="153200" y="132500"/>
                    </a:lnTo>
                    <a:lnTo>
                      <a:pt x="153200" y="133200"/>
                    </a:lnTo>
                    <a:lnTo>
                      <a:pt x="152500" y="133200"/>
                    </a:lnTo>
                    <a:close/>
                    <a:moveTo>
                      <a:pt x="155000" y="130000"/>
                    </a:moveTo>
                    <a:lnTo>
                      <a:pt x="155850" y="130000"/>
                    </a:lnTo>
                    <a:lnTo>
                      <a:pt x="155850" y="130850"/>
                    </a:lnTo>
                    <a:lnTo>
                      <a:pt x="155000" y="130850"/>
                    </a:lnTo>
                    <a:close/>
                    <a:moveTo>
                      <a:pt x="157500" y="132500"/>
                    </a:moveTo>
                    <a:lnTo>
                      <a:pt x="158200" y="132500"/>
                    </a:lnTo>
                    <a:lnTo>
                      <a:pt x="158200" y="133200"/>
                    </a:lnTo>
                    <a:lnTo>
                      <a:pt x="157500" y="133200"/>
                    </a:lnTo>
                    <a:close/>
                    <a:moveTo>
                      <a:pt x="160000" y="130000"/>
                    </a:moveTo>
                    <a:lnTo>
                      <a:pt x="160850" y="130000"/>
                    </a:lnTo>
                    <a:lnTo>
                      <a:pt x="160850" y="130850"/>
                    </a:lnTo>
                    <a:lnTo>
                      <a:pt x="160000" y="130850"/>
                    </a:lnTo>
                    <a:close/>
                    <a:moveTo>
                      <a:pt x="162500" y="132500"/>
                    </a:moveTo>
                    <a:lnTo>
                      <a:pt x="163200" y="132500"/>
                    </a:lnTo>
                    <a:lnTo>
                      <a:pt x="163200" y="133200"/>
                    </a:lnTo>
                    <a:lnTo>
                      <a:pt x="162500" y="133200"/>
                    </a:lnTo>
                    <a:close/>
                    <a:moveTo>
                      <a:pt x="165000" y="130000"/>
                    </a:moveTo>
                    <a:lnTo>
                      <a:pt x="165850" y="130000"/>
                    </a:lnTo>
                    <a:lnTo>
                      <a:pt x="165850" y="130850"/>
                    </a:lnTo>
                    <a:lnTo>
                      <a:pt x="165000" y="130850"/>
                    </a:lnTo>
                    <a:close/>
                    <a:moveTo>
                      <a:pt x="167500" y="132500"/>
                    </a:moveTo>
                    <a:lnTo>
                      <a:pt x="168200" y="132500"/>
                    </a:lnTo>
                    <a:lnTo>
                      <a:pt x="168200" y="133200"/>
                    </a:lnTo>
                    <a:lnTo>
                      <a:pt x="167500" y="133200"/>
                    </a:lnTo>
                    <a:close/>
                    <a:moveTo>
                      <a:pt x="170000" y="130000"/>
                    </a:moveTo>
                    <a:lnTo>
                      <a:pt x="170850" y="130000"/>
                    </a:lnTo>
                    <a:lnTo>
                      <a:pt x="170850" y="130850"/>
                    </a:lnTo>
                    <a:lnTo>
                      <a:pt x="170000" y="130850"/>
                    </a:lnTo>
                    <a:close/>
                    <a:moveTo>
                      <a:pt x="172500" y="132500"/>
                    </a:moveTo>
                    <a:lnTo>
                      <a:pt x="173200" y="132500"/>
                    </a:lnTo>
                    <a:lnTo>
                      <a:pt x="173200" y="133200"/>
                    </a:lnTo>
                    <a:lnTo>
                      <a:pt x="172500" y="133200"/>
                    </a:lnTo>
                    <a:close/>
                    <a:moveTo>
                      <a:pt x="175000" y="130000"/>
                    </a:moveTo>
                    <a:lnTo>
                      <a:pt x="175850" y="130000"/>
                    </a:lnTo>
                    <a:lnTo>
                      <a:pt x="175850" y="130850"/>
                    </a:lnTo>
                    <a:lnTo>
                      <a:pt x="175000" y="130850"/>
                    </a:lnTo>
                    <a:close/>
                    <a:moveTo>
                      <a:pt x="177500" y="132500"/>
                    </a:moveTo>
                    <a:lnTo>
                      <a:pt x="178200" y="132500"/>
                    </a:lnTo>
                    <a:lnTo>
                      <a:pt x="178200" y="133200"/>
                    </a:lnTo>
                    <a:lnTo>
                      <a:pt x="177500" y="133200"/>
                    </a:lnTo>
                    <a:close/>
                    <a:moveTo>
                      <a:pt x="180000" y="130000"/>
                    </a:moveTo>
                    <a:lnTo>
                      <a:pt x="180850" y="130000"/>
                    </a:lnTo>
                    <a:lnTo>
                      <a:pt x="180850" y="130850"/>
                    </a:lnTo>
                    <a:lnTo>
                      <a:pt x="180000" y="130850"/>
                    </a:lnTo>
                    <a:close/>
                    <a:moveTo>
                      <a:pt x="182500" y="132500"/>
                    </a:moveTo>
                    <a:lnTo>
                      <a:pt x="183200" y="132500"/>
                    </a:lnTo>
                    <a:lnTo>
                      <a:pt x="183200" y="133200"/>
                    </a:lnTo>
                    <a:lnTo>
                      <a:pt x="182500" y="133200"/>
                    </a:lnTo>
                    <a:close/>
                    <a:moveTo>
                      <a:pt x="185000" y="130000"/>
                    </a:moveTo>
                    <a:lnTo>
                      <a:pt x="185850" y="130000"/>
                    </a:lnTo>
                    <a:lnTo>
                      <a:pt x="185850" y="130850"/>
                    </a:lnTo>
                    <a:lnTo>
                      <a:pt x="185000" y="130850"/>
                    </a:lnTo>
                    <a:close/>
                    <a:moveTo>
                      <a:pt x="187500" y="132500"/>
                    </a:moveTo>
                    <a:lnTo>
                      <a:pt x="188200" y="132500"/>
                    </a:lnTo>
                    <a:lnTo>
                      <a:pt x="188200" y="133200"/>
                    </a:lnTo>
                    <a:lnTo>
                      <a:pt x="187500" y="133200"/>
                    </a:lnTo>
                    <a:close/>
                    <a:moveTo>
                      <a:pt x="190000" y="130000"/>
                    </a:moveTo>
                    <a:lnTo>
                      <a:pt x="190850" y="130000"/>
                    </a:lnTo>
                    <a:lnTo>
                      <a:pt x="190850" y="130850"/>
                    </a:lnTo>
                    <a:lnTo>
                      <a:pt x="190000" y="130850"/>
                    </a:lnTo>
                    <a:close/>
                    <a:moveTo>
                      <a:pt x="192500" y="132500"/>
                    </a:moveTo>
                    <a:lnTo>
                      <a:pt x="193200" y="132500"/>
                    </a:lnTo>
                    <a:lnTo>
                      <a:pt x="193200" y="133200"/>
                    </a:lnTo>
                    <a:lnTo>
                      <a:pt x="192500" y="133200"/>
                    </a:lnTo>
                    <a:close/>
                    <a:moveTo>
                      <a:pt x="195000" y="130000"/>
                    </a:moveTo>
                    <a:lnTo>
                      <a:pt x="195850" y="130000"/>
                    </a:lnTo>
                    <a:lnTo>
                      <a:pt x="195850" y="130850"/>
                    </a:lnTo>
                    <a:lnTo>
                      <a:pt x="195000" y="130850"/>
                    </a:lnTo>
                    <a:close/>
                    <a:moveTo>
                      <a:pt x="197500" y="132500"/>
                    </a:moveTo>
                    <a:lnTo>
                      <a:pt x="198200" y="132500"/>
                    </a:lnTo>
                    <a:lnTo>
                      <a:pt x="198200" y="133200"/>
                    </a:lnTo>
                    <a:lnTo>
                      <a:pt x="197500" y="133200"/>
                    </a:lnTo>
                    <a:close/>
                    <a:moveTo>
                      <a:pt x="200000" y="130000"/>
                    </a:moveTo>
                    <a:lnTo>
                      <a:pt x="200850" y="130000"/>
                    </a:lnTo>
                    <a:lnTo>
                      <a:pt x="200850" y="130850"/>
                    </a:lnTo>
                    <a:lnTo>
                      <a:pt x="200000" y="130850"/>
                    </a:lnTo>
                    <a:close/>
                    <a:moveTo>
                      <a:pt x="202500" y="132500"/>
                    </a:moveTo>
                    <a:lnTo>
                      <a:pt x="203200" y="132500"/>
                    </a:lnTo>
                    <a:lnTo>
                      <a:pt x="203200" y="133200"/>
                    </a:lnTo>
                    <a:lnTo>
                      <a:pt x="202500" y="133200"/>
                    </a:lnTo>
                    <a:close/>
                    <a:moveTo>
                      <a:pt x="205000" y="130000"/>
                    </a:moveTo>
                    <a:lnTo>
                      <a:pt x="205850" y="130000"/>
                    </a:lnTo>
                    <a:lnTo>
                      <a:pt x="205850" y="130850"/>
                    </a:lnTo>
                    <a:lnTo>
                      <a:pt x="205000" y="130850"/>
                    </a:lnTo>
                    <a:close/>
                    <a:moveTo>
                      <a:pt x="207500" y="132500"/>
                    </a:moveTo>
                    <a:lnTo>
                      <a:pt x="208200" y="132500"/>
                    </a:lnTo>
                    <a:lnTo>
                      <a:pt x="208200" y="133200"/>
                    </a:lnTo>
                    <a:lnTo>
                      <a:pt x="207500" y="133200"/>
                    </a:lnTo>
                    <a:close/>
                    <a:moveTo>
                      <a:pt x="210000" y="130000"/>
                    </a:moveTo>
                    <a:lnTo>
                      <a:pt x="210850" y="130000"/>
                    </a:lnTo>
                    <a:lnTo>
                      <a:pt x="210850" y="130850"/>
                    </a:lnTo>
                    <a:lnTo>
                      <a:pt x="210000" y="130850"/>
                    </a:lnTo>
                    <a:close/>
                    <a:moveTo>
                      <a:pt x="212500" y="132500"/>
                    </a:moveTo>
                    <a:lnTo>
                      <a:pt x="213200" y="132500"/>
                    </a:lnTo>
                    <a:lnTo>
                      <a:pt x="213200" y="133200"/>
                    </a:lnTo>
                    <a:lnTo>
                      <a:pt x="212500" y="133200"/>
                    </a:lnTo>
                    <a:close/>
                    <a:moveTo>
                      <a:pt x="215000" y="130000"/>
                    </a:moveTo>
                    <a:lnTo>
                      <a:pt x="215850" y="130000"/>
                    </a:lnTo>
                    <a:lnTo>
                      <a:pt x="215850" y="130850"/>
                    </a:lnTo>
                    <a:lnTo>
                      <a:pt x="215000" y="130850"/>
                    </a:lnTo>
                    <a:close/>
                    <a:moveTo>
                      <a:pt x="217500" y="132500"/>
                    </a:moveTo>
                    <a:lnTo>
                      <a:pt x="218200" y="132500"/>
                    </a:lnTo>
                    <a:lnTo>
                      <a:pt x="218200" y="133200"/>
                    </a:lnTo>
                    <a:lnTo>
                      <a:pt x="217500" y="133200"/>
                    </a:lnTo>
                    <a:close/>
                    <a:moveTo>
                      <a:pt x="220000" y="130000"/>
                    </a:moveTo>
                    <a:lnTo>
                      <a:pt x="220850" y="130000"/>
                    </a:lnTo>
                    <a:lnTo>
                      <a:pt x="220850" y="130850"/>
                    </a:lnTo>
                    <a:lnTo>
                      <a:pt x="220000" y="130850"/>
                    </a:lnTo>
                    <a:close/>
                    <a:moveTo>
                      <a:pt x="222500" y="132500"/>
                    </a:moveTo>
                    <a:lnTo>
                      <a:pt x="223200" y="132500"/>
                    </a:lnTo>
                    <a:lnTo>
                      <a:pt x="223200" y="133200"/>
                    </a:lnTo>
                    <a:lnTo>
                      <a:pt x="222500" y="133200"/>
                    </a:lnTo>
                    <a:close/>
                    <a:moveTo>
                      <a:pt x="225000" y="130000"/>
                    </a:moveTo>
                    <a:lnTo>
                      <a:pt x="225850" y="130000"/>
                    </a:lnTo>
                    <a:lnTo>
                      <a:pt x="225850" y="130850"/>
                    </a:lnTo>
                    <a:lnTo>
                      <a:pt x="225000" y="130850"/>
                    </a:lnTo>
                    <a:close/>
                    <a:moveTo>
                      <a:pt x="227500" y="132500"/>
                    </a:moveTo>
                    <a:lnTo>
                      <a:pt x="228200" y="132500"/>
                    </a:lnTo>
                    <a:lnTo>
                      <a:pt x="228200" y="133200"/>
                    </a:lnTo>
                    <a:lnTo>
                      <a:pt x="227500" y="133200"/>
                    </a:lnTo>
                    <a:close/>
                    <a:moveTo>
                      <a:pt x="230000" y="130000"/>
                    </a:moveTo>
                    <a:lnTo>
                      <a:pt x="230850" y="130000"/>
                    </a:lnTo>
                    <a:lnTo>
                      <a:pt x="230850" y="130850"/>
                    </a:lnTo>
                    <a:lnTo>
                      <a:pt x="230000" y="130850"/>
                    </a:lnTo>
                    <a:close/>
                    <a:moveTo>
                      <a:pt x="232500" y="132500"/>
                    </a:moveTo>
                    <a:lnTo>
                      <a:pt x="233200" y="132500"/>
                    </a:lnTo>
                    <a:lnTo>
                      <a:pt x="233200" y="133200"/>
                    </a:lnTo>
                    <a:lnTo>
                      <a:pt x="232500" y="133200"/>
                    </a:lnTo>
                    <a:close/>
                    <a:moveTo>
                      <a:pt x="235000" y="130000"/>
                    </a:moveTo>
                    <a:lnTo>
                      <a:pt x="235850" y="130000"/>
                    </a:lnTo>
                    <a:lnTo>
                      <a:pt x="235850" y="130850"/>
                    </a:lnTo>
                    <a:lnTo>
                      <a:pt x="235000" y="130850"/>
                    </a:lnTo>
                    <a:close/>
                    <a:moveTo>
                      <a:pt x="237500" y="132500"/>
                    </a:moveTo>
                    <a:lnTo>
                      <a:pt x="238200" y="132500"/>
                    </a:lnTo>
                    <a:lnTo>
                      <a:pt x="238200" y="133200"/>
                    </a:lnTo>
                    <a:lnTo>
                      <a:pt x="237500" y="133200"/>
                    </a:lnTo>
                    <a:close/>
                    <a:moveTo>
                      <a:pt x="240000" y="130000"/>
                    </a:moveTo>
                    <a:lnTo>
                      <a:pt x="240850" y="130000"/>
                    </a:lnTo>
                    <a:lnTo>
                      <a:pt x="240850" y="130850"/>
                    </a:lnTo>
                    <a:lnTo>
                      <a:pt x="240000" y="130850"/>
                    </a:lnTo>
                    <a:close/>
                    <a:moveTo>
                      <a:pt x="242500" y="132500"/>
                    </a:moveTo>
                    <a:lnTo>
                      <a:pt x="243200" y="132500"/>
                    </a:lnTo>
                    <a:lnTo>
                      <a:pt x="243200" y="133200"/>
                    </a:lnTo>
                    <a:lnTo>
                      <a:pt x="242500" y="133200"/>
                    </a:lnTo>
                    <a:close/>
                    <a:moveTo>
                      <a:pt x="245000" y="130000"/>
                    </a:moveTo>
                    <a:lnTo>
                      <a:pt x="245850" y="130000"/>
                    </a:lnTo>
                    <a:lnTo>
                      <a:pt x="245850" y="130850"/>
                    </a:lnTo>
                    <a:lnTo>
                      <a:pt x="245000" y="130850"/>
                    </a:lnTo>
                    <a:close/>
                    <a:moveTo>
                      <a:pt x="247500" y="132500"/>
                    </a:moveTo>
                    <a:lnTo>
                      <a:pt x="248200" y="132500"/>
                    </a:lnTo>
                    <a:lnTo>
                      <a:pt x="248200" y="133200"/>
                    </a:lnTo>
                    <a:lnTo>
                      <a:pt x="247500" y="133200"/>
                    </a:lnTo>
                    <a:close/>
                    <a:moveTo>
                      <a:pt x="250000" y="130000"/>
                    </a:moveTo>
                    <a:lnTo>
                      <a:pt x="250850" y="130000"/>
                    </a:lnTo>
                    <a:lnTo>
                      <a:pt x="250850" y="130850"/>
                    </a:lnTo>
                    <a:lnTo>
                      <a:pt x="250000" y="130850"/>
                    </a:lnTo>
                    <a:close/>
                    <a:moveTo>
                      <a:pt x="252500" y="132500"/>
                    </a:moveTo>
                    <a:lnTo>
                      <a:pt x="253200" y="132500"/>
                    </a:lnTo>
                    <a:lnTo>
                      <a:pt x="253200" y="133200"/>
                    </a:lnTo>
                    <a:lnTo>
                      <a:pt x="252500" y="133200"/>
                    </a:lnTo>
                    <a:close/>
                    <a:moveTo>
                      <a:pt x="255000" y="130000"/>
                    </a:moveTo>
                    <a:lnTo>
                      <a:pt x="255850" y="130000"/>
                    </a:lnTo>
                    <a:lnTo>
                      <a:pt x="255850" y="130850"/>
                    </a:lnTo>
                    <a:lnTo>
                      <a:pt x="255000" y="130850"/>
                    </a:lnTo>
                    <a:close/>
                    <a:moveTo>
                      <a:pt x="257500" y="132500"/>
                    </a:moveTo>
                    <a:lnTo>
                      <a:pt x="258200" y="132500"/>
                    </a:lnTo>
                    <a:lnTo>
                      <a:pt x="258200" y="133200"/>
                    </a:lnTo>
                    <a:lnTo>
                      <a:pt x="257500" y="133200"/>
                    </a:lnTo>
                    <a:close/>
                    <a:moveTo>
                      <a:pt x="260000" y="130000"/>
                    </a:moveTo>
                    <a:lnTo>
                      <a:pt x="260850" y="130000"/>
                    </a:lnTo>
                    <a:lnTo>
                      <a:pt x="260850" y="130850"/>
                    </a:lnTo>
                    <a:lnTo>
                      <a:pt x="260000" y="130850"/>
                    </a:lnTo>
                    <a:close/>
                    <a:moveTo>
                      <a:pt x="262500" y="132500"/>
                    </a:moveTo>
                    <a:lnTo>
                      <a:pt x="263200" y="132500"/>
                    </a:lnTo>
                    <a:lnTo>
                      <a:pt x="263200" y="133200"/>
                    </a:lnTo>
                    <a:lnTo>
                      <a:pt x="262500" y="133200"/>
                    </a:lnTo>
                    <a:close/>
                    <a:moveTo>
                      <a:pt x="265000" y="130000"/>
                    </a:moveTo>
                    <a:lnTo>
                      <a:pt x="265850" y="130000"/>
                    </a:lnTo>
                    <a:lnTo>
                      <a:pt x="265850" y="130850"/>
                    </a:lnTo>
                    <a:lnTo>
                      <a:pt x="265000" y="130850"/>
                    </a:lnTo>
                    <a:close/>
                    <a:moveTo>
                      <a:pt x="267500" y="132500"/>
                    </a:moveTo>
                    <a:lnTo>
                      <a:pt x="268200" y="132500"/>
                    </a:lnTo>
                    <a:lnTo>
                      <a:pt x="268200" y="133200"/>
                    </a:lnTo>
                    <a:lnTo>
                      <a:pt x="267500" y="133200"/>
                    </a:lnTo>
                    <a:close/>
                    <a:moveTo>
                      <a:pt x="270000" y="130000"/>
                    </a:moveTo>
                    <a:lnTo>
                      <a:pt x="270850" y="130000"/>
                    </a:lnTo>
                    <a:lnTo>
                      <a:pt x="270850" y="130850"/>
                    </a:lnTo>
                    <a:lnTo>
                      <a:pt x="270000" y="130850"/>
                    </a:lnTo>
                    <a:close/>
                    <a:moveTo>
                      <a:pt x="272500" y="132500"/>
                    </a:moveTo>
                    <a:lnTo>
                      <a:pt x="273200" y="132500"/>
                    </a:lnTo>
                    <a:lnTo>
                      <a:pt x="273200" y="133200"/>
                    </a:lnTo>
                    <a:lnTo>
                      <a:pt x="272500" y="133200"/>
                    </a:lnTo>
                    <a:close/>
                    <a:moveTo>
                      <a:pt x="275000" y="130000"/>
                    </a:moveTo>
                    <a:lnTo>
                      <a:pt x="275850" y="130000"/>
                    </a:lnTo>
                    <a:lnTo>
                      <a:pt x="275850" y="130850"/>
                    </a:lnTo>
                    <a:lnTo>
                      <a:pt x="275000" y="130850"/>
                    </a:lnTo>
                    <a:close/>
                    <a:moveTo>
                      <a:pt x="277500" y="132500"/>
                    </a:moveTo>
                    <a:lnTo>
                      <a:pt x="278200" y="132500"/>
                    </a:lnTo>
                    <a:lnTo>
                      <a:pt x="278200" y="133200"/>
                    </a:lnTo>
                    <a:lnTo>
                      <a:pt x="277500" y="133200"/>
                    </a:lnTo>
                    <a:close/>
                    <a:moveTo>
                      <a:pt x="280000" y="130000"/>
                    </a:moveTo>
                    <a:lnTo>
                      <a:pt x="280850" y="130000"/>
                    </a:lnTo>
                    <a:lnTo>
                      <a:pt x="280850" y="130850"/>
                    </a:lnTo>
                    <a:lnTo>
                      <a:pt x="280000" y="130850"/>
                    </a:lnTo>
                    <a:close/>
                    <a:moveTo>
                      <a:pt x="282500" y="132500"/>
                    </a:moveTo>
                    <a:lnTo>
                      <a:pt x="283200" y="132500"/>
                    </a:lnTo>
                    <a:lnTo>
                      <a:pt x="283200" y="133200"/>
                    </a:lnTo>
                    <a:lnTo>
                      <a:pt x="282500" y="133200"/>
                    </a:lnTo>
                    <a:close/>
                    <a:moveTo>
                      <a:pt x="285000" y="130000"/>
                    </a:moveTo>
                    <a:lnTo>
                      <a:pt x="285850" y="130000"/>
                    </a:lnTo>
                    <a:lnTo>
                      <a:pt x="285850" y="130850"/>
                    </a:lnTo>
                    <a:lnTo>
                      <a:pt x="285000" y="130850"/>
                    </a:lnTo>
                    <a:close/>
                    <a:moveTo>
                      <a:pt x="287500" y="132500"/>
                    </a:moveTo>
                    <a:lnTo>
                      <a:pt x="288200" y="132500"/>
                    </a:lnTo>
                    <a:lnTo>
                      <a:pt x="288200" y="133200"/>
                    </a:lnTo>
                    <a:lnTo>
                      <a:pt x="287500" y="133200"/>
                    </a:lnTo>
                    <a:close/>
                    <a:moveTo>
                      <a:pt x="0" y="135000"/>
                    </a:moveTo>
                    <a:lnTo>
                      <a:pt x="850" y="135000"/>
                    </a:lnTo>
                    <a:lnTo>
                      <a:pt x="850" y="135850"/>
                    </a:lnTo>
                    <a:lnTo>
                      <a:pt x="0" y="135850"/>
                    </a:lnTo>
                    <a:close/>
                    <a:moveTo>
                      <a:pt x="2500" y="137500"/>
                    </a:moveTo>
                    <a:lnTo>
                      <a:pt x="3200" y="137500"/>
                    </a:lnTo>
                    <a:lnTo>
                      <a:pt x="3200" y="138200"/>
                    </a:lnTo>
                    <a:lnTo>
                      <a:pt x="2500" y="138200"/>
                    </a:lnTo>
                    <a:close/>
                    <a:moveTo>
                      <a:pt x="5000" y="135000"/>
                    </a:moveTo>
                    <a:lnTo>
                      <a:pt x="5850" y="135000"/>
                    </a:lnTo>
                    <a:lnTo>
                      <a:pt x="5850" y="135850"/>
                    </a:lnTo>
                    <a:lnTo>
                      <a:pt x="5000" y="135850"/>
                    </a:lnTo>
                    <a:close/>
                    <a:moveTo>
                      <a:pt x="7500" y="137500"/>
                    </a:moveTo>
                    <a:lnTo>
                      <a:pt x="8200" y="137500"/>
                    </a:lnTo>
                    <a:lnTo>
                      <a:pt x="8200" y="138200"/>
                    </a:lnTo>
                    <a:lnTo>
                      <a:pt x="7500" y="138200"/>
                    </a:lnTo>
                    <a:close/>
                    <a:moveTo>
                      <a:pt x="10000" y="135000"/>
                    </a:moveTo>
                    <a:lnTo>
                      <a:pt x="10850" y="135000"/>
                    </a:lnTo>
                    <a:lnTo>
                      <a:pt x="10850" y="135850"/>
                    </a:lnTo>
                    <a:lnTo>
                      <a:pt x="10000" y="135850"/>
                    </a:lnTo>
                    <a:close/>
                    <a:moveTo>
                      <a:pt x="12500" y="137500"/>
                    </a:moveTo>
                    <a:lnTo>
                      <a:pt x="13200" y="137500"/>
                    </a:lnTo>
                    <a:lnTo>
                      <a:pt x="13200" y="138200"/>
                    </a:lnTo>
                    <a:lnTo>
                      <a:pt x="12500" y="138200"/>
                    </a:lnTo>
                    <a:close/>
                    <a:moveTo>
                      <a:pt x="15000" y="135000"/>
                    </a:moveTo>
                    <a:lnTo>
                      <a:pt x="15850" y="135000"/>
                    </a:lnTo>
                    <a:lnTo>
                      <a:pt x="15850" y="135850"/>
                    </a:lnTo>
                    <a:lnTo>
                      <a:pt x="15000" y="135850"/>
                    </a:lnTo>
                    <a:close/>
                    <a:moveTo>
                      <a:pt x="17500" y="137500"/>
                    </a:moveTo>
                    <a:lnTo>
                      <a:pt x="18200" y="137500"/>
                    </a:lnTo>
                    <a:lnTo>
                      <a:pt x="18200" y="138200"/>
                    </a:lnTo>
                    <a:lnTo>
                      <a:pt x="17500" y="138200"/>
                    </a:lnTo>
                    <a:close/>
                    <a:moveTo>
                      <a:pt x="20000" y="135000"/>
                    </a:moveTo>
                    <a:lnTo>
                      <a:pt x="20850" y="135000"/>
                    </a:lnTo>
                    <a:lnTo>
                      <a:pt x="20850" y="135850"/>
                    </a:lnTo>
                    <a:lnTo>
                      <a:pt x="20000" y="135850"/>
                    </a:lnTo>
                    <a:close/>
                    <a:moveTo>
                      <a:pt x="22500" y="137500"/>
                    </a:moveTo>
                    <a:lnTo>
                      <a:pt x="23200" y="137500"/>
                    </a:lnTo>
                    <a:lnTo>
                      <a:pt x="23200" y="138200"/>
                    </a:lnTo>
                    <a:lnTo>
                      <a:pt x="22500" y="138200"/>
                    </a:lnTo>
                    <a:close/>
                    <a:moveTo>
                      <a:pt x="25000" y="135000"/>
                    </a:moveTo>
                    <a:lnTo>
                      <a:pt x="25850" y="135000"/>
                    </a:lnTo>
                    <a:lnTo>
                      <a:pt x="25850" y="135850"/>
                    </a:lnTo>
                    <a:lnTo>
                      <a:pt x="25000" y="135850"/>
                    </a:lnTo>
                    <a:close/>
                    <a:moveTo>
                      <a:pt x="27500" y="137500"/>
                    </a:moveTo>
                    <a:lnTo>
                      <a:pt x="28200" y="137500"/>
                    </a:lnTo>
                    <a:lnTo>
                      <a:pt x="28200" y="138200"/>
                    </a:lnTo>
                    <a:lnTo>
                      <a:pt x="27500" y="138200"/>
                    </a:lnTo>
                    <a:close/>
                    <a:moveTo>
                      <a:pt x="30000" y="135000"/>
                    </a:moveTo>
                    <a:lnTo>
                      <a:pt x="30850" y="135000"/>
                    </a:lnTo>
                    <a:lnTo>
                      <a:pt x="30850" y="135850"/>
                    </a:lnTo>
                    <a:lnTo>
                      <a:pt x="30000" y="135850"/>
                    </a:lnTo>
                    <a:close/>
                    <a:moveTo>
                      <a:pt x="32500" y="137500"/>
                    </a:moveTo>
                    <a:lnTo>
                      <a:pt x="33200" y="137500"/>
                    </a:lnTo>
                    <a:lnTo>
                      <a:pt x="33200" y="138200"/>
                    </a:lnTo>
                    <a:lnTo>
                      <a:pt x="32500" y="138200"/>
                    </a:lnTo>
                    <a:close/>
                    <a:moveTo>
                      <a:pt x="35000" y="135000"/>
                    </a:moveTo>
                    <a:lnTo>
                      <a:pt x="35850" y="135000"/>
                    </a:lnTo>
                    <a:lnTo>
                      <a:pt x="35850" y="135850"/>
                    </a:lnTo>
                    <a:lnTo>
                      <a:pt x="35000" y="135850"/>
                    </a:lnTo>
                    <a:close/>
                    <a:moveTo>
                      <a:pt x="37500" y="137500"/>
                    </a:moveTo>
                    <a:lnTo>
                      <a:pt x="38200" y="137500"/>
                    </a:lnTo>
                    <a:lnTo>
                      <a:pt x="38200" y="138200"/>
                    </a:lnTo>
                    <a:lnTo>
                      <a:pt x="37500" y="138200"/>
                    </a:lnTo>
                    <a:close/>
                    <a:moveTo>
                      <a:pt x="40000" y="135000"/>
                    </a:moveTo>
                    <a:lnTo>
                      <a:pt x="40850" y="135000"/>
                    </a:lnTo>
                    <a:lnTo>
                      <a:pt x="40850" y="135850"/>
                    </a:lnTo>
                    <a:lnTo>
                      <a:pt x="40000" y="135850"/>
                    </a:lnTo>
                    <a:close/>
                    <a:moveTo>
                      <a:pt x="42500" y="137500"/>
                    </a:moveTo>
                    <a:lnTo>
                      <a:pt x="43200" y="137500"/>
                    </a:lnTo>
                    <a:lnTo>
                      <a:pt x="43200" y="138200"/>
                    </a:lnTo>
                    <a:lnTo>
                      <a:pt x="42500" y="138200"/>
                    </a:lnTo>
                    <a:close/>
                    <a:moveTo>
                      <a:pt x="45000" y="135000"/>
                    </a:moveTo>
                    <a:lnTo>
                      <a:pt x="45850" y="135000"/>
                    </a:lnTo>
                    <a:lnTo>
                      <a:pt x="45850" y="135850"/>
                    </a:lnTo>
                    <a:lnTo>
                      <a:pt x="45000" y="135850"/>
                    </a:lnTo>
                    <a:close/>
                    <a:moveTo>
                      <a:pt x="47500" y="137500"/>
                    </a:moveTo>
                    <a:lnTo>
                      <a:pt x="48200" y="137500"/>
                    </a:lnTo>
                    <a:lnTo>
                      <a:pt x="48200" y="138200"/>
                    </a:lnTo>
                    <a:lnTo>
                      <a:pt x="47500" y="138200"/>
                    </a:lnTo>
                    <a:close/>
                    <a:moveTo>
                      <a:pt x="50000" y="135000"/>
                    </a:moveTo>
                    <a:lnTo>
                      <a:pt x="50850" y="135000"/>
                    </a:lnTo>
                    <a:lnTo>
                      <a:pt x="50850" y="135850"/>
                    </a:lnTo>
                    <a:lnTo>
                      <a:pt x="50000" y="135850"/>
                    </a:lnTo>
                    <a:close/>
                    <a:moveTo>
                      <a:pt x="52500" y="137500"/>
                    </a:moveTo>
                    <a:lnTo>
                      <a:pt x="53200" y="137500"/>
                    </a:lnTo>
                    <a:lnTo>
                      <a:pt x="53200" y="138200"/>
                    </a:lnTo>
                    <a:lnTo>
                      <a:pt x="52500" y="138200"/>
                    </a:lnTo>
                    <a:close/>
                    <a:moveTo>
                      <a:pt x="55000" y="135000"/>
                    </a:moveTo>
                    <a:lnTo>
                      <a:pt x="55850" y="135000"/>
                    </a:lnTo>
                    <a:lnTo>
                      <a:pt x="55850" y="135850"/>
                    </a:lnTo>
                    <a:lnTo>
                      <a:pt x="55000" y="135850"/>
                    </a:lnTo>
                    <a:close/>
                    <a:moveTo>
                      <a:pt x="57500" y="137500"/>
                    </a:moveTo>
                    <a:lnTo>
                      <a:pt x="58200" y="137500"/>
                    </a:lnTo>
                    <a:lnTo>
                      <a:pt x="58200" y="138200"/>
                    </a:lnTo>
                    <a:lnTo>
                      <a:pt x="57500" y="138200"/>
                    </a:lnTo>
                    <a:close/>
                    <a:moveTo>
                      <a:pt x="60000" y="135000"/>
                    </a:moveTo>
                    <a:lnTo>
                      <a:pt x="60850" y="135000"/>
                    </a:lnTo>
                    <a:lnTo>
                      <a:pt x="60850" y="135850"/>
                    </a:lnTo>
                    <a:lnTo>
                      <a:pt x="60000" y="135850"/>
                    </a:lnTo>
                    <a:close/>
                    <a:moveTo>
                      <a:pt x="62500" y="137500"/>
                    </a:moveTo>
                    <a:lnTo>
                      <a:pt x="63200" y="137500"/>
                    </a:lnTo>
                    <a:lnTo>
                      <a:pt x="63200" y="138200"/>
                    </a:lnTo>
                    <a:lnTo>
                      <a:pt x="62500" y="138200"/>
                    </a:lnTo>
                    <a:close/>
                    <a:moveTo>
                      <a:pt x="65000" y="135000"/>
                    </a:moveTo>
                    <a:lnTo>
                      <a:pt x="65850" y="135000"/>
                    </a:lnTo>
                    <a:lnTo>
                      <a:pt x="65850" y="135850"/>
                    </a:lnTo>
                    <a:lnTo>
                      <a:pt x="65000" y="135850"/>
                    </a:lnTo>
                    <a:close/>
                    <a:moveTo>
                      <a:pt x="67500" y="137500"/>
                    </a:moveTo>
                    <a:lnTo>
                      <a:pt x="68200" y="137500"/>
                    </a:lnTo>
                    <a:lnTo>
                      <a:pt x="68200" y="138200"/>
                    </a:lnTo>
                    <a:lnTo>
                      <a:pt x="67500" y="138200"/>
                    </a:lnTo>
                    <a:close/>
                    <a:moveTo>
                      <a:pt x="70000" y="135000"/>
                    </a:moveTo>
                    <a:lnTo>
                      <a:pt x="70850" y="135000"/>
                    </a:lnTo>
                    <a:lnTo>
                      <a:pt x="70850" y="135850"/>
                    </a:lnTo>
                    <a:lnTo>
                      <a:pt x="70000" y="135850"/>
                    </a:lnTo>
                    <a:close/>
                    <a:moveTo>
                      <a:pt x="72500" y="137500"/>
                    </a:moveTo>
                    <a:lnTo>
                      <a:pt x="73200" y="137500"/>
                    </a:lnTo>
                    <a:lnTo>
                      <a:pt x="73200" y="138200"/>
                    </a:lnTo>
                    <a:lnTo>
                      <a:pt x="72500" y="138200"/>
                    </a:lnTo>
                    <a:close/>
                    <a:moveTo>
                      <a:pt x="75000" y="135000"/>
                    </a:moveTo>
                    <a:lnTo>
                      <a:pt x="75850" y="135000"/>
                    </a:lnTo>
                    <a:lnTo>
                      <a:pt x="75850" y="135850"/>
                    </a:lnTo>
                    <a:lnTo>
                      <a:pt x="75000" y="135850"/>
                    </a:lnTo>
                    <a:close/>
                    <a:moveTo>
                      <a:pt x="77500" y="137500"/>
                    </a:moveTo>
                    <a:lnTo>
                      <a:pt x="78200" y="137500"/>
                    </a:lnTo>
                    <a:lnTo>
                      <a:pt x="78200" y="138200"/>
                    </a:lnTo>
                    <a:lnTo>
                      <a:pt x="77500" y="138200"/>
                    </a:lnTo>
                    <a:close/>
                    <a:moveTo>
                      <a:pt x="80000" y="135000"/>
                    </a:moveTo>
                    <a:lnTo>
                      <a:pt x="80850" y="135000"/>
                    </a:lnTo>
                    <a:lnTo>
                      <a:pt x="80850" y="135850"/>
                    </a:lnTo>
                    <a:lnTo>
                      <a:pt x="80000" y="135850"/>
                    </a:lnTo>
                    <a:close/>
                    <a:moveTo>
                      <a:pt x="82500" y="137500"/>
                    </a:moveTo>
                    <a:lnTo>
                      <a:pt x="83200" y="137500"/>
                    </a:lnTo>
                    <a:lnTo>
                      <a:pt x="83200" y="138200"/>
                    </a:lnTo>
                    <a:lnTo>
                      <a:pt x="82500" y="138200"/>
                    </a:lnTo>
                    <a:close/>
                    <a:moveTo>
                      <a:pt x="85000" y="135000"/>
                    </a:moveTo>
                    <a:lnTo>
                      <a:pt x="85850" y="135000"/>
                    </a:lnTo>
                    <a:lnTo>
                      <a:pt x="85850" y="135850"/>
                    </a:lnTo>
                    <a:lnTo>
                      <a:pt x="85000" y="135850"/>
                    </a:lnTo>
                    <a:close/>
                    <a:moveTo>
                      <a:pt x="87500" y="137500"/>
                    </a:moveTo>
                    <a:lnTo>
                      <a:pt x="88200" y="137500"/>
                    </a:lnTo>
                    <a:lnTo>
                      <a:pt x="88200" y="138200"/>
                    </a:lnTo>
                    <a:lnTo>
                      <a:pt x="87500" y="138200"/>
                    </a:lnTo>
                    <a:close/>
                    <a:moveTo>
                      <a:pt x="90000" y="135000"/>
                    </a:moveTo>
                    <a:lnTo>
                      <a:pt x="90850" y="135000"/>
                    </a:lnTo>
                    <a:lnTo>
                      <a:pt x="90850" y="135850"/>
                    </a:lnTo>
                    <a:lnTo>
                      <a:pt x="90000" y="135850"/>
                    </a:lnTo>
                    <a:close/>
                    <a:moveTo>
                      <a:pt x="92500" y="137500"/>
                    </a:moveTo>
                    <a:lnTo>
                      <a:pt x="93200" y="137500"/>
                    </a:lnTo>
                    <a:lnTo>
                      <a:pt x="93200" y="138200"/>
                    </a:lnTo>
                    <a:lnTo>
                      <a:pt x="92500" y="138200"/>
                    </a:lnTo>
                    <a:close/>
                    <a:moveTo>
                      <a:pt x="95000" y="135000"/>
                    </a:moveTo>
                    <a:lnTo>
                      <a:pt x="95850" y="135000"/>
                    </a:lnTo>
                    <a:lnTo>
                      <a:pt x="95850" y="135850"/>
                    </a:lnTo>
                    <a:lnTo>
                      <a:pt x="95000" y="135850"/>
                    </a:lnTo>
                    <a:close/>
                    <a:moveTo>
                      <a:pt x="97500" y="137500"/>
                    </a:moveTo>
                    <a:lnTo>
                      <a:pt x="98200" y="137500"/>
                    </a:lnTo>
                    <a:lnTo>
                      <a:pt x="98200" y="138200"/>
                    </a:lnTo>
                    <a:lnTo>
                      <a:pt x="97500" y="138200"/>
                    </a:lnTo>
                    <a:close/>
                    <a:moveTo>
                      <a:pt x="100000" y="135000"/>
                    </a:moveTo>
                    <a:lnTo>
                      <a:pt x="100850" y="135000"/>
                    </a:lnTo>
                    <a:lnTo>
                      <a:pt x="100850" y="135850"/>
                    </a:lnTo>
                    <a:lnTo>
                      <a:pt x="100000" y="135850"/>
                    </a:lnTo>
                    <a:close/>
                    <a:moveTo>
                      <a:pt x="102500" y="137500"/>
                    </a:moveTo>
                    <a:lnTo>
                      <a:pt x="103200" y="137500"/>
                    </a:lnTo>
                    <a:lnTo>
                      <a:pt x="103200" y="138200"/>
                    </a:lnTo>
                    <a:lnTo>
                      <a:pt x="102500" y="138200"/>
                    </a:lnTo>
                    <a:close/>
                    <a:moveTo>
                      <a:pt x="105000" y="135000"/>
                    </a:moveTo>
                    <a:lnTo>
                      <a:pt x="105850" y="135000"/>
                    </a:lnTo>
                    <a:lnTo>
                      <a:pt x="105850" y="135850"/>
                    </a:lnTo>
                    <a:lnTo>
                      <a:pt x="105000" y="135850"/>
                    </a:lnTo>
                    <a:close/>
                    <a:moveTo>
                      <a:pt x="107500" y="137500"/>
                    </a:moveTo>
                    <a:lnTo>
                      <a:pt x="108200" y="137500"/>
                    </a:lnTo>
                    <a:lnTo>
                      <a:pt x="108200" y="138200"/>
                    </a:lnTo>
                    <a:lnTo>
                      <a:pt x="107500" y="138200"/>
                    </a:lnTo>
                    <a:close/>
                    <a:moveTo>
                      <a:pt x="110000" y="135000"/>
                    </a:moveTo>
                    <a:lnTo>
                      <a:pt x="110850" y="135000"/>
                    </a:lnTo>
                    <a:lnTo>
                      <a:pt x="110850" y="135850"/>
                    </a:lnTo>
                    <a:lnTo>
                      <a:pt x="110000" y="135850"/>
                    </a:lnTo>
                    <a:close/>
                    <a:moveTo>
                      <a:pt x="112500" y="137500"/>
                    </a:moveTo>
                    <a:lnTo>
                      <a:pt x="113200" y="137500"/>
                    </a:lnTo>
                    <a:lnTo>
                      <a:pt x="113200" y="138200"/>
                    </a:lnTo>
                    <a:lnTo>
                      <a:pt x="112500" y="138200"/>
                    </a:lnTo>
                    <a:close/>
                    <a:moveTo>
                      <a:pt x="115000" y="135000"/>
                    </a:moveTo>
                    <a:lnTo>
                      <a:pt x="115850" y="135000"/>
                    </a:lnTo>
                    <a:lnTo>
                      <a:pt x="115850" y="135850"/>
                    </a:lnTo>
                    <a:lnTo>
                      <a:pt x="115000" y="135850"/>
                    </a:lnTo>
                    <a:close/>
                    <a:moveTo>
                      <a:pt x="117500" y="137500"/>
                    </a:moveTo>
                    <a:lnTo>
                      <a:pt x="118200" y="137500"/>
                    </a:lnTo>
                    <a:lnTo>
                      <a:pt x="118200" y="138200"/>
                    </a:lnTo>
                    <a:lnTo>
                      <a:pt x="117500" y="138200"/>
                    </a:lnTo>
                    <a:close/>
                    <a:moveTo>
                      <a:pt x="120000" y="135000"/>
                    </a:moveTo>
                    <a:lnTo>
                      <a:pt x="120850" y="135000"/>
                    </a:lnTo>
                    <a:lnTo>
                      <a:pt x="120850" y="135850"/>
                    </a:lnTo>
                    <a:lnTo>
                      <a:pt x="120000" y="135850"/>
                    </a:lnTo>
                    <a:close/>
                    <a:moveTo>
                      <a:pt x="122500" y="137500"/>
                    </a:moveTo>
                    <a:lnTo>
                      <a:pt x="123200" y="137500"/>
                    </a:lnTo>
                    <a:lnTo>
                      <a:pt x="123200" y="138200"/>
                    </a:lnTo>
                    <a:lnTo>
                      <a:pt x="122500" y="138200"/>
                    </a:lnTo>
                    <a:close/>
                    <a:moveTo>
                      <a:pt x="125000" y="135000"/>
                    </a:moveTo>
                    <a:lnTo>
                      <a:pt x="125850" y="135000"/>
                    </a:lnTo>
                    <a:lnTo>
                      <a:pt x="125850" y="135850"/>
                    </a:lnTo>
                    <a:lnTo>
                      <a:pt x="125000" y="135850"/>
                    </a:lnTo>
                    <a:close/>
                    <a:moveTo>
                      <a:pt x="127500" y="137500"/>
                    </a:moveTo>
                    <a:lnTo>
                      <a:pt x="128200" y="137500"/>
                    </a:lnTo>
                    <a:lnTo>
                      <a:pt x="128200" y="138200"/>
                    </a:lnTo>
                    <a:lnTo>
                      <a:pt x="127500" y="138200"/>
                    </a:lnTo>
                    <a:close/>
                    <a:moveTo>
                      <a:pt x="130000" y="135000"/>
                    </a:moveTo>
                    <a:lnTo>
                      <a:pt x="130850" y="135000"/>
                    </a:lnTo>
                    <a:lnTo>
                      <a:pt x="130850" y="135850"/>
                    </a:lnTo>
                    <a:lnTo>
                      <a:pt x="130000" y="135850"/>
                    </a:lnTo>
                    <a:close/>
                    <a:moveTo>
                      <a:pt x="132500" y="137500"/>
                    </a:moveTo>
                    <a:lnTo>
                      <a:pt x="133200" y="137500"/>
                    </a:lnTo>
                    <a:lnTo>
                      <a:pt x="133200" y="138200"/>
                    </a:lnTo>
                    <a:lnTo>
                      <a:pt x="132500" y="138200"/>
                    </a:lnTo>
                    <a:close/>
                    <a:moveTo>
                      <a:pt x="135000" y="135000"/>
                    </a:moveTo>
                    <a:lnTo>
                      <a:pt x="135850" y="135000"/>
                    </a:lnTo>
                    <a:lnTo>
                      <a:pt x="135850" y="135850"/>
                    </a:lnTo>
                    <a:lnTo>
                      <a:pt x="135000" y="135850"/>
                    </a:lnTo>
                    <a:close/>
                    <a:moveTo>
                      <a:pt x="137500" y="137500"/>
                    </a:moveTo>
                    <a:lnTo>
                      <a:pt x="138200" y="137500"/>
                    </a:lnTo>
                    <a:lnTo>
                      <a:pt x="138200" y="138200"/>
                    </a:lnTo>
                    <a:lnTo>
                      <a:pt x="137500" y="138200"/>
                    </a:lnTo>
                    <a:close/>
                    <a:moveTo>
                      <a:pt x="140000" y="135000"/>
                    </a:moveTo>
                    <a:lnTo>
                      <a:pt x="140850" y="135000"/>
                    </a:lnTo>
                    <a:lnTo>
                      <a:pt x="140850" y="135850"/>
                    </a:lnTo>
                    <a:lnTo>
                      <a:pt x="140000" y="135850"/>
                    </a:lnTo>
                    <a:close/>
                    <a:moveTo>
                      <a:pt x="142500" y="137500"/>
                    </a:moveTo>
                    <a:lnTo>
                      <a:pt x="143200" y="137500"/>
                    </a:lnTo>
                    <a:lnTo>
                      <a:pt x="143200" y="138200"/>
                    </a:lnTo>
                    <a:lnTo>
                      <a:pt x="142500" y="138200"/>
                    </a:lnTo>
                    <a:close/>
                    <a:moveTo>
                      <a:pt x="145000" y="135000"/>
                    </a:moveTo>
                    <a:lnTo>
                      <a:pt x="145850" y="135000"/>
                    </a:lnTo>
                    <a:lnTo>
                      <a:pt x="145850" y="135850"/>
                    </a:lnTo>
                    <a:lnTo>
                      <a:pt x="145000" y="135850"/>
                    </a:lnTo>
                    <a:close/>
                    <a:moveTo>
                      <a:pt x="147500" y="137500"/>
                    </a:moveTo>
                    <a:lnTo>
                      <a:pt x="148200" y="137500"/>
                    </a:lnTo>
                    <a:lnTo>
                      <a:pt x="148200" y="138200"/>
                    </a:lnTo>
                    <a:lnTo>
                      <a:pt x="147500" y="138200"/>
                    </a:lnTo>
                    <a:close/>
                    <a:moveTo>
                      <a:pt x="150000" y="135000"/>
                    </a:moveTo>
                    <a:lnTo>
                      <a:pt x="150850" y="135000"/>
                    </a:lnTo>
                    <a:lnTo>
                      <a:pt x="150850" y="135850"/>
                    </a:lnTo>
                    <a:lnTo>
                      <a:pt x="150000" y="135850"/>
                    </a:lnTo>
                    <a:close/>
                    <a:moveTo>
                      <a:pt x="152500" y="137500"/>
                    </a:moveTo>
                    <a:lnTo>
                      <a:pt x="153200" y="137500"/>
                    </a:lnTo>
                    <a:lnTo>
                      <a:pt x="153200" y="138200"/>
                    </a:lnTo>
                    <a:lnTo>
                      <a:pt x="152500" y="138200"/>
                    </a:lnTo>
                    <a:close/>
                    <a:moveTo>
                      <a:pt x="155000" y="135000"/>
                    </a:moveTo>
                    <a:lnTo>
                      <a:pt x="155850" y="135000"/>
                    </a:lnTo>
                    <a:lnTo>
                      <a:pt x="155850" y="135850"/>
                    </a:lnTo>
                    <a:lnTo>
                      <a:pt x="155000" y="135850"/>
                    </a:lnTo>
                    <a:close/>
                    <a:moveTo>
                      <a:pt x="157500" y="137500"/>
                    </a:moveTo>
                    <a:lnTo>
                      <a:pt x="158200" y="137500"/>
                    </a:lnTo>
                    <a:lnTo>
                      <a:pt x="158200" y="138200"/>
                    </a:lnTo>
                    <a:lnTo>
                      <a:pt x="157500" y="138200"/>
                    </a:lnTo>
                    <a:close/>
                    <a:moveTo>
                      <a:pt x="160000" y="135000"/>
                    </a:moveTo>
                    <a:lnTo>
                      <a:pt x="160850" y="135000"/>
                    </a:lnTo>
                    <a:lnTo>
                      <a:pt x="160850" y="135850"/>
                    </a:lnTo>
                    <a:lnTo>
                      <a:pt x="160000" y="135850"/>
                    </a:lnTo>
                    <a:close/>
                    <a:moveTo>
                      <a:pt x="162500" y="137500"/>
                    </a:moveTo>
                    <a:lnTo>
                      <a:pt x="163200" y="137500"/>
                    </a:lnTo>
                    <a:lnTo>
                      <a:pt x="163200" y="138200"/>
                    </a:lnTo>
                    <a:lnTo>
                      <a:pt x="162500" y="138200"/>
                    </a:lnTo>
                    <a:close/>
                    <a:moveTo>
                      <a:pt x="165000" y="135000"/>
                    </a:moveTo>
                    <a:lnTo>
                      <a:pt x="165850" y="135000"/>
                    </a:lnTo>
                    <a:lnTo>
                      <a:pt x="165850" y="135850"/>
                    </a:lnTo>
                    <a:lnTo>
                      <a:pt x="165000" y="135850"/>
                    </a:lnTo>
                    <a:close/>
                    <a:moveTo>
                      <a:pt x="167500" y="137500"/>
                    </a:moveTo>
                    <a:lnTo>
                      <a:pt x="168200" y="137500"/>
                    </a:lnTo>
                    <a:lnTo>
                      <a:pt x="168200" y="138200"/>
                    </a:lnTo>
                    <a:lnTo>
                      <a:pt x="167500" y="138200"/>
                    </a:lnTo>
                    <a:close/>
                    <a:moveTo>
                      <a:pt x="170000" y="135000"/>
                    </a:moveTo>
                    <a:lnTo>
                      <a:pt x="170850" y="135000"/>
                    </a:lnTo>
                    <a:lnTo>
                      <a:pt x="170850" y="135850"/>
                    </a:lnTo>
                    <a:lnTo>
                      <a:pt x="170000" y="135850"/>
                    </a:lnTo>
                    <a:close/>
                    <a:moveTo>
                      <a:pt x="172500" y="137500"/>
                    </a:moveTo>
                    <a:lnTo>
                      <a:pt x="173200" y="137500"/>
                    </a:lnTo>
                    <a:lnTo>
                      <a:pt x="173200" y="138200"/>
                    </a:lnTo>
                    <a:lnTo>
                      <a:pt x="172500" y="138200"/>
                    </a:lnTo>
                    <a:close/>
                    <a:moveTo>
                      <a:pt x="175000" y="135000"/>
                    </a:moveTo>
                    <a:lnTo>
                      <a:pt x="175850" y="135000"/>
                    </a:lnTo>
                    <a:lnTo>
                      <a:pt x="175850" y="135850"/>
                    </a:lnTo>
                    <a:lnTo>
                      <a:pt x="175000" y="135850"/>
                    </a:lnTo>
                    <a:close/>
                    <a:moveTo>
                      <a:pt x="177500" y="137500"/>
                    </a:moveTo>
                    <a:lnTo>
                      <a:pt x="178200" y="137500"/>
                    </a:lnTo>
                    <a:lnTo>
                      <a:pt x="178200" y="138200"/>
                    </a:lnTo>
                    <a:lnTo>
                      <a:pt x="177500" y="138200"/>
                    </a:lnTo>
                    <a:close/>
                    <a:moveTo>
                      <a:pt x="180000" y="135000"/>
                    </a:moveTo>
                    <a:lnTo>
                      <a:pt x="180850" y="135000"/>
                    </a:lnTo>
                    <a:lnTo>
                      <a:pt x="180850" y="135850"/>
                    </a:lnTo>
                    <a:lnTo>
                      <a:pt x="180000" y="135850"/>
                    </a:lnTo>
                    <a:close/>
                    <a:moveTo>
                      <a:pt x="182500" y="137500"/>
                    </a:moveTo>
                    <a:lnTo>
                      <a:pt x="183200" y="137500"/>
                    </a:lnTo>
                    <a:lnTo>
                      <a:pt x="183200" y="138200"/>
                    </a:lnTo>
                    <a:lnTo>
                      <a:pt x="182500" y="138200"/>
                    </a:lnTo>
                    <a:close/>
                    <a:moveTo>
                      <a:pt x="185000" y="135000"/>
                    </a:moveTo>
                    <a:lnTo>
                      <a:pt x="185850" y="135000"/>
                    </a:lnTo>
                    <a:lnTo>
                      <a:pt x="185850" y="135850"/>
                    </a:lnTo>
                    <a:lnTo>
                      <a:pt x="185000" y="135850"/>
                    </a:lnTo>
                    <a:close/>
                    <a:moveTo>
                      <a:pt x="187500" y="137500"/>
                    </a:moveTo>
                    <a:lnTo>
                      <a:pt x="188200" y="137500"/>
                    </a:lnTo>
                    <a:lnTo>
                      <a:pt x="188200" y="138200"/>
                    </a:lnTo>
                    <a:lnTo>
                      <a:pt x="187500" y="138200"/>
                    </a:lnTo>
                    <a:close/>
                    <a:moveTo>
                      <a:pt x="190000" y="135000"/>
                    </a:moveTo>
                    <a:lnTo>
                      <a:pt x="190850" y="135000"/>
                    </a:lnTo>
                    <a:lnTo>
                      <a:pt x="190850" y="135850"/>
                    </a:lnTo>
                    <a:lnTo>
                      <a:pt x="190000" y="135850"/>
                    </a:lnTo>
                    <a:close/>
                    <a:moveTo>
                      <a:pt x="192500" y="137500"/>
                    </a:moveTo>
                    <a:lnTo>
                      <a:pt x="193200" y="137500"/>
                    </a:lnTo>
                    <a:lnTo>
                      <a:pt x="193200" y="138200"/>
                    </a:lnTo>
                    <a:lnTo>
                      <a:pt x="192500" y="138200"/>
                    </a:lnTo>
                    <a:close/>
                    <a:moveTo>
                      <a:pt x="195000" y="135000"/>
                    </a:moveTo>
                    <a:lnTo>
                      <a:pt x="195850" y="135000"/>
                    </a:lnTo>
                    <a:lnTo>
                      <a:pt x="195850" y="135850"/>
                    </a:lnTo>
                    <a:lnTo>
                      <a:pt x="195000" y="135850"/>
                    </a:lnTo>
                    <a:close/>
                    <a:moveTo>
                      <a:pt x="197500" y="137500"/>
                    </a:moveTo>
                    <a:lnTo>
                      <a:pt x="198200" y="137500"/>
                    </a:lnTo>
                    <a:lnTo>
                      <a:pt x="198200" y="138200"/>
                    </a:lnTo>
                    <a:lnTo>
                      <a:pt x="197500" y="138200"/>
                    </a:lnTo>
                    <a:close/>
                    <a:moveTo>
                      <a:pt x="200000" y="135000"/>
                    </a:moveTo>
                    <a:lnTo>
                      <a:pt x="200850" y="135000"/>
                    </a:lnTo>
                    <a:lnTo>
                      <a:pt x="200850" y="135850"/>
                    </a:lnTo>
                    <a:lnTo>
                      <a:pt x="200000" y="135850"/>
                    </a:lnTo>
                    <a:close/>
                    <a:moveTo>
                      <a:pt x="202500" y="137500"/>
                    </a:moveTo>
                    <a:lnTo>
                      <a:pt x="203200" y="137500"/>
                    </a:lnTo>
                    <a:lnTo>
                      <a:pt x="203200" y="138200"/>
                    </a:lnTo>
                    <a:lnTo>
                      <a:pt x="202500" y="138200"/>
                    </a:lnTo>
                    <a:close/>
                    <a:moveTo>
                      <a:pt x="205000" y="135000"/>
                    </a:moveTo>
                    <a:lnTo>
                      <a:pt x="205850" y="135000"/>
                    </a:lnTo>
                    <a:lnTo>
                      <a:pt x="205850" y="135850"/>
                    </a:lnTo>
                    <a:lnTo>
                      <a:pt x="205000" y="135850"/>
                    </a:lnTo>
                    <a:close/>
                    <a:moveTo>
                      <a:pt x="207500" y="137500"/>
                    </a:moveTo>
                    <a:lnTo>
                      <a:pt x="208200" y="137500"/>
                    </a:lnTo>
                    <a:lnTo>
                      <a:pt x="208200" y="138200"/>
                    </a:lnTo>
                    <a:lnTo>
                      <a:pt x="207500" y="138200"/>
                    </a:lnTo>
                    <a:close/>
                    <a:moveTo>
                      <a:pt x="210000" y="135000"/>
                    </a:moveTo>
                    <a:lnTo>
                      <a:pt x="210850" y="135000"/>
                    </a:lnTo>
                    <a:lnTo>
                      <a:pt x="210850" y="135850"/>
                    </a:lnTo>
                    <a:lnTo>
                      <a:pt x="210000" y="135850"/>
                    </a:lnTo>
                    <a:close/>
                    <a:moveTo>
                      <a:pt x="212500" y="137500"/>
                    </a:moveTo>
                    <a:lnTo>
                      <a:pt x="213200" y="137500"/>
                    </a:lnTo>
                    <a:lnTo>
                      <a:pt x="213200" y="138200"/>
                    </a:lnTo>
                    <a:lnTo>
                      <a:pt x="212500" y="138200"/>
                    </a:lnTo>
                    <a:close/>
                    <a:moveTo>
                      <a:pt x="215000" y="135000"/>
                    </a:moveTo>
                    <a:lnTo>
                      <a:pt x="215850" y="135000"/>
                    </a:lnTo>
                    <a:lnTo>
                      <a:pt x="215850" y="135850"/>
                    </a:lnTo>
                    <a:lnTo>
                      <a:pt x="215000" y="135850"/>
                    </a:lnTo>
                    <a:close/>
                    <a:moveTo>
                      <a:pt x="217500" y="137500"/>
                    </a:moveTo>
                    <a:lnTo>
                      <a:pt x="218200" y="137500"/>
                    </a:lnTo>
                    <a:lnTo>
                      <a:pt x="218200" y="138200"/>
                    </a:lnTo>
                    <a:lnTo>
                      <a:pt x="217500" y="138200"/>
                    </a:lnTo>
                    <a:close/>
                    <a:moveTo>
                      <a:pt x="220000" y="135000"/>
                    </a:moveTo>
                    <a:lnTo>
                      <a:pt x="220850" y="135000"/>
                    </a:lnTo>
                    <a:lnTo>
                      <a:pt x="220850" y="135850"/>
                    </a:lnTo>
                    <a:lnTo>
                      <a:pt x="220000" y="135850"/>
                    </a:lnTo>
                    <a:close/>
                    <a:moveTo>
                      <a:pt x="222500" y="137500"/>
                    </a:moveTo>
                    <a:lnTo>
                      <a:pt x="223200" y="137500"/>
                    </a:lnTo>
                    <a:lnTo>
                      <a:pt x="223200" y="138200"/>
                    </a:lnTo>
                    <a:lnTo>
                      <a:pt x="222500" y="138200"/>
                    </a:lnTo>
                    <a:close/>
                    <a:moveTo>
                      <a:pt x="225000" y="135000"/>
                    </a:moveTo>
                    <a:lnTo>
                      <a:pt x="225850" y="135000"/>
                    </a:lnTo>
                    <a:lnTo>
                      <a:pt x="225850" y="135850"/>
                    </a:lnTo>
                    <a:lnTo>
                      <a:pt x="225000" y="135850"/>
                    </a:lnTo>
                    <a:close/>
                    <a:moveTo>
                      <a:pt x="227500" y="137500"/>
                    </a:moveTo>
                    <a:lnTo>
                      <a:pt x="228200" y="137500"/>
                    </a:lnTo>
                    <a:lnTo>
                      <a:pt x="228200" y="138200"/>
                    </a:lnTo>
                    <a:lnTo>
                      <a:pt x="227500" y="138200"/>
                    </a:lnTo>
                    <a:close/>
                    <a:moveTo>
                      <a:pt x="230000" y="135000"/>
                    </a:moveTo>
                    <a:lnTo>
                      <a:pt x="230850" y="135000"/>
                    </a:lnTo>
                    <a:lnTo>
                      <a:pt x="230850" y="135850"/>
                    </a:lnTo>
                    <a:lnTo>
                      <a:pt x="230000" y="135850"/>
                    </a:lnTo>
                    <a:close/>
                    <a:moveTo>
                      <a:pt x="232500" y="137500"/>
                    </a:moveTo>
                    <a:lnTo>
                      <a:pt x="233200" y="137500"/>
                    </a:lnTo>
                    <a:lnTo>
                      <a:pt x="233200" y="138200"/>
                    </a:lnTo>
                    <a:lnTo>
                      <a:pt x="232500" y="138200"/>
                    </a:lnTo>
                    <a:close/>
                    <a:moveTo>
                      <a:pt x="235000" y="135000"/>
                    </a:moveTo>
                    <a:lnTo>
                      <a:pt x="235850" y="135000"/>
                    </a:lnTo>
                    <a:lnTo>
                      <a:pt x="235850" y="135850"/>
                    </a:lnTo>
                    <a:lnTo>
                      <a:pt x="235000" y="135850"/>
                    </a:lnTo>
                    <a:close/>
                    <a:moveTo>
                      <a:pt x="237500" y="137500"/>
                    </a:moveTo>
                    <a:lnTo>
                      <a:pt x="238200" y="137500"/>
                    </a:lnTo>
                    <a:lnTo>
                      <a:pt x="238200" y="138200"/>
                    </a:lnTo>
                    <a:lnTo>
                      <a:pt x="237500" y="138200"/>
                    </a:lnTo>
                    <a:close/>
                    <a:moveTo>
                      <a:pt x="240000" y="135000"/>
                    </a:moveTo>
                    <a:lnTo>
                      <a:pt x="240850" y="135000"/>
                    </a:lnTo>
                    <a:lnTo>
                      <a:pt x="240850" y="135850"/>
                    </a:lnTo>
                    <a:lnTo>
                      <a:pt x="240000" y="135850"/>
                    </a:lnTo>
                    <a:close/>
                    <a:moveTo>
                      <a:pt x="242500" y="137500"/>
                    </a:moveTo>
                    <a:lnTo>
                      <a:pt x="243200" y="137500"/>
                    </a:lnTo>
                    <a:lnTo>
                      <a:pt x="243200" y="138200"/>
                    </a:lnTo>
                    <a:lnTo>
                      <a:pt x="242500" y="138200"/>
                    </a:lnTo>
                    <a:close/>
                    <a:moveTo>
                      <a:pt x="245000" y="135000"/>
                    </a:moveTo>
                    <a:lnTo>
                      <a:pt x="245850" y="135000"/>
                    </a:lnTo>
                    <a:lnTo>
                      <a:pt x="245850" y="135850"/>
                    </a:lnTo>
                    <a:lnTo>
                      <a:pt x="245000" y="135850"/>
                    </a:lnTo>
                    <a:close/>
                    <a:moveTo>
                      <a:pt x="247500" y="137500"/>
                    </a:moveTo>
                    <a:lnTo>
                      <a:pt x="248200" y="137500"/>
                    </a:lnTo>
                    <a:lnTo>
                      <a:pt x="248200" y="138200"/>
                    </a:lnTo>
                    <a:lnTo>
                      <a:pt x="247500" y="138200"/>
                    </a:lnTo>
                    <a:close/>
                    <a:moveTo>
                      <a:pt x="250000" y="135000"/>
                    </a:moveTo>
                    <a:lnTo>
                      <a:pt x="250850" y="135000"/>
                    </a:lnTo>
                    <a:lnTo>
                      <a:pt x="250850" y="135850"/>
                    </a:lnTo>
                    <a:lnTo>
                      <a:pt x="250000" y="135850"/>
                    </a:lnTo>
                    <a:close/>
                    <a:moveTo>
                      <a:pt x="252500" y="137500"/>
                    </a:moveTo>
                    <a:lnTo>
                      <a:pt x="253200" y="137500"/>
                    </a:lnTo>
                    <a:lnTo>
                      <a:pt x="253200" y="138200"/>
                    </a:lnTo>
                    <a:lnTo>
                      <a:pt x="252500" y="138200"/>
                    </a:lnTo>
                    <a:close/>
                    <a:moveTo>
                      <a:pt x="255000" y="135000"/>
                    </a:moveTo>
                    <a:lnTo>
                      <a:pt x="255850" y="135000"/>
                    </a:lnTo>
                    <a:lnTo>
                      <a:pt x="255850" y="135850"/>
                    </a:lnTo>
                    <a:lnTo>
                      <a:pt x="255000" y="135850"/>
                    </a:lnTo>
                    <a:close/>
                    <a:moveTo>
                      <a:pt x="257500" y="137500"/>
                    </a:moveTo>
                    <a:lnTo>
                      <a:pt x="258200" y="137500"/>
                    </a:lnTo>
                    <a:lnTo>
                      <a:pt x="258200" y="138200"/>
                    </a:lnTo>
                    <a:lnTo>
                      <a:pt x="257500" y="138200"/>
                    </a:lnTo>
                    <a:close/>
                    <a:moveTo>
                      <a:pt x="260000" y="135000"/>
                    </a:moveTo>
                    <a:lnTo>
                      <a:pt x="260850" y="135000"/>
                    </a:lnTo>
                    <a:lnTo>
                      <a:pt x="260850" y="135850"/>
                    </a:lnTo>
                    <a:lnTo>
                      <a:pt x="260000" y="135850"/>
                    </a:lnTo>
                    <a:close/>
                    <a:moveTo>
                      <a:pt x="262500" y="137500"/>
                    </a:moveTo>
                    <a:lnTo>
                      <a:pt x="263200" y="137500"/>
                    </a:lnTo>
                    <a:lnTo>
                      <a:pt x="263200" y="138200"/>
                    </a:lnTo>
                    <a:lnTo>
                      <a:pt x="262500" y="138200"/>
                    </a:lnTo>
                    <a:close/>
                    <a:moveTo>
                      <a:pt x="265000" y="135000"/>
                    </a:moveTo>
                    <a:lnTo>
                      <a:pt x="265850" y="135000"/>
                    </a:lnTo>
                    <a:lnTo>
                      <a:pt x="265850" y="135850"/>
                    </a:lnTo>
                    <a:lnTo>
                      <a:pt x="265000" y="135850"/>
                    </a:lnTo>
                    <a:close/>
                    <a:moveTo>
                      <a:pt x="267500" y="137500"/>
                    </a:moveTo>
                    <a:lnTo>
                      <a:pt x="268200" y="137500"/>
                    </a:lnTo>
                    <a:lnTo>
                      <a:pt x="268200" y="138200"/>
                    </a:lnTo>
                    <a:lnTo>
                      <a:pt x="267500" y="138200"/>
                    </a:lnTo>
                    <a:close/>
                    <a:moveTo>
                      <a:pt x="270000" y="135000"/>
                    </a:moveTo>
                    <a:lnTo>
                      <a:pt x="270850" y="135000"/>
                    </a:lnTo>
                    <a:lnTo>
                      <a:pt x="270850" y="135850"/>
                    </a:lnTo>
                    <a:lnTo>
                      <a:pt x="270000" y="135850"/>
                    </a:lnTo>
                    <a:close/>
                    <a:moveTo>
                      <a:pt x="272500" y="137500"/>
                    </a:moveTo>
                    <a:lnTo>
                      <a:pt x="273200" y="137500"/>
                    </a:lnTo>
                    <a:lnTo>
                      <a:pt x="273200" y="138200"/>
                    </a:lnTo>
                    <a:lnTo>
                      <a:pt x="272500" y="138200"/>
                    </a:lnTo>
                    <a:close/>
                    <a:moveTo>
                      <a:pt x="275000" y="135000"/>
                    </a:moveTo>
                    <a:lnTo>
                      <a:pt x="275850" y="135000"/>
                    </a:lnTo>
                    <a:lnTo>
                      <a:pt x="275850" y="135850"/>
                    </a:lnTo>
                    <a:lnTo>
                      <a:pt x="275000" y="135850"/>
                    </a:lnTo>
                    <a:close/>
                    <a:moveTo>
                      <a:pt x="277500" y="137500"/>
                    </a:moveTo>
                    <a:lnTo>
                      <a:pt x="278200" y="137500"/>
                    </a:lnTo>
                    <a:lnTo>
                      <a:pt x="278200" y="138200"/>
                    </a:lnTo>
                    <a:lnTo>
                      <a:pt x="277500" y="138200"/>
                    </a:lnTo>
                    <a:close/>
                    <a:moveTo>
                      <a:pt x="280000" y="135000"/>
                    </a:moveTo>
                    <a:lnTo>
                      <a:pt x="280850" y="135000"/>
                    </a:lnTo>
                    <a:lnTo>
                      <a:pt x="280850" y="135850"/>
                    </a:lnTo>
                    <a:lnTo>
                      <a:pt x="280000" y="135850"/>
                    </a:lnTo>
                    <a:close/>
                    <a:moveTo>
                      <a:pt x="282500" y="137500"/>
                    </a:moveTo>
                    <a:lnTo>
                      <a:pt x="283200" y="137500"/>
                    </a:lnTo>
                    <a:lnTo>
                      <a:pt x="283200" y="138200"/>
                    </a:lnTo>
                    <a:lnTo>
                      <a:pt x="282500" y="138200"/>
                    </a:lnTo>
                    <a:close/>
                    <a:moveTo>
                      <a:pt x="285000" y="135000"/>
                    </a:moveTo>
                    <a:lnTo>
                      <a:pt x="285850" y="135000"/>
                    </a:lnTo>
                    <a:lnTo>
                      <a:pt x="285850" y="135850"/>
                    </a:lnTo>
                    <a:lnTo>
                      <a:pt x="285000" y="135850"/>
                    </a:lnTo>
                    <a:close/>
                    <a:moveTo>
                      <a:pt x="287500" y="137500"/>
                    </a:moveTo>
                    <a:lnTo>
                      <a:pt x="288200" y="137500"/>
                    </a:lnTo>
                    <a:lnTo>
                      <a:pt x="288200" y="138200"/>
                    </a:lnTo>
                    <a:lnTo>
                      <a:pt x="287500" y="138200"/>
                    </a:lnTo>
                    <a:close/>
                    <a:moveTo>
                      <a:pt x="0" y="140000"/>
                    </a:moveTo>
                    <a:lnTo>
                      <a:pt x="850" y="140000"/>
                    </a:lnTo>
                    <a:lnTo>
                      <a:pt x="850" y="140850"/>
                    </a:lnTo>
                    <a:lnTo>
                      <a:pt x="0" y="140850"/>
                    </a:lnTo>
                    <a:close/>
                    <a:moveTo>
                      <a:pt x="2500" y="142500"/>
                    </a:moveTo>
                    <a:lnTo>
                      <a:pt x="3200" y="142500"/>
                    </a:lnTo>
                    <a:lnTo>
                      <a:pt x="3200" y="143200"/>
                    </a:lnTo>
                    <a:lnTo>
                      <a:pt x="2500" y="143200"/>
                    </a:lnTo>
                    <a:close/>
                    <a:moveTo>
                      <a:pt x="5000" y="140000"/>
                    </a:moveTo>
                    <a:lnTo>
                      <a:pt x="5850" y="140000"/>
                    </a:lnTo>
                    <a:lnTo>
                      <a:pt x="5850" y="140850"/>
                    </a:lnTo>
                    <a:lnTo>
                      <a:pt x="5000" y="140850"/>
                    </a:lnTo>
                    <a:close/>
                    <a:moveTo>
                      <a:pt x="7500" y="142500"/>
                    </a:moveTo>
                    <a:lnTo>
                      <a:pt x="8200" y="142500"/>
                    </a:lnTo>
                    <a:lnTo>
                      <a:pt x="8200" y="143200"/>
                    </a:lnTo>
                    <a:lnTo>
                      <a:pt x="7500" y="143200"/>
                    </a:lnTo>
                    <a:close/>
                    <a:moveTo>
                      <a:pt x="10000" y="140000"/>
                    </a:moveTo>
                    <a:lnTo>
                      <a:pt x="10850" y="140000"/>
                    </a:lnTo>
                    <a:lnTo>
                      <a:pt x="10850" y="140850"/>
                    </a:lnTo>
                    <a:lnTo>
                      <a:pt x="10000" y="140850"/>
                    </a:lnTo>
                    <a:close/>
                    <a:moveTo>
                      <a:pt x="12500" y="142500"/>
                    </a:moveTo>
                    <a:lnTo>
                      <a:pt x="13200" y="142500"/>
                    </a:lnTo>
                    <a:lnTo>
                      <a:pt x="13200" y="143200"/>
                    </a:lnTo>
                    <a:lnTo>
                      <a:pt x="12500" y="143200"/>
                    </a:lnTo>
                    <a:close/>
                    <a:moveTo>
                      <a:pt x="15000" y="140000"/>
                    </a:moveTo>
                    <a:lnTo>
                      <a:pt x="15850" y="140000"/>
                    </a:lnTo>
                    <a:lnTo>
                      <a:pt x="15850" y="140850"/>
                    </a:lnTo>
                    <a:lnTo>
                      <a:pt x="15000" y="140850"/>
                    </a:lnTo>
                    <a:close/>
                    <a:moveTo>
                      <a:pt x="17500" y="142500"/>
                    </a:moveTo>
                    <a:lnTo>
                      <a:pt x="18200" y="142500"/>
                    </a:lnTo>
                    <a:lnTo>
                      <a:pt x="18200" y="143200"/>
                    </a:lnTo>
                    <a:lnTo>
                      <a:pt x="17500" y="143200"/>
                    </a:lnTo>
                    <a:close/>
                    <a:moveTo>
                      <a:pt x="20000" y="140000"/>
                    </a:moveTo>
                    <a:lnTo>
                      <a:pt x="20850" y="140000"/>
                    </a:lnTo>
                    <a:lnTo>
                      <a:pt x="20850" y="140850"/>
                    </a:lnTo>
                    <a:lnTo>
                      <a:pt x="20000" y="140850"/>
                    </a:lnTo>
                    <a:close/>
                    <a:moveTo>
                      <a:pt x="22500" y="142500"/>
                    </a:moveTo>
                    <a:lnTo>
                      <a:pt x="23200" y="142500"/>
                    </a:lnTo>
                    <a:lnTo>
                      <a:pt x="23200" y="143200"/>
                    </a:lnTo>
                    <a:lnTo>
                      <a:pt x="22500" y="143200"/>
                    </a:lnTo>
                    <a:close/>
                    <a:moveTo>
                      <a:pt x="25000" y="140000"/>
                    </a:moveTo>
                    <a:lnTo>
                      <a:pt x="25850" y="140000"/>
                    </a:lnTo>
                    <a:lnTo>
                      <a:pt x="25850" y="140850"/>
                    </a:lnTo>
                    <a:lnTo>
                      <a:pt x="25000" y="140850"/>
                    </a:lnTo>
                    <a:close/>
                    <a:moveTo>
                      <a:pt x="27500" y="142500"/>
                    </a:moveTo>
                    <a:lnTo>
                      <a:pt x="28200" y="142500"/>
                    </a:lnTo>
                    <a:lnTo>
                      <a:pt x="28200" y="143200"/>
                    </a:lnTo>
                    <a:lnTo>
                      <a:pt x="27500" y="143200"/>
                    </a:lnTo>
                    <a:close/>
                    <a:moveTo>
                      <a:pt x="30000" y="140000"/>
                    </a:moveTo>
                    <a:lnTo>
                      <a:pt x="30850" y="140000"/>
                    </a:lnTo>
                    <a:lnTo>
                      <a:pt x="30850" y="140850"/>
                    </a:lnTo>
                    <a:lnTo>
                      <a:pt x="30000" y="140850"/>
                    </a:lnTo>
                    <a:close/>
                    <a:moveTo>
                      <a:pt x="32500" y="142500"/>
                    </a:moveTo>
                    <a:lnTo>
                      <a:pt x="33200" y="142500"/>
                    </a:lnTo>
                    <a:lnTo>
                      <a:pt x="33200" y="143200"/>
                    </a:lnTo>
                    <a:lnTo>
                      <a:pt x="32500" y="143200"/>
                    </a:lnTo>
                    <a:close/>
                    <a:moveTo>
                      <a:pt x="35000" y="140000"/>
                    </a:moveTo>
                    <a:lnTo>
                      <a:pt x="35850" y="140000"/>
                    </a:lnTo>
                    <a:lnTo>
                      <a:pt x="35850" y="140850"/>
                    </a:lnTo>
                    <a:lnTo>
                      <a:pt x="35000" y="140850"/>
                    </a:lnTo>
                    <a:close/>
                    <a:moveTo>
                      <a:pt x="37500" y="142500"/>
                    </a:moveTo>
                    <a:lnTo>
                      <a:pt x="38200" y="142500"/>
                    </a:lnTo>
                    <a:lnTo>
                      <a:pt x="38200" y="143200"/>
                    </a:lnTo>
                    <a:lnTo>
                      <a:pt x="37500" y="143200"/>
                    </a:lnTo>
                    <a:close/>
                    <a:moveTo>
                      <a:pt x="40000" y="140000"/>
                    </a:moveTo>
                    <a:lnTo>
                      <a:pt x="40850" y="140000"/>
                    </a:lnTo>
                    <a:lnTo>
                      <a:pt x="40850" y="140850"/>
                    </a:lnTo>
                    <a:lnTo>
                      <a:pt x="40000" y="140850"/>
                    </a:lnTo>
                    <a:close/>
                    <a:moveTo>
                      <a:pt x="42500" y="142500"/>
                    </a:moveTo>
                    <a:lnTo>
                      <a:pt x="43200" y="142500"/>
                    </a:lnTo>
                    <a:lnTo>
                      <a:pt x="43200" y="143200"/>
                    </a:lnTo>
                    <a:lnTo>
                      <a:pt x="42500" y="143200"/>
                    </a:lnTo>
                    <a:close/>
                    <a:moveTo>
                      <a:pt x="45000" y="140000"/>
                    </a:moveTo>
                    <a:lnTo>
                      <a:pt x="45850" y="140000"/>
                    </a:lnTo>
                    <a:lnTo>
                      <a:pt x="45850" y="140850"/>
                    </a:lnTo>
                    <a:lnTo>
                      <a:pt x="45000" y="140850"/>
                    </a:lnTo>
                    <a:close/>
                    <a:moveTo>
                      <a:pt x="47500" y="142500"/>
                    </a:moveTo>
                    <a:lnTo>
                      <a:pt x="48200" y="142500"/>
                    </a:lnTo>
                    <a:lnTo>
                      <a:pt x="48200" y="143200"/>
                    </a:lnTo>
                    <a:lnTo>
                      <a:pt x="47500" y="143200"/>
                    </a:lnTo>
                    <a:close/>
                    <a:moveTo>
                      <a:pt x="50000" y="140000"/>
                    </a:moveTo>
                    <a:lnTo>
                      <a:pt x="50850" y="140000"/>
                    </a:lnTo>
                    <a:lnTo>
                      <a:pt x="50850" y="140850"/>
                    </a:lnTo>
                    <a:lnTo>
                      <a:pt x="50000" y="140850"/>
                    </a:lnTo>
                    <a:close/>
                    <a:moveTo>
                      <a:pt x="52500" y="142500"/>
                    </a:moveTo>
                    <a:lnTo>
                      <a:pt x="53200" y="142500"/>
                    </a:lnTo>
                    <a:lnTo>
                      <a:pt x="53200" y="143200"/>
                    </a:lnTo>
                    <a:lnTo>
                      <a:pt x="52500" y="143200"/>
                    </a:lnTo>
                    <a:close/>
                    <a:moveTo>
                      <a:pt x="55000" y="140000"/>
                    </a:moveTo>
                    <a:lnTo>
                      <a:pt x="55850" y="140000"/>
                    </a:lnTo>
                    <a:lnTo>
                      <a:pt x="55850" y="140850"/>
                    </a:lnTo>
                    <a:lnTo>
                      <a:pt x="55000" y="140850"/>
                    </a:lnTo>
                    <a:close/>
                    <a:moveTo>
                      <a:pt x="57500" y="142500"/>
                    </a:moveTo>
                    <a:lnTo>
                      <a:pt x="58200" y="142500"/>
                    </a:lnTo>
                    <a:lnTo>
                      <a:pt x="58200" y="143200"/>
                    </a:lnTo>
                    <a:lnTo>
                      <a:pt x="57500" y="143200"/>
                    </a:lnTo>
                    <a:close/>
                    <a:moveTo>
                      <a:pt x="60000" y="140000"/>
                    </a:moveTo>
                    <a:lnTo>
                      <a:pt x="60850" y="140000"/>
                    </a:lnTo>
                    <a:lnTo>
                      <a:pt x="60850" y="140850"/>
                    </a:lnTo>
                    <a:lnTo>
                      <a:pt x="60000" y="140850"/>
                    </a:lnTo>
                    <a:close/>
                    <a:moveTo>
                      <a:pt x="62500" y="142500"/>
                    </a:moveTo>
                    <a:lnTo>
                      <a:pt x="63200" y="142500"/>
                    </a:lnTo>
                    <a:lnTo>
                      <a:pt x="63200" y="143200"/>
                    </a:lnTo>
                    <a:lnTo>
                      <a:pt x="62500" y="143200"/>
                    </a:lnTo>
                    <a:close/>
                    <a:moveTo>
                      <a:pt x="65000" y="140000"/>
                    </a:moveTo>
                    <a:lnTo>
                      <a:pt x="65850" y="140000"/>
                    </a:lnTo>
                    <a:lnTo>
                      <a:pt x="65850" y="140850"/>
                    </a:lnTo>
                    <a:lnTo>
                      <a:pt x="65000" y="140850"/>
                    </a:lnTo>
                    <a:close/>
                    <a:moveTo>
                      <a:pt x="67500" y="142500"/>
                    </a:moveTo>
                    <a:lnTo>
                      <a:pt x="68200" y="142500"/>
                    </a:lnTo>
                    <a:lnTo>
                      <a:pt x="68200" y="143200"/>
                    </a:lnTo>
                    <a:lnTo>
                      <a:pt x="67500" y="143200"/>
                    </a:lnTo>
                    <a:close/>
                    <a:moveTo>
                      <a:pt x="70000" y="140000"/>
                    </a:moveTo>
                    <a:lnTo>
                      <a:pt x="70850" y="140000"/>
                    </a:lnTo>
                    <a:lnTo>
                      <a:pt x="70850" y="140850"/>
                    </a:lnTo>
                    <a:lnTo>
                      <a:pt x="70000" y="140850"/>
                    </a:lnTo>
                    <a:close/>
                    <a:moveTo>
                      <a:pt x="72500" y="142500"/>
                    </a:moveTo>
                    <a:lnTo>
                      <a:pt x="73200" y="142500"/>
                    </a:lnTo>
                    <a:lnTo>
                      <a:pt x="73200" y="143200"/>
                    </a:lnTo>
                    <a:lnTo>
                      <a:pt x="72500" y="143200"/>
                    </a:lnTo>
                    <a:close/>
                    <a:moveTo>
                      <a:pt x="75000" y="140000"/>
                    </a:moveTo>
                    <a:lnTo>
                      <a:pt x="75850" y="140000"/>
                    </a:lnTo>
                    <a:lnTo>
                      <a:pt x="75850" y="140850"/>
                    </a:lnTo>
                    <a:lnTo>
                      <a:pt x="75000" y="140850"/>
                    </a:lnTo>
                    <a:close/>
                    <a:moveTo>
                      <a:pt x="77500" y="142500"/>
                    </a:moveTo>
                    <a:lnTo>
                      <a:pt x="78200" y="142500"/>
                    </a:lnTo>
                    <a:lnTo>
                      <a:pt x="78200" y="143200"/>
                    </a:lnTo>
                    <a:lnTo>
                      <a:pt x="77500" y="143200"/>
                    </a:lnTo>
                    <a:close/>
                    <a:moveTo>
                      <a:pt x="80000" y="140000"/>
                    </a:moveTo>
                    <a:lnTo>
                      <a:pt x="80850" y="140000"/>
                    </a:lnTo>
                    <a:lnTo>
                      <a:pt x="80850" y="140850"/>
                    </a:lnTo>
                    <a:lnTo>
                      <a:pt x="80000" y="140850"/>
                    </a:lnTo>
                    <a:close/>
                    <a:moveTo>
                      <a:pt x="82500" y="142500"/>
                    </a:moveTo>
                    <a:lnTo>
                      <a:pt x="83200" y="142500"/>
                    </a:lnTo>
                    <a:lnTo>
                      <a:pt x="83200" y="143200"/>
                    </a:lnTo>
                    <a:lnTo>
                      <a:pt x="82500" y="143200"/>
                    </a:lnTo>
                    <a:close/>
                    <a:moveTo>
                      <a:pt x="85000" y="140000"/>
                    </a:moveTo>
                    <a:lnTo>
                      <a:pt x="85850" y="140000"/>
                    </a:lnTo>
                    <a:lnTo>
                      <a:pt x="85850" y="140850"/>
                    </a:lnTo>
                    <a:lnTo>
                      <a:pt x="85000" y="140850"/>
                    </a:lnTo>
                    <a:close/>
                    <a:moveTo>
                      <a:pt x="87500" y="142500"/>
                    </a:moveTo>
                    <a:lnTo>
                      <a:pt x="88200" y="142500"/>
                    </a:lnTo>
                    <a:lnTo>
                      <a:pt x="88200" y="143200"/>
                    </a:lnTo>
                    <a:lnTo>
                      <a:pt x="87500" y="143200"/>
                    </a:lnTo>
                    <a:close/>
                    <a:moveTo>
                      <a:pt x="90000" y="140000"/>
                    </a:moveTo>
                    <a:lnTo>
                      <a:pt x="90850" y="140000"/>
                    </a:lnTo>
                    <a:lnTo>
                      <a:pt x="90850" y="140850"/>
                    </a:lnTo>
                    <a:lnTo>
                      <a:pt x="90000" y="140850"/>
                    </a:lnTo>
                    <a:close/>
                    <a:moveTo>
                      <a:pt x="92500" y="142500"/>
                    </a:moveTo>
                    <a:lnTo>
                      <a:pt x="93200" y="142500"/>
                    </a:lnTo>
                    <a:lnTo>
                      <a:pt x="93200" y="143200"/>
                    </a:lnTo>
                    <a:lnTo>
                      <a:pt x="92500" y="143200"/>
                    </a:lnTo>
                    <a:close/>
                    <a:moveTo>
                      <a:pt x="95000" y="140000"/>
                    </a:moveTo>
                    <a:lnTo>
                      <a:pt x="95850" y="140000"/>
                    </a:lnTo>
                    <a:lnTo>
                      <a:pt x="95850" y="140850"/>
                    </a:lnTo>
                    <a:lnTo>
                      <a:pt x="95000" y="140850"/>
                    </a:lnTo>
                    <a:close/>
                    <a:moveTo>
                      <a:pt x="97500" y="142500"/>
                    </a:moveTo>
                    <a:lnTo>
                      <a:pt x="98200" y="142500"/>
                    </a:lnTo>
                    <a:lnTo>
                      <a:pt x="98200" y="143200"/>
                    </a:lnTo>
                    <a:lnTo>
                      <a:pt x="97500" y="143200"/>
                    </a:lnTo>
                    <a:close/>
                    <a:moveTo>
                      <a:pt x="100000" y="140000"/>
                    </a:moveTo>
                    <a:lnTo>
                      <a:pt x="100850" y="140000"/>
                    </a:lnTo>
                    <a:lnTo>
                      <a:pt x="100850" y="140850"/>
                    </a:lnTo>
                    <a:lnTo>
                      <a:pt x="100000" y="140850"/>
                    </a:lnTo>
                    <a:close/>
                    <a:moveTo>
                      <a:pt x="102500" y="142500"/>
                    </a:moveTo>
                    <a:lnTo>
                      <a:pt x="103200" y="142500"/>
                    </a:lnTo>
                    <a:lnTo>
                      <a:pt x="103200" y="143200"/>
                    </a:lnTo>
                    <a:lnTo>
                      <a:pt x="102500" y="143200"/>
                    </a:lnTo>
                    <a:close/>
                    <a:moveTo>
                      <a:pt x="105000" y="140000"/>
                    </a:moveTo>
                    <a:lnTo>
                      <a:pt x="105850" y="140000"/>
                    </a:lnTo>
                    <a:lnTo>
                      <a:pt x="105850" y="140850"/>
                    </a:lnTo>
                    <a:lnTo>
                      <a:pt x="105000" y="140850"/>
                    </a:lnTo>
                    <a:close/>
                    <a:moveTo>
                      <a:pt x="107500" y="142500"/>
                    </a:moveTo>
                    <a:lnTo>
                      <a:pt x="108200" y="142500"/>
                    </a:lnTo>
                    <a:lnTo>
                      <a:pt x="108200" y="143200"/>
                    </a:lnTo>
                    <a:lnTo>
                      <a:pt x="107500" y="143200"/>
                    </a:lnTo>
                    <a:close/>
                    <a:moveTo>
                      <a:pt x="110000" y="140000"/>
                    </a:moveTo>
                    <a:lnTo>
                      <a:pt x="110850" y="140000"/>
                    </a:lnTo>
                    <a:lnTo>
                      <a:pt x="110850" y="140850"/>
                    </a:lnTo>
                    <a:lnTo>
                      <a:pt x="110000" y="140850"/>
                    </a:lnTo>
                    <a:close/>
                    <a:moveTo>
                      <a:pt x="112500" y="142500"/>
                    </a:moveTo>
                    <a:lnTo>
                      <a:pt x="113200" y="142500"/>
                    </a:lnTo>
                    <a:lnTo>
                      <a:pt x="113200" y="143200"/>
                    </a:lnTo>
                    <a:lnTo>
                      <a:pt x="112500" y="143200"/>
                    </a:lnTo>
                    <a:close/>
                    <a:moveTo>
                      <a:pt x="115000" y="140000"/>
                    </a:moveTo>
                    <a:lnTo>
                      <a:pt x="115850" y="140000"/>
                    </a:lnTo>
                    <a:lnTo>
                      <a:pt x="115850" y="140850"/>
                    </a:lnTo>
                    <a:lnTo>
                      <a:pt x="115000" y="140850"/>
                    </a:lnTo>
                    <a:close/>
                    <a:moveTo>
                      <a:pt x="117500" y="142500"/>
                    </a:moveTo>
                    <a:lnTo>
                      <a:pt x="118200" y="142500"/>
                    </a:lnTo>
                    <a:lnTo>
                      <a:pt x="118200" y="143200"/>
                    </a:lnTo>
                    <a:lnTo>
                      <a:pt x="117500" y="143200"/>
                    </a:lnTo>
                    <a:close/>
                    <a:moveTo>
                      <a:pt x="120000" y="140000"/>
                    </a:moveTo>
                    <a:lnTo>
                      <a:pt x="120850" y="140000"/>
                    </a:lnTo>
                    <a:lnTo>
                      <a:pt x="120850" y="140850"/>
                    </a:lnTo>
                    <a:lnTo>
                      <a:pt x="120000" y="140850"/>
                    </a:lnTo>
                    <a:close/>
                    <a:moveTo>
                      <a:pt x="122500" y="142500"/>
                    </a:moveTo>
                    <a:lnTo>
                      <a:pt x="123200" y="142500"/>
                    </a:lnTo>
                    <a:lnTo>
                      <a:pt x="123200" y="143200"/>
                    </a:lnTo>
                    <a:lnTo>
                      <a:pt x="122500" y="143200"/>
                    </a:lnTo>
                    <a:close/>
                    <a:moveTo>
                      <a:pt x="125000" y="140000"/>
                    </a:moveTo>
                    <a:lnTo>
                      <a:pt x="125850" y="140000"/>
                    </a:lnTo>
                    <a:lnTo>
                      <a:pt x="125850" y="140850"/>
                    </a:lnTo>
                    <a:lnTo>
                      <a:pt x="125000" y="140850"/>
                    </a:lnTo>
                    <a:close/>
                    <a:moveTo>
                      <a:pt x="127500" y="142500"/>
                    </a:moveTo>
                    <a:lnTo>
                      <a:pt x="128200" y="142500"/>
                    </a:lnTo>
                    <a:lnTo>
                      <a:pt x="128200" y="143200"/>
                    </a:lnTo>
                    <a:lnTo>
                      <a:pt x="127500" y="143200"/>
                    </a:lnTo>
                    <a:close/>
                    <a:moveTo>
                      <a:pt x="130000" y="140000"/>
                    </a:moveTo>
                    <a:lnTo>
                      <a:pt x="130850" y="140000"/>
                    </a:lnTo>
                    <a:lnTo>
                      <a:pt x="130850" y="140850"/>
                    </a:lnTo>
                    <a:lnTo>
                      <a:pt x="130000" y="140850"/>
                    </a:lnTo>
                    <a:close/>
                    <a:moveTo>
                      <a:pt x="132500" y="142500"/>
                    </a:moveTo>
                    <a:lnTo>
                      <a:pt x="133200" y="142500"/>
                    </a:lnTo>
                    <a:lnTo>
                      <a:pt x="133200" y="143200"/>
                    </a:lnTo>
                    <a:lnTo>
                      <a:pt x="132500" y="143200"/>
                    </a:lnTo>
                    <a:close/>
                    <a:moveTo>
                      <a:pt x="135000" y="140000"/>
                    </a:moveTo>
                    <a:lnTo>
                      <a:pt x="135850" y="140000"/>
                    </a:lnTo>
                    <a:lnTo>
                      <a:pt x="135850" y="140850"/>
                    </a:lnTo>
                    <a:lnTo>
                      <a:pt x="135000" y="140850"/>
                    </a:lnTo>
                    <a:close/>
                    <a:moveTo>
                      <a:pt x="137500" y="142500"/>
                    </a:moveTo>
                    <a:lnTo>
                      <a:pt x="138200" y="142500"/>
                    </a:lnTo>
                    <a:lnTo>
                      <a:pt x="138200" y="143200"/>
                    </a:lnTo>
                    <a:lnTo>
                      <a:pt x="137500" y="143200"/>
                    </a:lnTo>
                    <a:close/>
                    <a:moveTo>
                      <a:pt x="140000" y="140000"/>
                    </a:moveTo>
                    <a:lnTo>
                      <a:pt x="140850" y="140000"/>
                    </a:lnTo>
                    <a:lnTo>
                      <a:pt x="140850" y="140850"/>
                    </a:lnTo>
                    <a:lnTo>
                      <a:pt x="140000" y="140850"/>
                    </a:lnTo>
                    <a:close/>
                    <a:moveTo>
                      <a:pt x="142500" y="142500"/>
                    </a:moveTo>
                    <a:lnTo>
                      <a:pt x="143200" y="142500"/>
                    </a:lnTo>
                    <a:lnTo>
                      <a:pt x="143200" y="143200"/>
                    </a:lnTo>
                    <a:lnTo>
                      <a:pt x="142500" y="143200"/>
                    </a:lnTo>
                    <a:close/>
                    <a:moveTo>
                      <a:pt x="145000" y="140000"/>
                    </a:moveTo>
                    <a:lnTo>
                      <a:pt x="145850" y="140000"/>
                    </a:lnTo>
                    <a:lnTo>
                      <a:pt x="145850" y="140850"/>
                    </a:lnTo>
                    <a:lnTo>
                      <a:pt x="145000" y="140850"/>
                    </a:lnTo>
                    <a:close/>
                    <a:moveTo>
                      <a:pt x="147500" y="142500"/>
                    </a:moveTo>
                    <a:lnTo>
                      <a:pt x="148200" y="142500"/>
                    </a:lnTo>
                    <a:lnTo>
                      <a:pt x="148200" y="143200"/>
                    </a:lnTo>
                    <a:lnTo>
                      <a:pt x="147500" y="143200"/>
                    </a:lnTo>
                    <a:close/>
                    <a:moveTo>
                      <a:pt x="150000" y="140000"/>
                    </a:moveTo>
                    <a:lnTo>
                      <a:pt x="150850" y="140000"/>
                    </a:lnTo>
                    <a:lnTo>
                      <a:pt x="150850" y="140850"/>
                    </a:lnTo>
                    <a:lnTo>
                      <a:pt x="150000" y="140850"/>
                    </a:lnTo>
                    <a:close/>
                    <a:moveTo>
                      <a:pt x="152500" y="142500"/>
                    </a:moveTo>
                    <a:lnTo>
                      <a:pt x="153200" y="142500"/>
                    </a:lnTo>
                    <a:lnTo>
                      <a:pt x="153200" y="143200"/>
                    </a:lnTo>
                    <a:lnTo>
                      <a:pt x="152500" y="143200"/>
                    </a:lnTo>
                    <a:close/>
                    <a:moveTo>
                      <a:pt x="155000" y="140000"/>
                    </a:moveTo>
                    <a:lnTo>
                      <a:pt x="155850" y="140000"/>
                    </a:lnTo>
                    <a:lnTo>
                      <a:pt x="155850" y="140850"/>
                    </a:lnTo>
                    <a:lnTo>
                      <a:pt x="155000" y="140850"/>
                    </a:lnTo>
                    <a:close/>
                    <a:moveTo>
                      <a:pt x="157500" y="142500"/>
                    </a:moveTo>
                    <a:lnTo>
                      <a:pt x="158200" y="142500"/>
                    </a:lnTo>
                    <a:lnTo>
                      <a:pt x="158200" y="143200"/>
                    </a:lnTo>
                    <a:lnTo>
                      <a:pt x="157500" y="143200"/>
                    </a:lnTo>
                    <a:close/>
                    <a:moveTo>
                      <a:pt x="160000" y="140000"/>
                    </a:moveTo>
                    <a:lnTo>
                      <a:pt x="160850" y="140000"/>
                    </a:lnTo>
                    <a:lnTo>
                      <a:pt x="160850" y="140850"/>
                    </a:lnTo>
                    <a:lnTo>
                      <a:pt x="160000" y="140850"/>
                    </a:lnTo>
                    <a:close/>
                    <a:moveTo>
                      <a:pt x="162500" y="142500"/>
                    </a:moveTo>
                    <a:lnTo>
                      <a:pt x="163200" y="142500"/>
                    </a:lnTo>
                    <a:lnTo>
                      <a:pt x="163200" y="143200"/>
                    </a:lnTo>
                    <a:lnTo>
                      <a:pt x="162500" y="143200"/>
                    </a:lnTo>
                    <a:close/>
                    <a:moveTo>
                      <a:pt x="165000" y="140000"/>
                    </a:moveTo>
                    <a:lnTo>
                      <a:pt x="165850" y="140000"/>
                    </a:lnTo>
                    <a:lnTo>
                      <a:pt x="165850" y="140850"/>
                    </a:lnTo>
                    <a:lnTo>
                      <a:pt x="165000" y="140850"/>
                    </a:lnTo>
                    <a:close/>
                    <a:moveTo>
                      <a:pt x="167500" y="142500"/>
                    </a:moveTo>
                    <a:lnTo>
                      <a:pt x="168200" y="142500"/>
                    </a:lnTo>
                    <a:lnTo>
                      <a:pt x="168200" y="143200"/>
                    </a:lnTo>
                    <a:lnTo>
                      <a:pt x="167500" y="143200"/>
                    </a:lnTo>
                    <a:close/>
                    <a:moveTo>
                      <a:pt x="170000" y="140000"/>
                    </a:moveTo>
                    <a:lnTo>
                      <a:pt x="170850" y="140000"/>
                    </a:lnTo>
                    <a:lnTo>
                      <a:pt x="170850" y="140850"/>
                    </a:lnTo>
                    <a:lnTo>
                      <a:pt x="170000" y="140850"/>
                    </a:lnTo>
                    <a:close/>
                    <a:moveTo>
                      <a:pt x="172500" y="142500"/>
                    </a:moveTo>
                    <a:lnTo>
                      <a:pt x="173200" y="142500"/>
                    </a:lnTo>
                    <a:lnTo>
                      <a:pt x="173200" y="143200"/>
                    </a:lnTo>
                    <a:lnTo>
                      <a:pt x="172500" y="143200"/>
                    </a:lnTo>
                    <a:close/>
                    <a:moveTo>
                      <a:pt x="175000" y="140000"/>
                    </a:moveTo>
                    <a:lnTo>
                      <a:pt x="175850" y="140000"/>
                    </a:lnTo>
                    <a:lnTo>
                      <a:pt x="175850" y="140850"/>
                    </a:lnTo>
                    <a:lnTo>
                      <a:pt x="175000" y="140850"/>
                    </a:lnTo>
                    <a:close/>
                    <a:moveTo>
                      <a:pt x="177500" y="142500"/>
                    </a:moveTo>
                    <a:lnTo>
                      <a:pt x="178200" y="142500"/>
                    </a:lnTo>
                    <a:lnTo>
                      <a:pt x="178200" y="143200"/>
                    </a:lnTo>
                    <a:lnTo>
                      <a:pt x="177500" y="143200"/>
                    </a:lnTo>
                    <a:close/>
                    <a:moveTo>
                      <a:pt x="180000" y="140000"/>
                    </a:moveTo>
                    <a:lnTo>
                      <a:pt x="180850" y="140000"/>
                    </a:lnTo>
                    <a:lnTo>
                      <a:pt x="180850" y="140850"/>
                    </a:lnTo>
                    <a:lnTo>
                      <a:pt x="180000" y="140850"/>
                    </a:lnTo>
                    <a:close/>
                    <a:moveTo>
                      <a:pt x="182500" y="142500"/>
                    </a:moveTo>
                    <a:lnTo>
                      <a:pt x="183200" y="142500"/>
                    </a:lnTo>
                    <a:lnTo>
                      <a:pt x="183200" y="143200"/>
                    </a:lnTo>
                    <a:lnTo>
                      <a:pt x="182500" y="143200"/>
                    </a:lnTo>
                    <a:close/>
                    <a:moveTo>
                      <a:pt x="185000" y="140000"/>
                    </a:moveTo>
                    <a:lnTo>
                      <a:pt x="185850" y="140000"/>
                    </a:lnTo>
                    <a:lnTo>
                      <a:pt x="185850" y="140850"/>
                    </a:lnTo>
                    <a:lnTo>
                      <a:pt x="185000" y="140850"/>
                    </a:lnTo>
                    <a:close/>
                    <a:moveTo>
                      <a:pt x="187500" y="142500"/>
                    </a:moveTo>
                    <a:lnTo>
                      <a:pt x="188200" y="142500"/>
                    </a:lnTo>
                    <a:lnTo>
                      <a:pt x="188200" y="143200"/>
                    </a:lnTo>
                    <a:lnTo>
                      <a:pt x="187500" y="143200"/>
                    </a:lnTo>
                    <a:close/>
                    <a:moveTo>
                      <a:pt x="190000" y="140000"/>
                    </a:moveTo>
                    <a:lnTo>
                      <a:pt x="190850" y="140000"/>
                    </a:lnTo>
                    <a:lnTo>
                      <a:pt x="190850" y="140850"/>
                    </a:lnTo>
                    <a:lnTo>
                      <a:pt x="190000" y="140850"/>
                    </a:lnTo>
                    <a:close/>
                    <a:moveTo>
                      <a:pt x="192500" y="142500"/>
                    </a:moveTo>
                    <a:lnTo>
                      <a:pt x="193200" y="142500"/>
                    </a:lnTo>
                    <a:lnTo>
                      <a:pt x="193200" y="143200"/>
                    </a:lnTo>
                    <a:lnTo>
                      <a:pt x="192500" y="143200"/>
                    </a:lnTo>
                    <a:close/>
                    <a:moveTo>
                      <a:pt x="195000" y="140000"/>
                    </a:moveTo>
                    <a:lnTo>
                      <a:pt x="195850" y="140000"/>
                    </a:lnTo>
                    <a:lnTo>
                      <a:pt x="195850" y="140850"/>
                    </a:lnTo>
                    <a:lnTo>
                      <a:pt x="195000" y="140850"/>
                    </a:lnTo>
                    <a:close/>
                    <a:moveTo>
                      <a:pt x="197500" y="142500"/>
                    </a:moveTo>
                    <a:lnTo>
                      <a:pt x="198200" y="142500"/>
                    </a:lnTo>
                    <a:lnTo>
                      <a:pt x="198200" y="143200"/>
                    </a:lnTo>
                    <a:lnTo>
                      <a:pt x="197500" y="143200"/>
                    </a:lnTo>
                    <a:close/>
                    <a:moveTo>
                      <a:pt x="200000" y="140000"/>
                    </a:moveTo>
                    <a:lnTo>
                      <a:pt x="200850" y="140000"/>
                    </a:lnTo>
                    <a:lnTo>
                      <a:pt x="200850" y="140850"/>
                    </a:lnTo>
                    <a:lnTo>
                      <a:pt x="200000" y="140850"/>
                    </a:lnTo>
                    <a:close/>
                    <a:moveTo>
                      <a:pt x="202500" y="142500"/>
                    </a:moveTo>
                    <a:lnTo>
                      <a:pt x="203200" y="142500"/>
                    </a:lnTo>
                    <a:lnTo>
                      <a:pt x="203200" y="143200"/>
                    </a:lnTo>
                    <a:lnTo>
                      <a:pt x="202500" y="143200"/>
                    </a:lnTo>
                    <a:close/>
                    <a:moveTo>
                      <a:pt x="205000" y="140000"/>
                    </a:moveTo>
                    <a:lnTo>
                      <a:pt x="205850" y="140000"/>
                    </a:lnTo>
                    <a:lnTo>
                      <a:pt x="205850" y="140850"/>
                    </a:lnTo>
                    <a:lnTo>
                      <a:pt x="205000" y="140850"/>
                    </a:lnTo>
                    <a:close/>
                    <a:moveTo>
                      <a:pt x="207500" y="142500"/>
                    </a:moveTo>
                    <a:lnTo>
                      <a:pt x="208200" y="142500"/>
                    </a:lnTo>
                    <a:lnTo>
                      <a:pt x="208200" y="143200"/>
                    </a:lnTo>
                    <a:lnTo>
                      <a:pt x="207500" y="143200"/>
                    </a:lnTo>
                    <a:close/>
                    <a:moveTo>
                      <a:pt x="210000" y="140000"/>
                    </a:moveTo>
                    <a:lnTo>
                      <a:pt x="210850" y="140000"/>
                    </a:lnTo>
                    <a:lnTo>
                      <a:pt x="210850" y="140850"/>
                    </a:lnTo>
                    <a:lnTo>
                      <a:pt x="210000" y="140850"/>
                    </a:lnTo>
                    <a:close/>
                    <a:moveTo>
                      <a:pt x="212500" y="142500"/>
                    </a:moveTo>
                    <a:lnTo>
                      <a:pt x="213200" y="142500"/>
                    </a:lnTo>
                    <a:lnTo>
                      <a:pt x="213200" y="143200"/>
                    </a:lnTo>
                    <a:lnTo>
                      <a:pt x="212500" y="143200"/>
                    </a:lnTo>
                    <a:close/>
                    <a:moveTo>
                      <a:pt x="215000" y="140000"/>
                    </a:moveTo>
                    <a:lnTo>
                      <a:pt x="215850" y="140000"/>
                    </a:lnTo>
                    <a:lnTo>
                      <a:pt x="215850" y="140850"/>
                    </a:lnTo>
                    <a:lnTo>
                      <a:pt x="215000" y="140850"/>
                    </a:lnTo>
                    <a:close/>
                    <a:moveTo>
                      <a:pt x="217500" y="142500"/>
                    </a:moveTo>
                    <a:lnTo>
                      <a:pt x="218200" y="142500"/>
                    </a:lnTo>
                    <a:lnTo>
                      <a:pt x="218200" y="143200"/>
                    </a:lnTo>
                    <a:lnTo>
                      <a:pt x="217500" y="143200"/>
                    </a:lnTo>
                    <a:close/>
                    <a:moveTo>
                      <a:pt x="220000" y="140000"/>
                    </a:moveTo>
                    <a:lnTo>
                      <a:pt x="220850" y="140000"/>
                    </a:lnTo>
                    <a:lnTo>
                      <a:pt x="220850" y="140850"/>
                    </a:lnTo>
                    <a:lnTo>
                      <a:pt x="220000" y="140850"/>
                    </a:lnTo>
                    <a:close/>
                    <a:moveTo>
                      <a:pt x="222500" y="142500"/>
                    </a:moveTo>
                    <a:lnTo>
                      <a:pt x="223200" y="142500"/>
                    </a:lnTo>
                    <a:lnTo>
                      <a:pt x="223200" y="143200"/>
                    </a:lnTo>
                    <a:lnTo>
                      <a:pt x="222500" y="143200"/>
                    </a:lnTo>
                    <a:close/>
                    <a:moveTo>
                      <a:pt x="225000" y="140000"/>
                    </a:moveTo>
                    <a:lnTo>
                      <a:pt x="225850" y="140000"/>
                    </a:lnTo>
                    <a:lnTo>
                      <a:pt x="225850" y="140850"/>
                    </a:lnTo>
                    <a:lnTo>
                      <a:pt x="225000" y="140850"/>
                    </a:lnTo>
                    <a:close/>
                    <a:moveTo>
                      <a:pt x="227500" y="142500"/>
                    </a:moveTo>
                    <a:lnTo>
                      <a:pt x="228200" y="142500"/>
                    </a:lnTo>
                    <a:lnTo>
                      <a:pt x="228200" y="143200"/>
                    </a:lnTo>
                    <a:lnTo>
                      <a:pt x="227500" y="143200"/>
                    </a:lnTo>
                    <a:close/>
                    <a:moveTo>
                      <a:pt x="230000" y="140000"/>
                    </a:moveTo>
                    <a:lnTo>
                      <a:pt x="230850" y="140000"/>
                    </a:lnTo>
                    <a:lnTo>
                      <a:pt x="230850" y="140850"/>
                    </a:lnTo>
                    <a:lnTo>
                      <a:pt x="230000" y="140850"/>
                    </a:lnTo>
                    <a:close/>
                    <a:moveTo>
                      <a:pt x="232500" y="142500"/>
                    </a:moveTo>
                    <a:lnTo>
                      <a:pt x="233200" y="142500"/>
                    </a:lnTo>
                    <a:lnTo>
                      <a:pt x="233200" y="143200"/>
                    </a:lnTo>
                    <a:lnTo>
                      <a:pt x="232500" y="143200"/>
                    </a:lnTo>
                    <a:close/>
                    <a:moveTo>
                      <a:pt x="235000" y="140000"/>
                    </a:moveTo>
                    <a:lnTo>
                      <a:pt x="235850" y="140000"/>
                    </a:lnTo>
                    <a:lnTo>
                      <a:pt x="235850" y="140850"/>
                    </a:lnTo>
                    <a:lnTo>
                      <a:pt x="235000" y="140850"/>
                    </a:lnTo>
                    <a:close/>
                    <a:moveTo>
                      <a:pt x="237500" y="142500"/>
                    </a:moveTo>
                    <a:lnTo>
                      <a:pt x="238200" y="142500"/>
                    </a:lnTo>
                    <a:lnTo>
                      <a:pt x="238200" y="143200"/>
                    </a:lnTo>
                    <a:lnTo>
                      <a:pt x="237500" y="143200"/>
                    </a:lnTo>
                    <a:close/>
                    <a:moveTo>
                      <a:pt x="240000" y="140000"/>
                    </a:moveTo>
                    <a:lnTo>
                      <a:pt x="240850" y="140000"/>
                    </a:lnTo>
                    <a:lnTo>
                      <a:pt x="240850" y="140850"/>
                    </a:lnTo>
                    <a:lnTo>
                      <a:pt x="240000" y="140850"/>
                    </a:lnTo>
                    <a:close/>
                    <a:moveTo>
                      <a:pt x="242500" y="142500"/>
                    </a:moveTo>
                    <a:lnTo>
                      <a:pt x="243200" y="142500"/>
                    </a:lnTo>
                    <a:lnTo>
                      <a:pt x="243200" y="143200"/>
                    </a:lnTo>
                    <a:lnTo>
                      <a:pt x="242500" y="143200"/>
                    </a:lnTo>
                    <a:close/>
                    <a:moveTo>
                      <a:pt x="245000" y="140000"/>
                    </a:moveTo>
                    <a:lnTo>
                      <a:pt x="245850" y="140000"/>
                    </a:lnTo>
                    <a:lnTo>
                      <a:pt x="245850" y="140850"/>
                    </a:lnTo>
                    <a:lnTo>
                      <a:pt x="245000" y="140850"/>
                    </a:lnTo>
                    <a:close/>
                    <a:moveTo>
                      <a:pt x="247500" y="142500"/>
                    </a:moveTo>
                    <a:lnTo>
                      <a:pt x="248200" y="142500"/>
                    </a:lnTo>
                    <a:lnTo>
                      <a:pt x="248200" y="143200"/>
                    </a:lnTo>
                    <a:lnTo>
                      <a:pt x="247500" y="143200"/>
                    </a:lnTo>
                    <a:close/>
                    <a:moveTo>
                      <a:pt x="250000" y="140000"/>
                    </a:moveTo>
                    <a:lnTo>
                      <a:pt x="250850" y="140000"/>
                    </a:lnTo>
                    <a:lnTo>
                      <a:pt x="250850" y="140850"/>
                    </a:lnTo>
                    <a:lnTo>
                      <a:pt x="250000" y="140850"/>
                    </a:lnTo>
                    <a:close/>
                    <a:moveTo>
                      <a:pt x="252500" y="142500"/>
                    </a:moveTo>
                    <a:lnTo>
                      <a:pt x="253200" y="142500"/>
                    </a:lnTo>
                    <a:lnTo>
                      <a:pt x="253200" y="143200"/>
                    </a:lnTo>
                    <a:lnTo>
                      <a:pt x="252500" y="143200"/>
                    </a:lnTo>
                    <a:close/>
                    <a:moveTo>
                      <a:pt x="255000" y="140000"/>
                    </a:moveTo>
                    <a:lnTo>
                      <a:pt x="255850" y="140000"/>
                    </a:lnTo>
                    <a:lnTo>
                      <a:pt x="255850" y="140850"/>
                    </a:lnTo>
                    <a:lnTo>
                      <a:pt x="255000" y="140850"/>
                    </a:lnTo>
                    <a:close/>
                    <a:moveTo>
                      <a:pt x="257500" y="142500"/>
                    </a:moveTo>
                    <a:lnTo>
                      <a:pt x="258200" y="142500"/>
                    </a:lnTo>
                    <a:lnTo>
                      <a:pt x="258200" y="143200"/>
                    </a:lnTo>
                    <a:lnTo>
                      <a:pt x="257500" y="143200"/>
                    </a:lnTo>
                    <a:close/>
                    <a:moveTo>
                      <a:pt x="260000" y="140000"/>
                    </a:moveTo>
                    <a:lnTo>
                      <a:pt x="260850" y="140000"/>
                    </a:lnTo>
                    <a:lnTo>
                      <a:pt x="260850" y="140850"/>
                    </a:lnTo>
                    <a:lnTo>
                      <a:pt x="260000" y="140850"/>
                    </a:lnTo>
                    <a:close/>
                    <a:moveTo>
                      <a:pt x="262500" y="142500"/>
                    </a:moveTo>
                    <a:lnTo>
                      <a:pt x="263200" y="142500"/>
                    </a:lnTo>
                    <a:lnTo>
                      <a:pt x="263200" y="143200"/>
                    </a:lnTo>
                    <a:lnTo>
                      <a:pt x="262500" y="143200"/>
                    </a:lnTo>
                    <a:close/>
                    <a:moveTo>
                      <a:pt x="265000" y="140000"/>
                    </a:moveTo>
                    <a:lnTo>
                      <a:pt x="265850" y="140000"/>
                    </a:lnTo>
                    <a:lnTo>
                      <a:pt x="265850" y="140850"/>
                    </a:lnTo>
                    <a:lnTo>
                      <a:pt x="265000" y="140850"/>
                    </a:lnTo>
                    <a:close/>
                    <a:moveTo>
                      <a:pt x="267500" y="142500"/>
                    </a:moveTo>
                    <a:lnTo>
                      <a:pt x="268200" y="142500"/>
                    </a:lnTo>
                    <a:lnTo>
                      <a:pt x="268200" y="143200"/>
                    </a:lnTo>
                    <a:lnTo>
                      <a:pt x="267500" y="143200"/>
                    </a:lnTo>
                    <a:close/>
                    <a:moveTo>
                      <a:pt x="270000" y="140000"/>
                    </a:moveTo>
                    <a:lnTo>
                      <a:pt x="270850" y="140000"/>
                    </a:lnTo>
                    <a:lnTo>
                      <a:pt x="270850" y="140850"/>
                    </a:lnTo>
                    <a:lnTo>
                      <a:pt x="270000" y="140850"/>
                    </a:lnTo>
                    <a:close/>
                    <a:moveTo>
                      <a:pt x="272500" y="142500"/>
                    </a:moveTo>
                    <a:lnTo>
                      <a:pt x="273200" y="142500"/>
                    </a:lnTo>
                    <a:lnTo>
                      <a:pt x="273200" y="143200"/>
                    </a:lnTo>
                    <a:lnTo>
                      <a:pt x="272500" y="143200"/>
                    </a:lnTo>
                    <a:close/>
                    <a:moveTo>
                      <a:pt x="275000" y="140000"/>
                    </a:moveTo>
                    <a:lnTo>
                      <a:pt x="275850" y="140000"/>
                    </a:lnTo>
                    <a:lnTo>
                      <a:pt x="275850" y="140850"/>
                    </a:lnTo>
                    <a:lnTo>
                      <a:pt x="275000" y="140850"/>
                    </a:lnTo>
                    <a:close/>
                    <a:moveTo>
                      <a:pt x="277500" y="142500"/>
                    </a:moveTo>
                    <a:lnTo>
                      <a:pt x="278200" y="142500"/>
                    </a:lnTo>
                    <a:lnTo>
                      <a:pt x="278200" y="143200"/>
                    </a:lnTo>
                    <a:lnTo>
                      <a:pt x="277500" y="143200"/>
                    </a:lnTo>
                    <a:close/>
                    <a:moveTo>
                      <a:pt x="280000" y="140000"/>
                    </a:moveTo>
                    <a:lnTo>
                      <a:pt x="280850" y="140000"/>
                    </a:lnTo>
                    <a:lnTo>
                      <a:pt x="280850" y="140850"/>
                    </a:lnTo>
                    <a:lnTo>
                      <a:pt x="280000" y="140850"/>
                    </a:lnTo>
                    <a:close/>
                    <a:moveTo>
                      <a:pt x="282500" y="142500"/>
                    </a:moveTo>
                    <a:lnTo>
                      <a:pt x="283200" y="142500"/>
                    </a:lnTo>
                    <a:lnTo>
                      <a:pt x="283200" y="143200"/>
                    </a:lnTo>
                    <a:lnTo>
                      <a:pt x="282500" y="143200"/>
                    </a:lnTo>
                    <a:close/>
                    <a:moveTo>
                      <a:pt x="285000" y="140000"/>
                    </a:moveTo>
                    <a:lnTo>
                      <a:pt x="285850" y="140000"/>
                    </a:lnTo>
                    <a:lnTo>
                      <a:pt x="285850" y="140850"/>
                    </a:lnTo>
                    <a:lnTo>
                      <a:pt x="285000" y="140850"/>
                    </a:lnTo>
                    <a:close/>
                    <a:moveTo>
                      <a:pt x="287500" y="142500"/>
                    </a:moveTo>
                    <a:lnTo>
                      <a:pt x="288200" y="142500"/>
                    </a:lnTo>
                    <a:lnTo>
                      <a:pt x="288200" y="143200"/>
                    </a:lnTo>
                    <a:lnTo>
                      <a:pt x="287500" y="143200"/>
                    </a:lnTo>
                    <a:close/>
                    <a:moveTo>
                      <a:pt x="0" y="145000"/>
                    </a:moveTo>
                    <a:lnTo>
                      <a:pt x="850" y="145000"/>
                    </a:lnTo>
                    <a:lnTo>
                      <a:pt x="850" y="145850"/>
                    </a:lnTo>
                    <a:lnTo>
                      <a:pt x="0" y="145850"/>
                    </a:lnTo>
                    <a:close/>
                    <a:moveTo>
                      <a:pt x="2500" y="147500"/>
                    </a:moveTo>
                    <a:lnTo>
                      <a:pt x="3200" y="147500"/>
                    </a:lnTo>
                    <a:lnTo>
                      <a:pt x="3200" y="148200"/>
                    </a:lnTo>
                    <a:lnTo>
                      <a:pt x="2500" y="148200"/>
                    </a:lnTo>
                    <a:close/>
                    <a:moveTo>
                      <a:pt x="5000" y="145000"/>
                    </a:moveTo>
                    <a:lnTo>
                      <a:pt x="5850" y="145000"/>
                    </a:lnTo>
                    <a:lnTo>
                      <a:pt x="5850" y="145850"/>
                    </a:lnTo>
                    <a:lnTo>
                      <a:pt x="5000" y="145850"/>
                    </a:lnTo>
                    <a:close/>
                    <a:moveTo>
                      <a:pt x="7500" y="147500"/>
                    </a:moveTo>
                    <a:lnTo>
                      <a:pt x="8200" y="147500"/>
                    </a:lnTo>
                    <a:lnTo>
                      <a:pt x="8200" y="148200"/>
                    </a:lnTo>
                    <a:lnTo>
                      <a:pt x="7500" y="148200"/>
                    </a:lnTo>
                    <a:close/>
                    <a:moveTo>
                      <a:pt x="10000" y="145000"/>
                    </a:moveTo>
                    <a:lnTo>
                      <a:pt x="10850" y="145000"/>
                    </a:lnTo>
                    <a:lnTo>
                      <a:pt x="10850" y="145850"/>
                    </a:lnTo>
                    <a:lnTo>
                      <a:pt x="10000" y="145850"/>
                    </a:lnTo>
                    <a:close/>
                    <a:moveTo>
                      <a:pt x="12500" y="147500"/>
                    </a:moveTo>
                    <a:lnTo>
                      <a:pt x="13200" y="147500"/>
                    </a:lnTo>
                    <a:lnTo>
                      <a:pt x="13200" y="148200"/>
                    </a:lnTo>
                    <a:lnTo>
                      <a:pt x="12500" y="148200"/>
                    </a:lnTo>
                    <a:close/>
                    <a:moveTo>
                      <a:pt x="15000" y="145000"/>
                    </a:moveTo>
                    <a:lnTo>
                      <a:pt x="15850" y="145000"/>
                    </a:lnTo>
                    <a:lnTo>
                      <a:pt x="15850" y="145850"/>
                    </a:lnTo>
                    <a:lnTo>
                      <a:pt x="15000" y="145850"/>
                    </a:lnTo>
                    <a:close/>
                    <a:moveTo>
                      <a:pt x="17500" y="147500"/>
                    </a:moveTo>
                    <a:lnTo>
                      <a:pt x="18200" y="147500"/>
                    </a:lnTo>
                    <a:lnTo>
                      <a:pt x="18200" y="148200"/>
                    </a:lnTo>
                    <a:lnTo>
                      <a:pt x="17500" y="148200"/>
                    </a:lnTo>
                    <a:close/>
                    <a:moveTo>
                      <a:pt x="20000" y="145000"/>
                    </a:moveTo>
                    <a:lnTo>
                      <a:pt x="20850" y="145000"/>
                    </a:lnTo>
                    <a:lnTo>
                      <a:pt x="20850" y="145850"/>
                    </a:lnTo>
                    <a:lnTo>
                      <a:pt x="20000" y="145850"/>
                    </a:lnTo>
                    <a:close/>
                    <a:moveTo>
                      <a:pt x="22500" y="147500"/>
                    </a:moveTo>
                    <a:lnTo>
                      <a:pt x="23200" y="147500"/>
                    </a:lnTo>
                    <a:lnTo>
                      <a:pt x="23200" y="148200"/>
                    </a:lnTo>
                    <a:lnTo>
                      <a:pt x="22500" y="148200"/>
                    </a:lnTo>
                    <a:close/>
                    <a:moveTo>
                      <a:pt x="25000" y="145000"/>
                    </a:moveTo>
                    <a:lnTo>
                      <a:pt x="25850" y="145000"/>
                    </a:lnTo>
                    <a:lnTo>
                      <a:pt x="25850" y="145850"/>
                    </a:lnTo>
                    <a:lnTo>
                      <a:pt x="25000" y="145850"/>
                    </a:lnTo>
                    <a:close/>
                    <a:moveTo>
                      <a:pt x="27500" y="147500"/>
                    </a:moveTo>
                    <a:lnTo>
                      <a:pt x="28200" y="147500"/>
                    </a:lnTo>
                    <a:lnTo>
                      <a:pt x="28200" y="148200"/>
                    </a:lnTo>
                    <a:lnTo>
                      <a:pt x="27500" y="148200"/>
                    </a:lnTo>
                    <a:close/>
                    <a:moveTo>
                      <a:pt x="30000" y="145000"/>
                    </a:moveTo>
                    <a:lnTo>
                      <a:pt x="30850" y="145000"/>
                    </a:lnTo>
                    <a:lnTo>
                      <a:pt x="30850" y="145850"/>
                    </a:lnTo>
                    <a:lnTo>
                      <a:pt x="30000" y="145850"/>
                    </a:lnTo>
                    <a:close/>
                    <a:moveTo>
                      <a:pt x="32500" y="147500"/>
                    </a:moveTo>
                    <a:lnTo>
                      <a:pt x="33200" y="147500"/>
                    </a:lnTo>
                    <a:lnTo>
                      <a:pt x="33200" y="148200"/>
                    </a:lnTo>
                    <a:lnTo>
                      <a:pt x="32500" y="148200"/>
                    </a:lnTo>
                    <a:close/>
                    <a:moveTo>
                      <a:pt x="35000" y="145000"/>
                    </a:moveTo>
                    <a:lnTo>
                      <a:pt x="35850" y="145000"/>
                    </a:lnTo>
                    <a:lnTo>
                      <a:pt x="35850" y="145850"/>
                    </a:lnTo>
                    <a:lnTo>
                      <a:pt x="35000" y="145850"/>
                    </a:lnTo>
                    <a:close/>
                    <a:moveTo>
                      <a:pt x="37500" y="147500"/>
                    </a:moveTo>
                    <a:lnTo>
                      <a:pt x="38200" y="147500"/>
                    </a:lnTo>
                    <a:lnTo>
                      <a:pt x="38200" y="148200"/>
                    </a:lnTo>
                    <a:lnTo>
                      <a:pt x="37500" y="148200"/>
                    </a:lnTo>
                    <a:close/>
                    <a:moveTo>
                      <a:pt x="40000" y="145000"/>
                    </a:moveTo>
                    <a:lnTo>
                      <a:pt x="40850" y="145000"/>
                    </a:lnTo>
                    <a:lnTo>
                      <a:pt x="40850" y="145850"/>
                    </a:lnTo>
                    <a:lnTo>
                      <a:pt x="40000" y="145850"/>
                    </a:lnTo>
                    <a:close/>
                    <a:moveTo>
                      <a:pt x="42500" y="147500"/>
                    </a:moveTo>
                    <a:lnTo>
                      <a:pt x="43200" y="147500"/>
                    </a:lnTo>
                    <a:lnTo>
                      <a:pt x="43200" y="148200"/>
                    </a:lnTo>
                    <a:lnTo>
                      <a:pt x="42500" y="148200"/>
                    </a:lnTo>
                    <a:close/>
                    <a:moveTo>
                      <a:pt x="45000" y="145000"/>
                    </a:moveTo>
                    <a:lnTo>
                      <a:pt x="45850" y="145000"/>
                    </a:lnTo>
                    <a:lnTo>
                      <a:pt x="45850" y="145850"/>
                    </a:lnTo>
                    <a:lnTo>
                      <a:pt x="45000" y="145850"/>
                    </a:lnTo>
                    <a:close/>
                    <a:moveTo>
                      <a:pt x="47500" y="147500"/>
                    </a:moveTo>
                    <a:lnTo>
                      <a:pt x="48200" y="147500"/>
                    </a:lnTo>
                    <a:lnTo>
                      <a:pt x="48200" y="148200"/>
                    </a:lnTo>
                    <a:lnTo>
                      <a:pt x="47500" y="148200"/>
                    </a:lnTo>
                    <a:close/>
                    <a:moveTo>
                      <a:pt x="50000" y="145000"/>
                    </a:moveTo>
                    <a:lnTo>
                      <a:pt x="50850" y="145000"/>
                    </a:lnTo>
                    <a:lnTo>
                      <a:pt x="50850" y="145850"/>
                    </a:lnTo>
                    <a:lnTo>
                      <a:pt x="50000" y="145850"/>
                    </a:lnTo>
                    <a:close/>
                    <a:moveTo>
                      <a:pt x="52500" y="147500"/>
                    </a:moveTo>
                    <a:lnTo>
                      <a:pt x="53200" y="147500"/>
                    </a:lnTo>
                    <a:lnTo>
                      <a:pt x="53200" y="148200"/>
                    </a:lnTo>
                    <a:lnTo>
                      <a:pt x="52500" y="148200"/>
                    </a:lnTo>
                    <a:close/>
                    <a:moveTo>
                      <a:pt x="55000" y="145000"/>
                    </a:moveTo>
                    <a:lnTo>
                      <a:pt x="55850" y="145000"/>
                    </a:lnTo>
                    <a:lnTo>
                      <a:pt x="55850" y="145850"/>
                    </a:lnTo>
                    <a:lnTo>
                      <a:pt x="55000" y="145850"/>
                    </a:lnTo>
                    <a:close/>
                    <a:moveTo>
                      <a:pt x="57500" y="147500"/>
                    </a:moveTo>
                    <a:lnTo>
                      <a:pt x="58200" y="147500"/>
                    </a:lnTo>
                    <a:lnTo>
                      <a:pt x="58200" y="148200"/>
                    </a:lnTo>
                    <a:lnTo>
                      <a:pt x="57500" y="148200"/>
                    </a:lnTo>
                    <a:close/>
                    <a:moveTo>
                      <a:pt x="60000" y="145000"/>
                    </a:moveTo>
                    <a:lnTo>
                      <a:pt x="60850" y="145000"/>
                    </a:lnTo>
                    <a:lnTo>
                      <a:pt x="60850" y="145850"/>
                    </a:lnTo>
                    <a:lnTo>
                      <a:pt x="60000" y="145850"/>
                    </a:lnTo>
                    <a:close/>
                    <a:moveTo>
                      <a:pt x="62500" y="147500"/>
                    </a:moveTo>
                    <a:lnTo>
                      <a:pt x="63200" y="147500"/>
                    </a:lnTo>
                    <a:lnTo>
                      <a:pt x="63200" y="148200"/>
                    </a:lnTo>
                    <a:lnTo>
                      <a:pt x="62500" y="148200"/>
                    </a:lnTo>
                    <a:close/>
                    <a:moveTo>
                      <a:pt x="65000" y="145000"/>
                    </a:moveTo>
                    <a:lnTo>
                      <a:pt x="65850" y="145000"/>
                    </a:lnTo>
                    <a:lnTo>
                      <a:pt x="65850" y="145850"/>
                    </a:lnTo>
                    <a:lnTo>
                      <a:pt x="65000" y="145850"/>
                    </a:lnTo>
                    <a:close/>
                    <a:moveTo>
                      <a:pt x="67500" y="147500"/>
                    </a:moveTo>
                    <a:lnTo>
                      <a:pt x="68200" y="147500"/>
                    </a:lnTo>
                    <a:lnTo>
                      <a:pt x="68200" y="148200"/>
                    </a:lnTo>
                    <a:lnTo>
                      <a:pt x="67500" y="148200"/>
                    </a:lnTo>
                    <a:close/>
                    <a:moveTo>
                      <a:pt x="70000" y="145000"/>
                    </a:moveTo>
                    <a:lnTo>
                      <a:pt x="70850" y="145000"/>
                    </a:lnTo>
                    <a:lnTo>
                      <a:pt x="70850" y="145850"/>
                    </a:lnTo>
                    <a:lnTo>
                      <a:pt x="70000" y="145850"/>
                    </a:lnTo>
                    <a:close/>
                    <a:moveTo>
                      <a:pt x="72500" y="147500"/>
                    </a:moveTo>
                    <a:lnTo>
                      <a:pt x="73200" y="147500"/>
                    </a:lnTo>
                    <a:lnTo>
                      <a:pt x="73200" y="148200"/>
                    </a:lnTo>
                    <a:lnTo>
                      <a:pt x="72500" y="148200"/>
                    </a:lnTo>
                    <a:close/>
                    <a:moveTo>
                      <a:pt x="75000" y="145000"/>
                    </a:moveTo>
                    <a:lnTo>
                      <a:pt x="75850" y="145000"/>
                    </a:lnTo>
                    <a:lnTo>
                      <a:pt x="75850" y="145850"/>
                    </a:lnTo>
                    <a:lnTo>
                      <a:pt x="75000" y="145850"/>
                    </a:lnTo>
                    <a:close/>
                    <a:moveTo>
                      <a:pt x="77500" y="147500"/>
                    </a:moveTo>
                    <a:lnTo>
                      <a:pt x="78200" y="147500"/>
                    </a:lnTo>
                    <a:lnTo>
                      <a:pt x="78200" y="148200"/>
                    </a:lnTo>
                    <a:lnTo>
                      <a:pt x="77500" y="148200"/>
                    </a:lnTo>
                    <a:close/>
                    <a:moveTo>
                      <a:pt x="80000" y="145000"/>
                    </a:moveTo>
                    <a:lnTo>
                      <a:pt x="80850" y="145000"/>
                    </a:lnTo>
                    <a:lnTo>
                      <a:pt x="80850" y="145850"/>
                    </a:lnTo>
                    <a:lnTo>
                      <a:pt x="80000" y="145850"/>
                    </a:lnTo>
                    <a:close/>
                    <a:moveTo>
                      <a:pt x="82500" y="147500"/>
                    </a:moveTo>
                    <a:lnTo>
                      <a:pt x="83200" y="147500"/>
                    </a:lnTo>
                    <a:lnTo>
                      <a:pt x="83200" y="148200"/>
                    </a:lnTo>
                    <a:lnTo>
                      <a:pt x="82500" y="148200"/>
                    </a:lnTo>
                    <a:close/>
                    <a:moveTo>
                      <a:pt x="85000" y="145000"/>
                    </a:moveTo>
                    <a:lnTo>
                      <a:pt x="85850" y="145000"/>
                    </a:lnTo>
                    <a:lnTo>
                      <a:pt x="85850" y="145850"/>
                    </a:lnTo>
                    <a:lnTo>
                      <a:pt x="85000" y="145850"/>
                    </a:lnTo>
                    <a:close/>
                    <a:moveTo>
                      <a:pt x="87500" y="147500"/>
                    </a:moveTo>
                    <a:lnTo>
                      <a:pt x="88200" y="147500"/>
                    </a:lnTo>
                    <a:lnTo>
                      <a:pt x="88200" y="148200"/>
                    </a:lnTo>
                    <a:lnTo>
                      <a:pt x="87500" y="148200"/>
                    </a:lnTo>
                    <a:close/>
                    <a:moveTo>
                      <a:pt x="90000" y="145000"/>
                    </a:moveTo>
                    <a:lnTo>
                      <a:pt x="90850" y="145000"/>
                    </a:lnTo>
                    <a:lnTo>
                      <a:pt x="90850" y="145850"/>
                    </a:lnTo>
                    <a:lnTo>
                      <a:pt x="90000" y="145850"/>
                    </a:lnTo>
                    <a:close/>
                    <a:moveTo>
                      <a:pt x="92500" y="147500"/>
                    </a:moveTo>
                    <a:lnTo>
                      <a:pt x="93200" y="147500"/>
                    </a:lnTo>
                    <a:lnTo>
                      <a:pt x="93200" y="148200"/>
                    </a:lnTo>
                    <a:lnTo>
                      <a:pt x="92500" y="148200"/>
                    </a:lnTo>
                    <a:close/>
                    <a:moveTo>
                      <a:pt x="95000" y="145000"/>
                    </a:moveTo>
                    <a:lnTo>
                      <a:pt x="95850" y="145000"/>
                    </a:lnTo>
                    <a:lnTo>
                      <a:pt x="95850" y="145850"/>
                    </a:lnTo>
                    <a:lnTo>
                      <a:pt x="95000" y="145850"/>
                    </a:lnTo>
                    <a:close/>
                    <a:moveTo>
                      <a:pt x="97500" y="147500"/>
                    </a:moveTo>
                    <a:lnTo>
                      <a:pt x="98200" y="147500"/>
                    </a:lnTo>
                    <a:lnTo>
                      <a:pt x="98200" y="148200"/>
                    </a:lnTo>
                    <a:lnTo>
                      <a:pt x="97500" y="148200"/>
                    </a:lnTo>
                    <a:close/>
                    <a:moveTo>
                      <a:pt x="100000" y="145000"/>
                    </a:moveTo>
                    <a:lnTo>
                      <a:pt x="100850" y="145000"/>
                    </a:lnTo>
                    <a:lnTo>
                      <a:pt x="100850" y="145850"/>
                    </a:lnTo>
                    <a:lnTo>
                      <a:pt x="100000" y="145850"/>
                    </a:lnTo>
                    <a:close/>
                    <a:moveTo>
                      <a:pt x="102500" y="147500"/>
                    </a:moveTo>
                    <a:lnTo>
                      <a:pt x="103200" y="147500"/>
                    </a:lnTo>
                    <a:lnTo>
                      <a:pt x="103200" y="148200"/>
                    </a:lnTo>
                    <a:lnTo>
                      <a:pt x="102500" y="148200"/>
                    </a:lnTo>
                    <a:close/>
                    <a:moveTo>
                      <a:pt x="105000" y="145000"/>
                    </a:moveTo>
                    <a:lnTo>
                      <a:pt x="105850" y="145000"/>
                    </a:lnTo>
                    <a:lnTo>
                      <a:pt x="105850" y="145850"/>
                    </a:lnTo>
                    <a:lnTo>
                      <a:pt x="105000" y="145850"/>
                    </a:lnTo>
                    <a:close/>
                    <a:moveTo>
                      <a:pt x="107500" y="147500"/>
                    </a:moveTo>
                    <a:lnTo>
                      <a:pt x="108200" y="147500"/>
                    </a:lnTo>
                    <a:lnTo>
                      <a:pt x="108200" y="148200"/>
                    </a:lnTo>
                    <a:lnTo>
                      <a:pt x="107500" y="148200"/>
                    </a:lnTo>
                    <a:close/>
                    <a:moveTo>
                      <a:pt x="110000" y="145000"/>
                    </a:moveTo>
                    <a:lnTo>
                      <a:pt x="110850" y="145000"/>
                    </a:lnTo>
                    <a:lnTo>
                      <a:pt x="110850" y="145850"/>
                    </a:lnTo>
                    <a:lnTo>
                      <a:pt x="110000" y="145850"/>
                    </a:lnTo>
                    <a:close/>
                    <a:moveTo>
                      <a:pt x="112500" y="147500"/>
                    </a:moveTo>
                    <a:lnTo>
                      <a:pt x="113200" y="147500"/>
                    </a:lnTo>
                    <a:lnTo>
                      <a:pt x="113200" y="148200"/>
                    </a:lnTo>
                    <a:lnTo>
                      <a:pt x="112500" y="148200"/>
                    </a:lnTo>
                    <a:close/>
                    <a:moveTo>
                      <a:pt x="115000" y="145000"/>
                    </a:moveTo>
                    <a:lnTo>
                      <a:pt x="115850" y="145000"/>
                    </a:lnTo>
                    <a:lnTo>
                      <a:pt x="115850" y="145850"/>
                    </a:lnTo>
                    <a:lnTo>
                      <a:pt x="115000" y="145850"/>
                    </a:lnTo>
                    <a:close/>
                    <a:moveTo>
                      <a:pt x="117500" y="147500"/>
                    </a:moveTo>
                    <a:lnTo>
                      <a:pt x="118200" y="147500"/>
                    </a:lnTo>
                    <a:lnTo>
                      <a:pt x="118200" y="148200"/>
                    </a:lnTo>
                    <a:lnTo>
                      <a:pt x="117500" y="148200"/>
                    </a:lnTo>
                    <a:close/>
                    <a:moveTo>
                      <a:pt x="120000" y="145000"/>
                    </a:moveTo>
                    <a:lnTo>
                      <a:pt x="120850" y="145000"/>
                    </a:lnTo>
                    <a:lnTo>
                      <a:pt x="120850" y="145850"/>
                    </a:lnTo>
                    <a:lnTo>
                      <a:pt x="120000" y="145850"/>
                    </a:lnTo>
                    <a:close/>
                    <a:moveTo>
                      <a:pt x="122500" y="147500"/>
                    </a:moveTo>
                    <a:lnTo>
                      <a:pt x="123200" y="147500"/>
                    </a:lnTo>
                    <a:lnTo>
                      <a:pt x="123200" y="148200"/>
                    </a:lnTo>
                    <a:lnTo>
                      <a:pt x="122500" y="148200"/>
                    </a:lnTo>
                    <a:close/>
                    <a:moveTo>
                      <a:pt x="125000" y="145000"/>
                    </a:moveTo>
                    <a:lnTo>
                      <a:pt x="125850" y="145000"/>
                    </a:lnTo>
                    <a:lnTo>
                      <a:pt x="125850" y="145850"/>
                    </a:lnTo>
                    <a:lnTo>
                      <a:pt x="125000" y="145850"/>
                    </a:lnTo>
                    <a:close/>
                    <a:moveTo>
                      <a:pt x="127500" y="147500"/>
                    </a:moveTo>
                    <a:lnTo>
                      <a:pt x="128200" y="147500"/>
                    </a:lnTo>
                    <a:lnTo>
                      <a:pt x="128200" y="148200"/>
                    </a:lnTo>
                    <a:lnTo>
                      <a:pt x="127500" y="148200"/>
                    </a:lnTo>
                    <a:close/>
                    <a:moveTo>
                      <a:pt x="130000" y="145000"/>
                    </a:moveTo>
                    <a:lnTo>
                      <a:pt x="130850" y="145000"/>
                    </a:lnTo>
                    <a:lnTo>
                      <a:pt x="130850" y="145850"/>
                    </a:lnTo>
                    <a:lnTo>
                      <a:pt x="130000" y="145850"/>
                    </a:lnTo>
                    <a:close/>
                    <a:moveTo>
                      <a:pt x="132500" y="147500"/>
                    </a:moveTo>
                    <a:lnTo>
                      <a:pt x="133200" y="147500"/>
                    </a:lnTo>
                    <a:lnTo>
                      <a:pt x="133200" y="148200"/>
                    </a:lnTo>
                    <a:lnTo>
                      <a:pt x="132500" y="148200"/>
                    </a:lnTo>
                    <a:close/>
                    <a:moveTo>
                      <a:pt x="135000" y="145000"/>
                    </a:moveTo>
                    <a:lnTo>
                      <a:pt x="135850" y="145000"/>
                    </a:lnTo>
                    <a:lnTo>
                      <a:pt x="135850" y="145850"/>
                    </a:lnTo>
                    <a:lnTo>
                      <a:pt x="135000" y="145850"/>
                    </a:lnTo>
                    <a:close/>
                    <a:moveTo>
                      <a:pt x="137500" y="147500"/>
                    </a:moveTo>
                    <a:lnTo>
                      <a:pt x="138200" y="147500"/>
                    </a:lnTo>
                    <a:lnTo>
                      <a:pt x="138200" y="148200"/>
                    </a:lnTo>
                    <a:lnTo>
                      <a:pt x="137500" y="148200"/>
                    </a:lnTo>
                    <a:close/>
                    <a:moveTo>
                      <a:pt x="140000" y="145000"/>
                    </a:moveTo>
                    <a:lnTo>
                      <a:pt x="140850" y="145000"/>
                    </a:lnTo>
                    <a:lnTo>
                      <a:pt x="140850" y="145850"/>
                    </a:lnTo>
                    <a:lnTo>
                      <a:pt x="140000" y="145850"/>
                    </a:lnTo>
                    <a:close/>
                    <a:moveTo>
                      <a:pt x="142500" y="147500"/>
                    </a:moveTo>
                    <a:lnTo>
                      <a:pt x="143200" y="147500"/>
                    </a:lnTo>
                    <a:lnTo>
                      <a:pt x="143200" y="148200"/>
                    </a:lnTo>
                    <a:lnTo>
                      <a:pt x="142500" y="148200"/>
                    </a:lnTo>
                    <a:close/>
                    <a:moveTo>
                      <a:pt x="145000" y="145000"/>
                    </a:moveTo>
                    <a:lnTo>
                      <a:pt x="145850" y="145000"/>
                    </a:lnTo>
                    <a:lnTo>
                      <a:pt x="145850" y="145850"/>
                    </a:lnTo>
                    <a:lnTo>
                      <a:pt x="145000" y="145850"/>
                    </a:lnTo>
                    <a:close/>
                    <a:moveTo>
                      <a:pt x="147500" y="147500"/>
                    </a:moveTo>
                    <a:lnTo>
                      <a:pt x="148200" y="147500"/>
                    </a:lnTo>
                    <a:lnTo>
                      <a:pt x="148200" y="148200"/>
                    </a:lnTo>
                    <a:lnTo>
                      <a:pt x="147500" y="148200"/>
                    </a:lnTo>
                    <a:close/>
                    <a:moveTo>
                      <a:pt x="150000" y="145000"/>
                    </a:moveTo>
                    <a:lnTo>
                      <a:pt x="150850" y="145000"/>
                    </a:lnTo>
                    <a:lnTo>
                      <a:pt x="150850" y="145850"/>
                    </a:lnTo>
                    <a:lnTo>
                      <a:pt x="150000" y="145850"/>
                    </a:lnTo>
                    <a:close/>
                    <a:moveTo>
                      <a:pt x="152500" y="147500"/>
                    </a:moveTo>
                    <a:lnTo>
                      <a:pt x="153200" y="147500"/>
                    </a:lnTo>
                    <a:lnTo>
                      <a:pt x="153200" y="148200"/>
                    </a:lnTo>
                    <a:lnTo>
                      <a:pt x="152500" y="148200"/>
                    </a:lnTo>
                    <a:close/>
                    <a:moveTo>
                      <a:pt x="155000" y="145000"/>
                    </a:moveTo>
                    <a:lnTo>
                      <a:pt x="155850" y="145000"/>
                    </a:lnTo>
                    <a:lnTo>
                      <a:pt x="155850" y="145850"/>
                    </a:lnTo>
                    <a:lnTo>
                      <a:pt x="155000" y="145850"/>
                    </a:lnTo>
                    <a:close/>
                    <a:moveTo>
                      <a:pt x="157500" y="147500"/>
                    </a:moveTo>
                    <a:lnTo>
                      <a:pt x="158200" y="147500"/>
                    </a:lnTo>
                    <a:lnTo>
                      <a:pt x="158200" y="148200"/>
                    </a:lnTo>
                    <a:lnTo>
                      <a:pt x="157500" y="148200"/>
                    </a:lnTo>
                    <a:close/>
                    <a:moveTo>
                      <a:pt x="160000" y="145000"/>
                    </a:moveTo>
                    <a:lnTo>
                      <a:pt x="160850" y="145000"/>
                    </a:lnTo>
                    <a:lnTo>
                      <a:pt x="160850" y="145850"/>
                    </a:lnTo>
                    <a:lnTo>
                      <a:pt x="160000" y="145850"/>
                    </a:lnTo>
                    <a:close/>
                    <a:moveTo>
                      <a:pt x="162500" y="147500"/>
                    </a:moveTo>
                    <a:lnTo>
                      <a:pt x="163200" y="147500"/>
                    </a:lnTo>
                    <a:lnTo>
                      <a:pt x="163200" y="148200"/>
                    </a:lnTo>
                    <a:lnTo>
                      <a:pt x="162500" y="148200"/>
                    </a:lnTo>
                    <a:close/>
                    <a:moveTo>
                      <a:pt x="165000" y="145000"/>
                    </a:moveTo>
                    <a:lnTo>
                      <a:pt x="165850" y="145000"/>
                    </a:lnTo>
                    <a:lnTo>
                      <a:pt x="165850" y="145850"/>
                    </a:lnTo>
                    <a:lnTo>
                      <a:pt x="165000" y="145850"/>
                    </a:lnTo>
                    <a:close/>
                    <a:moveTo>
                      <a:pt x="167500" y="147500"/>
                    </a:moveTo>
                    <a:lnTo>
                      <a:pt x="168200" y="147500"/>
                    </a:lnTo>
                    <a:lnTo>
                      <a:pt x="168200" y="148200"/>
                    </a:lnTo>
                    <a:lnTo>
                      <a:pt x="167500" y="148200"/>
                    </a:lnTo>
                    <a:close/>
                    <a:moveTo>
                      <a:pt x="170000" y="145000"/>
                    </a:moveTo>
                    <a:lnTo>
                      <a:pt x="170850" y="145000"/>
                    </a:lnTo>
                    <a:lnTo>
                      <a:pt x="170850" y="145850"/>
                    </a:lnTo>
                    <a:lnTo>
                      <a:pt x="170000" y="145850"/>
                    </a:lnTo>
                    <a:close/>
                    <a:moveTo>
                      <a:pt x="172500" y="147500"/>
                    </a:moveTo>
                    <a:lnTo>
                      <a:pt x="173200" y="147500"/>
                    </a:lnTo>
                    <a:lnTo>
                      <a:pt x="173200" y="148200"/>
                    </a:lnTo>
                    <a:lnTo>
                      <a:pt x="172500" y="148200"/>
                    </a:lnTo>
                    <a:close/>
                    <a:moveTo>
                      <a:pt x="175000" y="145000"/>
                    </a:moveTo>
                    <a:lnTo>
                      <a:pt x="175850" y="145000"/>
                    </a:lnTo>
                    <a:lnTo>
                      <a:pt x="175850" y="145850"/>
                    </a:lnTo>
                    <a:lnTo>
                      <a:pt x="175000" y="145850"/>
                    </a:lnTo>
                    <a:close/>
                    <a:moveTo>
                      <a:pt x="177500" y="147500"/>
                    </a:moveTo>
                    <a:lnTo>
                      <a:pt x="178200" y="147500"/>
                    </a:lnTo>
                    <a:lnTo>
                      <a:pt x="178200" y="148200"/>
                    </a:lnTo>
                    <a:lnTo>
                      <a:pt x="177500" y="148200"/>
                    </a:lnTo>
                    <a:close/>
                    <a:moveTo>
                      <a:pt x="180000" y="145000"/>
                    </a:moveTo>
                    <a:lnTo>
                      <a:pt x="180850" y="145000"/>
                    </a:lnTo>
                    <a:lnTo>
                      <a:pt x="180850" y="145850"/>
                    </a:lnTo>
                    <a:lnTo>
                      <a:pt x="180000" y="145850"/>
                    </a:lnTo>
                    <a:close/>
                    <a:moveTo>
                      <a:pt x="182500" y="147500"/>
                    </a:moveTo>
                    <a:lnTo>
                      <a:pt x="183200" y="147500"/>
                    </a:lnTo>
                    <a:lnTo>
                      <a:pt x="183200" y="148200"/>
                    </a:lnTo>
                    <a:lnTo>
                      <a:pt x="182500" y="148200"/>
                    </a:lnTo>
                    <a:close/>
                    <a:moveTo>
                      <a:pt x="185000" y="145000"/>
                    </a:moveTo>
                    <a:lnTo>
                      <a:pt x="185850" y="145000"/>
                    </a:lnTo>
                    <a:lnTo>
                      <a:pt x="185850" y="145850"/>
                    </a:lnTo>
                    <a:lnTo>
                      <a:pt x="185000" y="145850"/>
                    </a:lnTo>
                    <a:close/>
                    <a:moveTo>
                      <a:pt x="187500" y="147500"/>
                    </a:moveTo>
                    <a:lnTo>
                      <a:pt x="188200" y="147500"/>
                    </a:lnTo>
                    <a:lnTo>
                      <a:pt x="188200" y="148200"/>
                    </a:lnTo>
                    <a:lnTo>
                      <a:pt x="187500" y="148200"/>
                    </a:lnTo>
                    <a:close/>
                    <a:moveTo>
                      <a:pt x="190000" y="145000"/>
                    </a:moveTo>
                    <a:lnTo>
                      <a:pt x="190850" y="145000"/>
                    </a:lnTo>
                    <a:lnTo>
                      <a:pt x="190850" y="145850"/>
                    </a:lnTo>
                    <a:lnTo>
                      <a:pt x="190000" y="145850"/>
                    </a:lnTo>
                    <a:close/>
                    <a:moveTo>
                      <a:pt x="192500" y="147500"/>
                    </a:moveTo>
                    <a:lnTo>
                      <a:pt x="193200" y="147500"/>
                    </a:lnTo>
                    <a:lnTo>
                      <a:pt x="193200" y="148200"/>
                    </a:lnTo>
                    <a:lnTo>
                      <a:pt x="192500" y="148200"/>
                    </a:lnTo>
                    <a:close/>
                    <a:moveTo>
                      <a:pt x="195000" y="145000"/>
                    </a:moveTo>
                    <a:lnTo>
                      <a:pt x="195850" y="145000"/>
                    </a:lnTo>
                    <a:lnTo>
                      <a:pt x="195850" y="145850"/>
                    </a:lnTo>
                    <a:lnTo>
                      <a:pt x="195000" y="145850"/>
                    </a:lnTo>
                    <a:close/>
                    <a:moveTo>
                      <a:pt x="197500" y="147500"/>
                    </a:moveTo>
                    <a:lnTo>
                      <a:pt x="198200" y="147500"/>
                    </a:lnTo>
                    <a:lnTo>
                      <a:pt x="198200" y="148200"/>
                    </a:lnTo>
                    <a:lnTo>
                      <a:pt x="197500" y="148200"/>
                    </a:lnTo>
                    <a:close/>
                    <a:moveTo>
                      <a:pt x="200000" y="145000"/>
                    </a:moveTo>
                    <a:lnTo>
                      <a:pt x="200850" y="145000"/>
                    </a:lnTo>
                    <a:lnTo>
                      <a:pt x="200850" y="145850"/>
                    </a:lnTo>
                    <a:lnTo>
                      <a:pt x="200000" y="145850"/>
                    </a:lnTo>
                    <a:close/>
                    <a:moveTo>
                      <a:pt x="202500" y="147500"/>
                    </a:moveTo>
                    <a:lnTo>
                      <a:pt x="203200" y="147500"/>
                    </a:lnTo>
                    <a:lnTo>
                      <a:pt x="203200" y="148200"/>
                    </a:lnTo>
                    <a:lnTo>
                      <a:pt x="202500" y="148200"/>
                    </a:lnTo>
                    <a:close/>
                    <a:moveTo>
                      <a:pt x="205000" y="145000"/>
                    </a:moveTo>
                    <a:lnTo>
                      <a:pt x="205850" y="145000"/>
                    </a:lnTo>
                    <a:lnTo>
                      <a:pt x="205850" y="145850"/>
                    </a:lnTo>
                    <a:lnTo>
                      <a:pt x="205000" y="145850"/>
                    </a:lnTo>
                    <a:close/>
                    <a:moveTo>
                      <a:pt x="207500" y="147500"/>
                    </a:moveTo>
                    <a:lnTo>
                      <a:pt x="208200" y="147500"/>
                    </a:lnTo>
                    <a:lnTo>
                      <a:pt x="208200" y="148200"/>
                    </a:lnTo>
                    <a:lnTo>
                      <a:pt x="207500" y="148200"/>
                    </a:lnTo>
                    <a:close/>
                    <a:moveTo>
                      <a:pt x="210000" y="145000"/>
                    </a:moveTo>
                    <a:lnTo>
                      <a:pt x="210850" y="145000"/>
                    </a:lnTo>
                    <a:lnTo>
                      <a:pt x="210850" y="145850"/>
                    </a:lnTo>
                    <a:lnTo>
                      <a:pt x="210000" y="145850"/>
                    </a:lnTo>
                    <a:close/>
                    <a:moveTo>
                      <a:pt x="212500" y="147500"/>
                    </a:moveTo>
                    <a:lnTo>
                      <a:pt x="213200" y="147500"/>
                    </a:lnTo>
                    <a:lnTo>
                      <a:pt x="213200" y="148200"/>
                    </a:lnTo>
                    <a:lnTo>
                      <a:pt x="212500" y="148200"/>
                    </a:lnTo>
                    <a:close/>
                    <a:moveTo>
                      <a:pt x="215000" y="145000"/>
                    </a:moveTo>
                    <a:lnTo>
                      <a:pt x="215850" y="145000"/>
                    </a:lnTo>
                    <a:lnTo>
                      <a:pt x="215850" y="145850"/>
                    </a:lnTo>
                    <a:lnTo>
                      <a:pt x="215000" y="145850"/>
                    </a:lnTo>
                    <a:close/>
                    <a:moveTo>
                      <a:pt x="217500" y="147500"/>
                    </a:moveTo>
                    <a:lnTo>
                      <a:pt x="218200" y="147500"/>
                    </a:lnTo>
                    <a:lnTo>
                      <a:pt x="218200" y="148200"/>
                    </a:lnTo>
                    <a:lnTo>
                      <a:pt x="217500" y="148200"/>
                    </a:lnTo>
                    <a:close/>
                    <a:moveTo>
                      <a:pt x="220000" y="145000"/>
                    </a:moveTo>
                    <a:lnTo>
                      <a:pt x="220850" y="145000"/>
                    </a:lnTo>
                    <a:lnTo>
                      <a:pt x="220850" y="145850"/>
                    </a:lnTo>
                    <a:lnTo>
                      <a:pt x="220000" y="145850"/>
                    </a:lnTo>
                    <a:close/>
                    <a:moveTo>
                      <a:pt x="222500" y="147500"/>
                    </a:moveTo>
                    <a:lnTo>
                      <a:pt x="223200" y="147500"/>
                    </a:lnTo>
                    <a:lnTo>
                      <a:pt x="223200" y="148200"/>
                    </a:lnTo>
                    <a:lnTo>
                      <a:pt x="222500" y="148200"/>
                    </a:lnTo>
                    <a:close/>
                    <a:moveTo>
                      <a:pt x="225000" y="145000"/>
                    </a:moveTo>
                    <a:lnTo>
                      <a:pt x="225850" y="145000"/>
                    </a:lnTo>
                    <a:lnTo>
                      <a:pt x="225850" y="145850"/>
                    </a:lnTo>
                    <a:lnTo>
                      <a:pt x="225000" y="145850"/>
                    </a:lnTo>
                    <a:close/>
                    <a:moveTo>
                      <a:pt x="227500" y="147500"/>
                    </a:moveTo>
                    <a:lnTo>
                      <a:pt x="228200" y="147500"/>
                    </a:lnTo>
                    <a:lnTo>
                      <a:pt x="228200" y="148200"/>
                    </a:lnTo>
                    <a:lnTo>
                      <a:pt x="227500" y="148200"/>
                    </a:lnTo>
                    <a:close/>
                    <a:moveTo>
                      <a:pt x="230000" y="145000"/>
                    </a:moveTo>
                    <a:lnTo>
                      <a:pt x="230850" y="145000"/>
                    </a:lnTo>
                    <a:lnTo>
                      <a:pt x="230850" y="145850"/>
                    </a:lnTo>
                    <a:lnTo>
                      <a:pt x="230000" y="145850"/>
                    </a:lnTo>
                    <a:close/>
                    <a:moveTo>
                      <a:pt x="232500" y="147500"/>
                    </a:moveTo>
                    <a:lnTo>
                      <a:pt x="233200" y="147500"/>
                    </a:lnTo>
                    <a:lnTo>
                      <a:pt x="233200" y="148200"/>
                    </a:lnTo>
                    <a:lnTo>
                      <a:pt x="232500" y="148200"/>
                    </a:lnTo>
                    <a:close/>
                    <a:moveTo>
                      <a:pt x="235000" y="145000"/>
                    </a:moveTo>
                    <a:lnTo>
                      <a:pt x="235850" y="145000"/>
                    </a:lnTo>
                    <a:lnTo>
                      <a:pt x="235850" y="145850"/>
                    </a:lnTo>
                    <a:lnTo>
                      <a:pt x="235000" y="145850"/>
                    </a:lnTo>
                    <a:close/>
                    <a:moveTo>
                      <a:pt x="237500" y="147500"/>
                    </a:moveTo>
                    <a:lnTo>
                      <a:pt x="238200" y="147500"/>
                    </a:lnTo>
                    <a:lnTo>
                      <a:pt x="238200" y="148200"/>
                    </a:lnTo>
                    <a:lnTo>
                      <a:pt x="237500" y="148200"/>
                    </a:lnTo>
                    <a:close/>
                    <a:moveTo>
                      <a:pt x="240000" y="145000"/>
                    </a:moveTo>
                    <a:lnTo>
                      <a:pt x="240850" y="145000"/>
                    </a:lnTo>
                    <a:lnTo>
                      <a:pt x="240850" y="145850"/>
                    </a:lnTo>
                    <a:lnTo>
                      <a:pt x="240000" y="145850"/>
                    </a:lnTo>
                    <a:close/>
                    <a:moveTo>
                      <a:pt x="242500" y="147500"/>
                    </a:moveTo>
                    <a:lnTo>
                      <a:pt x="243200" y="147500"/>
                    </a:lnTo>
                    <a:lnTo>
                      <a:pt x="243200" y="148200"/>
                    </a:lnTo>
                    <a:lnTo>
                      <a:pt x="242500" y="148200"/>
                    </a:lnTo>
                    <a:close/>
                    <a:moveTo>
                      <a:pt x="245000" y="145000"/>
                    </a:moveTo>
                    <a:lnTo>
                      <a:pt x="245850" y="145000"/>
                    </a:lnTo>
                    <a:lnTo>
                      <a:pt x="245850" y="145850"/>
                    </a:lnTo>
                    <a:lnTo>
                      <a:pt x="245000" y="145850"/>
                    </a:lnTo>
                    <a:close/>
                    <a:moveTo>
                      <a:pt x="247500" y="147500"/>
                    </a:moveTo>
                    <a:lnTo>
                      <a:pt x="248200" y="147500"/>
                    </a:lnTo>
                    <a:lnTo>
                      <a:pt x="248200" y="148200"/>
                    </a:lnTo>
                    <a:lnTo>
                      <a:pt x="247500" y="148200"/>
                    </a:lnTo>
                    <a:close/>
                    <a:moveTo>
                      <a:pt x="250000" y="145000"/>
                    </a:moveTo>
                    <a:lnTo>
                      <a:pt x="250850" y="145000"/>
                    </a:lnTo>
                    <a:lnTo>
                      <a:pt x="250850" y="145850"/>
                    </a:lnTo>
                    <a:lnTo>
                      <a:pt x="250000" y="145850"/>
                    </a:lnTo>
                    <a:close/>
                    <a:moveTo>
                      <a:pt x="252500" y="147500"/>
                    </a:moveTo>
                    <a:lnTo>
                      <a:pt x="253200" y="147500"/>
                    </a:lnTo>
                    <a:lnTo>
                      <a:pt x="253200" y="148200"/>
                    </a:lnTo>
                    <a:lnTo>
                      <a:pt x="252500" y="148200"/>
                    </a:lnTo>
                    <a:close/>
                    <a:moveTo>
                      <a:pt x="255000" y="145000"/>
                    </a:moveTo>
                    <a:lnTo>
                      <a:pt x="255850" y="145000"/>
                    </a:lnTo>
                    <a:lnTo>
                      <a:pt x="255850" y="145850"/>
                    </a:lnTo>
                    <a:lnTo>
                      <a:pt x="255000" y="145850"/>
                    </a:lnTo>
                    <a:close/>
                    <a:moveTo>
                      <a:pt x="257500" y="147500"/>
                    </a:moveTo>
                    <a:lnTo>
                      <a:pt x="258200" y="147500"/>
                    </a:lnTo>
                    <a:lnTo>
                      <a:pt x="258200" y="148200"/>
                    </a:lnTo>
                    <a:lnTo>
                      <a:pt x="257500" y="148200"/>
                    </a:lnTo>
                    <a:close/>
                    <a:moveTo>
                      <a:pt x="260000" y="145000"/>
                    </a:moveTo>
                    <a:lnTo>
                      <a:pt x="260850" y="145000"/>
                    </a:lnTo>
                    <a:lnTo>
                      <a:pt x="260850" y="145850"/>
                    </a:lnTo>
                    <a:lnTo>
                      <a:pt x="260000" y="145850"/>
                    </a:lnTo>
                    <a:close/>
                    <a:moveTo>
                      <a:pt x="262500" y="147500"/>
                    </a:moveTo>
                    <a:lnTo>
                      <a:pt x="263200" y="147500"/>
                    </a:lnTo>
                    <a:lnTo>
                      <a:pt x="263200" y="148200"/>
                    </a:lnTo>
                    <a:lnTo>
                      <a:pt x="262500" y="148200"/>
                    </a:lnTo>
                    <a:close/>
                    <a:moveTo>
                      <a:pt x="265000" y="145000"/>
                    </a:moveTo>
                    <a:lnTo>
                      <a:pt x="265850" y="145000"/>
                    </a:lnTo>
                    <a:lnTo>
                      <a:pt x="265850" y="145850"/>
                    </a:lnTo>
                    <a:lnTo>
                      <a:pt x="265000" y="145850"/>
                    </a:lnTo>
                    <a:close/>
                    <a:moveTo>
                      <a:pt x="267500" y="147500"/>
                    </a:moveTo>
                    <a:lnTo>
                      <a:pt x="268200" y="147500"/>
                    </a:lnTo>
                    <a:lnTo>
                      <a:pt x="268200" y="148200"/>
                    </a:lnTo>
                    <a:lnTo>
                      <a:pt x="267500" y="148200"/>
                    </a:lnTo>
                    <a:close/>
                    <a:moveTo>
                      <a:pt x="270000" y="145000"/>
                    </a:moveTo>
                    <a:lnTo>
                      <a:pt x="270850" y="145000"/>
                    </a:lnTo>
                    <a:lnTo>
                      <a:pt x="270850" y="145850"/>
                    </a:lnTo>
                    <a:lnTo>
                      <a:pt x="270000" y="145850"/>
                    </a:lnTo>
                    <a:close/>
                    <a:moveTo>
                      <a:pt x="272500" y="147500"/>
                    </a:moveTo>
                    <a:lnTo>
                      <a:pt x="273200" y="147500"/>
                    </a:lnTo>
                    <a:lnTo>
                      <a:pt x="273200" y="148200"/>
                    </a:lnTo>
                    <a:lnTo>
                      <a:pt x="272500" y="148200"/>
                    </a:lnTo>
                    <a:close/>
                    <a:moveTo>
                      <a:pt x="275000" y="145000"/>
                    </a:moveTo>
                    <a:lnTo>
                      <a:pt x="275850" y="145000"/>
                    </a:lnTo>
                    <a:lnTo>
                      <a:pt x="275850" y="145850"/>
                    </a:lnTo>
                    <a:lnTo>
                      <a:pt x="275000" y="145850"/>
                    </a:lnTo>
                    <a:close/>
                    <a:moveTo>
                      <a:pt x="277500" y="147500"/>
                    </a:moveTo>
                    <a:lnTo>
                      <a:pt x="278200" y="147500"/>
                    </a:lnTo>
                    <a:lnTo>
                      <a:pt x="278200" y="148200"/>
                    </a:lnTo>
                    <a:lnTo>
                      <a:pt x="277500" y="148200"/>
                    </a:lnTo>
                    <a:close/>
                    <a:moveTo>
                      <a:pt x="280000" y="145000"/>
                    </a:moveTo>
                    <a:lnTo>
                      <a:pt x="280850" y="145000"/>
                    </a:lnTo>
                    <a:lnTo>
                      <a:pt x="280850" y="145850"/>
                    </a:lnTo>
                    <a:lnTo>
                      <a:pt x="280000" y="145850"/>
                    </a:lnTo>
                    <a:close/>
                    <a:moveTo>
                      <a:pt x="282500" y="147500"/>
                    </a:moveTo>
                    <a:lnTo>
                      <a:pt x="283200" y="147500"/>
                    </a:lnTo>
                    <a:lnTo>
                      <a:pt x="283200" y="148200"/>
                    </a:lnTo>
                    <a:lnTo>
                      <a:pt x="282500" y="148200"/>
                    </a:lnTo>
                    <a:close/>
                    <a:moveTo>
                      <a:pt x="285000" y="145000"/>
                    </a:moveTo>
                    <a:lnTo>
                      <a:pt x="285850" y="145000"/>
                    </a:lnTo>
                    <a:lnTo>
                      <a:pt x="285850" y="145850"/>
                    </a:lnTo>
                    <a:lnTo>
                      <a:pt x="285000" y="145850"/>
                    </a:lnTo>
                    <a:close/>
                    <a:moveTo>
                      <a:pt x="287500" y="147500"/>
                    </a:moveTo>
                    <a:lnTo>
                      <a:pt x="288200" y="147500"/>
                    </a:lnTo>
                    <a:lnTo>
                      <a:pt x="288200" y="148200"/>
                    </a:lnTo>
                    <a:lnTo>
                      <a:pt x="287500" y="148200"/>
                    </a:lnTo>
                    <a:close/>
                    <a:moveTo>
                      <a:pt x="0" y="150000"/>
                    </a:moveTo>
                    <a:lnTo>
                      <a:pt x="850" y="150000"/>
                    </a:lnTo>
                    <a:lnTo>
                      <a:pt x="850" y="150850"/>
                    </a:lnTo>
                    <a:lnTo>
                      <a:pt x="0" y="150850"/>
                    </a:lnTo>
                    <a:close/>
                    <a:moveTo>
                      <a:pt x="2500" y="152500"/>
                    </a:moveTo>
                    <a:lnTo>
                      <a:pt x="3200" y="152500"/>
                    </a:lnTo>
                    <a:lnTo>
                      <a:pt x="3200" y="153200"/>
                    </a:lnTo>
                    <a:lnTo>
                      <a:pt x="2500" y="153200"/>
                    </a:lnTo>
                    <a:close/>
                    <a:moveTo>
                      <a:pt x="5000" y="150000"/>
                    </a:moveTo>
                    <a:lnTo>
                      <a:pt x="5850" y="150000"/>
                    </a:lnTo>
                    <a:lnTo>
                      <a:pt x="5850" y="150850"/>
                    </a:lnTo>
                    <a:lnTo>
                      <a:pt x="5000" y="150850"/>
                    </a:lnTo>
                    <a:close/>
                    <a:moveTo>
                      <a:pt x="7500" y="152500"/>
                    </a:moveTo>
                    <a:lnTo>
                      <a:pt x="8200" y="152500"/>
                    </a:lnTo>
                    <a:lnTo>
                      <a:pt x="8200" y="153200"/>
                    </a:lnTo>
                    <a:lnTo>
                      <a:pt x="7500" y="153200"/>
                    </a:lnTo>
                    <a:close/>
                    <a:moveTo>
                      <a:pt x="10000" y="150000"/>
                    </a:moveTo>
                    <a:lnTo>
                      <a:pt x="10850" y="150000"/>
                    </a:lnTo>
                    <a:lnTo>
                      <a:pt x="10850" y="150850"/>
                    </a:lnTo>
                    <a:lnTo>
                      <a:pt x="10000" y="150850"/>
                    </a:lnTo>
                    <a:close/>
                    <a:moveTo>
                      <a:pt x="12500" y="152500"/>
                    </a:moveTo>
                    <a:lnTo>
                      <a:pt x="13200" y="152500"/>
                    </a:lnTo>
                    <a:lnTo>
                      <a:pt x="13200" y="153200"/>
                    </a:lnTo>
                    <a:lnTo>
                      <a:pt x="12500" y="153200"/>
                    </a:lnTo>
                    <a:close/>
                    <a:moveTo>
                      <a:pt x="15000" y="150000"/>
                    </a:moveTo>
                    <a:lnTo>
                      <a:pt x="15850" y="150000"/>
                    </a:lnTo>
                    <a:lnTo>
                      <a:pt x="15850" y="150850"/>
                    </a:lnTo>
                    <a:lnTo>
                      <a:pt x="15000" y="150850"/>
                    </a:lnTo>
                    <a:close/>
                    <a:moveTo>
                      <a:pt x="17500" y="152500"/>
                    </a:moveTo>
                    <a:lnTo>
                      <a:pt x="18200" y="152500"/>
                    </a:lnTo>
                    <a:lnTo>
                      <a:pt x="18200" y="153200"/>
                    </a:lnTo>
                    <a:lnTo>
                      <a:pt x="17500" y="153200"/>
                    </a:lnTo>
                    <a:close/>
                    <a:moveTo>
                      <a:pt x="20000" y="150000"/>
                    </a:moveTo>
                    <a:lnTo>
                      <a:pt x="20850" y="150000"/>
                    </a:lnTo>
                    <a:lnTo>
                      <a:pt x="20850" y="150850"/>
                    </a:lnTo>
                    <a:lnTo>
                      <a:pt x="20000" y="150850"/>
                    </a:lnTo>
                    <a:close/>
                    <a:moveTo>
                      <a:pt x="22500" y="152500"/>
                    </a:moveTo>
                    <a:lnTo>
                      <a:pt x="23200" y="152500"/>
                    </a:lnTo>
                    <a:lnTo>
                      <a:pt x="23200" y="153200"/>
                    </a:lnTo>
                    <a:lnTo>
                      <a:pt x="22500" y="153200"/>
                    </a:lnTo>
                    <a:close/>
                    <a:moveTo>
                      <a:pt x="25000" y="150000"/>
                    </a:moveTo>
                    <a:lnTo>
                      <a:pt x="25850" y="150000"/>
                    </a:lnTo>
                    <a:lnTo>
                      <a:pt x="25850" y="150850"/>
                    </a:lnTo>
                    <a:lnTo>
                      <a:pt x="25000" y="150850"/>
                    </a:lnTo>
                    <a:close/>
                    <a:moveTo>
                      <a:pt x="27500" y="152500"/>
                    </a:moveTo>
                    <a:lnTo>
                      <a:pt x="28200" y="152500"/>
                    </a:lnTo>
                    <a:lnTo>
                      <a:pt x="28200" y="153200"/>
                    </a:lnTo>
                    <a:lnTo>
                      <a:pt x="27500" y="153200"/>
                    </a:lnTo>
                    <a:close/>
                    <a:moveTo>
                      <a:pt x="30000" y="150000"/>
                    </a:moveTo>
                    <a:lnTo>
                      <a:pt x="30850" y="150000"/>
                    </a:lnTo>
                    <a:lnTo>
                      <a:pt x="30850" y="150850"/>
                    </a:lnTo>
                    <a:lnTo>
                      <a:pt x="30000" y="150850"/>
                    </a:lnTo>
                    <a:close/>
                    <a:moveTo>
                      <a:pt x="32500" y="152500"/>
                    </a:moveTo>
                    <a:lnTo>
                      <a:pt x="33200" y="152500"/>
                    </a:lnTo>
                    <a:lnTo>
                      <a:pt x="33200" y="153200"/>
                    </a:lnTo>
                    <a:lnTo>
                      <a:pt x="32500" y="153200"/>
                    </a:lnTo>
                    <a:close/>
                    <a:moveTo>
                      <a:pt x="35000" y="150000"/>
                    </a:moveTo>
                    <a:lnTo>
                      <a:pt x="35850" y="150000"/>
                    </a:lnTo>
                    <a:lnTo>
                      <a:pt x="35850" y="150850"/>
                    </a:lnTo>
                    <a:lnTo>
                      <a:pt x="35000" y="150850"/>
                    </a:lnTo>
                    <a:close/>
                    <a:moveTo>
                      <a:pt x="37500" y="152500"/>
                    </a:moveTo>
                    <a:lnTo>
                      <a:pt x="38200" y="152500"/>
                    </a:lnTo>
                    <a:lnTo>
                      <a:pt x="38200" y="153200"/>
                    </a:lnTo>
                    <a:lnTo>
                      <a:pt x="37500" y="153200"/>
                    </a:lnTo>
                    <a:close/>
                    <a:moveTo>
                      <a:pt x="40000" y="150000"/>
                    </a:moveTo>
                    <a:lnTo>
                      <a:pt x="40850" y="150000"/>
                    </a:lnTo>
                    <a:lnTo>
                      <a:pt x="40850" y="150850"/>
                    </a:lnTo>
                    <a:lnTo>
                      <a:pt x="40000" y="150850"/>
                    </a:lnTo>
                    <a:close/>
                    <a:moveTo>
                      <a:pt x="42500" y="152500"/>
                    </a:moveTo>
                    <a:lnTo>
                      <a:pt x="43200" y="152500"/>
                    </a:lnTo>
                    <a:lnTo>
                      <a:pt x="43200" y="153200"/>
                    </a:lnTo>
                    <a:lnTo>
                      <a:pt x="42500" y="153200"/>
                    </a:lnTo>
                    <a:close/>
                    <a:moveTo>
                      <a:pt x="45000" y="150000"/>
                    </a:moveTo>
                    <a:lnTo>
                      <a:pt x="45850" y="150000"/>
                    </a:lnTo>
                    <a:lnTo>
                      <a:pt x="45850" y="150850"/>
                    </a:lnTo>
                    <a:lnTo>
                      <a:pt x="45000" y="150850"/>
                    </a:lnTo>
                    <a:close/>
                    <a:moveTo>
                      <a:pt x="47500" y="152500"/>
                    </a:moveTo>
                    <a:lnTo>
                      <a:pt x="48200" y="152500"/>
                    </a:lnTo>
                    <a:lnTo>
                      <a:pt x="48200" y="153200"/>
                    </a:lnTo>
                    <a:lnTo>
                      <a:pt x="47500" y="153200"/>
                    </a:lnTo>
                    <a:close/>
                    <a:moveTo>
                      <a:pt x="50000" y="150000"/>
                    </a:moveTo>
                    <a:lnTo>
                      <a:pt x="50850" y="150000"/>
                    </a:lnTo>
                    <a:lnTo>
                      <a:pt x="50850" y="150850"/>
                    </a:lnTo>
                    <a:lnTo>
                      <a:pt x="50000" y="150850"/>
                    </a:lnTo>
                    <a:close/>
                    <a:moveTo>
                      <a:pt x="52500" y="152500"/>
                    </a:moveTo>
                    <a:lnTo>
                      <a:pt x="53200" y="152500"/>
                    </a:lnTo>
                    <a:lnTo>
                      <a:pt x="53200" y="153200"/>
                    </a:lnTo>
                    <a:lnTo>
                      <a:pt x="52500" y="153200"/>
                    </a:lnTo>
                    <a:close/>
                    <a:moveTo>
                      <a:pt x="55000" y="150000"/>
                    </a:moveTo>
                    <a:lnTo>
                      <a:pt x="55850" y="150000"/>
                    </a:lnTo>
                    <a:lnTo>
                      <a:pt x="55850" y="150850"/>
                    </a:lnTo>
                    <a:lnTo>
                      <a:pt x="55000" y="150850"/>
                    </a:lnTo>
                    <a:close/>
                    <a:moveTo>
                      <a:pt x="57500" y="152500"/>
                    </a:moveTo>
                    <a:lnTo>
                      <a:pt x="58200" y="152500"/>
                    </a:lnTo>
                    <a:lnTo>
                      <a:pt x="58200" y="153200"/>
                    </a:lnTo>
                    <a:lnTo>
                      <a:pt x="57500" y="153200"/>
                    </a:lnTo>
                    <a:close/>
                    <a:moveTo>
                      <a:pt x="60000" y="150000"/>
                    </a:moveTo>
                    <a:lnTo>
                      <a:pt x="60850" y="150000"/>
                    </a:lnTo>
                    <a:lnTo>
                      <a:pt x="60850" y="150850"/>
                    </a:lnTo>
                    <a:lnTo>
                      <a:pt x="60000" y="150850"/>
                    </a:lnTo>
                    <a:close/>
                    <a:moveTo>
                      <a:pt x="62500" y="152500"/>
                    </a:moveTo>
                    <a:lnTo>
                      <a:pt x="63200" y="152500"/>
                    </a:lnTo>
                    <a:lnTo>
                      <a:pt x="63200" y="153200"/>
                    </a:lnTo>
                    <a:lnTo>
                      <a:pt x="62500" y="153200"/>
                    </a:lnTo>
                    <a:close/>
                    <a:moveTo>
                      <a:pt x="65000" y="150000"/>
                    </a:moveTo>
                    <a:lnTo>
                      <a:pt x="65850" y="150000"/>
                    </a:lnTo>
                    <a:lnTo>
                      <a:pt x="65850" y="150850"/>
                    </a:lnTo>
                    <a:lnTo>
                      <a:pt x="65000" y="150850"/>
                    </a:lnTo>
                    <a:close/>
                    <a:moveTo>
                      <a:pt x="67500" y="152500"/>
                    </a:moveTo>
                    <a:lnTo>
                      <a:pt x="68200" y="152500"/>
                    </a:lnTo>
                    <a:lnTo>
                      <a:pt x="68200" y="153200"/>
                    </a:lnTo>
                    <a:lnTo>
                      <a:pt x="67500" y="153200"/>
                    </a:lnTo>
                    <a:close/>
                    <a:moveTo>
                      <a:pt x="70000" y="150000"/>
                    </a:moveTo>
                    <a:lnTo>
                      <a:pt x="70850" y="150000"/>
                    </a:lnTo>
                    <a:lnTo>
                      <a:pt x="70850" y="150850"/>
                    </a:lnTo>
                    <a:lnTo>
                      <a:pt x="70000" y="150850"/>
                    </a:lnTo>
                    <a:close/>
                    <a:moveTo>
                      <a:pt x="72500" y="152500"/>
                    </a:moveTo>
                    <a:lnTo>
                      <a:pt x="73200" y="152500"/>
                    </a:lnTo>
                    <a:lnTo>
                      <a:pt x="73200" y="153200"/>
                    </a:lnTo>
                    <a:lnTo>
                      <a:pt x="72500" y="153200"/>
                    </a:lnTo>
                    <a:close/>
                    <a:moveTo>
                      <a:pt x="75000" y="150000"/>
                    </a:moveTo>
                    <a:lnTo>
                      <a:pt x="75850" y="150000"/>
                    </a:lnTo>
                    <a:lnTo>
                      <a:pt x="75850" y="150850"/>
                    </a:lnTo>
                    <a:lnTo>
                      <a:pt x="75000" y="150850"/>
                    </a:lnTo>
                    <a:close/>
                    <a:moveTo>
                      <a:pt x="77500" y="152500"/>
                    </a:moveTo>
                    <a:lnTo>
                      <a:pt x="78200" y="152500"/>
                    </a:lnTo>
                    <a:lnTo>
                      <a:pt x="78200" y="153200"/>
                    </a:lnTo>
                    <a:lnTo>
                      <a:pt x="77500" y="153200"/>
                    </a:lnTo>
                    <a:close/>
                    <a:moveTo>
                      <a:pt x="80000" y="150000"/>
                    </a:moveTo>
                    <a:lnTo>
                      <a:pt x="80850" y="150000"/>
                    </a:lnTo>
                    <a:lnTo>
                      <a:pt x="80850" y="150850"/>
                    </a:lnTo>
                    <a:lnTo>
                      <a:pt x="80000" y="150850"/>
                    </a:lnTo>
                    <a:close/>
                    <a:moveTo>
                      <a:pt x="82500" y="152500"/>
                    </a:moveTo>
                    <a:lnTo>
                      <a:pt x="83200" y="152500"/>
                    </a:lnTo>
                    <a:lnTo>
                      <a:pt x="83200" y="153200"/>
                    </a:lnTo>
                    <a:lnTo>
                      <a:pt x="82500" y="153200"/>
                    </a:lnTo>
                    <a:close/>
                    <a:moveTo>
                      <a:pt x="85000" y="150000"/>
                    </a:moveTo>
                    <a:lnTo>
                      <a:pt x="85850" y="150000"/>
                    </a:lnTo>
                    <a:lnTo>
                      <a:pt x="85850" y="150850"/>
                    </a:lnTo>
                    <a:lnTo>
                      <a:pt x="85000" y="150850"/>
                    </a:lnTo>
                    <a:close/>
                    <a:moveTo>
                      <a:pt x="87500" y="152500"/>
                    </a:moveTo>
                    <a:lnTo>
                      <a:pt x="88200" y="152500"/>
                    </a:lnTo>
                    <a:lnTo>
                      <a:pt x="88200" y="153200"/>
                    </a:lnTo>
                    <a:lnTo>
                      <a:pt x="87500" y="153200"/>
                    </a:lnTo>
                    <a:close/>
                    <a:moveTo>
                      <a:pt x="90000" y="150000"/>
                    </a:moveTo>
                    <a:lnTo>
                      <a:pt x="90850" y="150000"/>
                    </a:lnTo>
                    <a:lnTo>
                      <a:pt x="90850" y="150850"/>
                    </a:lnTo>
                    <a:lnTo>
                      <a:pt x="90000" y="150850"/>
                    </a:lnTo>
                    <a:close/>
                    <a:moveTo>
                      <a:pt x="92500" y="152500"/>
                    </a:moveTo>
                    <a:lnTo>
                      <a:pt x="93200" y="152500"/>
                    </a:lnTo>
                    <a:lnTo>
                      <a:pt x="93200" y="153200"/>
                    </a:lnTo>
                    <a:lnTo>
                      <a:pt x="92500" y="153200"/>
                    </a:lnTo>
                    <a:close/>
                    <a:moveTo>
                      <a:pt x="95000" y="150000"/>
                    </a:moveTo>
                    <a:lnTo>
                      <a:pt x="95850" y="150000"/>
                    </a:lnTo>
                    <a:lnTo>
                      <a:pt x="95850" y="150850"/>
                    </a:lnTo>
                    <a:lnTo>
                      <a:pt x="95000" y="150850"/>
                    </a:lnTo>
                    <a:close/>
                    <a:moveTo>
                      <a:pt x="97500" y="152500"/>
                    </a:moveTo>
                    <a:lnTo>
                      <a:pt x="98200" y="152500"/>
                    </a:lnTo>
                    <a:lnTo>
                      <a:pt x="98200" y="153200"/>
                    </a:lnTo>
                    <a:lnTo>
                      <a:pt x="97500" y="153200"/>
                    </a:lnTo>
                    <a:close/>
                    <a:moveTo>
                      <a:pt x="100000" y="150000"/>
                    </a:moveTo>
                    <a:lnTo>
                      <a:pt x="100850" y="150000"/>
                    </a:lnTo>
                    <a:lnTo>
                      <a:pt x="100850" y="150850"/>
                    </a:lnTo>
                    <a:lnTo>
                      <a:pt x="100000" y="150850"/>
                    </a:lnTo>
                    <a:close/>
                    <a:moveTo>
                      <a:pt x="102500" y="152500"/>
                    </a:moveTo>
                    <a:lnTo>
                      <a:pt x="103200" y="152500"/>
                    </a:lnTo>
                    <a:lnTo>
                      <a:pt x="103200" y="153200"/>
                    </a:lnTo>
                    <a:lnTo>
                      <a:pt x="102500" y="153200"/>
                    </a:lnTo>
                    <a:close/>
                    <a:moveTo>
                      <a:pt x="105000" y="150000"/>
                    </a:moveTo>
                    <a:lnTo>
                      <a:pt x="105850" y="150000"/>
                    </a:lnTo>
                    <a:lnTo>
                      <a:pt x="105850" y="150850"/>
                    </a:lnTo>
                    <a:lnTo>
                      <a:pt x="105000" y="150850"/>
                    </a:lnTo>
                    <a:close/>
                    <a:moveTo>
                      <a:pt x="107500" y="152500"/>
                    </a:moveTo>
                    <a:lnTo>
                      <a:pt x="108200" y="152500"/>
                    </a:lnTo>
                    <a:lnTo>
                      <a:pt x="108200" y="153200"/>
                    </a:lnTo>
                    <a:lnTo>
                      <a:pt x="107500" y="153200"/>
                    </a:lnTo>
                    <a:close/>
                    <a:moveTo>
                      <a:pt x="110000" y="150000"/>
                    </a:moveTo>
                    <a:lnTo>
                      <a:pt x="110850" y="150000"/>
                    </a:lnTo>
                    <a:lnTo>
                      <a:pt x="110850" y="150850"/>
                    </a:lnTo>
                    <a:lnTo>
                      <a:pt x="110000" y="150850"/>
                    </a:lnTo>
                    <a:close/>
                    <a:moveTo>
                      <a:pt x="112500" y="152500"/>
                    </a:moveTo>
                    <a:lnTo>
                      <a:pt x="113200" y="152500"/>
                    </a:lnTo>
                    <a:lnTo>
                      <a:pt x="113200" y="153200"/>
                    </a:lnTo>
                    <a:lnTo>
                      <a:pt x="112500" y="153200"/>
                    </a:lnTo>
                    <a:close/>
                    <a:moveTo>
                      <a:pt x="115000" y="150000"/>
                    </a:moveTo>
                    <a:lnTo>
                      <a:pt x="115850" y="150000"/>
                    </a:lnTo>
                    <a:lnTo>
                      <a:pt x="115850" y="150850"/>
                    </a:lnTo>
                    <a:lnTo>
                      <a:pt x="115000" y="150850"/>
                    </a:lnTo>
                    <a:close/>
                    <a:moveTo>
                      <a:pt x="117500" y="152500"/>
                    </a:moveTo>
                    <a:lnTo>
                      <a:pt x="118200" y="152500"/>
                    </a:lnTo>
                    <a:lnTo>
                      <a:pt x="118200" y="153200"/>
                    </a:lnTo>
                    <a:lnTo>
                      <a:pt x="117500" y="153200"/>
                    </a:lnTo>
                    <a:close/>
                    <a:moveTo>
                      <a:pt x="120000" y="150000"/>
                    </a:moveTo>
                    <a:lnTo>
                      <a:pt x="120850" y="150000"/>
                    </a:lnTo>
                    <a:lnTo>
                      <a:pt x="120850" y="150850"/>
                    </a:lnTo>
                    <a:lnTo>
                      <a:pt x="120000" y="150850"/>
                    </a:lnTo>
                    <a:close/>
                    <a:moveTo>
                      <a:pt x="122500" y="152500"/>
                    </a:moveTo>
                    <a:lnTo>
                      <a:pt x="123200" y="152500"/>
                    </a:lnTo>
                    <a:lnTo>
                      <a:pt x="123200" y="153200"/>
                    </a:lnTo>
                    <a:lnTo>
                      <a:pt x="122500" y="153200"/>
                    </a:lnTo>
                    <a:close/>
                    <a:moveTo>
                      <a:pt x="125000" y="150000"/>
                    </a:moveTo>
                    <a:lnTo>
                      <a:pt x="125850" y="150000"/>
                    </a:lnTo>
                    <a:lnTo>
                      <a:pt x="125850" y="150850"/>
                    </a:lnTo>
                    <a:lnTo>
                      <a:pt x="125000" y="150850"/>
                    </a:lnTo>
                    <a:close/>
                    <a:moveTo>
                      <a:pt x="127500" y="152500"/>
                    </a:moveTo>
                    <a:lnTo>
                      <a:pt x="128200" y="152500"/>
                    </a:lnTo>
                    <a:lnTo>
                      <a:pt x="128200" y="153200"/>
                    </a:lnTo>
                    <a:lnTo>
                      <a:pt x="127500" y="153200"/>
                    </a:lnTo>
                    <a:close/>
                    <a:moveTo>
                      <a:pt x="130000" y="150000"/>
                    </a:moveTo>
                    <a:lnTo>
                      <a:pt x="130850" y="150000"/>
                    </a:lnTo>
                    <a:lnTo>
                      <a:pt x="130850" y="150850"/>
                    </a:lnTo>
                    <a:lnTo>
                      <a:pt x="130000" y="150850"/>
                    </a:lnTo>
                    <a:close/>
                    <a:moveTo>
                      <a:pt x="132500" y="152500"/>
                    </a:moveTo>
                    <a:lnTo>
                      <a:pt x="133200" y="152500"/>
                    </a:lnTo>
                    <a:lnTo>
                      <a:pt x="133200" y="153200"/>
                    </a:lnTo>
                    <a:lnTo>
                      <a:pt x="132500" y="153200"/>
                    </a:lnTo>
                    <a:close/>
                    <a:moveTo>
                      <a:pt x="135000" y="150000"/>
                    </a:moveTo>
                    <a:lnTo>
                      <a:pt x="135850" y="150000"/>
                    </a:lnTo>
                    <a:lnTo>
                      <a:pt x="135850" y="150850"/>
                    </a:lnTo>
                    <a:lnTo>
                      <a:pt x="135000" y="150850"/>
                    </a:lnTo>
                    <a:close/>
                    <a:moveTo>
                      <a:pt x="137500" y="152500"/>
                    </a:moveTo>
                    <a:lnTo>
                      <a:pt x="138200" y="152500"/>
                    </a:lnTo>
                    <a:lnTo>
                      <a:pt x="138200" y="153200"/>
                    </a:lnTo>
                    <a:lnTo>
                      <a:pt x="137500" y="153200"/>
                    </a:lnTo>
                    <a:close/>
                    <a:moveTo>
                      <a:pt x="140000" y="150000"/>
                    </a:moveTo>
                    <a:lnTo>
                      <a:pt x="140850" y="150000"/>
                    </a:lnTo>
                    <a:lnTo>
                      <a:pt x="140850" y="150850"/>
                    </a:lnTo>
                    <a:lnTo>
                      <a:pt x="140000" y="150850"/>
                    </a:lnTo>
                    <a:close/>
                    <a:moveTo>
                      <a:pt x="142500" y="152500"/>
                    </a:moveTo>
                    <a:lnTo>
                      <a:pt x="143200" y="152500"/>
                    </a:lnTo>
                    <a:lnTo>
                      <a:pt x="143200" y="153200"/>
                    </a:lnTo>
                    <a:lnTo>
                      <a:pt x="142500" y="153200"/>
                    </a:lnTo>
                    <a:close/>
                    <a:moveTo>
                      <a:pt x="145000" y="150000"/>
                    </a:moveTo>
                    <a:lnTo>
                      <a:pt x="145850" y="150000"/>
                    </a:lnTo>
                    <a:lnTo>
                      <a:pt x="145850" y="150850"/>
                    </a:lnTo>
                    <a:lnTo>
                      <a:pt x="145000" y="150850"/>
                    </a:lnTo>
                    <a:close/>
                    <a:moveTo>
                      <a:pt x="147500" y="152500"/>
                    </a:moveTo>
                    <a:lnTo>
                      <a:pt x="148200" y="152500"/>
                    </a:lnTo>
                    <a:lnTo>
                      <a:pt x="148200" y="153200"/>
                    </a:lnTo>
                    <a:lnTo>
                      <a:pt x="147500" y="153200"/>
                    </a:lnTo>
                    <a:close/>
                    <a:moveTo>
                      <a:pt x="150000" y="150000"/>
                    </a:moveTo>
                    <a:lnTo>
                      <a:pt x="150850" y="150000"/>
                    </a:lnTo>
                    <a:lnTo>
                      <a:pt x="150850" y="150850"/>
                    </a:lnTo>
                    <a:lnTo>
                      <a:pt x="150000" y="150850"/>
                    </a:lnTo>
                    <a:close/>
                    <a:moveTo>
                      <a:pt x="152500" y="152500"/>
                    </a:moveTo>
                    <a:lnTo>
                      <a:pt x="153200" y="152500"/>
                    </a:lnTo>
                    <a:lnTo>
                      <a:pt x="153200" y="153200"/>
                    </a:lnTo>
                    <a:lnTo>
                      <a:pt x="152500" y="153200"/>
                    </a:lnTo>
                    <a:close/>
                    <a:moveTo>
                      <a:pt x="155000" y="150000"/>
                    </a:moveTo>
                    <a:lnTo>
                      <a:pt x="155850" y="150000"/>
                    </a:lnTo>
                    <a:lnTo>
                      <a:pt x="155850" y="150850"/>
                    </a:lnTo>
                    <a:lnTo>
                      <a:pt x="155000" y="150850"/>
                    </a:lnTo>
                    <a:close/>
                    <a:moveTo>
                      <a:pt x="157500" y="152500"/>
                    </a:moveTo>
                    <a:lnTo>
                      <a:pt x="158200" y="152500"/>
                    </a:lnTo>
                    <a:lnTo>
                      <a:pt x="158200" y="153200"/>
                    </a:lnTo>
                    <a:lnTo>
                      <a:pt x="157500" y="153200"/>
                    </a:lnTo>
                    <a:close/>
                    <a:moveTo>
                      <a:pt x="160000" y="150000"/>
                    </a:moveTo>
                    <a:lnTo>
                      <a:pt x="160850" y="150000"/>
                    </a:lnTo>
                    <a:lnTo>
                      <a:pt x="160850" y="150850"/>
                    </a:lnTo>
                    <a:lnTo>
                      <a:pt x="160000" y="150850"/>
                    </a:lnTo>
                    <a:close/>
                    <a:moveTo>
                      <a:pt x="162500" y="152500"/>
                    </a:moveTo>
                    <a:lnTo>
                      <a:pt x="163200" y="152500"/>
                    </a:lnTo>
                    <a:lnTo>
                      <a:pt x="163200" y="153200"/>
                    </a:lnTo>
                    <a:lnTo>
                      <a:pt x="162500" y="153200"/>
                    </a:lnTo>
                    <a:close/>
                    <a:moveTo>
                      <a:pt x="165000" y="150000"/>
                    </a:moveTo>
                    <a:lnTo>
                      <a:pt x="165850" y="150000"/>
                    </a:lnTo>
                    <a:lnTo>
                      <a:pt x="165850" y="150850"/>
                    </a:lnTo>
                    <a:lnTo>
                      <a:pt x="165000" y="150850"/>
                    </a:lnTo>
                    <a:close/>
                    <a:moveTo>
                      <a:pt x="167500" y="152500"/>
                    </a:moveTo>
                    <a:lnTo>
                      <a:pt x="168200" y="152500"/>
                    </a:lnTo>
                    <a:lnTo>
                      <a:pt x="168200" y="153200"/>
                    </a:lnTo>
                    <a:lnTo>
                      <a:pt x="167500" y="153200"/>
                    </a:lnTo>
                    <a:close/>
                    <a:moveTo>
                      <a:pt x="170000" y="150000"/>
                    </a:moveTo>
                    <a:lnTo>
                      <a:pt x="170850" y="150000"/>
                    </a:lnTo>
                    <a:lnTo>
                      <a:pt x="170850" y="150850"/>
                    </a:lnTo>
                    <a:lnTo>
                      <a:pt x="170000" y="150850"/>
                    </a:lnTo>
                    <a:close/>
                    <a:moveTo>
                      <a:pt x="172500" y="152500"/>
                    </a:moveTo>
                    <a:lnTo>
                      <a:pt x="173200" y="152500"/>
                    </a:lnTo>
                    <a:lnTo>
                      <a:pt x="173200" y="153200"/>
                    </a:lnTo>
                    <a:lnTo>
                      <a:pt x="172500" y="153200"/>
                    </a:lnTo>
                    <a:close/>
                    <a:moveTo>
                      <a:pt x="175000" y="150000"/>
                    </a:moveTo>
                    <a:lnTo>
                      <a:pt x="175850" y="150000"/>
                    </a:lnTo>
                    <a:lnTo>
                      <a:pt x="175850" y="150850"/>
                    </a:lnTo>
                    <a:lnTo>
                      <a:pt x="175000" y="150850"/>
                    </a:lnTo>
                    <a:close/>
                    <a:moveTo>
                      <a:pt x="177500" y="152500"/>
                    </a:moveTo>
                    <a:lnTo>
                      <a:pt x="178200" y="152500"/>
                    </a:lnTo>
                    <a:lnTo>
                      <a:pt x="178200" y="153200"/>
                    </a:lnTo>
                    <a:lnTo>
                      <a:pt x="177500" y="153200"/>
                    </a:lnTo>
                    <a:close/>
                    <a:moveTo>
                      <a:pt x="180000" y="150000"/>
                    </a:moveTo>
                    <a:lnTo>
                      <a:pt x="180850" y="150000"/>
                    </a:lnTo>
                    <a:lnTo>
                      <a:pt x="180850" y="150850"/>
                    </a:lnTo>
                    <a:lnTo>
                      <a:pt x="180000" y="150850"/>
                    </a:lnTo>
                    <a:close/>
                    <a:moveTo>
                      <a:pt x="182500" y="152500"/>
                    </a:moveTo>
                    <a:lnTo>
                      <a:pt x="183200" y="152500"/>
                    </a:lnTo>
                    <a:lnTo>
                      <a:pt x="183200" y="153200"/>
                    </a:lnTo>
                    <a:lnTo>
                      <a:pt x="182500" y="153200"/>
                    </a:lnTo>
                    <a:close/>
                    <a:moveTo>
                      <a:pt x="185000" y="150000"/>
                    </a:moveTo>
                    <a:lnTo>
                      <a:pt x="185850" y="150000"/>
                    </a:lnTo>
                    <a:lnTo>
                      <a:pt x="185850" y="150850"/>
                    </a:lnTo>
                    <a:lnTo>
                      <a:pt x="185000" y="150850"/>
                    </a:lnTo>
                    <a:close/>
                    <a:moveTo>
                      <a:pt x="187500" y="152500"/>
                    </a:moveTo>
                    <a:lnTo>
                      <a:pt x="188200" y="152500"/>
                    </a:lnTo>
                    <a:lnTo>
                      <a:pt x="188200" y="153200"/>
                    </a:lnTo>
                    <a:lnTo>
                      <a:pt x="187500" y="153200"/>
                    </a:lnTo>
                    <a:close/>
                    <a:moveTo>
                      <a:pt x="190000" y="150000"/>
                    </a:moveTo>
                    <a:lnTo>
                      <a:pt x="190850" y="150000"/>
                    </a:lnTo>
                    <a:lnTo>
                      <a:pt x="190850" y="150850"/>
                    </a:lnTo>
                    <a:lnTo>
                      <a:pt x="190000" y="150850"/>
                    </a:lnTo>
                    <a:close/>
                    <a:moveTo>
                      <a:pt x="192500" y="152500"/>
                    </a:moveTo>
                    <a:lnTo>
                      <a:pt x="193200" y="152500"/>
                    </a:lnTo>
                    <a:lnTo>
                      <a:pt x="193200" y="153200"/>
                    </a:lnTo>
                    <a:lnTo>
                      <a:pt x="192500" y="153200"/>
                    </a:lnTo>
                    <a:close/>
                    <a:moveTo>
                      <a:pt x="195000" y="150000"/>
                    </a:moveTo>
                    <a:lnTo>
                      <a:pt x="195850" y="150000"/>
                    </a:lnTo>
                    <a:lnTo>
                      <a:pt x="195850" y="150850"/>
                    </a:lnTo>
                    <a:lnTo>
                      <a:pt x="195000" y="150850"/>
                    </a:lnTo>
                    <a:close/>
                    <a:moveTo>
                      <a:pt x="197500" y="152500"/>
                    </a:moveTo>
                    <a:lnTo>
                      <a:pt x="198200" y="152500"/>
                    </a:lnTo>
                    <a:lnTo>
                      <a:pt x="198200" y="153200"/>
                    </a:lnTo>
                    <a:lnTo>
                      <a:pt x="197500" y="153200"/>
                    </a:lnTo>
                    <a:close/>
                    <a:moveTo>
                      <a:pt x="200000" y="150000"/>
                    </a:moveTo>
                    <a:lnTo>
                      <a:pt x="200850" y="150000"/>
                    </a:lnTo>
                    <a:lnTo>
                      <a:pt x="200850" y="150850"/>
                    </a:lnTo>
                    <a:lnTo>
                      <a:pt x="200000" y="150850"/>
                    </a:lnTo>
                    <a:close/>
                    <a:moveTo>
                      <a:pt x="202500" y="152500"/>
                    </a:moveTo>
                    <a:lnTo>
                      <a:pt x="203200" y="152500"/>
                    </a:lnTo>
                    <a:lnTo>
                      <a:pt x="203200" y="153200"/>
                    </a:lnTo>
                    <a:lnTo>
                      <a:pt x="202500" y="153200"/>
                    </a:lnTo>
                    <a:close/>
                    <a:moveTo>
                      <a:pt x="205000" y="150000"/>
                    </a:moveTo>
                    <a:lnTo>
                      <a:pt x="205850" y="150000"/>
                    </a:lnTo>
                    <a:lnTo>
                      <a:pt x="205850" y="150850"/>
                    </a:lnTo>
                    <a:lnTo>
                      <a:pt x="205000" y="150850"/>
                    </a:lnTo>
                    <a:close/>
                    <a:moveTo>
                      <a:pt x="207500" y="152500"/>
                    </a:moveTo>
                    <a:lnTo>
                      <a:pt x="208200" y="152500"/>
                    </a:lnTo>
                    <a:lnTo>
                      <a:pt x="208200" y="153200"/>
                    </a:lnTo>
                    <a:lnTo>
                      <a:pt x="207500" y="153200"/>
                    </a:lnTo>
                    <a:close/>
                    <a:moveTo>
                      <a:pt x="210000" y="150000"/>
                    </a:moveTo>
                    <a:lnTo>
                      <a:pt x="210850" y="150000"/>
                    </a:lnTo>
                    <a:lnTo>
                      <a:pt x="210850" y="150850"/>
                    </a:lnTo>
                    <a:lnTo>
                      <a:pt x="210000" y="150850"/>
                    </a:lnTo>
                    <a:close/>
                    <a:moveTo>
                      <a:pt x="212500" y="152500"/>
                    </a:moveTo>
                    <a:lnTo>
                      <a:pt x="213200" y="152500"/>
                    </a:lnTo>
                    <a:lnTo>
                      <a:pt x="213200" y="153200"/>
                    </a:lnTo>
                    <a:lnTo>
                      <a:pt x="212500" y="153200"/>
                    </a:lnTo>
                    <a:close/>
                    <a:moveTo>
                      <a:pt x="215000" y="150000"/>
                    </a:moveTo>
                    <a:lnTo>
                      <a:pt x="215850" y="150000"/>
                    </a:lnTo>
                    <a:lnTo>
                      <a:pt x="215850" y="150850"/>
                    </a:lnTo>
                    <a:lnTo>
                      <a:pt x="215000" y="150850"/>
                    </a:lnTo>
                    <a:close/>
                    <a:moveTo>
                      <a:pt x="217500" y="152500"/>
                    </a:moveTo>
                    <a:lnTo>
                      <a:pt x="218200" y="152500"/>
                    </a:lnTo>
                    <a:lnTo>
                      <a:pt x="218200" y="153200"/>
                    </a:lnTo>
                    <a:lnTo>
                      <a:pt x="217500" y="153200"/>
                    </a:lnTo>
                    <a:close/>
                    <a:moveTo>
                      <a:pt x="220000" y="150000"/>
                    </a:moveTo>
                    <a:lnTo>
                      <a:pt x="220850" y="150000"/>
                    </a:lnTo>
                    <a:lnTo>
                      <a:pt x="220850" y="150850"/>
                    </a:lnTo>
                    <a:lnTo>
                      <a:pt x="220000" y="150850"/>
                    </a:lnTo>
                    <a:close/>
                    <a:moveTo>
                      <a:pt x="222500" y="152500"/>
                    </a:moveTo>
                    <a:lnTo>
                      <a:pt x="223200" y="152500"/>
                    </a:lnTo>
                    <a:lnTo>
                      <a:pt x="223200" y="153200"/>
                    </a:lnTo>
                    <a:lnTo>
                      <a:pt x="222500" y="153200"/>
                    </a:lnTo>
                    <a:close/>
                    <a:moveTo>
                      <a:pt x="225000" y="150000"/>
                    </a:moveTo>
                    <a:lnTo>
                      <a:pt x="225850" y="150000"/>
                    </a:lnTo>
                    <a:lnTo>
                      <a:pt x="225850" y="150850"/>
                    </a:lnTo>
                    <a:lnTo>
                      <a:pt x="225000" y="150850"/>
                    </a:lnTo>
                    <a:close/>
                    <a:moveTo>
                      <a:pt x="227500" y="152500"/>
                    </a:moveTo>
                    <a:lnTo>
                      <a:pt x="228200" y="152500"/>
                    </a:lnTo>
                    <a:lnTo>
                      <a:pt x="228200" y="153200"/>
                    </a:lnTo>
                    <a:lnTo>
                      <a:pt x="227500" y="153200"/>
                    </a:lnTo>
                    <a:close/>
                    <a:moveTo>
                      <a:pt x="230000" y="150000"/>
                    </a:moveTo>
                    <a:lnTo>
                      <a:pt x="230850" y="150000"/>
                    </a:lnTo>
                    <a:lnTo>
                      <a:pt x="230850" y="150850"/>
                    </a:lnTo>
                    <a:lnTo>
                      <a:pt x="230000" y="150850"/>
                    </a:lnTo>
                    <a:close/>
                    <a:moveTo>
                      <a:pt x="232500" y="152500"/>
                    </a:moveTo>
                    <a:lnTo>
                      <a:pt x="233200" y="152500"/>
                    </a:lnTo>
                    <a:lnTo>
                      <a:pt x="233200" y="153200"/>
                    </a:lnTo>
                    <a:lnTo>
                      <a:pt x="232500" y="153200"/>
                    </a:lnTo>
                    <a:close/>
                    <a:moveTo>
                      <a:pt x="235000" y="150000"/>
                    </a:moveTo>
                    <a:lnTo>
                      <a:pt x="235850" y="150000"/>
                    </a:lnTo>
                    <a:lnTo>
                      <a:pt x="235850" y="150850"/>
                    </a:lnTo>
                    <a:lnTo>
                      <a:pt x="235000" y="150850"/>
                    </a:lnTo>
                    <a:close/>
                    <a:moveTo>
                      <a:pt x="237500" y="152500"/>
                    </a:moveTo>
                    <a:lnTo>
                      <a:pt x="238200" y="152500"/>
                    </a:lnTo>
                    <a:lnTo>
                      <a:pt x="238200" y="153200"/>
                    </a:lnTo>
                    <a:lnTo>
                      <a:pt x="237500" y="153200"/>
                    </a:lnTo>
                    <a:close/>
                    <a:moveTo>
                      <a:pt x="240000" y="150000"/>
                    </a:moveTo>
                    <a:lnTo>
                      <a:pt x="240850" y="150000"/>
                    </a:lnTo>
                    <a:lnTo>
                      <a:pt x="240850" y="150850"/>
                    </a:lnTo>
                    <a:lnTo>
                      <a:pt x="240000" y="150850"/>
                    </a:lnTo>
                    <a:close/>
                    <a:moveTo>
                      <a:pt x="242500" y="152500"/>
                    </a:moveTo>
                    <a:lnTo>
                      <a:pt x="243200" y="152500"/>
                    </a:lnTo>
                    <a:lnTo>
                      <a:pt x="243200" y="153200"/>
                    </a:lnTo>
                    <a:lnTo>
                      <a:pt x="242500" y="153200"/>
                    </a:lnTo>
                    <a:close/>
                    <a:moveTo>
                      <a:pt x="245000" y="150000"/>
                    </a:moveTo>
                    <a:lnTo>
                      <a:pt x="245850" y="150000"/>
                    </a:lnTo>
                    <a:lnTo>
                      <a:pt x="245850" y="150850"/>
                    </a:lnTo>
                    <a:lnTo>
                      <a:pt x="245000" y="150850"/>
                    </a:lnTo>
                    <a:close/>
                    <a:moveTo>
                      <a:pt x="247500" y="152500"/>
                    </a:moveTo>
                    <a:lnTo>
                      <a:pt x="248200" y="152500"/>
                    </a:lnTo>
                    <a:lnTo>
                      <a:pt x="248200" y="153200"/>
                    </a:lnTo>
                    <a:lnTo>
                      <a:pt x="247500" y="153200"/>
                    </a:lnTo>
                    <a:close/>
                    <a:moveTo>
                      <a:pt x="250000" y="150000"/>
                    </a:moveTo>
                    <a:lnTo>
                      <a:pt x="250850" y="150000"/>
                    </a:lnTo>
                    <a:lnTo>
                      <a:pt x="250850" y="150850"/>
                    </a:lnTo>
                    <a:lnTo>
                      <a:pt x="250000" y="150850"/>
                    </a:lnTo>
                    <a:close/>
                    <a:moveTo>
                      <a:pt x="252500" y="152500"/>
                    </a:moveTo>
                    <a:lnTo>
                      <a:pt x="253200" y="152500"/>
                    </a:lnTo>
                    <a:lnTo>
                      <a:pt x="253200" y="153200"/>
                    </a:lnTo>
                    <a:lnTo>
                      <a:pt x="252500" y="153200"/>
                    </a:lnTo>
                    <a:close/>
                    <a:moveTo>
                      <a:pt x="255000" y="150000"/>
                    </a:moveTo>
                    <a:lnTo>
                      <a:pt x="255850" y="150000"/>
                    </a:lnTo>
                    <a:lnTo>
                      <a:pt x="255850" y="150850"/>
                    </a:lnTo>
                    <a:lnTo>
                      <a:pt x="255000" y="150850"/>
                    </a:lnTo>
                    <a:close/>
                    <a:moveTo>
                      <a:pt x="257500" y="152500"/>
                    </a:moveTo>
                    <a:lnTo>
                      <a:pt x="258200" y="152500"/>
                    </a:lnTo>
                    <a:lnTo>
                      <a:pt x="258200" y="153200"/>
                    </a:lnTo>
                    <a:lnTo>
                      <a:pt x="257500" y="153200"/>
                    </a:lnTo>
                    <a:close/>
                    <a:moveTo>
                      <a:pt x="260000" y="150000"/>
                    </a:moveTo>
                    <a:lnTo>
                      <a:pt x="260850" y="150000"/>
                    </a:lnTo>
                    <a:lnTo>
                      <a:pt x="260850" y="150850"/>
                    </a:lnTo>
                    <a:lnTo>
                      <a:pt x="260000" y="150850"/>
                    </a:lnTo>
                    <a:close/>
                    <a:moveTo>
                      <a:pt x="262500" y="152500"/>
                    </a:moveTo>
                    <a:lnTo>
                      <a:pt x="263200" y="152500"/>
                    </a:lnTo>
                    <a:lnTo>
                      <a:pt x="263200" y="153200"/>
                    </a:lnTo>
                    <a:lnTo>
                      <a:pt x="262500" y="153200"/>
                    </a:lnTo>
                    <a:close/>
                    <a:moveTo>
                      <a:pt x="265000" y="150000"/>
                    </a:moveTo>
                    <a:lnTo>
                      <a:pt x="265850" y="150000"/>
                    </a:lnTo>
                    <a:lnTo>
                      <a:pt x="265850" y="150850"/>
                    </a:lnTo>
                    <a:lnTo>
                      <a:pt x="265000" y="150850"/>
                    </a:lnTo>
                    <a:close/>
                    <a:moveTo>
                      <a:pt x="267500" y="152500"/>
                    </a:moveTo>
                    <a:lnTo>
                      <a:pt x="268200" y="152500"/>
                    </a:lnTo>
                    <a:lnTo>
                      <a:pt x="268200" y="153200"/>
                    </a:lnTo>
                    <a:lnTo>
                      <a:pt x="267500" y="153200"/>
                    </a:lnTo>
                    <a:close/>
                    <a:moveTo>
                      <a:pt x="270000" y="150000"/>
                    </a:moveTo>
                    <a:lnTo>
                      <a:pt x="270850" y="150000"/>
                    </a:lnTo>
                    <a:lnTo>
                      <a:pt x="270850" y="150850"/>
                    </a:lnTo>
                    <a:lnTo>
                      <a:pt x="270000" y="150850"/>
                    </a:lnTo>
                    <a:close/>
                    <a:moveTo>
                      <a:pt x="272500" y="152500"/>
                    </a:moveTo>
                    <a:lnTo>
                      <a:pt x="273200" y="152500"/>
                    </a:lnTo>
                    <a:lnTo>
                      <a:pt x="273200" y="153200"/>
                    </a:lnTo>
                    <a:lnTo>
                      <a:pt x="272500" y="153200"/>
                    </a:lnTo>
                    <a:close/>
                    <a:moveTo>
                      <a:pt x="275000" y="150000"/>
                    </a:moveTo>
                    <a:lnTo>
                      <a:pt x="275850" y="150000"/>
                    </a:lnTo>
                    <a:lnTo>
                      <a:pt x="275850" y="150850"/>
                    </a:lnTo>
                    <a:lnTo>
                      <a:pt x="275000" y="150850"/>
                    </a:lnTo>
                    <a:close/>
                    <a:moveTo>
                      <a:pt x="277500" y="152500"/>
                    </a:moveTo>
                    <a:lnTo>
                      <a:pt x="278200" y="152500"/>
                    </a:lnTo>
                    <a:lnTo>
                      <a:pt x="278200" y="153200"/>
                    </a:lnTo>
                    <a:lnTo>
                      <a:pt x="277500" y="153200"/>
                    </a:lnTo>
                    <a:close/>
                    <a:moveTo>
                      <a:pt x="280000" y="150000"/>
                    </a:moveTo>
                    <a:lnTo>
                      <a:pt x="280850" y="150000"/>
                    </a:lnTo>
                    <a:lnTo>
                      <a:pt x="280850" y="150850"/>
                    </a:lnTo>
                    <a:lnTo>
                      <a:pt x="280000" y="150850"/>
                    </a:lnTo>
                    <a:close/>
                    <a:moveTo>
                      <a:pt x="282500" y="152500"/>
                    </a:moveTo>
                    <a:lnTo>
                      <a:pt x="283200" y="152500"/>
                    </a:lnTo>
                    <a:lnTo>
                      <a:pt x="283200" y="153200"/>
                    </a:lnTo>
                    <a:lnTo>
                      <a:pt x="282500" y="153200"/>
                    </a:lnTo>
                    <a:close/>
                    <a:moveTo>
                      <a:pt x="285000" y="150000"/>
                    </a:moveTo>
                    <a:lnTo>
                      <a:pt x="285850" y="150000"/>
                    </a:lnTo>
                    <a:lnTo>
                      <a:pt x="285850" y="150850"/>
                    </a:lnTo>
                    <a:lnTo>
                      <a:pt x="285000" y="150850"/>
                    </a:lnTo>
                    <a:close/>
                    <a:moveTo>
                      <a:pt x="287500" y="152500"/>
                    </a:moveTo>
                    <a:lnTo>
                      <a:pt x="288200" y="152500"/>
                    </a:lnTo>
                    <a:lnTo>
                      <a:pt x="288200" y="153200"/>
                    </a:lnTo>
                    <a:lnTo>
                      <a:pt x="287500" y="153200"/>
                    </a:lnTo>
                    <a:close/>
                    <a:moveTo>
                      <a:pt x="0" y="155000"/>
                    </a:moveTo>
                    <a:lnTo>
                      <a:pt x="850" y="155000"/>
                    </a:lnTo>
                    <a:lnTo>
                      <a:pt x="850" y="155850"/>
                    </a:lnTo>
                    <a:lnTo>
                      <a:pt x="0" y="155850"/>
                    </a:lnTo>
                    <a:close/>
                    <a:moveTo>
                      <a:pt x="2500" y="157500"/>
                    </a:moveTo>
                    <a:lnTo>
                      <a:pt x="3200" y="157500"/>
                    </a:lnTo>
                    <a:lnTo>
                      <a:pt x="3200" y="158200"/>
                    </a:lnTo>
                    <a:lnTo>
                      <a:pt x="2500" y="158200"/>
                    </a:lnTo>
                    <a:close/>
                    <a:moveTo>
                      <a:pt x="5000" y="155000"/>
                    </a:moveTo>
                    <a:lnTo>
                      <a:pt x="5850" y="155000"/>
                    </a:lnTo>
                    <a:lnTo>
                      <a:pt x="5850" y="155850"/>
                    </a:lnTo>
                    <a:lnTo>
                      <a:pt x="5000" y="155850"/>
                    </a:lnTo>
                    <a:close/>
                    <a:moveTo>
                      <a:pt x="7500" y="157500"/>
                    </a:moveTo>
                    <a:lnTo>
                      <a:pt x="8200" y="157500"/>
                    </a:lnTo>
                    <a:lnTo>
                      <a:pt x="8200" y="158200"/>
                    </a:lnTo>
                    <a:lnTo>
                      <a:pt x="7500" y="158200"/>
                    </a:lnTo>
                    <a:close/>
                    <a:moveTo>
                      <a:pt x="10000" y="155000"/>
                    </a:moveTo>
                    <a:lnTo>
                      <a:pt x="10850" y="155000"/>
                    </a:lnTo>
                    <a:lnTo>
                      <a:pt x="10850" y="155850"/>
                    </a:lnTo>
                    <a:lnTo>
                      <a:pt x="10000" y="155850"/>
                    </a:lnTo>
                    <a:close/>
                    <a:moveTo>
                      <a:pt x="12500" y="157500"/>
                    </a:moveTo>
                    <a:lnTo>
                      <a:pt x="13200" y="157500"/>
                    </a:lnTo>
                    <a:lnTo>
                      <a:pt x="13200" y="158200"/>
                    </a:lnTo>
                    <a:lnTo>
                      <a:pt x="12500" y="158200"/>
                    </a:lnTo>
                    <a:close/>
                    <a:moveTo>
                      <a:pt x="15000" y="155000"/>
                    </a:moveTo>
                    <a:lnTo>
                      <a:pt x="15850" y="155000"/>
                    </a:lnTo>
                    <a:lnTo>
                      <a:pt x="15850" y="155850"/>
                    </a:lnTo>
                    <a:lnTo>
                      <a:pt x="15000" y="155850"/>
                    </a:lnTo>
                    <a:close/>
                    <a:moveTo>
                      <a:pt x="17500" y="157500"/>
                    </a:moveTo>
                    <a:lnTo>
                      <a:pt x="18200" y="157500"/>
                    </a:lnTo>
                    <a:lnTo>
                      <a:pt x="18200" y="158200"/>
                    </a:lnTo>
                    <a:lnTo>
                      <a:pt x="17500" y="158200"/>
                    </a:lnTo>
                    <a:close/>
                    <a:moveTo>
                      <a:pt x="20000" y="155000"/>
                    </a:moveTo>
                    <a:lnTo>
                      <a:pt x="20850" y="155000"/>
                    </a:lnTo>
                    <a:lnTo>
                      <a:pt x="20850" y="155850"/>
                    </a:lnTo>
                    <a:lnTo>
                      <a:pt x="20000" y="155850"/>
                    </a:lnTo>
                    <a:close/>
                    <a:moveTo>
                      <a:pt x="22500" y="157500"/>
                    </a:moveTo>
                    <a:lnTo>
                      <a:pt x="23200" y="157500"/>
                    </a:lnTo>
                    <a:lnTo>
                      <a:pt x="23200" y="158200"/>
                    </a:lnTo>
                    <a:lnTo>
                      <a:pt x="22500" y="158200"/>
                    </a:lnTo>
                    <a:close/>
                    <a:moveTo>
                      <a:pt x="25000" y="155000"/>
                    </a:moveTo>
                    <a:lnTo>
                      <a:pt x="25850" y="155000"/>
                    </a:lnTo>
                    <a:lnTo>
                      <a:pt x="25850" y="155850"/>
                    </a:lnTo>
                    <a:lnTo>
                      <a:pt x="25000" y="155850"/>
                    </a:lnTo>
                    <a:close/>
                    <a:moveTo>
                      <a:pt x="27500" y="157500"/>
                    </a:moveTo>
                    <a:lnTo>
                      <a:pt x="28200" y="157500"/>
                    </a:lnTo>
                    <a:lnTo>
                      <a:pt x="28200" y="158200"/>
                    </a:lnTo>
                    <a:lnTo>
                      <a:pt x="27500" y="158200"/>
                    </a:lnTo>
                    <a:close/>
                    <a:moveTo>
                      <a:pt x="30000" y="155000"/>
                    </a:moveTo>
                    <a:lnTo>
                      <a:pt x="30850" y="155000"/>
                    </a:lnTo>
                    <a:lnTo>
                      <a:pt x="30850" y="155850"/>
                    </a:lnTo>
                    <a:lnTo>
                      <a:pt x="30000" y="155850"/>
                    </a:lnTo>
                    <a:close/>
                    <a:moveTo>
                      <a:pt x="32500" y="157500"/>
                    </a:moveTo>
                    <a:lnTo>
                      <a:pt x="33200" y="157500"/>
                    </a:lnTo>
                    <a:lnTo>
                      <a:pt x="33200" y="158200"/>
                    </a:lnTo>
                    <a:lnTo>
                      <a:pt x="32500" y="158200"/>
                    </a:lnTo>
                    <a:close/>
                    <a:moveTo>
                      <a:pt x="35000" y="155000"/>
                    </a:moveTo>
                    <a:lnTo>
                      <a:pt x="35850" y="155000"/>
                    </a:lnTo>
                    <a:lnTo>
                      <a:pt x="35850" y="155850"/>
                    </a:lnTo>
                    <a:lnTo>
                      <a:pt x="35000" y="155850"/>
                    </a:lnTo>
                    <a:close/>
                    <a:moveTo>
                      <a:pt x="37500" y="157500"/>
                    </a:moveTo>
                    <a:lnTo>
                      <a:pt x="38200" y="157500"/>
                    </a:lnTo>
                    <a:lnTo>
                      <a:pt x="38200" y="158200"/>
                    </a:lnTo>
                    <a:lnTo>
                      <a:pt x="37500" y="158200"/>
                    </a:lnTo>
                    <a:close/>
                    <a:moveTo>
                      <a:pt x="40000" y="155000"/>
                    </a:moveTo>
                    <a:lnTo>
                      <a:pt x="40850" y="155000"/>
                    </a:lnTo>
                    <a:lnTo>
                      <a:pt x="40850" y="155850"/>
                    </a:lnTo>
                    <a:lnTo>
                      <a:pt x="40000" y="155850"/>
                    </a:lnTo>
                    <a:close/>
                    <a:moveTo>
                      <a:pt x="42500" y="157500"/>
                    </a:moveTo>
                    <a:lnTo>
                      <a:pt x="43200" y="157500"/>
                    </a:lnTo>
                    <a:lnTo>
                      <a:pt x="43200" y="158200"/>
                    </a:lnTo>
                    <a:lnTo>
                      <a:pt x="42500" y="158200"/>
                    </a:lnTo>
                    <a:close/>
                    <a:moveTo>
                      <a:pt x="45000" y="155000"/>
                    </a:moveTo>
                    <a:lnTo>
                      <a:pt x="45850" y="155000"/>
                    </a:lnTo>
                    <a:lnTo>
                      <a:pt x="45850" y="155850"/>
                    </a:lnTo>
                    <a:lnTo>
                      <a:pt x="45000" y="155850"/>
                    </a:lnTo>
                    <a:close/>
                    <a:moveTo>
                      <a:pt x="47500" y="157500"/>
                    </a:moveTo>
                    <a:lnTo>
                      <a:pt x="48200" y="157500"/>
                    </a:lnTo>
                    <a:lnTo>
                      <a:pt x="48200" y="158200"/>
                    </a:lnTo>
                    <a:lnTo>
                      <a:pt x="47500" y="158200"/>
                    </a:lnTo>
                    <a:close/>
                    <a:moveTo>
                      <a:pt x="50000" y="155000"/>
                    </a:moveTo>
                    <a:lnTo>
                      <a:pt x="50850" y="155000"/>
                    </a:lnTo>
                    <a:lnTo>
                      <a:pt x="50850" y="155850"/>
                    </a:lnTo>
                    <a:lnTo>
                      <a:pt x="50000" y="155850"/>
                    </a:lnTo>
                    <a:close/>
                    <a:moveTo>
                      <a:pt x="52500" y="157500"/>
                    </a:moveTo>
                    <a:lnTo>
                      <a:pt x="53200" y="157500"/>
                    </a:lnTo>
                    <a:lnTo>
                      <a:pt x="53200" y="158200"/>
                    </a:lnTo>
                    <a:lnTo>
                      <a:pt x="52500" y="158200"/>
                    </a:lnTo>
                    <a:close/>
                    <a:moveTo>
                      <a:pt x="55000" y="155000"/>
                    </a:moveTo>
                    <a:lnTo>
                      <a:pt x="55850" y="155000"/>
                    </a:lnTo>
                    <a:lnTo>
                      <a:pt x="55850" y="155850"/>
                    </a:lnTo>
                    <a:lnTo>
                      <a:pt x="55000" y="155850"/>
                    </a:lnTo>
                    <a:close/>
                    <a:moveTo>
                      <a:pt x="57500" y="157500"/>
                    </a:moveTo>
                    <a:lnTo>
                      <a:pt x="58200" y="157500"/>
                    </a:lnTo>
                    <a:lnTo>
                      <a:pt x="58200" y="158200"/>
                    </a:lnTo>
                    <a:lnTo>
                      <a:pt x="57500" y="158200"/>
                    </a:lnTo>
                    <a:close/>
                    <a:moveTo>
                      <a:pt x="60000" y="155000"/>
                    </a:moveTo>
                    <a:lnTo>
                      <a:pt x="60850" y="155000"/>
                    </a:lnTo>
                    <a:lnTo>
                      <a:pt x="60850" y="155850"/>
                    </a:lnTo>
                    <a:lnTo>
                      <a:pt x="60000" y="155850"/>
                    </a:lnTo>
                    <a:close/>
                    <a:moveTo>
                      <a:pt x="62500" y="157500"/>
                    </a:moveTo>
                    <a:lnTo>
                      <a:pt x="63200" y="157500"/>
                    </a:lnTo>
                    <a:lnTo>
                      <a:pt x="63200" y="158200"/>
                    </a:lnTo>
                    <a:lnTo>
                      <a:pt x="62500" y="158200"/>
                    </a:lnTo>
                    <a:close/>
                    <a:moveTo>
                      <a:pt x="65000" y="155000"/>
                    </a:moveTo>
                    <a:lnTo>
                      <a:pt x="65850" y="155000"/>
                    </a:lnTo>
                    <a:lnTo>
                      <a:pt x="65850" y="155850"/>
                    </a:lnTo>
                    <a:lnTo>
                      <a:pt x="65000" y="155850"/>
                    </a:lnTo>
                    <a:close/>
                    <a:moveTo>
                      <a:pt x="67500" y="157500"/>
                    </a:moveTo>
                    <a:lnTo>
                      <a:pt x="68200" y="157500"/>
                    </a:lnTo>
                    <a:lnTo>
                      <a:pt x="68200" y="158200"/>
                    </a:lnTo>
                    <a:lnTo>
                      <a:pt x="67500" y="158200"/>
                    </a:lnTo>
                    <a:close/>
                    <a:moveTo>
                      <a:pt x="70000" y="155000"/>
                    </a:moveTo>
                    <a:lnTo>
                      <a:pt x="70850" y="155000"/>
                    </a:lnTo>
                    <a:lnTo>
                      <a:pt x="70850" y="155850"/>
                    </a:lnTo>
                    <a:lnTo>
                      <a:pt x="70000" y="155850"/>
                    </a:lnTo>
                    <a:close/>
                    <a:moveTo>
                      <a:pt x="72500" y="157500"/>
                    </a:moveTo>
                    <a:lnTo>
                      <a:pt x="73200" y="157500"/>
                    </a:lnTo>
                    <a:lnTo>
                      <a:pt x="73200" y="158200"/>
                    </a:lnTo>
                    <a:lnTo>
                      <a:pt x="72500" y="158200"/>
                    </a:lnTo>
                    <a:close/>
                    <a:moveTo>
                      <a:pt x="75000" y="155000"/>
                    </a:moveTo>
                    <a:lnTo>
                      <a:pt x="75850" y="155000"/>
                    </a:lnTo>
                    <a:lnTo>
                      <a:pt x="75850" y="155850"/>
                    </a:lnTo>
                    <a:lnTo>
                      <a:pt x="75000" y="155850"/>
                    </a:lnTo>
                    <a:close/>
                    <a:moveTo>
                      <a:pt x="77500" y="157500"/>
                    </a:moveTo>
                    <a:lnTo>
                      <a:pt x="78200" y="157500"/>
                    </a:lnTo>
                    <a:lnTo>
                      <a:pt x="78200" y="158200"/>
                    </a:lnTo>
                    <a:lnTo>
                      <a:pt x="77500" y="158200"/>
                    </a:lnTo>
                    <a:close/>
                    <a:moveTo>
                      <a:pt x="80000" y="155000"/>
                    </a:moveTo>
                    <a:lnTo>
                      <a:pt x="80850" y="155000"/>
                    </a:lnTo>
                    <a:lnTo>
                      <a:pt x="80850" y="155850"/>
                    </a:lnTo>
                    <a:lnTo>
                      <a:pt x="80000" y="155850"/>
                    </a:lnTo>
                    <a:close/>
                    <a:moveTo>
                      <a:pt x="82500" y="157500"/>
                    </a:moveTo>
                    <a:lnTo>
                      <a:pt x="83200" y="157500"/>
                    </a:lnTo>
                    <a:lnTo>
                      <a:pt x="83200" y="158200"/>
                    </a:lnTo>
                    <a:lnTo>
                      <a:pt x="82500" y="158200"/>
                    </a:lnTo>
                    <a:close/>
                    <a:moveTo>
                      <a:pt x="85000" y="155000"/>
                    </a:moveTo>
                    <a:lnTo>
                      <a:pt x="85850" y="155000"/>
                    </a:lnTo>
                    <a:lnTo>
                      <a:pt x="85850" y="155850"/>
                    </a:lnTo>
                    <a:lnTo>
                      <a:pt x="85000" y="155850"/>
                    </a:lnTo>
                    <a:close/>
                    <a:moveTo>
                      <a:pt x="87500" y="157500"/>
                    </a:moveTo>
                    <a:lnTo>
                      <a:pt x="88200" y="157500"/>
                    </a:lnTo>
                    <a:lnTo>
                      <a:pt x="88200" y="158200"/>
                    </a:lnTo>
                    <a:lnTo>
                      <a:pt x="87500" y="158200"/>
                    </a:lnTo>
                    <a:close/>
                    <a:moveTo>
                      <a:pt x="90000" y="155000"/>
                    </a:moveTo>
                    <a:lnTo>
                      <a:pt x="90850" y="155000"/>
                    </a:lnTo>
                    <a:lnTo>
                      <a:pt x="90850" y="155850"/>
                    </a:lnTo>
                    <a:lnTo>
                      <a:pt x="90000" y="155850"/>
                    </a:lnTo>
                    <a:close/>
                    <a:moveTo>
                      <a:pt x="92500" y="157500"/>
                    </a:moveTo>
                    <a:lnTo>
                      <a:pt x="93200" y="157500"/>
                    </a:lnTo>
                    <a:lnTo>
                      <a:pt x="93200" y="158200"/>
                    </a:lnTo>
                    <a:lnTo>
                      <a:pt x="92500" y="158200"/>
                    </a:lnTo>
                    <a:close/>
                    <a:moveTo>
                      <a:pt x="95000" y="155000"/>
                    </a:moveTo>
                    <a:lnTo>
                      <a:pt x="95850" y="155000"/>
                    </a:lnTo>
                    <a:lnTo>
                      <a:pt x="95850" y="155850"/>
                    </a:lnTo>
                    <a:lnTo>
                      <a:pt x="95000" y="155850"/>
                    </a:lnTo>
                    <a:close/>
                    <a:moveTo>
                      <a:pt x="97500" y="157500"/>
                    </a:moveTo>
                    <a:lnTo>
                      <a:pt x="98200" y="157500"/>
                    </a:lnTo>
                    <a:lnTo>
                      <a:pt x="98200" y="158200"/>
                    </a:lnTo>
                    <a:lnTo>
                      <a:pt x="97500" y="158200"/>
                    </a:lnTo>
                    <a:close/>
                    <a:moveTo>
                      <a:pt x="100000" y="155000"/>
                    </a:moveTo>
                    <a:lnTo>
                      <a:pt x="100850" y="155000"/>
                    </a:lnTo>
                    <a:lnTo>
                      <a:pt x="100850" y="155850"/>
                    </a:lnTo>
                    <a:lnTo>
                      <a:pt x="100000" y="155850"/>
                    </a:lnTo>
                    <a:close/>
                    <a:moveTo>
                      <a:pt x="102500" y="157500"/>
                    </a:moveTo>
                    <a:lnTo>
                      <a:pt x="103200" y="157500"/>
                    </a:lnTo>
                    <a:lnTo>
                      <a:pt x="103200" y="158200"/>
                    </a:lnTo>
                    <a:lnTo>
                      <a:pt x="102500" y="158200"/>
                    </a:lnTo>
                    <a:close/>
                    <a:moveTo>
                      <a:pt x="105000" y="155000"/>
                    </a:moveTo>
                    <a:lnTo>
                      <a:pt x="105850" y="155000"/>
                    </a:lnTo>
                    <a:lnTo>
                      <a:pt x="105850" y="155850"/>
                    </a:lnTo>
                    <a:lnTo>
                      <a:pt x="105000" y="155850"/>
                    </a:lnTo>
                    <a:close/>
                    <a:moveTo>
                      <a:pt x="107500" y="157500"/>
                    </a:moveTo>
                    <a:lnTo>
                      <a:pt x="108200" y="157500"/>
                    </a:lnTo>
                    <a:lnTo>
                      <a:pt x="108200" y="158200"/>
                    </a:lnTo>
                    <a:lnTo>
                      <a:pt x="107500" y="158200"/>
                    </a:lnTo>
                    <a:close/>
                    <a:moveTo>
                      <a:pt x="110000" y="155000"/>
                    </a:moveTo>
                    <a:lnTo>
                      <a:pt x="110850" y="155000"/>
                    </a:lnTo>
                    <a:lnTo>
                      <a:pt x="110850" y="155850"/>
                    </a:lnTo>
                    <a:lnTo>
                      <a:pt x="110000" y="155850"/>
                    </a:lnTo>
                    <a:close/>
                    <a:moveTo>
                      <a:pt x="112500" y="157500"/>
                    </a:moveTo>
                    <a:lnTo>
                      <a:pt x="113200" y="157500"/>
                    </a:lnTo>
                    <a:lnTo>
                      <a:pt x="113200" y="158200"/>
                    </a:lnTo>
                    <a:lnTo>
                      <a:pt x="112500" y="158200"/>
                    </a:lnTo>
                    <a:close/>
                    <a:moveTo>
                      <a:pt x="115000" y="155000"/>
                    </a:moveTo>
                    <a:lnTo>
                      <a:pt x="115850" y="155000"/>
                    </a:lnTo>
                    <a:lnTo>
                      <a:pt x="115850" y="155850"/>
                    </a:lnTo>
                    <a:lnTo>
                      <a:pt x="115000" y="155850"/>
                    </a:lnTo>
                    <a:close/>
                    <a:moveTo>
                      <a:pt x="117500" y="157500"/>
                    </a:moveTo>
                    <a:lnTo>
                      <a:pt x="118200" y="157500"/>
                    </a:lnTo>
                    <a:lnTo>
                      <a:pt x="118200" y="158200"/>
                    </a:lnTo>
                    <a:lnTo>
                      <a:pt x="117500" y="158200"/>
                    </a:lnTo>
                    <a:close/>
                    <a:moveTo>
                      <a:pt x="120000" y="155000"/>
                    </a:moveTo>
                    <a:lnTo>
                      <a:pt x="120850" y="155000"/>
                    </a:lnTo>
                    <a:lnTo>
                      <a:pt x="120850" y="155850"/>
                    </a:lnTo>
                    <a:lnTo>
                      <a:pt x="120000" y="155850"/>
                    </a:lnTo>
                    <a:close/>
                    <a:moveTo>
                      <a:pt x="122500" y="157500"/>
                    </a:moveTo>
                    <a:lnTo>
                      <a:pt x="123200" y="157500"/>
                    </a:lnTo>
                    <a:lnTo>
                      <a:pt x="123200" y="158200"/>
                    </a:lnTo>
                    <a:lnTo>
                      <a:pt x="122500" y="158200"/>
                    </a:lnTo>
                    <a:close/>
                    <a:moveTo>
                      <a:pt x="125000" y="155000"/>
                    </a:moveTo>
                    <a:lnTo>
                      <a:pt x="125850" y="155000"/>
                    </a:lnTo>
                    <a:lnTo>
                      <a:pt x="125850" y="155850"/>
                    </a:lnTo>
                    <a:lnTo>
                      <a:pt x="125000" y="155850"/>
                    </a:lnTo>
                    <a:close/>
                    <a:moveTo>
                      <a:pt x="127500" y="157500"/>
                    </a:moveTo>
                    <a:lnTo>
                      <a:pt x="128200" y="157500"/>
                    </a:lnTo>
                    <a:lnTo>
                      <a:pt x="128200" y="158200"/>
                    </a:lnTo>
                    <a:lnTo>
                      <a:pt x="127500" y="158200"/>
                    </a:lnTo>
                    <a:close/>
                    <a:moveTo>
                      <a:pt x="130000" y="155000"/>
                    </a:moveTo>
                    <a:lnTo>
                      <a:pt x="130850" y="155000"/>
                    </a:lnTo>
                    <a:lnTo>
                      <a:pt x="130850" y="155850"/>
                    </a:lnTo>
                    <a:lnTo>
                      <a:pt x="130000" y="155850"/>
                    </a:lnTo>
                    <a:close/>
                    <a:moveTo>
                      <a:pt x="132500" y="157500"/>
                    </a:moveTo>
                    <a:lnTo>
                      <a:pt x="133200" y="157500"/>
                    </a:lnTo>
                    <a:lnTo>
                      <a:pt x="133200" y="158200"/>
                    </a:lnTo>
                    <a:lnTo>
                      <a:pt x="132500" y="158200"/>
                    </a:lnTo>
                    <a:close/>
                    <a:moveTo>
                      <a:pt x="135000" y="155000"/>
                    </a:moveTo>
                    <a:lnTo>
                      <a:pt x="135850" y="155000"/>
                    </a:lnTo>
                    <a:lnTo>
                      <a:pt x="135850" y="155850"/>
                    </a:lnTo>
                    <a:lnTo>
                      <a:pt x="135000" y="155850"/>
                    </a:lnTo>
                    <a:close/>
                    <a:moveTo>
                      <a:pt x="137500" y="157500"/>
                    </a:moveTo>
                    <a:lnTo>
                      <a:pt x="138200" y="157500"/>
                    </a:lnTo>
                    <a:lnTo>
                      <a:pt x="138200" y="158200"/>
                    </a:lnTo>
                    <a:lnTo>
                      <a:pt x="137500" y="158200"/>
                    </a:lnTo>
                    <a:close/>
                    <a:moveTo>
                      <a:pt x="140000" y="155000"/>
                    </a:moveTo>
                    <a:lnTo>
                      <a:pt x="140850" y="155000"/>
                    </a:lnTo>
                    <a:lnTo>
                      <a:pt x="140850" y="155850"/>
                    </a:lnTo>
                    <a:lnTo>
                      <a:pt x="140000" y="155850"/>
                    </a:lnTo>
                    <a:close/>
                    <a:moveTo>
                      <a:pt x="142500" y="157500"/>
                    </a:moveTo>
                    <a:lnTo>
                      <a:pt x="143200" y="157500"/>
                    </a:lnTo>
                    <a:lnTo>
                      <a:pt x="143200" y="158200"/>
                    </a:lnTo>
                    <a:lnTo>
                      <a:pt x="142500" y="158200"/>
                    </a:lnTo>
                    <a:close/>
                    <a:moveTo>
                      <a:pt x="145000" y="155000"/>
                    </a:moveTo>
                    <a:lnTo>
                      <a:pt x="145850" y="155000"/>
                    </a:lnTo>
                    <a:lnTo>
                      <a:pt x="145850" y="155850"/>
                    </a:lnTo>
                    <a:lnTo>
                      <a:pt x="145000" y="155850"/>
                    </a:lnTo>
                    <a:close/>
                    <a:moveTo>
                      <a:pt x="147500" y="157500"/>
                    </a:moveTo>
                    <a:lnTo>
                      <a:pt x="148200" y="157500"/>
                    </a:lnTo>
                    <a:lnTo>
                      <a:pt x="148200" y="158200"/>
                    </a:lnTo>
                    <a:lnTo>
                      <a:pt x="147500" y="158200"/>
                    </a:lnTo>
                    <a:close/>
                    <a:moveTo>
                      <a:pt x="150000" y="155000"/>
                    </a:moveTo>
                    <a:lnTo>
                      <a:pt x="150850" y="155000"/>
                    </a:lnTo>
                    <a:lnTo>
                      <a:pt x="150850" y="155850"/>
                    </a:lnTo>
                    <a:lnTo>
                      <a:pt x="150000" y="155850"/>
                    </a:lnTo>
                    <a:close/>
                    <a:moveTo>
                      <a:pt x="152500" y="157500"/>
                    </a:moveTo>
                    <a:lnTo>
                      <a:pt x="153200" y="157500"/>
                    </a:lnTo>
                    <a:lnTo>
                      <a:pt x="153200" y="158200"/>
                    </a:lnTo>
                    <a:lnTo>
                      <a:pt x="152500" y="158200"/>
                    </a:lnTo>
                    <a:close/>
                    <a:moveTo>
                      <a:pt x="155000" y="155000"/>
                    </a:moveTo>
                    <a:lnTo>
                      <a:pt x="155850" y="155000"/>
                    </a:lnTo>
                    <a:lnTo>
                      <a:pt x="155850" y="155850"/>
                    </a:lnTo>
                    <a:lnTo>
                      <a:pt x="155000" y="155850"/>
                    </a:lnTo>
                    <a:close/>
                    <a:moveTo>
                      <a:pt x="157500" y="157500"/>
                    </a:moveTo>
                    <a:lnTo>
                      <a:pt x="158200" y="157500"/>
                    </a:lnTo>
                    <a:lnTo>
                      <a:pt x="158200" y="158200"/>
                    </a:lnTo>
                    <a:lnTo>
                      <a:pt x="157500" y="158200"/>
                    </a:lnTo>
                    <a:close/>
                    <a:moveTo>
                      <a:pt x="160000" y="155000"/>
                    </a:moveTo>
                    <a:lnTo>
                      <a:pt x="160850" y="155000"/>
                    </a:lnTo>
                    <a:lnTo>
                      <a:pt x="160850" y="155850"/>
                    </a:lnTo>
                    <a:lnTo>
                      <a:pt x="160000" y="155850"/>
                    </a:lnTo>
                    <a:close/>
                    <a:moveTo>
                      <a:pt x="162500" y="157500"/>
                    </a:moveTo>
                    <a:lnTo>
                      <a:pt x="163200" y="157500"/>
                    </a:lnTo>
                    <a:lnTo>
                      <a:pt x="163200" y="158200"/>
                    </a:lnTo>
                    <a:lnTo>
                      <a:pt x="162500" y="158200"/>
                    </a:lnTo>
                    <a:close/>
                    <a:moveTo>
                      <a:pt x="165000" y="155000"/>
                    </a:moveTo>
                    <a:lnTo>
                      <a:pt x="165850" y="155000"/>
                    </a:lnTo>
                    <a:lnTo>
                      <a:pt x="165850" y="155850"/>
                    </a:lnTo>
                    <a:lnTo>
                      <a:pt x="165000" y="155850"/>
                    </a:lnTo>
                    <a:close/>
                    <a:moveTo>
                      <a:pt x="167500" y="157500"/>
                    </a:moveTo>
                    <a:lnTo>
                      <a:pt x="168200" y="157500"/>
                    </a:lnTo>
                    <a:lnTo>
                      <a:pt x="168200" y="158200"/>
                    </a:lnTo>
                    <a:lnTo>
                      <a:pt x="167500" y="158200"/>
                    </a:lnTo>
                    <a:close/>
                    <a:moveTo>
                      <a:pt x="170000" y="155000"/>
                    </a:moveTo>
                    <a:lnTo>
                      <a:pt x="170850" y="155000"/>
                    </a:lnTo>
                    <a:lnTo>
                      <a:pt x="170850" y="155850"/>
                    </a:lnTo>
                    <a:lnTo>
                      <a:pt x="170000" y="155850"/>
                    </a:lnTo>
                    <a:close/>
                    <a:moveTo>
                      <a:pt x="172500" y="157500"/>
                    </a:moveTo>
                    <a:lnTo>
                      <a:pt x="173200" y="157500"/>
                    </a:lnTo>
                    <a:lnTo>
                      <a:pt x="173200" y="158200"/>
                    </a:lnTo>
                    <a:lnTo>
                      <a:pt x="172500" y="158200"/>
                    </a:lnTo>
                    <a:close/>
                    <a:moveTo>
                      <a:pt x="175000" y="155000"/>
                    </a:moveTo>
                    <a:lnTo>
                      <a:pt x="175850" y="155000"/>
                    </a:lnTo>
                    <a:lnTo>
                      <a:pt x="175850" y="155850"/>
                    </a:lnTo>
                    <a:lnTo>
                      <a:pt x="175000" y="155850"/>
                    </a:lnTo>
                    <a:close/>
                    <a:moveTo>
                      <a:pt x="177500" y="157500"/>
                    </a:moveTo>
                    <a:lnTo>
                      <a:pt x="178200" y="157500"/>
                    </a:lnTo>
                    <a:lnTo>
                      <a:pt x="178200" y="158200"/>
                    </a:lnTo>
                    <a:lnTo>
                      <a:pt x="177500" y="158200"/>
                    </a:lnTo>
                    <a:close/>
                    <a:moveTo>
                      <a:pt x="180000" y="155000"/>
                    </a:moveTo>
                    <a:lnTo>
                      <a:pt x="180850" y="155000"/>
                    </a:lnTo>
                    <a:lnTo>
                      <a:pt x="180850" y="155850"/>
                    </a:lnTo>
                    <a:lnTo>
                      <a:pt x="180000" y="155850"/>
                    </a:lnTo>
                    <a:close/>
                    <a:moveTo>
                      <a:pt x="182500" y="157500"/>
                    </a:moveTo>
                    <a:lnTo>
                      <a:pt x="183200" y="157500"/>
                    </a:lnTo>
                    <a:lnTo>
                      <a:pt x="183200" y="158200"/>
                    </a:lnTo>
                    <a:lnTo>
                      <a:pt x="182500" y="158200"/>
                    </a:lnTo>
                    <a:close/>
                    <a:moveTo>
                      <a:pt x="185000" y="155000"/>
                    </a:moveTo>
                    <a:lnTo>
                      <a:pt x="185850" y="155000"/>
                    </a:lnTo>
                    <a:lnTo>
                      <a:pt x="185850" y="155850"/>
                    </a:lnTo>
                    <a:lnTo>
                      <a:pt x="185000" y="155850"/>
                    </a:lnTo>
                    <a:close/>
                    <a:moveTo>
                      <a:pt x="187500" y="157500"/>
                    </a:moveTo>
                    <a:lnTo>
                      <a:pt x="188200" y="157500"/>
                    </a:lnTo>
                    <a:lnTo>
                      <a:pt x="188200" y="158200"/>
                    </a:lnTo>
                    <a:lnTo>
                      <a:pt x="187500" y="158200"/>
                    </a:lnTo>
                    <a:close/>
                    <a:moveTo>
                      <a:pt x="190000" y="155000"/>
                    </a:moveTo>
                    <a:lnTo>
                      <a:pt x="190850" y="155000"/>
                    </a:lnTo>
                    <a:lnTo>
                      <a:pt x="190850" y="155850"/>
                    </a:lnTo>
                    <a:lnTo>
                      <a:pt x="190000" y="155850"/>
                    </a:lnTo>
                    <a:close/>
                    <a:moveTo>
                      <a:pt x="192500" y="157500"/>
                    </a:moveTo>
                    <a:lnTo>
                      <a:pt x="193200" y="157500"/>
                    </a:lnTo>
                    <a:lnTo>
                      <a:pt x="193200" y="158200"/>
                    </a:lnTo>
                    <a:lnTo>
                      <a:pt x="192500" y="158200"/>
                    </a:lnTo>
                    <a:close/>
                    <a:moveTo>
                      <a:pt x="195000" y="155000"/>
                    </a:moveTo>
                    <a:lnTo>
                      <a:pt x="195850" y="155000"/>
                    </a:lnTo>
                    <a:lnTo>
                      <a:pt x="195850" y="155850"/>
                    </a:lnTo>
                    <a:lnTo>
                      <a:pt x="195000" y="155850"/>
                    </a:lnTo>
                    <a:close/>
                    <a:moveTo>
                      <a:pt x="197500" y="157500"/>
                    </a:moveTo>
                    <a:lnTo>
                      <a:pt x="198200" y="157500"/>
                    </a:lnTo>
                    <a:lnTo>
                      <a:pt x="198200" y="158200"/>
                    </a:lnTo>
                    <a:lnTo>
                      <a:pt x="197500" y="158200"/>
                    </a:lnTo>
                    <a:close/>
                    <a:moveTo>
                      <a:pt x="200000" y="155000"/>
                    </a:moveTo>
                    <a:lnTo>
                      <a:pt x="200850" y="155000"/>
                    </a:lnTo>
                    <a:lnTo>
                      <a:pt x="200850" y="155850"/>
                    </a:lnTo>
                    <a:lnTo>
                      <a:pt x="200000" y="155850"/>
                    </a:lnTo>
                    <a:close/>
                    <a:moveTo>
                      <a:pt x="202500" y="157500"/>
                    </a:moveTo>
                    <a:lnTo>
                      <a:pt x="203200" y="157500"/>
                    </a:lnTo>
                    <a:lnTo>
                      <a:pt x="203200" y="158200"/>
                    </a:lnTo>
                    <a:lnTo>
                      <a:pt x="202500" y="158200"/>
                    </a:lnTo>
                    <a:close/>
                    <a:moveTo>
                      <a:pt x="205000" y="155000"/>
                    </a:moveTo>
                    <a:lnTo>
                      <a:pt x="205850" y="155000"/>
                    </a:lnTo>
                    <a:lnTo>
                      <a:pt x="205850" y="155850"/>
                    </a:lnTo>
                    <a:lnTo>
                      <a:pt x="205000" y="155850"/>
                    </a:lnTo>
                    <a:close/>
                    <a:moveTo>
                      <a:pt x="207500" y="157500"/>
                    </a:moveTo>
                    <a:lnTo>
                      <a:pt x="208200" y="157500"/>
                    </a:lnTo>
                    <a:lnTo>
                      <a:pt x="208200" y="158200"/>
                    </a:lnTo>
                    <a:lnTo>
                      <a:pt x="207500" y="158200"/>
                    </a:lnTo>
                    <a:close/>
                    <a:moveTo>
                      <a:pt x="210000" y="155000"/>
                    </a:moveTo>
                    <a:lnTo>
                      <a:pt x="210850" y="155000"/>
                    </a:lnTo>
                    <a:lnTo>
                      <a:pt x="210850" y="155850"/>
                    </a:lnTo>
                    <a:lnTo>
                      <a:pt x="210000" y="155850"/>
                    </a:lnTo>
                    <a:close/>
                    <a:moveTo>
                      <a:pt x="212500" y="157500"/>
                    </a:moveTo>
                    <a:lnTo>
                      <a:pt x="213200" y="157500"/>
                    </a:lnTo>
                    <a:lnTo>
                      <a:pt x="213200" y="158200"/>
                    </a:lnTo>
                    <a:lnTo>
                      <a:pt x="212500" y="158200"/>
                    </a:lnTo>
                    <a:close/>
                    <a:moveTo>
                      <a:pt x="215000" y="155000"/>
                    </a:moveTo>
                    <a:lnTo>
                      <a:pt x="215850" y="155000"/>
                    </a:lnTo>
                    <a:lnTo>
                      <a:pt x="215850" y="155850"/>
                    </a:lnTo>
                    <a:lnTo>
                      <a:pt x="215000" y="155850"/>
                    </a:lnTo>
                    <a:close/>
                    <a:moveTo>
                      <a:pt x="217500" y="157500"/>
                    </a:moveTo>
                    <a:lnTo>
                      <a:pt x="218200" y="157500"/>
                    </a:lnTo>
                    <a:lnTo>
                      <a:pt x="218200" y="158200"/>
                    </a:lnTo>
                    <a:lnTo>
                      <a:pt x="217500" y="158200"/>
                    </a:lnTo>
                    <a:close/>
                    <a:moveTo>
                      <a:pt x="220000" y="155000"/>
                    </a:moveTo>
                    <a:lnTo>
                      <a:pt x="220850" y="155000"/>
                    </a:lnTo>
                    <a:lnTo>
                      <a:pt x="220850" y="155850"/>
                    </a:lnTo>
                    <a:lnTo>
                      <a:pt x="220000" y="155850"/>
                    </a:lnTo>
                    <a:close/>
                    <a:moveTo>
                      <a:pt x="222500" y="157500"/>
                    </a:moveTo>
                    <a:lnTo>
                      <a:pt x="223200" y="157500"/>
                    </a:lnTo>
                    <a:lnTo>
                      <a:pt x="223200" y="158200"/>
                    </a:lnTo>
                    <a:lnTo>
                      <a:pt x="222500" y="158200"/>
                    </a:lnTo>
                    <a:close/>
                    <a:moveTo>
                      <a:pt x="225000" y="155000"/>
                    </a:moveTo>
                    <a:lnTo>
                      <a:pt x="225850" y="155000"/>
                    </a:lnTo>
                    <a:lnTo>
                      <a:pt x="225850" y="155850"/>
                    </a:lnTo>
                    <a:lnTo>
                      <a:pt x="225000" y="155850"/>
                    </a:lnTo>
                    <a:close/>
                    <a:moveTo>
                      <a:pt x="227500" y="157500"/>
                    </a:moveTo>
                    <a:lnTo>
                      <a:pt x="228200" y="157500"/>
                    </a:lnTo>
                    <a:lnTo>
                      <a:pt x="228200" y="158200"/>
                    </a:lnTo>
                    <a:lnTo>
                      <a:pt x="227500" y="158200"/>
                    </a:lnTo>
                    <a:close/>
                    <a:moveTo>
                      <a:pt x="230000" y="155000"/>
                    </a:moveTo>
                    <a:lnTo>
                      <a:pt x="230850" y="155000"/>
                    </a:lnTo>
                    <a:lnTo>
                      <a:pt x="230850" y="155850"/>
                    </a:lnTo>
                    <a:lnTo>
                      <a:pt x="230000" y="155850"/>
                    </a:lnTo>
                    <a:close/>
                    <a:moveTo>
                      <a:pt x="232500" y="157500"/>
                    </a:moveTo>
                    <a:lnTo>
                      <a:pt x="233200" y="157500"/>
                    </a:lnTo>
                    <a:lnTo>
                      <a:pt x="233200" y="158200"/>
                    </a:lnTo>
                    <a:lnTo>
                      <a:pt x="232500" y="158200"/>
                    </a:lnTo>
                    <a:close/>
                    <a:moveTo>
                      <a:pt x="235000" y="155000"/>
                    </a:moveTo>
                    <a:lnTo>
                      <a:pt x="235850" y="155000"/>
                    </a:lnTo>
                    <a:lnTo>
                      <a:pt x="235850" y="155850"/>
                    </a:lnTo>
                    <a:lnTo>
                      <a:pt x="235000" y="155850"/>
                    </a:lnTo>
                    <a:close/>
                    <a:moveTo>
                      <a:pt x="237500" y="157500"/>
                    </a:moveTo>
                    <a:lnTo>
                      <a:pt x="238200" y="157500"/>
                    </a:lnTo>
                    <a:lnTo>
                      <a:pt x="238200" y="158200"/>
                    </a:lnTo>
                    <a:lnTo>
                      <a:pt x="237500" y="158200"/>
                    </a:lnTo>
                    <a:close/>
                    <a:moveTo>
                      <a:pt x="240000" y="155000"/>
                    </a:moveTo>
                    <a:lnTo>
                      <a:pt x="240850" y="155000"/>
                    </a:lnTo>
                    <a:lnTo>
                      <a:pt x="240850" y="155850"/>
                    </a:lnTo>
                    <a:lnTo>
                      <a:pt x="240000" y="155850"/>
                    </a:lnTo>
                    <a:close/>
                    <a:moveTo>
                      <a:pt x="242500" y="157500"/>
                    </a:moveTo>
                    <a:lnTo>
                      <a:pt x="243200" y="157500"/>
                    </a:lnTo>
                    <a:lnTo>
                      <a:pt x="243200" y="158200"/>
                    </a:lnTo>
                    <a:lnTo>
                      <a:pt x="242500" y="158200"/>
                    </a:lnTo>
                    <a:close/>
                    <a:moveTo>
                      <a:pt x="245000" y="155000"/>
                    </a:moveTo>
                    <a:lnTo>
                      <a:pt x="245850" y="155000"/>
                    </a:lnTo>
                    <a:lnTo>
                      <a:pt x="245850" y="155850"/>
                    </a:lnTo>
                    <a:lnTo>
                      <a:pt x="245000" y="155850"/>
                    </a:lnTo>
                    <a:close/>
                    <a:moveTo>
                      <a:pt x="247500" y="157500"/>
                    </a:moveTo>
                    <a:lnTo>
                      <a:pt x="248200" y="157500"/>
                    </a:lnTo>
                    <a:lnTo>
                      <a:pt x="248200" y="158200"/>
                    </a:lnTo>
                    <a:lnTo>
                      <a:pt x="247500" y="158200"/>
                    </a:lnTo>
                    <a:close/>
                    <a:moveTo>
                      <a:pt x="250000" y="155000"/>
                    </a:moveTo>
                    <a:lnTo>
                      <a:pt x="250850" y="155000"/>
                    </a:lnTo>
                    <a:lnTo>
                      <a:pt x="250850" y="155850"/>
                    </a:lnTo>
                    <a:lnTo>
                      <a:pt x="250000" y="155850"/>
                    </a:lnTo>
                    <a:close/>
                    <a:moveTo>
                      <a:pt x="252500" y="157500"/>
                    </a:moveTo>
                    <a:lnTo>
                      <a:pt x="253200" y="157500"/>
                    </a:lnTo>
                    <a:lnTo>
                      <a:pt x="253200" y="158200"/>
                    </a:lnTo>
                    <a:lnTo>
                      <a:pt x="252500" y="158200"/>
                    </a:lnTo>
                    <a:close/>
                    <a:moveTo>
                      <a:pt x="255000" y="155000"/>
                    </a:moveTo>
                    <a:lnTo>
                      <a:pt x="255850" y="155000"/>
                    </a:lnTo>
                    <a:lnTo>
                      <a:pt x="255850" y="155850"/>
                    </a:lnTo>
                    <a:lnTo>
                      <a:pt x="255000" y="155850"/>
                    </a:lnTo>
                    <a:close/>
                    <a:moveTo>
                      <a:pt x="257500" y="157500"/>
                    </a:moveTo>
                    <a:lnTo>
                      <a:pt x="258200" y="157500"/>
                    </a:lnTo>
                    <a:lnTo>
                      <a:pt x="258200" y="158200"/>
                    </a:lnTo>
                    <a:lnTo>
                      <a:pt x="257500" y="158200"/>
                    </a:lnTo>
                    <a:close/>
                    <a:moveTo>
                      <a:pt x="260000" y="155000"/>
                    </a:moveTo>
                    <a:lnTo>
                      <a:pt x="260850" y="155000"/>
                    </a:lnTo>
                    <a:lnTo>
                      <a:pt x="260850" y="155850"/>
                    </a:lnTo>
                    <a:lnTo>
                      <a:pt x="260000" y="155850"/>
                    </a:lnTo>
                    <a:close/>
                    <a:moveTo>
                      <a:pt x="262500" y="157500"/>
                    </a:moveTo>
                    <a:lnTo>
                      <a:pt x="263200" y="157500"/>
                    </a:lnTo>
                    <a:lnTo>
                      <a:pt x="263200" y="158200"/>
                    </a:lnTo>
                    <a:lnTo>
                      <a:pt x="262500" y="158200"/>
                    </a:lnTo>
                    <a:close/>
                    <a:moveTo>
                      <a:pt x="265000" y="155000"/>
                    </a:moveTo>
                    <a:lnTo>
                      <a:pt x="265850" y="155000"/>
                    </a:lnTo>
                    <a:lnTo>
                      <a:pt x="265850" y="155850"/>
                    </a:lnTo>
                    <a:lnTo>
                      <a:pt x="265000" y="155850"/>
                    </a:lnTo>
                    <a:close/>
                    <a:moveTo>
                      <a:pt x="267500" y="157500"/>
                    </a:moveTo>
                    <a:lnTo>
                      <a:pt x="268200" y="157500"/>
                    </a:lnTo>
                    <a:lnTo>
                      <a:pt x="268200" y="158200"/>
                    </a:lnTo>
                    <a:lnTo>
                      <a:pt x="267500" y="158200"/>
                    </a:lnTo>
                    <a:close/>
                    <a:moveTo>
                      <a:pt x="270000" y="155000"/>
                    </a:moveTo>
                    <a:lnTo>
                      <a:pt x="270850" y="155000"/>
                    </a:lnTo>
                    <a:lnTo>
                      <a:pt x="270850" y="155850"/>
                    </a:lnTo>
                    <a:lnTo>
                      <a:pt x="270000" y="155850"/>
                    </a:lnTo>
                    <a:close/>
                    <a:moveTo>
                      <a:pt x="272500" y="157500"/>
                    </a:moveTo>
                    <a:lnTo>
                      <a:pt x="273200" y="157500"/>
                    </a:lnTo>
                    <a:lnTo>
                      <a:pt x="273200" y="158200"/>
                    </a:lnTo>
                    <a:lnTo>
                      <a:pt x="272500" y="158200"/>
                    </a:lnTo>
                    <a:close/>
                    <a:moveTo>
                      <a:pt x="275000" y="155000"/>
                    </a:moveTo>
                    <a:lnTo>
                      <a:pt x="275850" y="155000"/>
                    </a:lnTo>
                    <a:lnTo>
                      <a:pt x="275850" y="155850"/>
                    </a:lnTo>
                    <a:lnTo>
                      <a:pt x="275000" y="155850"/>
                    </a:lnTo>
                    <a:close/>
                    <a:moveTo>
                      <a:pt x="277500" y="157500"/>
                    </a:moveTo>
                    <a:lnTo>
                      <a:pt x="278200" y="157500"/>
                    </a:lnTo>
                    <a:lnTo>
                      <a:pt x="278200" y="158200"/>
                    </a:lnTo>
                    <a:lnTo>
                      <a:pt x="277500" y="158200"/>
                    </a:lnTo>
                    <a:close/>
                    <a:moveTo>
                      <a:pt x="280000" y="155000"/>
                    </a:moveTo>
                    <a:lnTo>
                      <a:pt x="280850" y="155000"/>
                    </a:lnTo>
                    <a:lnTo>
                      <a:pt x="280850" y="155850"/>
                    </a:lnTo>
                    <a:lnTo>
                      <a:pt x="280000" y="155850"/>
                    </a:lnTo>
                    <a:close/>
                    <a:moveTo>
                      <a:pt x="282500" y="157500"/>
                    </a:moveTo>
                    <a:lnTo>
                      <a:pt x="283200" y="157500"/>
                    </a:lnTo>
                    <a:lnTo>
                      <a:pt x="283200" y="158200"/>
                    </a:lnTo>
                    <a:lnTo>
                      <a:pt x="282500" y="158200"/>
                    </a:lnTo>
                    <a:close/>
                    <a:moveTo>
                      <a:pt x="285000" y="155000"/>
                    </a:moveTo>
                    <a:lnTo>
                      <a:pt x="285850" y="155000"/>
                    </a:lnTo>
                    <a:lnTo>
                      <a:pt x="285850" y="155850"/>
                    </a:lnTo>
                    <a:lnTo>
                      <a:pt x="285000" y="155850"/>
                    </a:lnTo>
                    <a:close/>
                    <a:moveTo>
                      <a:pt x="287500" y="157500"/>
                    </a:moveTo>
                    <a:lnTo>
                      <a:pt x="288200" y="157500"/>
                    </a:lnTo>
                    <a:lnTo>
                      <a:pt x="288200" y="158200"/>
                    </a:lnTo>
                    <a:lnTo>
                      <a:pt x="287500" y="158200"/>
                    </a:lnTo>
                    <a:close/>
                    <a:moveTo>
                      <a:pt x="0" y="160000"/>
                    </a:moveTo>
                    <a:lnTo>
                      <a:pt x="850" y="160000"/>
                    </a:lnTo>
                    <a:lnTo>
                      <a:pt x="850" y="160850"/>
                    </a:lnTo>
                    <a:lnTo>
                      <a:pt x="0" y="160850"/>
                    </a:lnTo>
                    <a:close/>
                    <a:moveTo>
                      <a:pt x="2500" y="162500"/>
                    </a:moveTo>
                    <a:lnTo>
                      <a:pt x="3200" y="162500"/>
                    </a:lnTo>
                    <a:lnTo>
                      <a:pt x="3200" y="163200"/>
                    </a:lnTo>
                    <a:lnTo>
                      <a:pt x="2500" y="163200"/>
                    </a:lnTo>
                    <a:close/>
                    <a:moveTo>
                      <a:pt x="5000" y="160000"/>
                    </a:moveTo>
                    <a:lnTo>
                      <a:pt x="5850" y="160000"/>
                    </a:lnTo>
                    <a:lnTo>
                      <a:pt x="5850" y="160850"/>
                    </a:lnTo>
                    <a:lnTo>
                      <a:pt x="5000" y="160850"/>
                    </a:lnTo>
                    <a:close/>
                    <a:moveTo>
                      <a:pt x="7500" y="162500"/>
                    </a:moveTo>
                    <a:lnTo>
                      <a:pt x="8200" y="162500"/>
                    </a:lnTo>
                    <a:lnTo>
                      <a:pt x="8200" y="163200"/>
                    </a:lnTo>
                    <a:lnTo>
                      <a:pt x="7500" y="163200"/>
                    </a:lnTo>
                    <a:close/>
                    <a:moveTo>
                      <a:pt x="10000" y="160000"/>
                    </a:moveTo>
                    <a:lnTo>
                      <a:pt x="10850" y="160000"/>
                    </a:lnTo>
                    <a:lnTo>
                      <a:pt x="10850" y="160850"/>
                    </a:lnTo>
                    <a:lnTo>
                      <a:pt x="10000" y="160850"/>
                    </a:lnTo>
                    <a:close/>
                    <a:moveTo>
                      <a:pt x="12500" y="162500"/>
                    </a:moveTo>
                    <a:lnTo>
                      <a:pt x="13200" y="162500"/>
                    </a:lnTo>
                    <a:lnTo>
                      <a:pt x="13200" y="163200"/>
                    </a:lnTo>
                    <a:lnTo>
                      <a:pt x="12500" y="163200"/>
                    </a:lnTo>
                    <a:close/>
                    <a:moveTo>
                      <a:pt x="15000" y="160000"/>
                    </a:moveTo>
                    <a:lnTo>
                      <a:pt x="15850" y="160000"/>
                    </a:lnTo>
                    <a:lnTo>
                      <a:pt x="15850" y="160850"/>
                    </a:lnTo>
                    <a:lnTo>
                      <a:pt x="15000" y="160850"/>
                    </a:lnTo>
                    <a:close/>
                    <a:moveTo>
                      <a:pt x="17500" y="162500"/>
                    </a:moveTo>
                    <a:lnTo>
                      <a:pt x="18200" y="162500"/>
                    </a:lnTo>
                    <a:lnTo>
                      <a:pt x="18200" y="163200"/>
                    </a:lnTo>
                    <a:lnTo>
                      <a:pt x="17500" y="163200"/>
                    </a:lnTo>
                    <a:close/>
                    <a:moveTo>
                      <a:pt x="20000" y="160000"/>
                    </a:moveTo>
                    <a:lnTo>
                      <a:pt x="20850" y="160000"/>
                    </a:lnTo>
                    <a:lnTo>
                      <a:pt x="20850" y="160850"/>
                    </a:lnTo>
                    <a:lnTo>
                      <a:pt x="20000" y="160850"/>
                    </a:lnTo>
                    <a:close/>
                    <a:moveTo>
                      <a:pt x="22500" y="162500"/>
                    </a:moveTo>
                    <a:lnTo>
                      <a:pt x="23200" y="162500"/>
                    </a:lnTo>
                    <a:lnTo>
                      <a:pt x="23200" y="163200"/>
                    </a:lnTo>
                    <a:lnTo>
                      <a:pt x="22500" y="163200"/>
                    </a:lnTo>
                    <a:close/>
                    <a:moveTo>
                      <a:pt x="25000" y="160000"/>
                    </a:moveTo>
                    <a:lnTo>
                      <a:pt x="25850" y="160000"/>
                    </a:lnTo>
                    <a:lnTo>
                      <a:pt x="25850" y="160850"/>
                    </a:lnTo>
                    <a:lnTo>
                      <a:pt x="25000" y="160850"/>
                    </a:lnTo>
                    <a:close/>
                    <a:moveTo>
                      <a:pt x="27500" y="162500"/>
                    </a:moveTo>
                    <a:lnTo>
                      <a:pt x="28200" y="162500"/>
                    </a:lnTo>
                    <a:lnTo>
                      <a:pt x="28200" y="163200"/>
                    </a:lnTo>
                    <a:lnTo>
                      <a:pt x="27500" y="163200"/>
                    </a:lnTo>
                    <a:close/>
                    <a:moveTo>
                      <a:pt x="30000" y="160000"/>
                    </a:moveTo>
                    <a:lnTo>
                      <a:pt x="30850" y="160000"/>
                    </a:lnTo>
                    <a:lnTo>
                      <a:pt x="30850" y="160850"/>
                    </a:lnTo>
                    <a:lnTo>
                      <a:pt x="30000" y="160850"/>
                    </a:lnTo>
                    <a:close/>
                    <a:moveTo>
                      <a:pt x="32500" y="162500"/>
                    </a:moveTo>
                    <a:lnTo>
                      <a:pt x="33200" y="162500"/>
                    </a:lnTo>
                    <a:lnTo>
                      <a:pt x="33200" y="163200"/>
                    </a:lnTo>
                    <a:lnTo>
                      <a:pt x="32500" y="163200"/>
                    </a:lnTo>
                    <a:close/>
                    <a:moveTo>
                      <a:pt x="35000" y="160000"/>
                    </a:moveTo>
                    <a:lnTo>
                      <a:pt x="35850" y="160000"/>
                    </a:lnTo>
                    <a:lnTo>
                      <a:pt x="35850" y="160850"/>
                    </a:lnTo>
                    <a:lnTo>
                      <a:pt x="35000" y="160850"/>
                    </a:lnTo>
                    <a:close/>
                    <a:moveTo>
                      <a:pt x="37500" y="162500"/>
                    </a:moveTo>
                    <a:lnTo>
                      <a:pt x="38200" y="162500"/>
                    </a:lnTo>
                    <a:lnTo>
                      <a:pt x="38200" y="163200"/>
                    </a:lnTo>
                    <a:lnTo>
                      <a:pt x="37500" y="163200"/>
                    </a:lnTo>
                    <a:close/>
                    <a:moveTo>
                      <a:pt x="40000" y="160000"/>
                    </a:moveTo>
                    <a:lnTo>
                      <a:pt x="40850" y="160000"/>
                    </a:lnTo>
                    <a:lnTo>
                      <a:pt x="40850" y="160850"/>
                    </a:lnTo>
                    <a:lnTo>
                      <a:pt x="40000" y="160850"/>
                    </a:lnTo>
                    <a:close/>
                    <a:moveTo>
                      <a:pt x="42500" y="162500"/>
                    </a:moveTo>
                    <a:lnTo>
                      <a:pt x="43200" y="162500"/>
                    </a:lnTo>
                    <a:lnTo>
                      <a:pt x="43200" y="163200"/>
                    </a:lnTo>
                    <a:lnTo>
                      <a:pt x="42500" y="163200"/>
                    </a:lnTo>
                    <a:close/>
                    <a:moveTo>
                      <a:pt x="45000" y="160000"/>
                    </a:moveTo>
                    <a:lnTo>
                      <a:pt x="45850" y="160000"/>
                    </a:lnTo>
                    <a:lnTo>
                      <a:pt x="45850" y="160850"/>
                    </a:lnTo>
                    <a:lnTo>
                      <a:pt x="45000" y="160850"/>
                    </a:lnTo>
                    <a:close/>
                    <a:moveTo>
                      <a:pt x="47500" y="162500"/>
                    </a:moveTo>
                    <a:lnTo>
                      <a:pt x="48200" y="162500"/>
                    </a:lnTo>
                    <a:lnTo>
                      <a:pt x="48200" y="163200"/>
                    </a:lnTo>
                    <a:lnTo>
                      <a:pt x="47500" y="163200"/>
                    </a:lnTo>
                    <a:close/>
                    <a:moveTo>
                      <a:pt x="50000" y="160000"/>
                    </a:moveTo>
                    <a:lnTo>
                      <a:pt x="50850" y="160000"/>
                    </a:lnTo>
                    <a:lnTo>
                      <a:pt x="50850" y="160850"/>
                    </a:lnTo>
                    <a:lnTo>
                      <a:pt x="50000" y="160850"/>
                    </a:lnTo>
                    <a:close/>
                    <a:moveTo>
                      <a:pt x="52500" y="162500"/>
                    </a:moveTo>
                    <a:lnTo>
                      <a:pt x="53200" y="162500"/>
                    </a:lnTo>
                    <a:lnTo>
                      <a:pt x="53200" y="163200"/>
                    </a:lnTo>
                    <a:lnTo>
                      <a:pt x="52500" y="163200"/>
                    </a:lnTo>
                    <a:close/>
                    <a:moveTo>
                      <a:pt x="55000" y="160000"/>
                    </a:moveTo>
                    <a:lnTo>
                      <a:pt x="55850" y="160000"/>
                    </a:lnTo>
                    <a:lnTo>
                      <a:pt x="55850" y="160850"/>
                    </a:lnTo>
                    <a:lnTo>
                      <a:pt x="55000" y="160850"/>
                    </a:lnTo>
                    <a:close/>
                    <a:moveTo>
                      <a:pt x="57500" y="162500"/>
                    </a:moveTo>
                    <a:lnTo>
                      <a:pt x="58200" y="162500"/>
                    </a:lnTo>
                    <a:lnTo>
                      <a:pt x="58200" y="163200"/>
                    </a:lnTo>
                    <a:lnTo>
                      <a:pt x="57500" y="163200"/>
                    </a:lnTo>
                    <a:close/>
                    <a:moveTo>
                      <a:pt x="60000" y="160000"/>
                    </a:moveTo>
                    <a:lnTo>
                      <a:pt x="60850" y="160000"/>
                    </a:lnTo>
                    <a:lnTo>
                      <a:pt x="60850" y="160850"/>
                    </a:lnTo>
                    <a:lnTo>
                      <a:pt x="60000" y="160850"/>
                    </a:lnTo>
                    <a:close/>
                    <a:moveTo>
                      <a:pt x="62500" y="162500"/>
                    </a:moveTo>
                    <a:lnTo>
                      <a:pt x="63200" y="162500"/>
                    </a:lnTo>
                    <a:lnTo>
                      <a:pt x="63200" y="163200"/>
                    </a:lnTo>
                    <a:lnTo>
                      <a:pt x="62500" y="163200"/>
                    </a:lnTo>
                    <a:close/>
                    <a:moveTo>
                      <a:pt x="65000" y="160000"/>
                    </a:moveTo>
                    <a:lnTo>
                      <a:pt x="65850" y="160000"/>
                    </a:lnTo>
                    <a:lnTo>
                      <a:pt x="65850" y="160850"/>
                    </a:lnTo>
                    <a:lnTo>
                      <a:pt x="65000" y="160850"/>
                    </a:lnTo>
                    <a:close/>
                    <a:moveTo>
                      <a:pt x="67500" y="162500"/>
                    </a:moveTo>
                    <a:lnTo>
                      <a:pt x="68200" y="162500"/>
                    </a:lnTo>
                    <a:lnTo>
                      <a:pt x="68200" y="163200"/>
                    </a:lnTo>
                    <a:lnTo>
                      <a:pt x="67500" y="163200"/>
                    </a:lnTo>
                    <a:close/>
                    <a:moveTo>
                      <a:pt x="70000" y="160000"/>
                    </a:moveTo>
                    <a:lnTo>
                      <a:pt x="70850" y="160000"/>
                    </a:lnTo>
                    <a:lnTo>
                      <a:pt x="70850" y="160850"/>
                    </a:lnTo>
                    <a:lnTo>
                      <a:pt x="70000" y="160850"/>
                    </a:lnTo>
                    <a:close/>
                    <a:moveTo>
                      <a:pt x="72500" y="162500"/>
                    </a:moveTo>
                    <a:lnTo>
                      <a:pt x="73200" y="162500"/>
                    </a:lnTo>
                    <a:lnTo>
                      <a:pt x="73200" y="163200"/>
                    </a:lnTo>
                    <a:lnTo>
                      <a:pt x="72500" y="163200"/>
                    </a:lnTo>
                    <a:close/>
                    <a:moveTo>
                      <a:pt x="75000" y="160000"/>
                    </a:moveTo>
                    <a:lnTo>
                      <a:pt x="75850" y="160000"/>
                    </a:lnTo>
                    <a:lnTo>
                      <a:pt x="75850" y="160850"/>
                    </a:lnTo>
                    <a:lnTo>
                      <a:pt x="75000" y="160850"/>
                    </a:lnTo>
                    <a:close/>
                    <a:moveTo>
                      <a:pt x="77500" y="162500"/>
                    </a:moveTo>
                    <a:lnTo>
                      <a:pt x="78200" y="162500"/>
                    </a:lnTo>
                    <a:lnTo>
                      <a:pt x="78200" y="163200"/>
                    </a:lnTo>
                    <a:lnTo>
                      <a:pt x="77500" y="163200"/>
                    </a:lnTo>
                    <a:close/>
                    <a:moveTo>
                      <a:pt x="80000" y="160000"/>
                    </a:moveTo>
                    <a:lnTo>
                      <a:pt x="80850" y="160000"/>
                    </a:lnTo>
                    <a:lnTo>
                      <a:pt x="80850" y="160850"/>
                    </a:lnTo>
                    <a:lnTo>
                      <a:pt x="80000" y="160850"/>
                    </a:lnTo>
                    <a:close/>
                    <a:moveTo>
                      <a:pt x="82500" y="162500"/>
                    </a:moveTo>
                    <a:lnTo>
                      <a:pt x="83200" y="162500"/>
                    </a:lnTo>
                    <a:lnTo>
                      <a:pt x="83200" y="163200"/>
                    </a:lnTo>
                    <a:lnTo>
                      <a:pt x="82500" y="163200"/>
                    </a:lnTo>
                    <a:close/>
                    <a:moveTo>
                      <a:pt x="85000" y="160000"/>
                    </a:moveTo>
                    <a:lnTo>
                      <a:pt x="85850" y="160000"/>
                    </a:lnTo>
                    <a:lnTo>
                      <a:pt x="85850" y="160850"/>
                    </a:lnTo>
                    <a:lnTo>
                      <a:pt x="85000" y="160850"/>
                    </a:lnTo>
                    <a:close/>
                    <a:moveTo>
                      <a:pt x="87500" y="162500"/>
                    </a:moveTo>
                    <a:lnTo>
                      <a:pt x="88200" y="162500"/>
                    </a:lnTo>
                    <a:lnTo>
                      <a:pt x="88200" y="163200"/>
                    </a:lnTo>
                    <a:lnTo>
                      <a:pt x="87500" y="163200"/>
                    </a:lnTo>
                    <a:close/>
                    <a:moveTo>
                      <a:pt x="90000" y="160000"/>
                    </a:moveTo>
                    <a:lnTo>
                      <a:pt x="90850" y="160000"/>
                    </a:lnTo>
                    <a:lnTo>
                      <a:pt x="90850" y="160850"/>
                    </a:lnTo>
                    <a:lnTo>
                      <a:pt x="90000" y="160850"/>
                    </a:lnTo>
                    <a:close/>
                    <a:moveTo>
                      <a:pt x="92500" y="162500"/>
                    </a:moveTo>
                    <a:lnTo>
                      <a:pt x="93200" y="162500"/>
                    </a:lnTo>
                    <a:lnTo>
                      <a:pt x="93200" y="163200"/>
                    </a:lnTo>
                    <a:lnTo>
                      <a:pt x="92500" y="163200"/>
                    </a:lnTo>
                    <a:close/>
                    <a:moveTo>
                      <a:pt x="95000" y="160000"/>
                    </a:moveTo>
                    <a:lnTo>
                      <a:pt x="95850" y="160000"/>
                    </a:lnTo>
                    <a:lnTo>
                      <a:pt x="95850" y="160850"/>
                    </a:lnTo>
                    <a:lnTo>
                      <a:pt x="95000" y="160850"/>
                    </a:lnTo>
                    <a:close/>
                    <a:moveTo>
                      <a:pt x="97500" y="162500"/>
                    </a:moveTo>
                    <a:lnTo>
                      <a:pt x="98200" y="162500"/>
                    </a:lnTo>
                    <a:lnTo>
                      <a:pt x="98200" y="163200"/>
                    </a:lnTo>
                    <a:lnTo>
                      <a:pt x="97500" y="163200"/>
                    </a:lnTo>
                    <a:close/>
                    <a:moveTo>
                      <a:pt x="100000" y="160000"/>
                    </a:moveTo>
                    <a:lnTo>
                      <a:pt x="100850" y="160000"/>
                    </a:lnTo>
                    <a:lnTo>
                      <a:pt x="100850" y="160850"/>
                    </a:lnTo>
                    <a:lnTo>
                      <a:pt x="100000" y="160850"/>
                    </a:lnTo>
                    <a:close/>
                    <a:moveTo>
                      <a:pt x="102500" y="162500"/>
                    </a:moveTo>
                    <a:lnTo>
                      <a:pt x="103200" y="162500"/>
                    </a:lnTo>
                    <a:lnTo>
                      <a:pt x="103200" y="163200"/>
                    </a:lnTo>
                    <a:lnTo>
                      <a:pt x="102500" y="163200"/>
                    </a:lnTo>
                    <a:close/>
                    <a:moveTo>
                      <a:pt x="105000" y="160000"/>
                    </a:moveTo>
                    <a:lnTo>
                      <a:pt x="105850" y="160000"/>
                    </a:lnTo>
                    <a:lnTo>
                      <a:pt x="105850" y="160850"/>
                    </a:lnTo>
                    <a:lnTo>
                      <a:pt x="105000" y="160850"/>
                    </a:lnTo>
                    <a:close/>
                    <a:moveTo>
                      <a:pt x="107500" y="162500"/>
                    </a:moveTo>
                    <a:lnTo>
                      <a:pt x="108200" y="162500"/>
                    </a:lnTo>
                    <a:lnTo>
                      <a:pt x="108200" y="163200"/>
                    </a:lnTo>
                    <a:lnTo>
                      <a:pt x="107500" y="163200"/>
                    </a:lnTo>
                    <a:close/>
                    <a:moveTo>
                      <a:pt x="110000" y="160000"/>
                    </a:moveTo>
                    <a:lnTo>
                      <a:pt x="110850" y="160000"/>
                    </a:lnTo>
                    <a:lnTo>
                      <a:pt x="110850" y="160850"/>
                    </a:lnTo>
                    <a:lnTo>
                      <a:pt x="110000" y="160850"/>
                    </a:lnTo>
                    <a:close/>
                    <a:moveTo>
                      <a:pt x="112500" y="162500"/>
                    </a:moveTo>
                    <a:lnTo>
                      <a:pt x="113200" y="162500"/>
                    </a:lnTo>
                    <a:lnTo>
                      <a:pt x="113200" y="163200"/>
                    </a:lnTo>
                    <a:lnTo>
                      <a:pt x="112500" y="163200"/>
                    </a:lnTo>
                    <a:close/>
                    <a:moveTo>
                      <a:pt x="115000" y="160000"/>
                    </a:moveTo>
                    <a:lnTo>
                      <a:pt x="115850" y="160000"/>
                    </a:lnTo>
                    <a:lnTo>
                      <a:pt x="115850" y="160850"/>
                    </a:lnTo>
                    <a:lnTo>
                      <a:pt x="115000" y="160850"/>
                    </a:lnTo>
                    <a:close/>
                    <a:moveTo>
                      <a:pt x="117500" y="162500"/>
                    </a:moveTo>
                    <a:lnTo>
                      <a:pt x="118200" y="162500"/>
                    </a:lnTo>
                    <a:lnTo>
                      <a:pt x="118200" y="163200"/>
                    </a:lnTo>
                    <a:lnTo>
                      <a:pt x="117500" y="163200"/>
                    </a:lnTo>
                    <a:close/>
                    <a:moveTo>
                      <a:pt x="120000" y="160000"/>
                    </a:moveTo>
                    <a:lnTo>
                      <a:pt x="120850" y="160000"/>
                    </a:lnTo>
                    <a:lnTo>
                      <a:pt x="120850" y="160850"/>
                    </a:lnTo>
                    <a:lnTo>
                      <a:pt x="120000" y="160850"/>
                    </a:lnTo>
                    <a:close/>
                    <a:moveTo>
                      <a:pt x="122500" y="162500"/>
                    </a:moveTo>
                    <a:lnTo>
                      <a:pt x="123200" y="162500"/>
                    </a:lnTo>
                    <a:lnTo>
                      <a:pt x="123200" y="163200"/>
                    </a:lnTo>
                    <a:lnTo>
                      <a:pt x="122500" y="163200"/>
                    </a:lnTo>
                    <a:close/>
                    <a:moveTo>
                      <a:pt x="125000" y="160000"/>
                    </a:moveTo>
                    <a:lnTo>
                      <a:pt x="125850" y="160000"/>
                    </a:lnTo>
                    <a:lnTo>
                      <a:pt x="125850" y="160850"/>
                    </a:lnTo>
                    <a:lnTo>
                      <a:pt x="125000" y="160850"/>
                    </a:lnTo>
                    <a:close/>
                    <a:moveTo>
                      <a:pt x="127500" y="162500"/>
                    </a:moveTo>
                    <a:lnTo>
                      <a:pt x="128200" y="162500"/>
                    </a:lnTo>
                    <a:lnTo>
                      <a:pt x="128200" y="163200"/>
                    </a:lnTo>
                    <a:lnTo>
                      <a:pt x="127500" y="163200"/>
                    </a:lnTo>
                    <a:close/>
                    <a:moveTo>
                      <a:pt x="130000" y="160000"/>
                    </a:moveTo>
                    <a:lnTo>
                      <a:pt x="130850" y="160000"/>
                    </a:lnTo>
                    <a:lnTo>
                      <a:pt x="130850" y="160850"/>
                    </a:lnTo>
                    <a:lnTo>
                      <a:pt x="130000" y="160850"/>
                    </a:lnTo>
                    <a:close/>
                    <a:moveTo>
                      <a:pt x="132500" y="162500"/>
                    </a:moveTo>
                    <a:lnTo>
                      <a:pt x="133200" y="162500"/>
                    </a:lnTo>
                    <a:lnTo>
                      <a:pt x="133200" y="163200"/>
                    </a:lnTo>
                    <a:lnTo>
                      <a:pt x="132500" y="163200"/>
                    </a:lnTo>
                    <a:close/>
                    <a:moveTo>
                      <a:pt x="135000" y="160000"/>
                    </a:moveTo>
                    <a:lnTo>
                      <a:pt x="135850" y="160000"/>
                    </a:lnTo>
                    <a:lnTo>
                      <a:pt x="135850" y="160850"/>
                    </a:lnTo>
                    <a:lnTo>
                      <a:pt x="135000" y="160850"/>
                    </a:lnTo>
                    <a:close/>
                    <a:moveTo>
                      <a:pt x="137500" y="162500"/>
                    </a:moveTo>
                    <a:lnTo>
                      <a:pt x="138200" y="162500"/>
                    </a:lnTo>
                    <a:lnTo>
                      <a:pt x="138200" y="163200"/>
                    </a:lnTo>
                    <a:lnTo>
                      <a:pt x="137500" y="163200"/>
                    </a:lnTo>
                    <a:close/>
                    <a:moveTo>
                      <a:pt x="140000" y="160000"/>
                    </a:moveTo>
                    <a:lnTo>
                      <a:pt x="140850" y="160000"/>
                    </a:lnTo>
                    <a:lnTo>
                      <a:pt x="140850" y="160850"/>
                    </a:lnTo>
                    <a:lnTo>
                      <a:pt x="140000" y="160850"/>
                    </a:lnTo>
                    <a:close/>
                    <a:moveTo>
                      <a:pt x="142500" y="162500"/>
                    </a:moveTo>
                    <a:lnTo>
                      <a:pt x="143200" y="162500"/>
                    </a:lnTo>
                    <a:lnTo>
                      <a:pt x="143200" y="163200"/>
                    </a:lnTo>
                    <a:lnTo>
                      <a:pt x="142500" y="163200"/>
                    </a:lnTo>
                    <a:close/>
                    <a:moveTo>
                      <a:pt x="145000" y="160000"/>
                    </a:moveTo>
                    <a:lnTo>
                      <a:pt x="145850" y="160000"/>
                    </a:lnTo>
                    <a:lnTo>
                      <a:pt x="145850" y="160850"/>
                    </a:lnTo>
                    <a:lnTo>
                      <a:pt x="145000" y="160850"/>
                    </a:lnTo>
                    <a:close/>
                    <a:moveTo>
                      <a:pt x="147500" y="162500"/>
                    </a:moveTo>
                    <a:lnTo>
                      <a:pt x="148200" y="162500"/>
                    </a:lnTo>
                    <a:lnTo>
                      <a:pt x="148200" y="163200"/>
                    </a:lnTo>
                    <a:lnTo>
                      <a:pt x="147500" y="163200"/>
                    </a:lnTo>
                    <a:close/>
                    <a:moveTo>
                      <a:pt x="150000" y="160000"/>
                    </a:moveTo>
                    <a:lnTo>
                      <a:pt x="150850" y="160000"/>
                    </a:lnTo>
                    <a:lnTo>
                      <a:pt x="150850" y="160850"/>
                    </a:lnTo>
                    <a:lnTo>
                      <a:pt x="150000" y="160850"/>
                    </a:lnTo>
                    <a:close/>
                    <a:moveTo>
                      <a:pt x="152500" y="162500"/>
                    </a:moveTo>
                    <a:lnTo>
                      <a:pt x="153200" y="162500"/>
                    </a:lnTo>
                    <a:lnTo>
                      <a:pt x="153200" y="163200"/>
                    </a:lnTo>
                    <a:lnTo>
                      <a:pt x="152500" y="163200"/>
                    </a:lnTo>
                    <a:close/>
                    <a:moveTo>
                      <a:pt x="155000" y="160000"/>
                    </a:moveTo>
                    <a:lnTo>
                      <a:pt x="155850" y="160000"/>
                    </a:lnTo>
                    <a:lnTo>
                      <a:pt x="155850" y="160850"/>
                    </a:lnTo>
                    <a:lnTo>
                      <a:pt x="155000" y="160850"/>
                    </a:lnTo>
                    <a:close/>
                    <a:moveTo>
                      <a:pt x="157500" y="162500"/>
                    </a:moveTo>
                    <a:lnTo>
                      <a:pt x="158200" y="162500"/>
                    </a:lnTo>
                    <a:lnTo>
                      <a:pt x="158200" y="163200"/>
                    </a:lnTo>
                    <a:lnTo>
                      <a:pt x="157500" y="163200"/>
                    </a:lnTo>
                    <a:close/>
                    <a:moveTo>
                      <a:pt x="160000" y="160000"/>
                    </a:moveTo>
                    <a:lnTo>
                      <a:pt x="160850" y="160000"/>
                    </a:lnTo>
                    <a:lnTo>
                      <a:pt x="160850" y="160850"/>
                    </a:lnTo>
                    <a:lnTo>
                      <a:pt x="160000" y="160850"/>
                    </a:lnTo>
                    <a:close/>
                    <a:moveTo>
                      <a:pt x="162500" y="162500"/>
                    </a:moveTo>
                    <a:lnTo>
                      <a:pt x="163200" y="162500"/>
                    </a:lnTo>
                    <a:lnTo>
                      <a:pt x="163200" y="163200"/>
                    </a:lnTo>
                    <a:lnTo>
                      <a:pt x="162500" y="163200"/>
                    </a:lnTo>
                    <a:close/>
                    <a:moveTo>
                      <a:pt x="165000" y="160000"/>
                    </a:moveTo>
                    <a:lnTo>
                      <a:pt x="165850" y="160000"/>
                    </a:lnTo>
                    <a:lnTo>
                      <a:pt x="165850" y="160850"/>
                    </a:lnTo>
                    <a:lnTo>
                      <a:pt x="165000" y="160850"/>
                    </a:lnTo>
                    <a:close/>
                    <a:moveTo>
                      <a:pt x="167500" y="162500"/>
                    </a:moveTo>
                    <a:lnTo>
                      <a:pt x="168200" y="162500"/>
                    </a:lnTo>
                    <a:lnTo>
                      <a:pt x="168200" y="163200"/>
                    </a:lnTo>
                    <a:lnTo>
                      <a:pt x="167500" y="163200"/>
                    </a:lnTo>
                    <a:close/>
                    <a:moveTo>
                      <a:pt x="170000" y="160000"/>
                    </a:moveTo>
                    <a:lnTo>
                      <a:pt x="170850" y="160000"/>
                    </a:lnTo>
                    <a:lnTo>
                      <a:pt x="170850" y="160850"/>
                    </a:lnTo>
                    <a:lnTo>
                      <a:pt x="170000" y="160850"/>
                    </a:lnTo>
                    <a:close/>
                    <a:moveTo>
                      <a:pt x="172500" y="162500"/>
                    </a:moveTo>
                    <a:lnTo>
                      <a:pt x="173200" y="162500"/>
                    </a:lnTo>
                    <a:lnTo>
                      <a:pt x="173200" y="163200"/>
                    </a:lnTo>
                    <a:lnTo>
                      <a:pt x="172500" y="163200"/>
                    </a:lnTo>
                    <a:close/>
                    <a:moveTo>
                      <a:pt x="175000" y="160000"/>
                    </a:moveTo>
                    <a:lnTo>
                      <a:pt x="175850" y="160000"/>
                    </a:lnTo>
                    <a:lnTo>
                      <a:pt x="175850" y="160850"/>
                    </a:lnTo>
                    <a:lnTo>
                      <a:pt x="175000" y="160850"/>
                    </a:lnTo>
                    <a:close/>
                    <a:moveTo>
                      <a:pt x="177500" y="162500"/>
                    </a:moveTo>
                    <a:lnTo>
                      <a:pt x="178200" y="162500"/>
                    </a:lnTo>
                    <a:lnTo>
                      <a:pt x="178200" y="163200"/>
                    </a:lnTo>
                    <a:lnTo>
                      <a:pt x="177500" y="163200"/>
                    </a:lnTo>
                    <a:close/>
                    <a:moveTo>
                      <a:pt x="180000" y="160000"/>
                    </a:moveTo>
                    <a:lnTo>
                      <a:pt x="180850" y="160000"/>
                    </a:lnTo>
                    <a:lnTo>
                      <a:pt x="180850" y="160850"/>
                    </a:lnTo>
                    <a:lnTo>
                      <a:pt x="180000" y="160850"/>
                    </a:lnTo>
                    <a:close/>
                    <a:moveTo>
                      <a:pt x="182500" y="162500"/>
                    </a:moveTo>
                    <a:lnTo>
                      <a:pt x="183200" y="162500"/>
                    </a:lnTo>
                    <a:lnTo>
                      <a:pt x="183200" y="163200"/>
                    </a:lnTo>
                    <a:lnTo>
                      <a:pt x="182500" y="163200"/>
                    </a:lnTo>
                    <a:close/>
                    <a:moveTo>
                      <a:pt x="185000" y="160000"/>
                    </a:moveTo>
                    <a:lnTo>
                      <a:pt x="185850" y="160000"/>
                    </a:lnTo>
                    <a:lnTo>
                      <a:pt x="185850" y="160850"/>
                    </a:lnTo>
                    <a:lnTo>
                      <a:pt x="185000" y="160850"/>
                    </a:lnTo>
                    <a:close/>
                    <a:moveTo>
                      <a:pt x="187500" y="162500"/>
                    </a:moveTo>
                    <a:lnTo>
                      <a:pt x="188200" y="162500"/>
                    </a:lnTo>
                    <a:lnTo>
                      <a:pt x="188200" y="163200"/>
                    </a:lnTo>
                    <a:lnTo>
                      <a:pt x="187500" y="163200"/>
                    </a:lnTo>
                    <a:close/>
                    <a:moveTo>
                      <a:pt x="190000" y="160000"/>
                    </a:moveTo>
                    <a:lnTo>
                      <a:pt x="190850" y="160000"/>
                    </a:lnTo>
                    <a:lnTo>
                      <a:pt x="190850" y="160850"/>
                    </a:lnTo>
                    <a:lnTo>
                      <a:pt x="190000" y="160850"/>
                    </a:lnTo>
                    <a:close/>
                    <a:moveTo>
                      <a:pt x="192500" y="162500"/>
                    </a:moveTo>
                    <a:lnTo>
                      <a:pt x="193200" y="162500"/>
                    </a:lnTo>
                    <a:lnTo>
                      <a:pt x="193200" y="163200"/>
                    </a:lnTo>
                    <a:lnTo>
                      <a:pt x="192500" y="163200"/>
                    </a:lnTo>
                    <a:close/>
                    <a:moveTo>
                      <a:pt x="195000" y="160000"/>
                    </a:moveTo>
                    <a:lnTo>
                      <a:pt x="195850" y="160000"/>
                    </a:lnTo>
                    <a:lnTo>
                      <a:pt x="195850" y="160850"/>
                    </a:lnTo>
                    <a:lnTo>
                      <a:pt x="195000" y="160850"/>
                    </a:lnTo>
                    <a:close/>
                    <a:moveTo>
                      <a:pt x="197500" y="162500"/>
                    </a:moveTo>
                    <a:lnTo>
                      <a:pt x="198200" y="162500"/>
                    </a:lnTo>
                    <a:lnTo>
                      <a:pt x="198200" y="163200"/>
                    </a:lnTo>
                    <a:lnTo>
                      <a:pt x="197500" y="163200"/>
                    </a:lnTo>
                    <a:close/>
                    <a:moveTo>
                      <a:pt x="200000" y="160000"/>
                    </a:moveTo>
                    <a:lnTo>
                      <a:pt x="200850" y="160000"/>
                    </a:lnTo>
                    <a:lnTo>
                      <a:pt x="200850" y="160850"/>
                    </a:lnTo>
                    <a:lnTo>
                      <a:pt x="200000" y="160850"/>
                    </a:lnTo>
                    <a:close/>
                    <a:moveTo>
                      <a:pt x="202500" y="162500"/>
                    </a:moveTo>
                    <a:lnTo>
                      <a:pt x="203200" y="162500"/>
                    </a:lnTo>
                    <a:lnTo>
                      <a:pt x="203200" y="163200"/>
                    </a:lnTo>
                    <a:lnTo>
                      <a:pt x="202500" y="163200"/>
                    </a:lnTo>
                    <a:close/>
                    <a:moveTo>
                      <a:pt x="205000" y="160000"/>
                    </a:moveTo>
                    <a:lnTo>
                      <a:pt x="205850" y="160000"/>
                    </a:lnTo>
                    <a:lnTo>
                      <a:pt x="205850" y="160850"/>
                    </a:lnTo>
                    <a:lnTo>
                      <a:pt x="205000" y="160850"/>
                    </a:lnTo>
                    <a:close/>
                    <a:moveTo>
                      <a:pt x="207500" y="162500"/>
                    </a:moveTo>
                    <a:lnTo>
                      <a:pt x="208200" y="162500"/>
                    </a:lnTo>
                    <a:lnTo>
                      <a:pt x="208200" y="163200"/>
                    </a:lnTo>
                    <a:lnTo>
                      <a:pt x="207500" y="163200"/>
                    </a:lnTo>
                    <a:close/>
                    <a:moveTo>
                      <a:pt x="210000" y="160000"/>
                    </a:moveTo>
                    <a:lnTo>
                      <a:pt x="210850" y="160000"/>
                    </a:lnTo>
                    <a:lnTo>
                      <a:pt x="210850" y="160850"/>
                    </a:lnTo>
                    <a:lnTo>
                      <a:pt x="210000" y="160850"/>
                    </a:lnTo>
                    <a:close/>
                    <a:moveTo>
                      <a:pt x="212500" y="162500"/>
                    </a:moveTo>
                    <a:lnTo>
                      <a:pt x="213200" y="162500"/>
                    </a:lnTo>
                    <a:lnTo>
                      <a:pt x="213200" y="163200"/>
                    </a:lnTo>
                    <a:lnTo>
                      <a:pt x="212500" y="163200"/>
                    </a:lnTo>
                    <a:close/>
                    <a:moveTo>
                      <a:pt x="215000" y="160000"/>
                    </a:moveTo>
                    <a:lnTo>
                      <a:pt x="215850" y="160000"/>
                    </a:lnTo>
                    <a:lnTo>
                      <a:pt x="215850" y="160850"/>
                    </a:lnTo>
                    <a:lnTo>
                      <a:pt x="215000" y="160850"/>
                    </a:lnTo>
                    <a:close/>
                    <a:moveTo>
                      <a:pt x="217500" y="162500"/>
                    </a:moveTo>
                    <a:lnTo>
                      <a:pt x="218200" y="162500"/>
                    </a:lnTo>
                    <a:lnTo>
                      <a:pt x="218200" y="163200"/>
                    </a:lnTo>
                    <a:lnTo>
                      <a:pt x="217500" y="163200"/>
                    </a:lnTo>
                    <a:close/>
                    <a:moveTo>
                      <a:pt x="220000" y="160000"/>
                    </a:moveTo>
                    <a:lnTo>
                      <a:pt x="220850" y="160000"/>
                    </a:lnTo>
                    <a:lnTo>
                      <a:pt x="220850" y="160850"/>
                    </a:lnTo>
                    <a:lnTo>
                      <a:pt x="220000" y="160850"/>
                    </a:lnTo>
                    <a:close/>
                    <a:moveTo>
                      <a:pt x="222500" y="162500"/>
                    </a:moveTo>
                    <a:lnTo>
                      <a:pt x="223200" y="162500"/>
                    </a:lnTo>
                    <a:lnTo>
                      <a:pt x="223200" y="163200"/>
                    </a:lnTo>
                    <a:lnTo>
                      <a:pt x="222500" y="163200"/>
                    </a:lnTo>
                    <a:close/>
                    <a:moveTo>
                      <a:pt x="225000" y="160000"/>
                    </a:moveTo>
                    <a:lnTo>
                      <a:pt x="225850" y="160000"/>
                    </a:lnTo>
                    <a:lnTo>
                      <a:pt x="225850" y="160850"/>
                    </a:lnTo>
                    <a:lnTo>
                      <a:pt x="225000" y="160850"/>
                    </a:lnTo>
                    <a:close/>
                    <a:moveTo>
                      <a:pt x="227500" y="162500"/>
                    </a:moveTo>
                    <a:lnTo>
                      <a:pt x="228200" y="162500"/>
                    </a:lnTo>
                    <a:lnTo>
                      <a:pt x="228200" y="163200"/>
                    </a:lnTo>
                    <a:lnTo>
                      <a:pt x="227500" y="163200"/>
                    </a:lnTo>
                    <a:close/>
                    <a:moveTo>
                      <a:pt x="230000" y="160000"/>
                    </a:moveTo>
                    <a:lnTo>
                      <a:pt x="230850" y="160000"/>
                    </a:lnTo>
                    <a:lnTo>
                      <a:pt x="230850" y="160850"/>
                    </a:lnTo>
                    <a:lnTo>
                      <a:pt x="230000" y="160850"/>
                    </a:lnTo>
                    <a:close/>
                    <a:moveTo>
                      <a:pt x="232500" y="162500"/>
                    </a:moveTo>
                    <a:lnTo>
                      <a:pt x="233200" y="162500"/>
                    </a:lnTo>
                    <a:lnTo>
                      <a:pt x="233200" y="163200"/>
                    </a:lnTo>
                    <a:lnTo>
                      <a:pt x="232500" y="163200"/>
                    </a:lnTo>
                    <a:close/>
                    <a:moveTo>
                      <a:pt x="235000" y="160000"/>
                    </a:moveTo>
                    <a:lnTo>
                      <a:pt x="235850" y="160000"/>
                    </a:lnTo>
                    <a:lnTo>
                      <a:pt x="235850" y="160850"/>
                    </a:lnTo>
                    <a:lnTo>
                      <a:pt x="235000" y="160850"/>
                    </a:lnTo>
                    <a:close/>
                    <a:moveTo>
                      <a:pt x="237500" y="162500"/>
                    </a:moveTo>
                    <a:lnTo>
                      <a:pt x="238200" y="162500"/>
                    </a:lnTo>
                    <a:lnTo>
                      <a:pt x="238200" y="163200"/>
                    </a:lnTo>
                    <a:lnTo>
                      <a:pt x="237500" y="163200"/>
                    </a:lnTo>
                    <a:close/>
                    <a:moveTo>
                      <a:pt x="240000" y="160000"/>
                    </a:moveTo>
                    <a:lnTo>
                      <a:pt x="240850" y="160000"/>
                    </a:lnTo>
                    <a:lnTo>
                      <a:pt x="240850" y="160850"/>
                    </a:lnTo>
                    <a:lnTo>
                      <a:pt x="240000" y="160850"/>
                    </a:lnTo>
                    <a:close/>
                    <a:moveTo>
                      <a:pt x="242500" y="162500"/>
                    </a:moveTo>
                    <a:lnTo>
                      <a:pt x="243200" y="162500"/>
                    </a:lnTo>
                    <a:lnTo>
                      <a:pt x="243200" y="163200"/>
                    </a:lnTo>
                    <a:lnTo>
                      <a:pt x="242500" y="163200"/>
                    </a:lnTo>
                    <a:close/>
                    <a:moveTo>
                      <a:pt x="245000" y="160000"/>
                    </a:moveTo>
                    <a:lnTo>
                      <a:pt x="245850" y="160000"/>
                    </a:lnTo>
                    <a:lnTo>
                      <a:pt x="245850" y="160850"/>
                    </a:lnTo>
                    <a:lnTo>
                      <a:pt x="245000" y="160850"/>
                    </a:lnTo>
                    <a:close/>
                    <a:moveTo>
                      <a:pt x="247500" y="162500"/>
                    </a:moveTo>
                    <a:lnTo>
                      <a:pt x="248200" y="162500"/>
                    </a:lnTo>
                    <a:lnTo>
                      <a:pt x="248200" y="163200"/>
                    </a:lnTo>
                    <a:lnTo>
                      <a:pt x="247500" y="163200"/>
                    </a:lnTo>
                    <a:close/>
                    <a:moveTo>
                      <a:pt x="250000" y="160000"/>
                    </a:moveTo>
                    <a:lnTo>
                      <a:pt x="250850" y="160000"/>
                    </a:lnTo>
                    <a:lnTo>
                      <a:pt x="250850" y="160850"/>
                    </a:lnTo>
                    <a:lnTo>
                      <a:pt x="250000" y="160850"/>
                    </a:lnTo>
                    <a:close/>
                    <a:moveTo>
                      <a:pt x="252500" y="162500"/>
                    </a:moveTo>
                    <a:lnTo>
                      <a:pt x="253200" y="162500"/>
                    </a:lnTo>
                    <a:lnTo>
                      <a:pt x="253200" y="163200"/>
                    </a:lnTo>
                    <a:lnTo>
                      <a:pt x="252500" y="163200"/>
                    </a:lnTo>
                    <a:close/>
                    <a:moveTo>
                      <a:pt x="255000" y="160000"/>
                    </a:moveTo>
                    <a:lnTo>
                      <a:pt x="255850" y="160000"/>
                    </a:lnTo>
                    <a:lnTo>
                      <a:pt x="255850" y="160850"/>
                    </a:lnTo>
                    <a:lnTo>
                      <a:pt x="255000" y="160850"/>
                    </a:lnTo>
                    <a:close/>
                    <a:moveTo>
                      <a:pt x="257500" y="162500"/>
                    </a:moveTo>
                    <a:lnTo>
                      <a:pt x="258200" y="162500"/>
                    </a:lnTo>
                    <a:lnTo>
                      <a:pt x="258200" y="163200"/>
                    </a:lnTo>
                    <a:lnTo>
                      <a:pt x="257500" y="163200"/>
                    </a:lnTo>
                    <a:close/>
                    <a:moveTo>
                      <a:pt x="260000" y="160000"/>
                    </a:moveTo>
                    <a:lnTo>
                      <a:pt x="260850" y="160000"/>
                    </a:lnTo>
                    <a:lnTo>
                      <a:pt x="260850" y="160850"/>
                    </a:lnTo>
                    <a:lnTo>
                      <a:pt x="260000" y="160850"/>
                    </a:lnTo>
                    <a:close/>
                    <a:moveTo>
                      <a:pt x="262500" y="162500"/>
                    </a:moveTo>
                    <a:lnTo>
                      <a:pt x="263200" y="162500"/>
                    </a:lnTo>
                    <a:lnTo>
                      <a:pt x="263200" y="163200"/>
                    </a:lnTo>
                    <a:lnTo>
                      <a:pt x="262500" y="163200"/>
                    </a:lnTo>
                    <a:close/>
                    <a:moveTo>
                      <a:pt x="265000" y="160000"/>
                    </a:moveTo>
                    <a:lnTo>
                      <a:pt x="265850" y="160000"/>
                    </a:lnTo>
                    <a:lnTo>
                      <a:pt x="265850" y="160850"/>
                    </a:lnTo>
                    <a:lnTo>
                      <a:pt x="265000" y="160850"/>
                    </a:lnTo>
                    <a:close/>
                    <a:moveTo>
                      <a:pt x="267500" y="162500"/>
                    </a:moveTo>
                    <a:lnTo>
                      <a:pt x="268200" y="162500"/>
                    </a:lnTo>
                    <a:lnTo>
                      <a:pt x="268200" y="163200"/>
                    </a:lnTo>
                    <a:lnTo>
                      <a:pt x="267500" y="163200"/>
                    </a:lnTo>
                    <a:close/>
                    <a:moveTo>
                      <a:pt x="270000" y="160000"/>
                    </a:moveTo>
                    <a:lnTo>
                      <a:pt x="270850" y="160000"/>
                    </a:lnTo>
                    <a:lnTo>
                      <a:pt x="270850" y="160850"/>
                    </a:lnTo>
                    <a:lnTo>
                      <a:pt x="270000" y="160850"/>
                    </a:lnTo>
                    <a:close/>
                    <a:moveTo>
                      <a:pt x="272500" y="162500"/>
                    </a:moveTo>
                    <a:lnTo>
                      <a:pt x="273200" y="162500"/>
                    </a:lnTo>
                    <a:lnTo>
                      <a:pt x="273200" y="163200"/>
                    </a:lnTo>
                    <a:lnTo>
                      <a:pt x="272500" y="163200"/>
                    </a:lnTo>
                    <a:close/>
                    <a:moveTo>
                      <a:pt x="275000" y="160000"/>
                    </a:moveTo>
                    <a:lnTo>
                      <a:pt x="275850" y="160000"/>
                    </a:lnTo>
                    <a:lnTo>
                      <a:pt x="275850" y="160850"/>
                    </a:lnTo>
                    <a:lnTo>
                      <a:pt x="275000" y="160850"/>
                    </a:lnTo>
                    <a:close/>
                    <a:moveTo>
                      <a:pt x="277500" y="162500"/>
                    </a:moveTo>
                    <a:lnTo>
                      <a:pt x="278200" y="162500"/>
                    </a:lnTo>
                    <a:lnTo>
                      <a:pt x="278200" y="163200"/>
                    </a:lnTo>
                    <a:lnTo>
                      <a:pt x="277500" y="163200"/>
                    </a:lnTo>
                    <a:close/>
                    <a:moveTo>
                      <a:pt x="280000" y="160000"/>
                    </a:moveTo>
                    <a:lnTo>
                      <a:pt x="280850" y="160000"/>
                    </a:lnTo>
                    <a:lnTo>
                      <a:pt x="280850" y="160850"/>
                    </a:lnTo>
                    <a:lnTo>
                      <a:pt x="280000" y="160850"/>
                    </a:lnTo>
                    <a:close/>
                    <a:moveTo>
                      <a:pt x="282500" y="162500"/>
                    </a:moveTo>
                    <a:lnTo>
                      <a:pt x="283200" y="162500"/>
                    </a:lnTo>
                    <a:lnTo>
                      <a:pt x="283200" y="163200"/>
                    </a:lnTo>
                    <a:lnTo>
                      <a:pt x="282500" y="163200"/>
                    </a:lnTo>
                    <a:close/>
                    <a:moveTo>
                      <a:pt x="285000" y="160000"/>
                    </a:moveTo>
                    <a:lnTo>
                      <a:pt x="285850" y="160000"/>
                    </a:lnTo>
                    <a:lnTo>
                      <a:pt x="285850" y="160850"/>
                    </a:lnTo>
                    <a:lnTo>
                      <a:pt x="285000" y="160850"/>
                    </a:lnTo>
                    <a:close/>
                    <a:moveTo>
                      <a:pt x="287500" y="162500"/>
                    </a:moveTo>
                    <a:lnTo>
                      <a:pt x="288200" y="162500"/>
                    </a:lnTo>
                    <a:lnTo>
                      <a:pt x="288200" y="163200"/>
                    </a:lnTo>
                    <a:lnTo>
                      <a:pt x="287500" y="163200"/>
                    </a:lnTo>
                    <a:close/>
                    <a:moveTo>
                      <a:pt x="0" y="165000"/>
                    </a:moveTo>
                    <a:lnTo>
                      <a:pt x="850" y="165000"/>
                    </a:lnTo>
                    <a:lnTo>
                      <a:pt x="850" y="165850"/>
                    </a:lnTo>
                    <a:lnTo>
                      <a:pt x="0" y="165850"/>
                    </a:lnTo>
                    <a:close/>
                    <a:moveTo>
                      <a:pt x="2500" y="167500"/>
                    </a:moveTo>
                    <a:lnTo>
                      <a:pt x="3200" y="167500"/>
                    </a:lnTo>
                    <a:lnTo>
                      <a:pt x="3200" y="168200"/>
                    </a:lnTo>
                    <a:lnTo>
                      <a:pt x="2500" y="168200"/>
                    </a:lnTo>
                    <a:close/>
                    <a:moveTo>
                      <a:pt x="5000" y="165000"/>
                    </a:moveTo>
                    <a:lnTo>
                      <a:pt x="5850" y="165000"/>
                    </a:lnTo>
                    <a:lnTo>
                      <a:pt x="5850" y="165850"/>
                    </a:lnTo>
                    <a:lnTo>
                      <a:pt x="5000" y="165850"/>
                    </a:lnTo>
                    <a:close/>
                    <a:moveTo>
                      <a:pt x="7500" y="167500"/>
                    </a:moveTo>
                    <a:lnTo>
                      <a:pt x="8200" y="167500"/>
                    </a:lnTo>
                    <a:lnTo>
                      <a:pt x="8200" y="168200"/>
                    </a:lnTo>
                    <a:lnTo>
                      <a:pt x="7500" y="168200"/>
                    </a:lnTo>
                    <a:close/>
                    <a:moveTo>
                      <a:pt x="10000" y="165000"/>
                    </a:moveTo>
                    <a:lnTo>
                      <a:pt x="10850" y="165000"/>
                    </a:lnTo>
                    <a:lnTo>
                      <a:pt x="10850" y="165850"/>
                    </a:lnTo>
                    <a:lnTo>
                      <a:pt x="10000" y="165850"/>
                    </a:lnTo>
                    <a:close/>
                    <a:moveTo>
                      <a:pt x="12500" y="167500"/>
                    </a:moveTo>
                    <a:lnTo>
                      <a:pt x="13200" y="167500"/>
                    </a:lnTo>
                    <a:lnTo>
                      <a:pt x="13200" y="168200"/>
                    </a:lnTo>
                    <a:lnTo>
                      <a:pt x="12500" y="168200"/>
                    </a:lnTo>
                    <a:close/>
                    <a:moveTo>
                      <a:pt x="15000" y="165000"/>
                    </a:moveTo>
                    <a:lnTo>
                      <a:pt x="15850" y="165000"/>
                    </a:lnTo>
                    <a:lnTo>
                      <a:pt x="15850" y="165850"/>
                    </a:lnTo>
                    <a:lnTo>
                      <a:pt x="15000" y="165850"/>
                    </a:lnTo>
                    <a:close/>
                    <a:moveTo>
                      <a:pt x="17500" y="167500"/>
                    </a:moveTo>
                    <a:lnTo>
                      <a:pt x="18200" y="167500"/>
                    </a:lnTo>
                    <a:lnTo>
                      <a:pt x="18200" y="168200"/>
                    </a:lnTo>
                    <a:lnTo>
                      <a:pt x="17500" y="168200"/>
                    </a:lnTo>
                    <a:close/>
                    <a:moveTo>
                      <a:pt x="20000" y="165000"/>
                    </a:moveTo>
                    <a:lnTo>
                      <a:pt x="20850" y="165000"/>
                    </a:lnTo>
                    <a:lnTo>
                      <a:pt x="20850" y="165850"/>
                    </a:lnTo>
                    <a:lnTo>
                      <a:pt x="20000" y="165850"/>
                    </a:lnTo>
                    <a:close/>
                    <a:moveTo>
                      <a:pt x="22500" y="167500"/>
                    </a:moveTo>
                    <a:lnTo>
                      <a:pt x="23200" y="167500"/>
                    </a:lnTo>
                    <a:lnTo>
                      <a:pt x="23200" y="168200"/>
                    </a:lnTo>
                    <a:lnTo>
                      <a:pt x="22500" y="168200"/>
                    </a:lnTo>
                    <a:close/>
                    <a:moveTo>
                      <a:pt x="25000" y="165000"/>
                    </a:moveTo>
                    <a:lnTo>
                      <a:pt x="25850" y="165000"/>
                    </a:lnTo>
                    <a:lnTo>
                      <a:pt x="25850" y="165850"/>
                    </a:lnTo>
                    <a:lnTo>
                      <a:pt x="25000" y="165850"/>
                    </a:lnTo>
                    <a:close/>
                    <a:moveTo>
                      <a:pt x="27500" y="167500"/>
                    </a:moveTo>
                    <a:lnTo>
                      <a:pt x="28200" y="167500"/>
                    </a:lnTo>
                    <a:lnTo>
                      <a:pt x="28200" y="168200"/>
                    </a:lnTo>
                    <a:lnTo>
                      <a:pt x="27500" y="168200"/>
                    </a:lnTo>
                    <a:close/>
                    <a:moveTo>
                      <a:pt x="30000" y="165000"/>
                    </a:moveTo>
                    <a:lnTo>
                      <a:pt x="30850" y="165000"/>
                    </a:lnTo>
                    <a:lnTo>
                      <a:pt x="30850" y="165850"/>
                    </a:lnTo>
                    <a:lnTo>
                      <a:pt x="30000" y="165850"/>
                    </a:lnTo>
                    <a:close/>
                    <a:moveTo>
                      <a:pt x="32500" y="167500"/>
                    </a:moveTo>
                    <a:lnTo>
                      <a:pt x="33200" y="167500"/>
                    </a:lnTo>
                    <a:lnTo>
                      <a:pt x="33200" y="168200"/>
                    </a:lnTo>
                    <a:lnTo>
                      <a:pt x="32500" y="168200"/>
                    </a:lnTo>
                    <a:close/>
                    <a:moveTo>
                      <a:pt x="35000" y="165000"/>
                    </a:moveTo>
                    <a:lnTo>
                      <a:pt x="35850" y="165000"/>
                    </a:lnTo>
                    <a:lnTo>
                      <a:pt x="35850" y="165850"/>
                    </a:lnTo>
                    <a:lnTo>
                      <a:pt x="35000" y="165850"/>
                    </a:lnTo>
                    <a:close/>
                    <a:moveTo>
                      <a:pt x="37500" y="167500"/>
                    </a:moveTo>
                    <a:lnTo>
                      <a:pt x="38200" y="167500"/>
                    </a:lnTo>
                    <a:lnTo>
                      <a:pt x="38200" y="168200"/>
                    </a:lnTo>
                    <a:lnTo>
                      <a:pt x="37500" y="168200"/>
                    </a:lnTo>
                    <a:close/>
                    <a:moveTo>
                      <a:pt x="40000" y="165000"/>
                    </a:moveTo>
                    <a:lnTo>
                      <a:pt x="40850" y="165000"/>
                    </a:lnTo>
                    <a:lnTo>
                      <a:pt x="40850" y="165850"/>
                    </a:lnTo>
                    <a:lnTo>
                      <a:pt x="40000" y="165850"/>
                    </a:lnTo>
                    <a:close/>
                    <a:moveTo>
                      <a:pt x="42500" y="167500"/>
                    </a:moveTo>
                    <a:lnTo>
                      <a:pt x="43200" y="167500"/>
                    </a:lnTo>
                    <a:lnTo>
                      <a:pt x="43200" y="168200"/>
                    </a:lnTo>
                    <a:lnTo>
                      <a:pt x="42500" y="168200"/>
                    </a:lnTo>
                    <a:close/>
                    <a:moveTo>
                      <a:pt x="45000" y="165000"/>
                    </a:moveTo>
                    <a:lnTo>
                      <a:pt x="45850" y="165000"/>
                    </a:lnTo>
                    <a:lnTo>
                      <a:pt x="45850" y="165850"/>
                    </a:lnTo>
                    <a:lnTo>
                      <a:pt x="45000" y="165850"/>
                    </a:lnTo>
                    <a:close/>
                    <a:moveTo>
                      <a:pt x="47500" y="167500"/>
                    </a:moveTo>
                    <a:lnTo>
                      <a:pt x="48200" y="167500"/>
                    </a:lnTo>
                    <a:lnTo>
                      <a:pt x="48200" y="168200"/>
                    </a:lnTo>
                    <a:lnTo>
                      <a:pt x="47500" y="168200"/>
                    </a:lnTo>
                    <a:close/>
                    <a:moveTo>
                      <a:pt x="50000" y="165000"/>
                    </a:moveTo>
                    <a:lnTo>
                      <a:pt x="50850" y="165000"/>
                    </a:lnTo>
                    <a:lnTo>
                      <a:pt x="50850" y="165850"/>
                    </a:lnTo>
                    <a:lnTo>
                      <a:pt x="50000" y="165850"/>
                    </a:lnTo>
                    <a:close/>
                    <a:moveTo>
                      <a:pt x="52500" y="167500"/>
                    </a:moveTo>
                    <a:lnTo>
                      <a:pt x="53200" y="167500"/>
                    </a:lnTo>
                    <a:lnTo>
                      <a:pt x="53200" y="168200"/>
                    </a:lnTo>
                    <a:lnTo>
                      <a:pt x="52500" y="168200"/>
                    </a:lnTo>
                    <a:close/>
                    <a:moveTo>
                      <a:pt x="55000" y="165000"/>
                    </a:moveTo>
                    <a:lnTo>
                      <a:pt x="55850" y="165000"/>
                    </a:lnTo>
                    <a:lnTo>
                      <a:pt x="55850" y="165850"/>
                    </a:lnTo>
                    <a:lnTo>
                      <a:pt x="55000" y="165850"/>
                    </a:lnTo>
                    <a:close/>
                    <a:moveTo>
                      <a:pt x="57500" y="167500"/>
                    </a:moveTo>
                    <a:lnTo>
                      <a:pt x="58200" y="167500"/>
                    </a:lnTo>
                    <a:lnTo>
                      <a:pt x="58200" y="168200"/>
                    </a:lnTo>
                    <a:lnTo>
                      <a:pt x="57500" y="168200"/>
                    </a:lnTo>
                    <a:close/>
                    <a:moveTo>
                      <a:pt x="60000" y="165000"/>
                    </a:moveTo>
                    <a:lnTo>
                      <a:pt x="60850" y="165000"/>
                    </a:lnTo>
                    <a:lnTo>
                      <a:pt x="60850" y="165850"/>
                    </a:lnTo>
                    <a:lnTo>
                      <a:pt x="60000" y="165850"/>
                    </a:lnTo>
                    <a:close/>
                    <a:moveTo>
                      <a:pt x="62500" y="167500"/>
                    </a:moveTo>
                    <a:lnTo>
                      <a:pt x="63200" y="167500"/>
                    </a:lnTo>
                    <a:lnTo>
                      <a:pt x="63200" y="168200"/>
                    </a:lnTo>
                    <a:lnTo>
                      <a:pt x="62500" y="168200"/>
                    </a:lnTo>
                    <a:close/>
                    <a:moveTo>
                      <a:pt x="65000" y="165000"/>
                    </a:moveTo>
                    <a:lnTo>
                      <a:pt x="65850" y="165000"/>
                    </a:lnTo>
                    <a:lnTo>
                      <a:pt x="65850" y="165850"/>
                    </a:lnTo>
                    <a:lnTo>
                      <a:pt x="65000" y="165850"/>
                    </a:lnTo>
                    <a:close/>
                    <a:moveTo>
                      <a:pt x="67500" y="167500"/>
                    </a:moveTo>
                    <a:lnTo>
                      <a:pt x="68200" y="167500"/>
                    </a:lnTo>
                    <a:lnTo>
                      <a:pt x="68200" y="168200"/>
                    </a:lnTo>
                    <a:lnTo>
                      <a:pt x="67500" y="168200"/>
                    </a:lnTo>
                    <a:close/>
                    <a:moveTo>
                      <a:pt x="70000" y="165000"/>
                    </a:moveTo>
                    <a:lnTo>
                      <a:pt x="70850" y="165000"/>
                    </a:lnTo>
                    <a:lnTo>
                      <a:pt x="70850" y="165850"/>
                    </a:lnTo>
                    <a:lnTo>
                      <a:pt x="70000" y="165850"/>
                    </a:lnTo>
                    <a:close/>
                    <a:moveTo>
                      <a:pt x="72500" y="167500"/>
                    </a:moveTo>
                    <a:lnTo>
                      <a:pt x="73200" y="167500"/>
                    </a:lnTo>
                    <a:lnTo>
                      <a:pt x="73200" y="168200"/>
                    </a:lnTo>
                    <a:lnTo>
                      <a:pt x="72500" y="168200"/>
                    </a:lnTo>
                    <a:close/>
                    <a:moveTo>
                      <a:pt x="75000" y="165000"/>
                    </a:moveTo>
                    <a:lnTo>
                      <a:pt x="75850" y="165000"/>
                    </a:lnTo>
                    <a:lnTo>
                      <a:pt x="75850" y="165850"/>
                    </a:lnTo>
                    <a:lnTo>
                      <a:pt x="75000" y="165850"/>
                    </a:lnTo>
                    <a:close/>
                    <a:moveTo>
                      <a:pt x="77500" y="167500"/>
                    </a:moveTo>
                    <a:lnTo>
                      <a:pt x="78200" y="167500"/>
                    </a:lnTo>
                    <a:lnTo>
                      <a:pt x="78200" y="168200"/>
                    </a:lnTo>
                    <a:lnTo>
                      <a:pt x="77500" y="168200"/>
                    </a:lnTo>
                    <a:close/>
                    <a:moveTo>
                      <a:pt x="80000" y="165000"/>
                    </a:moveTo>
                    <a:lnTo>
                      <a:pt x="80850" y="165000"/>
                    </a:lnTo>
                    <a:lnTo>
                      <a:pt x="80850" y="165850"/>
                    </a:lnTo>
                    <a:lnTo>
                      <a:pt x="80000" y="165850"/>
                    </a:lnTo>
                    <a:close/>
                    <a:moveTo>
                      <a:pt x="82500" y="167500"/>
                    </a:moveTo>
                    <a:lnTo>
                      <a:pt x="83200" y="167500"/>
                    </a:lnTo>
                    <a:lnTo>
                      <a:pt x="83200" y="168200"/>
                    </a:lnTo>
                    <a:lnTo>
                      <a:pt x="82500" y="168200"/>
                    </a:lnTo>
                    <a:close/>
                    <a:moveTo>
                      <a:pt x="85000" y="165000"/>
                    </a:moveTo>
                    <a:lnTo>
                      <a:pt x="85850" y="165000"/>
                    </a:lnTo>
                    <a:lnTo>
                      <a:pt x="85850" y="165850"/>
                    </a:lnTo>
                    <a:lnTo>
                      <a:pt x="85000" y="165850"/>
                    </a:lnTo>
                    <a:close/>
                    <a:moveTo>
                      <a:pt x="87500" y="167500"/>
                    </a:moveTo>
                    <a:lnTo>
                      <a:pt x="88200" y="167500"/>
                    </a:lnTo>
                    <a:lnTo>
                      <a:pt x="88200" y="168200"/>
                    </a:lnTo>
                    <a:lnTo>
                      <a:pt x="87500" y="168200"/>
                    </a:lnTo>
                    <a:close/>
                    <a:moveTo>
                      <a:pt x="90000" y="165000"/>
                    </a:moveTo>
                    <a:lnTo>
                      <a:pt x="90850" y="165000"/>
                    </a:lnTo>
                    <a:lnTo>
                      <a:pt x="90850" y="165850"/>
                    </a:lnTo>
                    <a:lnTo>
                      <a:pt x="90000" y="165850"/>
                    </a:lnTo>
                    <a:close/>
                    <a:moveTo>
                      <a:pt x="92500" y="167500"/>
                    </a:moveTo>
                    <a:lnTo>
                      <a:pt x="93200" y="167500"/>
                    </a:lnTo>
                    <a:lnTo>
                      <a:pt x="93200" y="168200"/>
                    </a:lnTo>
                    <a:lnTo>
                      <a:pt x="92500" y="168200"/>
                    </a:lnTo>
                    <a:close/>
                    <a:moveTo>
                      <a:pt x="95000" y="165000"/>
                    </a:moveTo>
                    <a:lnTo>
                      <a:pt x="95850" y="165000"/>
                    </a:lnTo>
                    <a:lnTo>
                      <a:pt x="95850" y="165850"/>
                    </a:lnTo>
                    <a:lnTo>
                      <a:pt x="95000" y="165850"/>
                    </a:lnTo>
                    <a:close/>
                    <a:moveTo>
                      <a:pt x="97500" y="167500"/>
                    </a:moveTo>
                    <a:lnTo>
                      <a:pt x="98200" y="167500"/>
                    </a:lnTo>
                    <a:lnTo>
                      <a:pt x="98200" y="168200"/>
                    </a:lnTo>
                    <a:lnTo>
                      <a:pt x="97500" y="168200"/>
                    </a:lnTo>
                    <a:close/>
                    <a:moveTo>
                      <a:pt x="100000" y="165000"/>
                    </a:moveTo>
                    <a:lnTo>
                      <a:pt x="100850" y="165000"/>
                    </a:lnTo>
                    <a:lnTo>
                      <a:pt x="100850" y="165850"/>
                    </a:lnTo>
                    <a:lnTo>
                      <a:pt x="100000" y="165850"/>
                    </a:lnTo>
                    <a:close/>
                    <a:moveTo>
                      <a:pt x="102500" y="167500"/>
                    </a:moveTo>
                    <a:lnTo>
                      <a:pt x="103200" y="167500"/>
                    </a:lnTo>
                    <a:lnTo>
                      <a:pt x="103200" y="168200"/>
                    </a:lnTo>
                    <a:lnTo>
                      <a:pt x="102500" y="168200"/>
                    </a:lnTo>
                    <a:close/>
                    <a:moveTo>
                      <a:pt x="105000" y="165000"/>
                    </a:moveTo>
                    <a:lnTo>
                      <a:pt x="105850" y="165000"/>
                    </a:lnTo>
                    <a:lnTo>
                      <a:pt x="105850" y="165850"/>
                    </a:lnTo>
                    <a:lnTo>
                      <a:pt x="105000" y="165850"/>
                    </a:lnTo>
                    <a:close/>
                    <a:moveTo>
                      <a:pt x="107500" y="167500"/>
                    </a:moveTo>
                    <a:lnTo>
                      <a:pt x="108200" y="167500"/>
                    </a:lnTo>
                    <a:lnTo>
                      <a:pt x="108200" y="168200"/>
                    </a:lnTo>
                    <a:lnTo>
                      <a:pt x="107500" y="168200"/>
                    </a:lnTo>
                    <a:close/>
                    <a:moveTo>
                      <a:pt x="110000" y="165000"/>
                    </a:moveTo>
                    <a:lnTo>
                      <a:pt x="110850" y="165000"/>
                    </a:lnTo>
                    <a:lnTo>
                      <a:pt x="110850" y="165850"/>
                    </a:lnTo>
                    <a:lnTo>
                      <a:pt x="110000" y="165850"/>
                    </a:lnTo>
                    <a:close/>
                    <a:moveTo>
                      <a:pt x="112500" y="167500"/>
                    </a:moveTo>
                    <a:lnTo>
                      <a:pt x="113200" y="167500"/>
                    </a:lnTo>
                    <a:lnTo>
                      <a:pt x="113200" y="168200"/>
                    </a:lnTo>
                    <a:lnTo>
                      <a:pt x="112500" y="168200"/>
                    </a:lnTo>
                    <a:close/>
                    <a:moveTo>
                      <a:pt x="115000" y="165000"/>
                    </a:moveTo>
                    <a:lnTo>
                      <a:pt x="115850" y="165000"/>
                    </a:lnTo>
                    <a:lnTo>
                      <a:pt x="115850" y="165850"/>
                    </a:lnTo>
                    <a:lnTo>
                      <a:pt x="115000" y="165850"/>
                    </a:lnTo>
                    <a:close/>
                    <a:moveTo>
                      <a:pt x="117500" y="167500"/>
                    </a:moveTo>
                    <a:lnTo>
                      <a:pt x="118200" y="167500"/>
                    </a:lnTo>
                    <a:lnTo>
                      <a:pt x="118200" y="168200"/>
                    </a:lnTo>
                    <a:lnTo>
                      <a:pt x="117500" y="168200"/>
                    </a:lnTo>
                    <a:close/>
                    <a:moveTo>
                      <a:pt x="120000" y="165000"/>
                    </a:moveTo>
                    <a:lnTo>
                      <a:pt x="120850" y="165000"/>
                    </a:lnTo>
                    <a:lnTo>
                      <a:pt x="120850" y="165850"/>
                    </a:lnTo>
                    <a:lnTo>
                      <a:pt x="120000" y="165850"/>
                    </a:lnTo>
                    <a:close/>
                    <a:moveTo>
                      <a:pt x="122500" y="167500"/>
                    </a:moveTo>
                    <a:lnTo>
                      <a:pt x="123200" y="167500"/>
                    </a:lnTo>
                    <a:lnTo>
                      <a:pt x="123200" y="168200"/>
                    </a:lnTo>
                    <a:lnTo>
                      <a:pt x="122500" y="168200"/>
                    </a:lnTo>
                    <a:close/>
                    <a:moveTo>
                      <a:pt x="125000" y="165000"/>
                    </a:moveTo>
                    <a:lnTo>
                      <a:pt x="125850" y="165000"/>
                    </a:lnTo>
                    <a:lnTo>
                      <a:pt x="125850" y="165850"/>
                    </a:lnTo>
                    <a:lnTo>
                      <a:pt x="125000" y="165850"/>
                    </a:lnTo>
                    <a:close/>
                    <a:moveTo>
                      <a:pt x="127500" y="167500"/>
                    </a:moveTo>
                    <a:lnTo>
                      <a:pt x="128200" y="167500"/>
                    </a:lnTo>
                    <a:lnTo>
                      <a:pt x="128200" y="168200"/>
                    </a:lnTo>
                    <a:lnTo>
                      <a:pt x="127500" y="168200"/>
                    </a:lnTo>
                    <a:close/>
                    <a:moveTo>
                      <a:pt x="130000" y="165000"/>
                    </a:moveTo>
                    <a:lnTo>
                      <a:pt x="130850" y="165000"/>
                    </a:lnTo>
                    <a:lnTo>
                      <a:pt x="130850" y="165850"/>
                    </a:lnTo>
                    <a:lnTo>
                      <a:pt x="130000" y="165850"/>
                    </a:lnTo>
                    <a:close/>
                    <a:moveTo>
                      <a:pt x="132500" y="167500"/>
                    </a:moveTo>
                    <a:lnTo>
                      <a:pt x="133200" y="167500"/>
                    </a:lnTo>
                    <a:lnTo>
                      <a:pt x="133200" y="168200"/>
                    </a:lnTo>
                    <a:lnTo>
                      <a:pt x="132500" y="168200"/>
                    </a:lnTo>
                    <a:close/>
                    <a:moveTo>
                      <a:pt x="135000" y="165000"/>
                    </a:moveTo>
                    <a:lnTo>
                      <a:pt x="135850" y="165000"/>
                    </a:lnTo>
                    <a:lnTo>
                      <a:pt x="135850" y="165850"/>
                    </a:lnTo>
                    <a:lnTo>
                      <a:pt x="135000" y="165850"/>
                    </a:lnTo>
                    <a:close/>
                    <a:moveTo>
                      <a:pt x="137500" y="167500"/>
                    </a:moveTo>
                    <a:lnTo>
                      <a:pt x="138200" y="167500"/>
                    </a:lnTo>
                    <a:lnTo>
                      <a:pt x="138200" y="168200"/>
                    </a:lnTo>
                    <a:lnTo>
                      <a:pt x="137500" y="168200"/>
                    </a:lnTo>
                    <a:close/>
                    <a:moveTo>
                      <a:pt x="140000" y="165000"/>
                    </a:moveTo>
                    <a:lnTo>
                      <a:pt x="140850" y="165000"/>
                    </a:lnTo>
                    <a:lnTo>
                      <a:pt x="140850" y="165850"/>
                    </a:lnTo>
                    <a:lnTo>
                      <a:pt x="140000" y="165850"/>
                    </a:lnTo>
                    <a:close/>
                    <a:moveTo>
                      <a:pt x="142500" y="167500"/>
                    </a:moveTo>
                    <a:lnTo>
                      <a:pt x="143200" y="167500"/>
                    </a:lnTo>
                    <a:lnTo>
                      <a:pt x="143200" y="168200"/>
                    </a:lnTo>
                    <a:lnTo>
                      <a:pt x="142500" y="168200"/>
                    </a:lnTo>
                    <a:close/>
                    <a:moveTo>
                      <a:pt x="145000" y="165000"/>
                    </a:moveTo>
                    <a:lnTo>
                      <a:pt x="145850" y="165000"/>
                    </a:lnTo>
                    <a:lnTo>
                      <a:pt x="145850" y="165850"/>
                    </a:lnTo>
                    <a:lnTo>
                      <a:pt x="145000" y="165850"/>
                    </a:lnTo>
                    <a:close/>
                    <a:moveTo>
                      <a:pt x="147500" y="167500"/>
                    </a:moveTo>
                    <a:lnTo>
                      <a:pt x="148200" y="167500"/>
                    </a:lnTo>
                    <a:lnTo>
                      <a:pt x="148200" y="168200"/>
                    </a:lnTo>
                    <a:lnTo>
                      <a:pt x="147500" y="168200"/>
                    </a:lnTo>
                    <a:close/>
                    <a:moveTo>
                      <a:pt x="150000" y="165000"/>
                    </a:moveTo>
                    <a:lnTo>
                      <a:pt x="150850" y="165000"/>
                    </a:lnTo>
                    <a:lnTo>
                      <a:pt x="150850" y="165850"/>
                    </a:lnTo>
                    <a:lnTo>
                      <a:pt x="150000" y="165850"/>
                    </a:lnTo>
                    <a:close/>
                    <a:moveTo>
                      <a:pt x="152500" y="167500"/>
                    </a:moveTo>
                    <a:lnTo>
                      <a:pt x="153200" y="167500"/>
                    </a:lnTo>
                    <a:lnTo>
                      <a:pt x="153200" y="168200"/>
                    </a:lnTo>
                    <a:lnTo>
                      <a:pt x="152500" y="168200"/>
                    </a:lnTo>
                    <a:close/>
                    <a:moveTo>
                      <a:pt x="155000" y="165000"/>
                    </a:moveTo>
                    <a:lnTo>
                      <a:pt x="155850" y="165000"/>
                    </a:lnTo>
                    <a:lnTo>
                      <a:pt x="155850" y="165850"/>
                    </a:lnTo>
                    <a:lnTo>
                      <a:pt x="155000" y="165850"/>
                    </a:lnTo>
                    <a:close/>
                    <a:moveTo>
                      <a:pt x="157500" y="167500"/>
                    </a:moveTo>
                    <a:lnTo>
                      <a:pt x="158200" y="167500"/>
                    </a:lnTo>
                    <a:lnTo>
                      <a:pt x="158200" y="168200"/>
                    </a:lnTo>
                    <a:lnTo>
                      <a:pt x="157500" y="168200"/>
                    </a:lnTo>
                    <a:close/>
                    <a:moveTo>
                      <a:pt x="160000" y="165000"/>
                    </a:moveTo>
                    <a:lnTo>
                      <a:pt x="160850" y="165000"/>
                    </a:lnTo>
                    <a:lnTo>
                      <a:pt x="160850" y="165850"/>
                    </a:lnTo>
                    <a:lnTo>
                      <a:pt x="160000" y="165850"/>
                    </a:lnTo>
                    <a:close/>
                    <a:moveTo>
                      <a:pt x="162500" y="167500"/>
                    </a:moveTo>
                    <a:lnTo>
                      <a:pt x="163200" y="167500"/>
                    </a:lnTo>
                    <a:lnTo>
                      <a:pt x="163200" y="168200"/>
                    </a:lnTo>
                    <a:lnTo>
                      <a:pt x="162500" y="168200"/>
                    </a:lnTo>
                    <a:close/>
                    <a:moveTo>
                      <a:pt x="165000" y="165000"/>
                    </a:moveTo>
                    <a:lnTo>
                      <a:pt x="165850" y="165000"/>
                    </a:lnTo>
                    <a:lnTo>
                      <a:pt x="165850" y="165850"/>
                    </a:lnTo>
                    <a:lnTo>
                      <a:pt x="165000" y="165850"/>
                    </a:lnTo>
                    <a:close/>
                    <a:moveTo>
                      <a:pt x="167500" y="167500"/>
                    </a:moveTo>
                    <a:lnTo>
                      <a:pt x="168200" y="167500"/>
                    </a:lnTo>
                    <a:lnTo>
                      <a:pt x="168200" y="168200"/>
                    </a:lnTo>
                    <a:lnTo>
                      <a:pt x="167500" y="168200"/>
                    </a:lnTo>
                    <a:close/>
                    <a:moveTo>
                      <a:pt x="170000" y="165000"/>
                    </a:moveTo>
                    <a:lnTo>
                      <a:pt x="170850" y="165000"/>
                    </a:lnTo>
                    <a:lnTo>
                      <a:pt x="170850" y="165850"/>
                    </a:lnTo>
                    <a:lnTo>
                      <a:pt x="170000" y="165850"/>
                    </a:lnTo>
                    <a:close/>
                    <a:moveTo>
                      <a:pt x="172500" y="167500"/>
                    </a:moveTo>
                    <a:lnTo>
                      <a:pt x="173200" y="167500"/>
                    </a:lnTo>
                    <a:lnTo>
                      <a:pt x="173200" y="168200"/>
                    </a:lnTo>
                    <a:lnTo>
                      <a:pt x="172500" y="168200"/>
                    </a:lnTo>
                    <a:close/>
                    <a:moveTo>
                      <a:pt x="175000" y="165000"/>
                    </a:moveTo>
                    <a:lnTo>
                      <a:pt x="175850" y="165000"/>
                    </a:lnTo>
                    <a:lnTo>
                      <a:pt x="175850" y="165850"/>
                    </a:lnTo>
                    <a:lnTo>
                      <a:pt x="175000" y="165850"/>
                    </a:lnTo>
                    <a:close/>
                    <a:moveTo>
                      <a:pt x="177500" y="167500"/>
                    </a:moveTo>
                    <a:lnTo>
                      <a:pt x="178200" y="167500"/>
                    </a:lnTo>
                    <a:lnTo>
                      <a:pt x="178200" y="168200"/>
                    </a:lnTo>
                    <a:lnTo>
                      <a:pt x="177500" y="168200"/>
                    </a:lnTo>
                    <a:close/>
                    <a:moveTo>
                      <a:pt x="180000" y="165000"/>
                    </a:moveTo>
                    <a:lnTo>
                      <a:pt x="180850" y="165000"/>
                    </a:lnTo>
                    <a:lnTo>
                      <a:pt x="180850" y="165850"/>
                    </a:lnTo>
                    <a:lnTo>
                      <a:pt x="180000" y="165850"/>
                    </a:lnTo>
                    <a:close/>
                    <a:moveTo>
                      <a:pt x="182500" y="167500"/>
                    </a:moveTo>
                    <a:lnTo>
                      <a:pt x="183200" y="167500"/>
                    </a:lnTo>
                    <a:lnTo>
                      <a:pt x="183200" y="168200"/>
                    </a:lnTo>
                    <a:lnTo>
                      <a:pt x="182500" y="168200"/>
                    </a:lnTo>
                    <a:close/>
                    <a:moveTo>
                      <a:pt x="185000" y="165000"/>
                    </a:moveTo>
                    <a:lnTo>
                      <a:pt x="185850" y="165000"/>
                    </a:lnTo>
                    <a:lnTo>
                      <a:pt x="185850" y="165850"/>
                    </a:lnTo>
                    <a:lnTo>
                      <a:pt x="185000" y="165850"/>
                    </a:lnTo>
                    <a:close/>
                    <a:moveTo>
                      <a:pt x="187500" y="167500"/>
                    </a:moveTo>
                    <a:lnTo>
                      <a:pt x="188200" y="167500"/>
                    </a:lnTo>
                    <a:lnTo>
                      <a:pt x="188200" y="168200"/>
                    </a:lnTo>
                    <a:lnTo>
                      <a:pt x="187500" y="168200"/>
                    </a:lnTo>
                    <a:close/>
                    <a:moveTo>
                      <a:pt x="190000" y="165000"/>
                    </a:moveTo>
                    <a:lnTo>
                      <a:pt x="190850" y="165000"/>
                    </a:lnTo>
                    <a:lnTo>
                      <a:pt x="190850" y="165850"/>
                    </a:lnTo>
                    <a:lnTo>
                      <a:pt x="190000" y="165850"/>
                    </a:lnTo>
                    <a:close/>
                    <a:moveTo>
                      <a:pt x="192500" y="167500"/>
                    </a:moveTo>
                    <a:lnTo>
                      <a:pt x="193200" y="167500"/>
                    </a:lnTo>
                    <a:lnTo>
                      <a:pt x="193200" y="168200"/>
                    </a:lnTo>
                    <a:lnTo>
                      <a:pt x="192500" y="168200"/>
                    </a:lnTo>
                    <a:close/>
                    <a:moveTo>
                      <a:pt x="195000" y="165000"/>
                    </a:moveTo>
                    <a:lnTo>
                      <a:pt x="195850" y="165000"/>
                    </a:lnTo>
                    <a:lnTo>
                      <a:pt x="195850" y="165850"/>
                    </a:lnTo>
                    <a:lnTo>
                      <a:pt x="195000" y="165850"/>
                    </a:lnTo>
                    <a:close/>
                    <a:moveTo>
                      <a:pt x="197500" y="167500"/>
                    </a:moveTo>
                    <a:lnTo>
                      <a:pt x="198200" y="167500"/>
                    </a:lnTo>
                    <a:lnTo>
                      <a:pt x="198200" y="168200"/>
                    </a:lnTo>
                    <a:lnTo>
                      <a:pt x="197500" y="168200"/>
                    </a:lnTo>
                    <a:close/>
                    <a:moveTo>
                      <a:pt x="200000" y="165000"/>
                    </a:moveTo>
                    <a:lnTo>
                      <a:pt x="200850" y="165000"/>
                    </a:lnTo>
                    <a:lnTo>
                      <a:pt x="200850" y="165850"/>
                    </a:lnTo>
                    <a:lnTo>
                      <a:pt x="200000" y="165850"/>
                    </a:lnTo>
                    <a:close/>
                    <a:moveTo>
                      <a:pt x="202500" y="167500"/>
                    </a:moveTo>
                    <a:lnTo>
                      <a:pt x="203200" y="167500"/>
                    </a:lnTo>
                    <a:lnTo>
                      <a:pt x="203200" y="168200"/>
                    </a:lnTo>
                    <a:lnTo>
                      <a:pt x="202500" y="168200"/>
                    </a:lnTo>
                    <a:close/>
                    <a:moveTo>
                      <a:pt x="205000" y="165000"/>
                    </a:moveTo>
                    <a:lnTo>
                      <a:pt x="205850" y="165000"/>
                    </a:lnTo>
                    <a:lnTo>
                      <a:pt x="205850" y="165850"/>
                    </a:lnTo>
                    <a:lnTo>
                      <a:pt x="205000" y="165850"/>
                    </a:lnTo>
                    <a:close/>
                    <a:moveTo>
                      <a:pt x="207500" y="167500"/>
                    </a:moveTo>
                    <a:lnTo>
                      <a:pt x="208200" y="167500"/>
                    </a:lnTo>
                    <a:lnTo>
                      <a:pt x="208200" y="168200"/>
                    </a:lnTo>
                    <a:lnTo>
                      <a:pt x="207500" y="168200"/>
                    </a:lnTo>
                    <a:close/>
                    <a:moveTo>
                      <a:pt x="210000" y="165000"/>
                    </a:moveTo>
                    <a:lnTo>
                      <a:pt x="210850" y="165000"/>
                    </a:lnTo>
                    <a:lnTo>
                      <a:pt x="210850" y="165850"/>
                    </a:lnTo>
                    <a:lnTo>
                      <a:pt x="210000" y="165850"/>
                    </a:lnTo>
                    <a:close/>
                    <a:moveTo>
                      <a:pt x="212500" y="167500"/>
                    </a:moveTo>
                    <a:lnTo>
                      <a:pt x="213200" y="167500"/>
                    </a:lnTo>
                    <a:lnTo>
                      <a:pt x="213200" y="168200"/>
                    </a:lnTo>
                    <a:lnTo>
                      <a:pt x="212500" y="168200"/>
                    </a:lnTo>
                    <a:close/>
                    <a:moveTo>
                      <a:pt x="215000" y="165000"/>
                    </a:moveTo>
                    <a:lnTo>
                      <a:pt x="215850" y="165000"/>
                    </a:lnTo>
                    <a:lnTo>
                      <a:pt x="215850" y="165850"/>
                    </a:lnTo>
                    <a:lnTo>
                      <a:pt x="215000" y="165850"/>
                    </a:lnTo>
                    <a:close/>
                    <a:moveTo>
                      <a:pt x="217500" y="167500"/>
                    </a:moveTo>
                    <a:lnTo>
                      <a:pt x="218200" y="167500"/>
                    </a:lnTo>
                    <a:lnTo>
                      <a:pt x="218200" y="168200"/>
                    </a:lnTo>
                    <a:lnTo>
                      <a:pt x="217500" y="168200"/>
                    </a:lnTo>
                    <a:close/>
                    <a:moveTo>
                      <a:pt x="220000" y="165000"/>
                    </a:moveTo>
                    <a:lnTo>
                      <a:pt x="220850" y="165000"/>
                    </a:lnTo>
                    <a:lnTo>
                      <a:pt x="220850" y="165850"/>
                    </a:lnTo>
                    <a:lnTo>
                      <a:pt x="220000" y="165850"/>
                    </a:lnTo>
                    <a:close/>
                    <a:moveTo>
                      <a:pt x="222500" y="167500"/>
                    </a:moveTo>
                    <a:lnTo>
                      <a:pt x="223200" y="167500"/>
                    </a:lnTo>
                    <a:lnTo>
                      <a:pt x="223200" y="168200"/>
                    </a:lnTo>
                    <a:lnTo>
                      <a:pt x="222500" y="168200"/>
                    </a:lnTo>
                    <a:close/>
                    <a:moveTo>
                      <a:pt x="225000" y="165000"/>
                    </a:moveTo>
                    <a:lnTo>
                      <a:pt x="225850" y="165000"/>
                    </a:lnTo>
                    <a:lnTo>
                      <a:pt x="225850" y="165850"/>
                    </a:lnTo>
                    <a:lnTo>
                      <a:pt x="225000" y="165850"/>
                    </a:lnTo>
                    <a:close/>
                    <a:moveTo>
                      <a:pt x="227500" y="167500"/>
                    </a:moveTo>
                    <a:lnTo>
                      <a:pt x="228200" y="167500"/>
                    </a:lnTo>
                    <a:lnTo>
                      <a:pt x="228200" y="168200"/>
                    </a:lnTo>
                    <a:lnTo>
                      <a:pt x="227500" y="168200"/>
                    </a:lnTo>
                    <a:close/>
                    <a:moveTo>
                      <a:pt x="230000" y="165000"/>
                    </a:moveTo>
                    <a:lnTo>
                      <a:pt x="230850" y="165000"/>
                    </a:lnTo>
                    <a:lnTo>
                      <a:pt x="230850" y="165850"/>
                    </a:lnTo>
                    <a:lnTo>
                      <a:pt x="230000" y="165850"/>
                    </a:lnTo>
                    <a:close/>
                    <a:moveTo>
                      <a:pt x="232500" y="167500"/>
                    </a:moveTo>
                    <a:lnTo>
                      <a:pt x="233200" y="167500"/>
                    </a:lnTo>
                    <a:lnTo>
                      <a:pt x="233200" y="168200"/>
                    </a:lnTo>
                    <a:lnTo>
                      <a:pt x="232500" y="168200"/>
                    </a:lnTo>
                    <a:close/>
                    <a:moveTo>
                      <a:pt x="235000" y="165000"/>
                    </a:moveTo>
                    <a:lnTo>
                      <a:pt x="235850" y="165000"/>
                    </a:lnTo>
                    <a:lnTo>
                      <a:pt x="235850" y="165850"/>
                    </a:lnTo>
                    <a:lnTo>
                      <a:pt x="235000" y="165850"/>
                    </a:lnTo>
                    <a:close/>
                    <a:moveTo>
                      <a:pt x="237500" y="167500"/>
                    </a:moveTo>
                    <a:lnTo>
                      <a:pt x="238200" y="167500"/>
                    </a:lnTo>
                    <a:lnTo>
                      <a:pt x="238200" y="168200"/>
                    </a:lnTo>
                    <a:lnTo>
                      <a:pt x="237500" y="168200"/>
                    </a:lnTo>
                    <a:close/>
                    <a:moveTo>
                      <a:pt x="240000" y="165000"/>
                    </a:moveTo>
                    <a:lnTo>
                      <a:pt x="240850" y="165000"/>
                    </a:lnTo>
                    <a:lnTo>
                      <a:pt x="240850" y="165850"/>
                    </a:lnTo>
                    <a:lnTo>
                      <a:pt x="240000" y="165850"/>
                    </a:lnTo>
                    <a:close/>
                    <a:moveTo>
                      <a:pt x="242500" y="167500"/>
                    </a:moveTo>
                    <a:lnTo>
                      <a:pt x="243200" y="167500"/>
                    </a:lnTo>
                    <a:lnTo>
                      <a:pt x="243200" y="168200"/>
                    </a:lnTo>
                    <a:lnTo>
                      <a:pt x="242500" y="168200"/>
                    </a:lnTo>
                    <a:close/>
                    <a:moveTo>
                      <a:pt x="245000" y="165000"/>
                    </a:moveTo>
                    <a:lnTo>
                      <a:pt x="245850" y="165000"/>
                    </a:lnTo>
                    <a:lnTo>
                      <a:pt x="245850" y="165850"/>
                    </a:lnTo>
                    <a:lnTo>
                      <a:pt x="245000" y="165850"/>
                    </a:lnTo>
                    <a:close/>
                    <a:moveTo>
                      <a:pt x="247500" y="167500"/>
                    </a:moveTo>
                    <a:lnTo>
                      <a:pt x="248200" y="167500"/>
                    </a:lnTo>
                    <a:lnTo>
                      <a:pt x="248200" y="168200"/>
                    </a:lnTo>
                    <a:lnTo>
                      <a:pt x="247500" y="168200"/>
                    </a:lnTo>
                    <a:close/>
                    <a:moveTo>
                      <a:pt x="250000" y="165000"/>
                    </a:moveTo>
                    <a:lnTo>
                      <a:pt x="250850" y="165000"/>
                    </a:lnTo>
                    <a:lnTo>
                      <a:pt x="250850" y="165850"/>
                    </a:lnTo>
                    <a:lnTo>
                      <a:pt x="250000" y="165850"/>
                    </a:lnTo>
                    <a:close/>
                    <a:moveTo>
                      <a:pt x="252500" y="167500"/>
                    </a:moveTo>
                    <a:lnTo>
                      <a:pt x="253200" y="167500"/>
                    </a:lnTo>
                    <a:lnTo>
                      <a:pt x="253200" y="168200"/>
                    </a:lnTo>
                    <a:lnTo>
                      <a:pt x="252500" y="168200"/>
                    </a:lnTo>
                    <a:close/>
                    <a:moveTo>
                      <a:pt x="255000" y="165000"/>
                    </a:moveTo>
                    <a:lnTo>
                      <a:pt x="255850" y="165000"/>
                    </a:lnTo>
                    <a:lnTo>
                      <a:pt x="255850" y="165850"/>
                    </a:lnTo>
                    <a:lnTo>
                      <a:pt x="255000" y="165850"/>
                    </a:lnTo>
                    <a:close/>
                    <a:moveTo>
                      <a:pt x="257500" y="167500"/>
                    </a:moveTo>
                    <a:lnTo>
                      <a:pt x="258200" y="167500"/>
                    </a:lnTo>
                    <a:lnTo>
                      <a:pt x="258200" y="168200"/>
                    </a:lnTo>
                    <a:lnTo>
                      <a:pt x="257500" y="168200"/>
                    </a:lnTo>
                    <a:close/>
                    <a:moveTo>
                      <a:pt x="260000" y="165000"/>
                    </a:moveTo>
                    <a:lnTo>
                      <a:pt x="260850" y="165000"/>
                    </a:lnTo>
                    <a:lnTo>
                      <a:pt x="260850" y="165850"/>
                    </a:lnTo>
                    <a:lnTo>
                      <a:pt x="260000" y="165850"/>
                    </a:lnTo>
                    <a:close/>
                    <a:moveTo>
                      <a:pt x="262500" y="167500"/>
                    </a:moveTo>
                    <a:lnTo>
                      <a:pt x="263200" y="167500"/>
                    </a:lnTo>
                    <a:lnTo>
                      <a:pt x="263200" y="168200"/>
                    </a:lnTo>
                    <a:lnTo>
                      <a:pt x="262500" y="168200"/>
                    </a:lnTo>
                    <a:close/>
                    <a:moveTo>
                      <a:pt x="265000" y="165000"/>
                    </a:moveTo>
                    <a:lnTo>
                      <a:pt x="265850" y="165000"/>
                    </a:lnTo>
                    <a:lnTo>
                      <a:pt x="265850" y="165850"/>
                    </a:lnTo>
                    <a:lnTo>
                      <a:pt x="265000" y="165850"/>
                    </a:lnTo>
                    <a:close/>
                    <a:moveTo>
                      <a:pt x="267500" y="167500"/>
                    </a:moveTo>
                    <a:lnTo>
                      <a:pt x="268200" y="167500"/>
                    </a:lnTo>
                    <a:lnTo>
                      <a:pt x="268200" y="168200"/>
                    </a:lnTo>
                    <a:lnTo>
                      <a:pt x="267500" y="168200"/>
                    </a:lnTo>
                    <a:close/>
                    <a:moveTo>
                      <a:pt x="270000" y="165000"/>
                    </a:moveTo>
                    <a:lnTo>
                      <a:pt x="270850" y="165000"/>
                    </a:lnTo>
                    <a:lnTo>
                      <a:pt x="270850" y="165850"/>
                    </a:lnTo>
                    <a:lnTo>
                      <a:pt x="270000" y="165850"/>
                    </a:lnTo>
                    <a:close/>
                    <a:moveTo>
                      <a:pt x="272500" y="167500"/>
                    </a:moveTo>
                    <a:lnTo>
                      <a:pt x="273200" y="167500"/>
                    </a:lnTo>
                    <a:lnTo>
                      <a:pt x="273200" y="168200"/>
                    </a:lnTo>
                    <a:lnTo>
                      <a:pt x="272500" y="168200"/>
                    </a:lnTo>
                    <a:close/>
                    <a:moveTo>
                      <a:pt x="275000" y="165000"/>
                    </a:moveTo>
                    <a:lnTo>
                      <a:pt x="275850" y="165000"/>
                    </a:lnTo>
                    <a:lnTo>
                      <a:pt x="275850" y="165850"/>
                    </a:lnTo>
                    <a:lnTo>
                      <a:pt x="275000" y="165850"/>
                    </a:lnTo>
                    <a:close/>
                    <a:moveTo>
                      <a:pt x="277500" y="167500"/>
                    </a:moveTo>
                    <a:lnTo>
                      <a:pt x="278200" y="167500"/>
                    </a:lnTo>
                    <a:lnTo>
                      <a:pt x="278200" y="168200"/>
                    </a:lnTo>
                    <a:lnTo>
                      <a:pt x="277500" y="168200"/>
                    </a:lnTo>
                    <a:close/>
                    <a:moveTo>
                      <a:pt x="280000" y="165000"/>
                    </a:moveTo>
                    <a:lnTo>
                      <a:pt x="280850" y="165000"/>
                    </a:lnTo>
                    <a:lnTo>
                      <a:pt x="280850" y="165850"/>
                    </a:lnTo>
                    <a:lnTo>
                      <a:pt x="280000" y="165850"/>
                    </a:lnTo>
                    <a:close/>
                    <a:moveTo>
                      <a:pt x="282500" y="167500"/>
                    </a:moveTo>
                    <a:lnTo>
                      <a:pt x="283200" y="167500"/>
                    </a:lnTo>
                    <a:lnTo>
                      <a:pt x="283200" y="168200"/>
                    </a:lnTo>
                    <a:lnTo>
                      <a:pt x="282500" y="168200"/>
                    </a:lnTo>
                    <a:close/>
                    <a:moveTo>
                      <a:pt x="285000" y="165000"/>
                    </a:moveTo>
                    <a:lnTo>
                      <a:pt x="285850" y="165000"/>
                    </a:lnTo>
                    <a:lnTo>
                      <a:pt x="285850" y="165850"/>
                    </a:lnTo>
                    <a:lnTo>
                      <a:pt x="285000" y="165850"/>
                    </a:lnTo>
                    <a:close/>
                    <a:moveTo>
                      <a:pt x="287500" y="167500"/>
                    </a:moveTo>
                    <a:lnTo>
                      <a:pt x="288200" y="167500"/>
                    </a:lnTo>
                    <a:lnTo>
                      <a:pt x="288200" y="168200"/>
                    </a:lnTo>
                    <a:lnTo>
                      <a:pt x="287500" y="168200"/>
                    </a:lnTo>
                    <a:close/>
                    <a:moveTo>
                      <a:pt x="0" y="170000"/>
                    </a:moveTo>
                    <a:lnTo>
                      <a:pt x="850" y="170000"/>
                    </a:lnTo>
                    <a:lnTo>
                      <a:pt x="850" y="170850"/>
                    </a:lnTo>
                    <a:lnTo>
                      <a:pt x="0" y="170850"/>
                    </a:lnTo>
                    <a:close/>
                    <a:moveTo>
                      <a:pt x="2500" y="172500"/>
                    </a:moveTo>
                    <a:lnTo>
                      <a:pt x="3200" y="172500"/>
                    </a:lnTo>
                    <a:lnTo>
                      <a:pt x="3200" y="173200"/>
                    </a:lnTo>
                    <a:lnTo>
                      <a:pt x="2500" y="173200"/>
                    </a:lnTo>
                    <a:close/>
                    <a:moveTo>
                      <a:pt x="5000" y="170000"/>
                    </a:moveTo>
                    <a:lnTo>
                      <a:pt x="5850" y="170000"/>
                    </a:lnTo>
                    <a:lnTo>
                      <a:pt x="5850" y="170850"/>
                    </a:lnTo>
                    <a:lnTo>
                      <a:pt x="5000" y="170850"/>
                    </a:lnTo>
                    <a:close/>
                    <a:moveTo>
                      <a:pt x="7500" y="172500"/>
                    </a:moveTo>
                    <a:lnTo>
                      <a:pt x="8200" y="172500"/>
                    </a:lnTo>
                    <a:lnTo>
                      <a:pt x="8200" y="173200"/>
                    </a:lnTo>
                    <a:lnTo>
                      <a:pt x="7500" y="173200"/>
                    </a:lnTo>
                    <a:close/>
                    <a:moveTo>
                      <a:pt x="10000" y="170000"/>
                    </a:moveTo>
                    <a:lnTo>
                      <a:pt x="10850" y="170000"/>
                    </a:lnTo>
                    <a:lnTo>
                      <a:pt x="10850" y="170850"/>
                    </a:lnTo>
                    <a:lnTo>
                      <a:pt x="10000" y="170850"/>
                    </a:lnTo>
                    <a:close/>
                    <a:moveTo>
                      <a:pt x="12500" y="172500"/>
                    </a:moveTo>
                    <a:lnTo>
                      <a:pt x="13200" y="172500"/>
                    </a:lnTo>
                    <a:lnTo>
                      <a:pt x="13200" y="173200"/>
                    </a:lnTo>
                    <a:lnTo>
                      <a:pt x="12500" y="173200"/>
                    </a:lnTo>
                    <a:close/>
                    <a:moveTo>
                      <a:pt x="15000" y="170000"/>
                    </a:moveTo>
                    <a:lnTo>
                      <a:pt x="15850" y="170000"/>
                    </a:lnTo>
                    <a:lnTo>
                      <a:pt x="15850" y="170850"/>
                    </a:lnTo>
                    <a:lnTo>
                      <a:pt x="15000" y="170850"/>
                    </a:lnTo>
                    <a:close/>
                    <a:moveTo>
                      <a:pt x="17500" y="172500"/>
                    </a:moveTo>
                    <a:lnTo>
                      <a:pt x="18200" y="172500"/>
                    </a:lnTo>
                    <a:lnTo>
                      <a:pt x="18200" y="173200"/>
                    </a:lnTo>
                    <a:lnTo>
                      <a:pt x="17500" y="173200"/>
                    </a:lnTo>
                    <a:close/>
                    <a:moveTo>
                      <a:pt x="20000" y="170000"/>
                    </a:moveTo>
                    <a:lnTo>
                      <a:pt x="20850" y="170000"/>
                    </a:lnTo>
                    <a:lnTo>
                      <a:pt x="20850" y="170850"/>
                    </a:lnTo>
                    <a:lnTo>
                      <a:pt x="20000" y="170850"/>
                    </a:lnTo>
                    <a:close/>
                    <a:moveTo>
                      <a:pt x="22500" y="172500"/>
                    </a:moveTo>
                    <a:lnTo>
                      <a:pt x="23200" y="172500"/>
                    </a:lnTo>
                    <a:lnTo>
                      <a:pt x="23200" y="173200"/>
                    </a:lnTo>
                    <a:lnTo>
                      <a:pt x="22500" y="173200"/>
                    </a:lnTo>
                    <a:close/>
                    <a:moveTo>
                      <a:pt x="25000" y="170000"/>
                    </a:moveTo>
                    <a:lnTo>
                      <a:pt x="25850" y="170000"/>
                    </a:lnTo>
                    <a:lnTo>
                      <a:pt x="25850" y="170850"/>
                    </a:lnTo>
                    <a:lnTo>
                      <a:pt x="25000" y="170850"/>
                    </a:lnTo>
                    <a:close/>
                    <a:moveTo>
                      <a:pt x="27500" y="172500"/>
                    </a:moveTo>
                    <a:lnTo>
                      <a:pt x="28200" y="172500"/>
                    </a:lnTo>
                    <a:lnTo>
                      <a:pt x="28200" y="173200"/>
                    </a:lnTo>
                    <a:lnTo>
                      <a:pt x="27500" y="173200"/>
                    </a:lnTo>
                    <a:close/>
                    <a:moveTo>
                      <a:pt x="30000" y="170000"/>
                    </a:moveTo>
                    <a:lnTo>
                      <a:pt x="30850" y="170000"/>
                    </a:lnTo>
                    <a:lnTo>
                      <a:pt x="30850" y="170850"/>
                    </a:lnTo>
                    <a:lnTo>
                      <a:pt x="30000" y="170850"/>
                    </a:lnTo>
                    <a:close/>
                    <a:moveTo>
                      <a:pt x="32500" y="172500"/>
                    </a:moveTo>
                    <a:lnTo>
                      <a:pt x="33200" y="172500"/>
                    </a:lnTo>
                    <a:lnTo>
                      <a:pt x="33200" y="173200"/>
                    </a:lnTo>
                    <a:lnTo>
                      <a:pt x="32500" y="173200"/>
                    </a:lnTo>
                    <a:close/>
                    <a:moveTo>
                      <a:pt x="35000" y="170000"/>
                    </a:moveTo>
                    <a:lnTo>
                      <a:pt x="35850" y="170000"/>
                    </a:lnTo>
                    <a:lnTo>
                      <a:pt x="35850" y="170850"/>
                    </a:lnTo>
                    <a:lnTo>
                      <a:pt x="35000" y="170850"/>
                    </a:lnTo>
                    <a:close/>
                    <a:moveTo>
                      <a:pt x="37500" y="172500"/>
                    </a:moveTo>
                    <a:lnTo>
                      <a:pt x="38200" y="172500"/>
                    </a:lnTo>
                    <a:lnTo>
                      <a:pt x="38200" y="173200"/>
                    </a:lnTo>
                    <a:lnTo>
                      <a:pt x="37500" y="173200"/>
                    </a:lnTo>
                    <a:close/>
                    <a:moveTo>
                      <a:pt x="40000" y="170000"/>
                    </a:moveTo>
                    <a:lnTo>
                      <a:pt x="40850" y="170000"/>
                    </a:lnTo>
                    <a:lnTo>
                      <a:pt x="40850" y="170850"/>
                    </a:lnTo>
                    <a:lnTo>
                      <a:pt x="40000" y="170850"/>
                    </a:lnTo>
                    <a:close/>
                    <a:moveTo>
                      <a:pt x="42500" y="172500"/>
                    </a:moveTo>
                    <a:lnTo>
                      <a:pt x="43200" y="172500"/>
                    </a:lnTo>
                    <a:lnTo>
                      <a:pt x="43200" y="173200"/>
                    </a:lnTo>
                    <a:lnTo>
                      <a:pt x="42500" y="173200"/>
                    </a:lnTo>
                    <a:close/>
                    <a:moveTo>
                      <a:pt x="45000" y="170000"/>
                    </a:moveTo>
                    <a:lnTo>
                      <a:pt x="45850" y="170000"/>
                    </a:lnTo>
                    <a:lnTo>
                      <a:pt x="45850" y="170850"/>
                    </a:lnTo>
                    <a:lnTo>
                      <a:pt x="45000" y="170850"/>
                    </a:lnTo>
                    <a:close/>
                    <a:moveTo>
                      <a:pt x="47500" y="172500"/>
                    </a:moveTo>
                    <a:lnTo>
                      <a:pt x="48200" y="172500"/>
                    </a:lnTo>
                    <a:lnTo>
                      <a:pt x="48200" y="173200"/>
                    </a:lnTo>
                    <a:lnTo>
                      <a:pt x="47500" y="173200"/>
                    </a:lnTo>
                    <a:close/>
                    <a:moveTo>
                      <a:pt x="50000" y="170000"/>
                    </a:moveTo>
                    <a:lnTo>
                      <a:pt x="50850" y="170000"/>
                    </a:lnTo>
                    <a:lnTo>
                      <a:pt x="50850" y="170850"/>
                    </a:lnTo>
                    <a:lnTo>
                      <a:pt x="50000" y="170850"/>
                    </a:lnTo>
                    <a:close/>
                    <a:moveTo>
                      <a:pt x="52500" y="172500"/>
                    </a:moveTo>
                    <a:lnTo>
                      <a:pt x="53200" y="172500"/>
                    </a:lnTo>
                    <a:lnTo>
                      <a:pt x="53200" y="173200"/>
                    </a:lnTo>
                    <a:lnTo>
                      <a:pt x="52500" y="173200"/>
                    </a:lnTo>
                    <a:close/>
                    <a:moveTo>
                      <a:pt x="55000" y="170000"/>
                    </a:moveTo>
                    <a:lnTo>
                      <a:pt x="55850" y="170000"/>
                    </a:lnTo>
                    <a:lnTo>
                      <a:pt x="55850" y="170850"/>
                    </a:lnTo>
                    <a:lnTo>
                      <a:pt x="55000" y="170850"/>
                    </a:lnTo>
                    <a:close/>
                    <a:moveTo>
                      <a:pt x="57500" y="172500"/>
                    </a:moveTo>
                    <a:lnTo>
                      <a:pt x="58200" y="172500"/>
                    </a:lnTo>
                    <a:lnTo>
                      <a:pt x="58200" y="173200"/>
                    </a:lnTo>
                    <a:lnTo>
                      <a:pt x="57500" y="173200"/>
                    </a:lnTo>
                    <a:close/>
                    <a:moveTo>
                      <a:pt x="60000" y="170000"/>
                    </a:moveTo>
                    <a:lnTo>
                      <a:pt x="60850" y="170000"/>
                    </a:lnTo>
                    <a:lnTo>
                      <a:pt x="60850" y="170850"/>
                    </a:lnTo>
                    <a:lnTo>
                      <a:pt x="60000" y="170850"/>
                    </a:lnTo>
                    <a:close/>
                    <a:moveTo>
                      <a:pt x="62500" y="172500"/>
                    </a:moveTo>
                    <a:lnTo>
                      <a:pt x="63200" y="172500"/>
                    </a:lnTo>
                    <a:lnTo>
                      <a:pt x="63200" y="173200"/>
                    </a:lnTo>
                    <a:lnTo>
                      <a:pt x="62500" y="173200"/>
                    </a:lnTo>
                    <a:close/>
                    <a:moveTo>
                      <a:pt x="65000" y="170000"/>
                    </a:moveTo>
                    <a:lnTo>
                      <a:pt x="65850" y="170000"/>
                    </a:lnTo>
                    <a:lnTo>
                      <a:pt x="65850" y="170850"/>
                    </a:lnTo>
                    <a:lnTo>
                      <a:pt x="65000" y="170850"/>
                    </a:lnTo>
                    <a:close/>
                    <a:moveTo>
                      <a:pt x="67500" y="172500"/>
                    </a:moveTo>
                    <a:lnTo>
                      <a:pt x="68200" y="172500"/>
                    </a:lnTo>
                    <a:lnTo>
                      <a:pt x="68200" y="173200"/>
                    </a:lnTo>
                    <a:lnTo>
                      <a:pt x="67500" y="173200"/>
                    </a:lnTo>
                    <a:close/>
                    <a:moveTo>
                      <a:pt x="70000" y="170000"/>
                    </a:moveTo>
                    <a:lnTo>
                      <a:pt x="70850" y="170000"/>
                    </a:lnTo>
                    <a:lnTo>
                      <a:pt x="70850" y="170850"/>
                    </a:lnTo>
                    <a:lnTo>
                      <a:pt x="70000" y="170850"/>
                    </a:lnTo>
                    <a:close/>
                    <a:moveTo>
                      <a:pt x="72500" y="172500"/>
                    </a:moveTo>
                    <a:lnTo>
                      <a:pt x="73200" y="172500"/>
                    </a:lnTo>
                    <a:lnTo>
                      <a:pt x="73200" y="173200"/>
                    </a:lnTo>
                    <a:lnTo>
                      <a:pt x="72500" y="173200"/>
                    </a:lnTo>
                    <a:close/>
                    <a:moveTo>
                      <a:pt x="75000" y="170000"/>
                    </a:moveTo>
                    <a:lnTo>
                      <a:pt x="75850" y="170000"/>
                    </a:lnTo>
                    <a:lnTo>
                      <a:pt x="75850" y="170850"/>
                    </a:lnTo>
                    <a:lnTo>
                      <a:pt x="75000" y="170850"/>
                    </a:lnTo>
                    <a:close/>
                    <a:moveTo>
                      <a:pt x="77500" y="172500"/>
                    </a:moveTo>
                    <a:lnTo>
                      <a:pt x="78200" y="172500"/>
                    </a:lnTo>
                    <a:lnTo>
                      <a:pt x="78200" y="173200"/>
                    </a:lnTo>
                    <a:lnTo>
                      <a:pt x="77500" y="173200"/>
                    </a:lnTo>
                    <a:close/>
                    <a:moveTo>
                      <a:pt x="80000" y="170000"/>
                    </a:moveTo>
                    <a:lnTo>
                      <a:pt x="80850" y="170000"/>
                    </a:lnTo>
                    <a:lnTo>
                      <a:pt x="80850" y="170850"/>
                    </a:lnTo>
                    <a:lnTo>
                      <a:pt x="80000" y="170850"/>
                    </a:lnTo>
                    <a:close/>
                    <a:moveTo>
                      <a:pt x="82500" y="172500"/>
                    </a:moveTo>
                    <a:lnTo>
                      <a:pt x="83200" y="172500"/>
                    </a:lnTo>
                    <a:lnTo>
                      <a:pt x="83200" y="173200"/>
                    </a:lnTo>
                    <a:lnTo>
                      <a:pt x="82500" y="173200"/>
                    </a:lnTo>
                    <a:close/>
                    <a:moveTo>
                      <a:pt x="85000" y="170000"/>
                    </a:moveTo>
                    <a:lnTo>
                      <a:pt x="85850" y="170000"/>
                    </a:lnTo>
                    <a:lnTo>
                      <a:pt x="85850" y="170850"/>
                    </a:lnTo>
                    <a:lnTo>
                      <a:pt x="85000" y="170850"/>
                    </a:lnTo>
                    <a:close/>
                    <a:moveTo>
                      <a:pt x="87500" y="172500"/>
                    </a:moveTo>
                    <a:lnTo>
                      <a:pt x="88200" y="172500"/>
                    </a:lnTo>
                    <a:lnTo>
                      <a:pt x="88200" y="173200"/>
                    </a:lnTo>
                    <a:lnTo>
                      <a:pt x="87500" y="173200"/>
                    </a:lnTo>
                    <a:close/>
                    <a:moveTo>
                      <a:pt x="90000" y="170000"/>
                    </a:moveTo>
                    <a:lnTo>
                      <a:pt x="90850" y="170000"/>
                    </a:lnTo>
                    <a:lnTo>
                      <a:pt x="90850" y="170850"/>
                    </a:lnTo>
                    <a:lnTo>
                      <a:pt x="90000" y="170850"/>
                    </a:lnTo>
                    <a:close/>
                    <a:moveTo>
                      <a:pt x="92500" y="172500"/>
                    </a:moveTo>
                    <a:lnTo>
                      <a:pt x="93200" y="172500"/>
                    </a:lnTo>
                    <a:lnTo>
                      <a:pt x="93200" y="173200"/>
                    </a:lnTo>
                    <a:lnTo>
                      <a:pt x="92500" y="173200"/>
                    </a:lnTo>
                    <a:close/>
                    <a:moveTo>
                      <a:pt x="95000" y="170000"/>
                    </a:moveTo>
                    <a:lnTo>
                      <a:pt x="95850" y="170000"/>
                    </a:lnTo>
                    <a:lnTo>
                      <a:pt x="95850" y="170850"/>
                    </a:lnTo>
                    <a:lnTo>
                      <a:pt x="95000" y="170850"/>
                    </a:lnTo>
                    <a:close/>
                    <a:moveTo>
                      <a:pt x="97500" y="172500"/>
                    </a:moveTo>
                    <a:lnTo>
                      <a:pt x="98200" y="172500"/>
                    </a:lnTo>
                    <a:lnTo>
                      <a:pt x="98200" y="173200"/>
                    </a:lnTo>
                    <a:lnTo>
                      <a:pt x="97500" y="173200"/>
                    </a:lnTo>
                    <a:close/>
                    <a:moveTo>
                      <a:pt x="100000" y="170000"/>
                    </a:moveTo>
                    <a:lnTo>
                      <a:pt x="100850" y="170000"/>
                    </a:lnTo>
                    <a:lnTo>
                      <a:pt x="100850" y="170850"/>
                    </a:lnTo>
                    <a:lnTo>
                      <a:pt x="100000" y="170850"/>
                    </a:lnTo>
                    <a:close/>
                    <a:moveTo>
                      <a:pt x="102500" y="172500"/>
                    </a:moveTo>
                    <a:lnTo>
                      <a:pt x="103200" y="172500"/>
                    </a:lnTo>
                    <a:lnTo>
                      <a:pt x="103200" y="173200"/>
                    </a:lnTo>
                    <a:lnTo>
                      <a:pt x="102500" y="173200"/>
                    </a:lnTo>
                    <a:close/>
                    <a:moveTo>
                      <a:pt x="105000" y="170000"/>
                    </a:moveTo>
                    <a:lnTo>
                      <a:pt x="105850" y="170000"/>
                    </a:lnTo>
                    <a:lnTo>
                      <a:pt x="105850" y="170850"/>
                    </a:lnTo>
                    <a:lnTo>
                      <a:pt x="105000" y="170850"/>
                    </a:lnTo>
                    <a:close/>
                    <a:moveTo>
                      <a:pt x="107500" y="172500"/>
                    </a:moveTo>
                    <a:lnTo>
                      <a:pt x="108200" y="172500"/>
                    </a:lnTo>
                    <a:lnTo>
                      <a:pt x="108200" y="173200"/>
                    </a:lnTo>
                    <a:lnTo>
                      <a:pt x="107500" y="173200"/>
                    </a:lnTo>
                    <a:close/>
                    <a:moveTo>
                      <a:pt x="110000" y="170000"/>
                    </a:moveTo>
                    <a:lnTo>
                      <a:pt x="110850" y="170000"/>
                    </a:lnTo>
                    <a:lnTo>
                      <a:pt x="110850" y="170850"/>
                    </a:lnTo>
                    <a:lnTo>
                      <a:pt x="110000" y="170850"/>
                    </a:lnTo>
                    <a:close/>
                    <a:moveTo>
                      <a:pt x="112500" y="172500"/>
                    </a:moveTo>
                    <a:lnTo>
                      <a:pt x="113200" y="172500"/>
                    </a:lnTo>
                    <a:lnTo>
                      <a:pt x="113200" y="173200"/>
                    </a:lnTo>
                    <a:lnTo>
                      <a:pt x="112500" y="173200"/>
                    </a:lnTo>
                    <a:close/>
                    <a:moveTo>
                      <a:pt x="115000" y="170000"/>
                    </a:moveTo>
                    <a:lnTo>
                      <a:pt x="115850" y="170000"/>
                    </a:lnTo>
                    <a:lnTo>
                      <a:pt x="115850" y="170850"/>
                    </a:lnTo>
                    <a:lnTo>
                      <a:pt x="115000" y="170850"/>
                    </a:lnTo>
                    <a:close/>
                    <a:moveTo>
                      <a:pt x="117500" y="172500"/>
                    </a:moveTo>
                    <a:lnTo>
                      <a:pt x="118200" y="172500"/>
                    </a:lnTo>
                    <a:lnTo>
                      <a:pt x="118200" y="173200"/>
                    </a:lnTo>
                    <a:lnTo>
                      <a:pt x="117500" y="173200"/>
                    </a:lnTo>
                    <a:close/>
                    <a:moveTo>
                      <a:pt x="120000" y="170000"/>
                    </a:moveTo>
                    <a:lnTo>
                      <a:pt x="120850" y="170000"/>
                    </a:lnTo>
                    <a:lnTo>
                      <a:pt x="120850" y="170850"/>
                    </a:lnTo>
                    <a:lnTo>
                      <a:pt x="120000" y="170850"/>
                    </a:lnTo>
                    <a:close/>
                    <a:moveTo>
                      <a:pt x="122500" y="172500"/>
                    </a:moveTo>
                    <a:lnTo>
                      <a:pt x="123200" y="172500"/>
                    </a:lnTo>
                    <a:lnTo>
                      <a:pt x="123200" y="173200"/>
                    </a:lnTo>
                    <a:lnTo>
                      <a:pt x="122500" y="173200"/>
                    </a:lnTo>
                    <a:close/>
                    <a:moveTo>
                      <a:pt x="125000" y="170000"/>
                    </a:moveTo>
                    <a:lnTo>
                      <a:pt x="125850" y="170000"/>
                    </a:lnTo>
                    <a:lnTo>
                      <a:pt x="125850" y="170850"/>
                    </a:lnTo>
                    <a:lnTo>
                      <a:pt x="125000" y="170850"/>
                    </a:lnTo>
                    <a:close/>
                    <a:moveTo>
                      <a:pt x="127500" y="172500"/>
                    </a:moveTo>
                    <a:lnTo>
                      <a:pt x="128200" y="172500"/>
                    </a:lnTo>
                    <a:lnTo>
                      <a:pt x="128200" y="173200"/>
                    </a:lnTo>
                    <a:lnTo>
                      <a:pt x="127500" y="173200"/>
                    </a:lnTo>
                    <a:close/>
                    <a:moveTo>
                      <a:pt x="130000" y="170000"/>
                    </a:moveTo>
                    <a:lnTo>
                      <a:pt x="130850" y="170000"/>
                    </a:lnTo>
                    <a:lnTo>
                      <a:pt x="130850" y="170850"/>
                    </a:lnTo>
                    <a:lnTo>
                      <a:pt x="130000" y="170850"/>
                    </a:lnTo>
                    <a:close/>
                    <a:moveTo>
                      <a:pt x="132500" y="172500"/>
                    </a:moveTo>
                    <a:lnTo>
                      <a:pt x="133200" y="172500"/>
                    </a:lnTo>
                    <a:lnTo>
                      <a:pt x="133200" y="173200"/>
                    </a:lnTo>
                    <a:lnTo>
                      <a:pt x="132500" y="173200"/>
                    </a:lnTo>
                    <a:close/>
                    <a:moveTo>
                      <a:pt x="135000" y="170000"/>
                    </a:moveTo>
                    <a:lnTo>
                      <a:pt x="135850" y="170000"/>
                    </a:lnTo>
                    <a:lnTo>
                      <a:pt x="135850" y="170850"/>
                    </a:lnTo>
                    <a:lnTo>
                      <a:pt x="135000" y="170850"/>
                    </a:lnTo>
                    <a:close/>
                    <a:moveTo>
                      <a:pt x="137500" y="172500"/>
                    </a:moveTo>
                    <a:lnTo>
                      <a:pt x="138200" y="172500"/>
                    </a:lnTo>
                    <a:lnTo>
                      <a:pt x="138200" y="173200"/>
                    </a:lnTo>
                    <a:lnTo>
                      <a:pt x="137500" y="173200"/>
                    </a:lnTo>
                    <a:close/>
                    <a:moveTo>
                      <a:pt x="140000" y="170000"/>
                    </a:moveTo>
                    <a:lnTo>
                      <a:pt x="140850" y="170000"/>
                    </a:lnTo>
                    <a:lnTo>
                      <a:pt x="140850" y="170850"/>
                    </a:lnTo>
                    <a:lnTo>
                      <a:pt x="140000" y="170850"/>
                    </a:lnTo>
                    <a:close/>
                    <a:moveTo>
                      <a:pt x="142500" y="172500"/>
                    </a:moveTo>
                    <a:lnTo>
                      <a:pt x="143200" y="172500"/>
                    </a:lnTo>
                    <a:lnTo>
                      <a:pt x="143200" y="173200"/>
                    </a:lnTo>
                    <a:lnTo>
                      <a:pt x="142500" y="173200"/>
                    </a:lnTo>
                    <a:close/>
                    <a:moveTo>
                      <a:pt x="145000" y="170000"/>
                    </a:moveTo>
                    <a:lnTo>
                      <a:pt x="145850" y="170000"/>
                    </a:lnTo>
                    <a:lnTo>
                      <a:pt x="145850" y="170850"/>
                    </a:lnTo>
                    <a:lnTo>
                      <a:pt x="145000" y="170850"/>
                    </a:lnTo>
                    <a:close/>
                    <a:moveTo>
                      <a:pt x="147500" y="172500"/>
                    </a:moveTo>
                    <a:lnTo>
                      <a:pt x="148200" y="172500"/>
                    </a:lnTo>
                    <a:lnTo>
                      <a:pt x="148200" y="173200"/>
                    </a:lnTo>
                    <a:lnTo>
                      <a:pt x="147500" y="173200"/>
                    </a:lnTo>
                    <a:close/>
                    <a:moveTo>
                      <a:pt x="150000" y="170000"/>
                    </a:moveTo>
                    <a:lnTo>
                      <a:pt x="150850" y="170000"/>
                    </a:lnTo>
                    <a:lnTo>
                      <a:pt x="150850" y="170850"/>
                    </a:lnTo>
                    <a:lnTo>
                      <a:pt x="150000" y="170850"/>
                    </a:lnTo>
                    <a:close/>
                    <a:moveTo>
                      <a:pt x="152500" y="172500"/>
                    </a:moveTo>
                    <a:lnTo>
                      <a:pt x="153200" y="172500"/>
                    </a:lnTo>
                    <a:lnTo>
                      <a:pt x="153200" y="173200"/>
                    </a:lnTo>
                    <a:lnTo>
                      <a:pt x="152500" y="173200"/>
                    </a:lnTo>
                    <a:close/>
                    <a:moveTo>
                      <a:pt x="155000" y="170000"/>
                    </a:moveTo>
                    <a:lnTo>
                      <a:pt x="155850" y="170000"/>
                    </a:lnTo>
                    <a:lnTo>
                      <a:pt x="155850" y="170850"/>
                    </a:lnTo>
                    <a:lnTo>
                      <a:pt x="155000" y="170850"/>
                    </a:lnTo>
                    <a:close/>
                    <a:moveTo>
                      <a:pt x="157500" y="172500"/>
                    </a:moveTo>
                    <a:lnTo>
                      <a:pt x="158200" y="172500"/>
                    </a:lnTo>
                    <a:lnTo>
                      <a:pt x="158200" y="173200"/>
                    </a:lnTo>
                    <a:lnTo>
                      <a:pt x="157500" y="173200"/>
                    </a:lnTo>
                    <a:close/>
                    <a:moveTo>
                      <a:pt x="160000" y="170000"/>
                    </a:moveTo>
                    <a:lnTo>
                      <a:pt x="160850" y="170000"/>
                    </a:lnTo>
                    <a:lnTo>
                      <a:pt x="160850" y="170850"/>
                    </a:lnTo>
                    <a:lnTo>
                      <a:pt x="160000" y="170850"/>
                    </a:lnTo>
                    <a:close/>
                    <a:moveTo>
                      <a:pt x="162500" y="172500"/>
                    </a:moveTo>
                    <a:lnTo>
                      <a:pt x="163200" y="172500"/>
                    </a:lnTo>
                    <a:lnTo>
                      <a:pt x="163200" y="173200"/>
                    </a:lnTo>
                    <a:lnTo>
                      <a:pt x="162500" y="173200"/>
                    </a:lnTo>
                    <a:close/>
                    <a:moveTo>
                      <a:pt x="165000" y="170000"/>
                    </a:moveTo>
                    <a:lnTo>
                      <a:pt x="165850" y="170000"/>
                    </a:lnTo>
                    <a:lnTo>
                      <a:pt x="165850" y="170850"/>
                    </a:lnTo>
                    <a:lnTo>
                      <a:pt x="165000" y="170850"/>
                    </a:lnTo>
                    <a:close/>
                    <a:moveTo>
                      <a:pt x="167500" y="172500"/>
                    </a:moveTo>
                    <a:lnTo>
                      <a:pt x="168200" y="172500"/>
                    </a:lnTo>
                    <a:lnTo>
                      <a:pt x="168200" y="173200"/>
                    </a:lnTo>
                    <a:lnTo>
                      <a:pt x="167500" y="173200"/>
                    </a:lnTo>
                    <a:close/>
                    <a:moveTo>
                      <a:pt x="170000" y="170000"/>
                    </a:moveTo>
                    <a:lnTo>
                      <a:pt x="170850" y="170000"/>
                    </a:lnTo>
                    <a:lnTo>
                      <a:pt x="170850" y="170850"/>
                    </a:lnTo>
                    <a:lnTo>
                      <a:pt x="170000" y="170850"/>
                    </a:lnTo>
                    <a:close/>
                    <a:moveTo>
                      <a:pt x="172500" y="172500"/>
                    </a:moveTo>
                    <a:lnTo>
                      <a:pt x="173200" y="172500"/>
                    </a:lnTo>
                    <a:lnTo>
                      <a:pt x="173200" y="173200"/>
                    </a:lnTo>
                    <a:lnTo>
                      <a:pt x="172500" y="173200"/>
                    </a:lnTo>
                    <a:close/>
                    <a:moveTo>
                      <a:pt x="175000" y="170000"/>
                    </a:moveTo>
                    <a:lnTo>
                      <a:pt x="175850" y="170000"/>
                    </a:lnTo>
                    <a:lnTo>
                      <a:pt x="175850" y="170850"/>
                    </a:lnTo>
                    <a:lnTo>
                      <a:pt x="175000" y="170850"/>
                    </a:lnTo>
                    <a:close/>
                    <a:moveTo>
                      <a:pt x="177500" y="172500"/>
                    </a:moveTo>
                    <a:lnTo>
                      <a:pt x="178200" y="172500"/>
                    </a:lnTo>
                    <a:lnTo>
                      <a:pt x="178200" y="173200"/>
                    </a:lnTo>
                    <a:lnTo>
                      <a:pt x="177500" y="173200"/>
                    </a:lnTo>
                    <a:close/>
                    <a:moveTo>
                      <a:pt x="180000" y="170000"/>
                    </a:moveTo>
                    <a:lnTo>
                      <a:pt x="180850" y="170000"/>
                    </a:lnTo>
                    <a:lnTo>
                      <a:pt x="180850" y="170850"/>
                    </a:lnTo>
                    <a:lnTo>
                      <a:pt x="180000" y="170850"/>
                    </a:lnTo>
                    <a:close/>
                    <a:moveTo>
                      <a:pt x="182500" y="172500"/>
                    </a:moveTo>
                    <a:lnTo>
                      <a:pt x="183200" y="172500"/>
                    </a:lnTo>
                    <a:lnTo>
                      <a:pt x="183200" y="173200"/>
                    </a:lnTo>
                    <a:lnTo>
                      <a:pt x="182500" y="173200"/>
                    </a:lnTo>
                    <a:close/>
                    <a:moveTo>
                      <a:pt x="185000" y="170000"/>
                    </a:moveTo>
                    <a:lnTo>
                      <a:pt x="185850" y="170000"/>
                    </a:lnTo>
                    <a:lnTo>
                      <a:pt x="185850" y="170850"/>
                    </a:lnTo>
                    <a:lnTo>
                      <a:pt x="185000" y="170850"/>
                    </a:lnTo>
                    <a:close/>
                    <a:moveTo>
                      <a:pt x="187500" y="172500"/>
                    </a:moveTo>
                    <a:lnTo>
                      <a:pt x="188200" y="172500"/>
                    </a:lnTo>
                    <a:lnTo>
                      <a:pt x="188200" y="173200"/>
                    </a:lnTo>
                    <a:lnTo>
                      <a:pt x="187500" y="173200"/>
                    </a:lnTo>
                    <a:close/>
                    <a:moveTo>
                      <a:pt x="190000" y="170000"/>
                    </a:moveTo>
                    <a:lnTo>
                      <a:pt x="190850" y="170000"/>
                    </a:lnTo>
                    <a:lnTo>
                      <a:pt x="190850" y="170850"/>
                    </a:lnTo>
                    <a:lnTo>
                      <a:pt x="190000" y="170850"/>
                    </a:lnTo>
                    <a:close/>
                    <a:moveTo>
                      <a:pt x="192500" y="172500"/>
                    </a:moveTo>
                    <a:lnTo>
                      <a:pt x="193200" y="172500"/>
                    </a:lnTo>
                    <a:lnTo>
                      <a:pt x="193200" y="173200"/>
                    </a:lnTo>
                    <a:lnTo>
                      <a:pt x="192500" y="173200"/>
                    </a:lnTo>
                    <a:close/>
                    <a:moveTo>
                      <a:pt x="195000" y="170000"/>
                    </a:moveTo>
                    <a:lnTo>
                      <a:pt x="195850" y="170000"/>
                    </a:lnTo>
                    <a:lnTo>
                      <a:pt x="195850" y="170850"/>
                    </a:lnTo>
                    <a:lnTo>
                      <a:pt x="195000" y="170850"/>
                    </a:lnTo>
                    <a:close/>
                    <a:moveTo>
                      <a:pt x="197500" y="172500"/>
                    </a:moveTo>
                    <a:lnTo>
                      <a:pt x="198200" y="172500"/>
                    </a:lnTo>
                    <a:lnTo>
                      <a:pt x="198200" y="173200"/>
                    </a:lnTo>
                    <a:lnTo>
                      <a:pt x="197500" y="173200"/>
                    </a:lnTo>
                    <a:close/>
                    <a:moveTo>
                      <a:pt x="200000" y="170000"/>
                    </a:moveTo>
                    <a:lnTo>
                      <a:pt x="200850" y="170000"/>
                    </a:lnTo>
                    <a:lnTo>
                      <a:pt x="200850" y="170850"/>
                    </a:lnTo>
                    <a:lnTo>
                      <a:pt x="200000" y="170850"/>
                    </a:lnTo>
                    <a:close/>
                    <a:moveTo>
                      <a:pt x="202500" y="172500"/>
                    </a:moveTo>
                    <a:lnTo>
                      <a:pt x="203200" y="172500"/>
                    </a:lnTo>
                    <a:lnTo>
                      <a:pt x="203200" y="173200"/>
                    </a:lnTo>
                    <a:lnTo>
                      <a:pt x="202500" y="173200"/>
                    </a:lnTo>
                    <a:close/>
                    <a:moveTo>
                      <a:pt x="205000" y="170000"/>
                    </a:moveTo>
                    <a:lnTo>
                      <a:pt x="205850" y="170000"/>
                    </a:lnTo>
                    <a:lnTo>
                      <a:pt x="205850" y="170850"/>
                    </a:lnTo>
                    <a:lnTo>
                      <a:pt x="205000" y="170850"/>
                    </a:lnTo>
                    <a:close/>
                    <a:moveTo>
                      <a:pt x="207500" y="172500"/>
                    </a:moveTo>
                    <a:lnTo>
                      <a:pt x="208200" y="172500"/>
                    </a:lnTo>
                    <a:lnTo>
                      <a:pt x="208200" y="173200"/>
                    </a:lnTo>
                    <a:lnTo>
                      <a:pt x="207500" y="173200"/>
                    </a:lnTo>
                    <a:close/>
                    <a:moveTo>
                      <a:pt x="210000" y="170000"/>
                    </a:moveTo>
                    <a:lnTo>
                      <a:pt x="210850" y="170000"/>
                    </a:lnTo>
                    <a:lnTo>
                      <a:pt x="210850" y="170850"/>
                    </a:lnTo>
                    <a:lnTo>
                      <a:pt x="210000" y="170850"/>
                    </a:lnTo>
                    <a:close/>
                    <a:moveTo>
                      <a:pt x="212500" y="172500"/>
                    </a:moveTo>
                    <a:lnTo>
                      <a:pt x="213200" y="172500"/>
                    </a:lnTo>
                    <a:lnTo>
                      <a:pt x="213200" y="173200"/>
                    </a:lnTo>
                    <a:lnTo>
                      <a:pt x="212500" y="173200"/>
                    </a:lnTo>
                    <a:close/>
                    <a:moveTo>
                      <a:pt x="215000" y="170000"/>
                    </a:moveTo>
                    <a:lnTo>
                      <a:pt x="215850" y="170000"/>
                    </a:lnTo>
                    <a:lnTo>
                      <a:pt x="215850" y="170850"/>
                    </a:lnTo>
                    <a:lnTo>
                      <a:pt x="215000" y="170850"/>
                    </a:lnTo>
                    <a:close/>
                    <a:moveTo>
                      <a:pt x="217500" y="172500"/>
                    </a:moveTo>
                    <a:lnTo>
                      <a:pt x="218200" y="172500"/>
                    </a:lnTo>
                    <a:lnTo>
                      <a:pt x="218200" y="173200"/>
                    </a:lnTo>
                    <a:lnTo>
                      <a:pt x="217500" y="173200"/>
                    </a:lnTo>
                    <a:close/>
                    <a:moveTo>
                      <a:pt x="220000" y="170000"/>
                    </a:moveTo>
                    <a:lnTo>
                      <a:pt x="220850" y="170000"/>
                    </a:lnTo>
                    <a:lnTo>
                      <a:pt x="220850" y="170850"/>
                    </a:lnTo>
                    <a:lnTo>
                      <a:pt x="220000" y="170850"/>
                    </a:lnTo>
                    <a:close/>
                    <a:moveTo>
                      <a:pt x="222500" y="172500"/>
                    </a:moveTo>
                    <a:lnTo>
                      <a:pt x="223200" y="172500"/>
                    </a:lnTo>
                    <a:lnTo>
                      <a:pt x="223200" y="173200"/>
                    </a:lnTo>
                    <a:lnTo>
                      <a:pt x="222500" y="173200"/>
                    </a:lnTo>
                    <a:close/>
                    <a:moveTo>
                      <a:pt x="225000" y="170000"/>
                    </a:moveTo>
                    <a:lnTo>
                      <a:pt x="225850" y="170000"/>
                    </a:lnTo>
                    <a:lnTo>
                      <a:pt x="225850" y="170850"/>
                    </a:lnTo>
                    <a:lnTo>
                      <a:pt x="225000" y="170850"/>
                    </a:lnTo>
                    <a:close/>
                    <a:moveTo>
                      <a:pt x="227500" y="172500"/>
                    </a:moveTo>
                    <a:lnTo>
                      <a:pt x="228200" y="172500"/>
                    </a:lnTo>
                    <a:lnTo>
                      <a:pt x="228200" y="173200"/>
                    </a:lnTo>
                    <a:lnTo>
                      <a:pt x="227500" y="173200"/>
                    </a:lnTo>
                    <a:close/>
                    <a:moveTo>
                      <a:pt x="230000" y="170000"/>
                    </a:moveTo>
                    <a:lnTo>
                      <a:pt x="230850" y="170000"/>
                    </a:lnTo>
                    <a:lnTo>
                      <a:pt x="230850" y="170850"/>
                    </a:lnTo>
                    <a:lnTo>
                      <a:pt x="230000" y="170850"/>
                    </a:lnTo>
                    <a:close/>
                    <a:moveTo>
                      <a:pt x="232500" y="172500"/>
                    </a:moveTo>
                    <a:lnTo>
                      <a:pt x="233200" y="172500"/>
                    </a:lnTo>
                    <a:lnTo>
                      <a:pt x="233200" y="173200"/>
                    </a:lnTo>
                    <a:lnTo>
                      <a:pt x="232500" y="173200"/>
                    </a:lnTo>
                    <a:close/>
                    <a:moveTo>
                      <a:pt x="235000" y="170000"/>
                    </a:moveTo>
                    <a:lnTo>
                      <a:pt x="235850" y="170000"/>
                    </a:lnTo>
                    <a:lnTo>
                      <a:pt x="235850" y="170850"/>
                    </a:lnTo>
                    <a:lnTo>
                      <a:pt x="235000" y="170850"/>
                    </a:lnTo>
                    <a:close/>
                    <a:moveTo>
                      <a:pt x="237500" y="172500"/>
                    </a:moveTo>
                    <a:lnTo>
                      <a:pt x="238200" y="172500"/>
                    </a:lnTo>
                    <a:lnTo>
                      <a:pt x="238200" y="173200"/>
                    </a:lnTo>
                    <a:lnTo>
                      <a:pt x="237500" y="173200"/>
                    </a:lnTo>
                    <a:close/>
                    <a:moveTo>
                      <a:pt x="240000" y="170000"/>
                    </a:moveTo>
                    <a:lnTo>
                      <a:pt x="240850" y="170000"/>
                    </a:lnTo>
                    <a:lnTo>
                      <a:pt x="240850" y="170850"/>
                    </a:lnTo>
                    <a:lnTo>
                      <a:pt x="240000" y="170850"/>
                    </a:lnTo>
                    <a:close/>
                    <a:moveTo>
                      <a:pt x="242500" y="172500"/>
                    </a:moveTo>
                    <a:lnTo>
                      <a:pt x="243200" y="172500"/>
                    </a:lnTo>
                    <a:lnTo>
                      <a:pt x="243200" y="173200"/>
                    </a:lnTo>
                    <a:lnTo>
                      <a:pt x="242500" y="173200"/>
                    </a:lnTo>
                    <a:close/>
                    <a:moveTo>
                      <a:pt x="245000" y="170000"/>
                    </a:moveTo>
                    <a:lnTo>
                      <a:pt x="245850" y="170000"/>
                    </a:lnTo>
                    <a:lnTo>
                      <a:pt x="245850" y="170850"/>
                    </a:lnTo>
                    <a:lnTo>
                      <a:pt x="245000" y="170850"/>
                    </a:lnTo>
                    <a:close/>
                    <a:moveTo>
                      <a:pt x="247500" y="172500"/>
                    </a:moveTo>
                    <a:lnTo>
                      <a:pt x="248200" y="172500"/>
                    </a:lnTo>
                    <a:lnTo>
                      <a:pt x="248200" y="173200"/>
                    </a:lnTo>
                    <a:lnTo>
                      <a:pt x="247500" y="173200"/>
                    </a:lnTo>
                    <a:close/>
                    <a:moveTo>
                      <a:pt x="250000" y="170000"/>
                    </a:moveTo>
                    <a:lnTo>
                      <a:pt x="250850" y="170000"/>
                    </a:lnTo>
                    <a:lnTo>
                      <a:pt x="250850" y="170850"/>
                    </a:lnTo>
                    <a:lnTo>
                      <a:pt x="250000" y="170850"/>
                    </a:lnTo>
                    <a:close/>
                    <a:moveTo>
                      <a:pt x="252500" y="172500"/>
                    </a:moveTo>
                    <a:lnTo>
                      <a:pt x="253200" y="172500"/>
                    </a:lnTo>
                    <a:lnTo>
                      <a:pt x="253200" y="173200"/>
                    </a:lnTo>
                    <a:lnTo>
                      <a:pt x="252500" y="173200"/>
                    </a:lnTo>
                    <a:close/>
                    <a:moveTo>
                      <a:pt x="255000" y="170000"/>
                    </a:moveTo>
                    <a:lnTo>
                      <a:pt x="255850" y="170000"/>
                    </a:lnTo>
                    <a:lnTo>
                      <a:pt x="255850" y="170850"/>
                    </a:lnTo>
                    <a:lnTo>
                      <a:pt x="255000" y="170850"/>
                    </a:lnTo>
                    <a:close/>
                    <a:moveTo>
                      <a:pt x="257500" y="172500"/>
                    </a:moveTo>
                    <a:lnTo>
                      <a:pt x="258200" y="172500"/>
                    </a:lnTo>
                    <a:lnTo>
                      <a:pt x="258200" y="173200"/>
                    </a:lnTo>
                    <a:lnTo>
                      <a:pt x="257500" y="173200"/>
                    </a:lnTo>
                    <a:close/>
                    <a:moveTo>
                      <a:pt x="260000" y="170000"/>
                    </a:moveTo>
                    <a:lnTo>
                      <a:pt x="260850" y="170000"/>
                    </a:lnTo>
                    <a:lnTo>
                      <a:pt x="260850" y="170850"/>
                    </a:lnTo>
                    <a:lnTo>
                      <a:pt x="260000" y="170850"/>
                    </a:lnTo>
                    <a:close/>
                    <a:moveTo>
                      <a:pt x="262500" y="172500"/>
                    </a:moveTo>
                    <a:lnTo>
                      <a:pt x="263200" y="172500"/>
                    </a:lnTo>
                    <a:lnTo>
                      <a:pt x="263200" y="173200"/>
                    </a:lnTo>
                    <a:lnTo>
                      <a:pt x="262500" y="173200"/>
                    </a:lnTo>
                    <a:close/>
                    <a:moveTo>
                      <a:pt x="265000" y="170000"/>
                    </a:moveTo>
                    <a:lnTo>
                      <a:pt x="265850" y="170000"/>
                    </a:lnTo>
                    <a:lnTo>
                      <a:pt x="265850" y="170850"/>
                    </a:lnTo>
                    <a:lnTo>
                      <a:pt x="265000" y="170850"/>
                    </a:lnTo>
                    <a:close/>
                    <a:moveTo>
                      <a:pt x="267500" y="172500"/>
                    </a:moveTo>
                    <a:lnTo>
                      <a:pt x="268200" y="172500"/>
                    </a:lnTo>
                    <a:lnTo>
                      <a:pt x="268200" y="173200"/>
                    </a:lnTo>
                    <a:lnTo>
                      <a:pt x="267500" y="173200"/>
                    </a:lnTo>
                    <a:close/>
                    <a:moveTo>
                      <a:pt x="270000" y="170000"/>
                    </a:moveTo>
                    <a:lnTo>
                      <a:pt x="270850" y="170000"/>
                    </a:lnTo>
                    <a:lnTo>
                      <a:pt x="270850" y="170850"/>
                    </a:lnTo>
                    <a:lnTo>
                      <a:pt x="270000" y="170850"/>
                    </a:lnTo>
                    <a:close/>
                    <a:moveTo>
                      <a:pt x="272500" y="172500"/>
                    </a:moveTo>
                    <a:lnTo>
                      <a:pt x="273200" y="172500"/>
                    </a:lnTo>
                    <a:lnTo>
                      <a:pt x="273200" y="173200"/>
                    </a:lnTo>
                    <a:lnTo>
                      <a:pt x="272500" y="173200"/>
                    </a:lnTo>
                    <a:close/>
                    <a:moveTo>
                      <a:pt x="275000" y="170000"/>
                    </a:moveTo>
                    <a:lnTo>
                      <a:pt x="275850" y="170000"/>
                    </a:lnTo>
                    <a:lnTo>
                      <a:pt x="275850" y="170850"/>
                    </a:lnTo>
                    <a:lnTo>
                      <a:pt x="275000" y="170850"/>
                    </a:lnTo>
                    <a:close/>
                    <a:moveTo>
                      <a:pt x="277500" y="172500"/>
                    </a:moveTo>
                    <a:lnTo>
                      <a:pt x="278200" y="172500"/>
                    </a:lnTo>
                    <a:lnTo>
                      <a:pt x="278200" y="173200"/>
                    </a:lnTo>
                    <a:lnTo>
                      <a:pt x="277500" y="173200"/>
                    </a:lnTo>
                    <a:close/>
                    <a:moveTo>
                      <a:pt x="280000" y="170000"/>
                    </a:moveTo>
                    <a:lnTo>
                      <a:pt x="280850" y="170000"/>
                    </a:lnTo>
                    <a:lnTo>
                      <a:pt x="280850" y="170850"/>
                    </a:lnTo>
                    <a:lnTo>
                      <a:pt x="280000" y="170850"/>
                    </a:lnTo>
                    <a:close/>
                    <a:moveTo>
                      <a:pt x="282500" y="172500"/>
                    </a:moveTo>
                    <a:lnTo>
                      <a:pt x="283200" y="172500"/>
                    </a:lnTo>
                    <a:lnTo>
                      <a:pt x="283200" y="173200"/>
                    </a:lnTo>
                    <a:lnTo>
                      <a:pt x="282500" y="173200"/>
                    </a:lnTo>
                    <a:close/>
                    <a:moveTo>
                      <a:pt x="285000" y="170000"/>
                    </a:moveTo>
                    <a:lnTo>
                      <a:pt x="285850" y="170000"/>
                    </a:lnTo>
                    <a:lnTo>
                      <a:pt x="285850" y="170850"/>
                    </a:lnTo>
                    <a:lnTo>
                      <a:pt x="285000" y="170850"/>
                    </a:lnTo>
                    <a:close/>
                    <a:moveTo>
                      <a:pt x="287500" y="172500"/>
                    </a:moveTo>
                    <a:lnTo>
                      <a:pt x="288200" y="172500"/>
                    </a:lnTo>
                    <a:lnTo>
                      <a:pt x="288200" y="173200"/>
                    </a:lnTo>
                    <a:lnTo>
                      <a:pt x="287500" y="173200"/>
                    </a:lnTo>
                    <a:close/>
                    <a:moveTo>
                      <a:pt x="0" y="175000"/>
                    </a:moveTo>
                    <a:lnTo>
                      <a:pt x="850" y="175000"/>
                    </a:lnTo>
                    <a:lnTo>
                      <a:pt x="850" y="175850"/>
                    </a:lnTo>
                    <a:lnTo>
                      <a:pt x="0" y="175850"/>
                    </a:lnTo>
                    <a:close/>
                    <a:moveTo>
                      <a:pt x="2500" y="177500"/>
                    </a:moveTo>
                    <a:lnTo>
                      <a:pt x="3200" y="177500"/>
                    </a:lnTo>
                    <a:lnTo>
                      <a:pt x="3200" y="178200"/>
                    </a:lnTo>
                    <a:lnTo>
                      <a:pt x="2500" y="178200"/>
                    </a:lnTo>
                    <a:close/>
                    <a:moveTo>
                      <a:pt x="5000" y="175000"/>
                    </a:moveTo>
                    <a:lnTo>
                      <a:pt x="5850" y="175000"/>
                    </a:lnTo>
                    <a:lnTo>
                      <a:pt x="5850" y="175850"/>
                    </a:lnTo>
                    <a:lnTo>
                      <a:pt x="5000" y="175850"/>
                    </a:lnTo>
                    <a:close/>
                    <a:moveTo>
                      <a:pt x="7500" y="177500"/>
                    </a:moveTo>
                    <a:lnTo>
                      <a:pt x="8200" y="177500"/>
                    </a:lnTo>
                    <a:lnTo>
                      <a:pt x="8200" y="178200"/>
                    </a:lnTo>
                    <a:lnTo>
                      <a:pt x="7500" y="178200"/>
                    </a:lnTo>
                    <a:close/>
                    <a:moveTo>
                      <a:pt x="10000" y="175000"/>
                    </a:moveTo>
                    <a:lnTo>
                      <a:pt x="10850" y="175000"/>
                    </a:lnTo>
                    <a:lnTo>
                      <a:pt x="10850" y="175850"/>
                    </a:lnTo>
                    <a:lnTo>
                      <a:pt x="10000" y="175850"/>
                    </a:lnTo>
                    <a:close/>
                    <a:moveTo>
                      <a:pt x="12500" y="177500"/>
                    </a:moveTo>
                    <a:lnTo>
                      <a:pt x="13200" y="177500"/>
                    </a:lnTo>
                    <a:lnTo>
                      <a:pt x="13200" y="178200"/>
                    </a:lnTo>
                    <a:lnTo>
                      <a:pt x="12500" y="178200"/>
                    </a:lnTo>
                    <a:close/>
                    <a:moveTo>
                      <a:pt x="15000" y="175000"/>
                    </a:moveTo>
                    <a:lnTo>
                      <a:pt x="15850" y="175000"/>
                    </a:lnTo>
                    <a:lnTo>
                      <a:pt x="15850" y="175850"/>
                    </a:lnTo>
                    <a:lnTo>
                      <a:pt x="15000" y="175850"/>
                    </a:lnTo>
                    <a:close/>
                    <a:moveTo>
                      <a:pt x="17500" y="177500"/>
                    </a:moveTo>
                    <a:lnTo>
                      <a:pt x="18200" y="177500"/>
                    </a:lnTo>
                    <a:lnTo>
                      <a:pt x="18200" y="178200"/>
                    </a:lnTo>
                    <a:lnTo>
                      <a:pt x="17500" y="178200"/>
                    </a:lnTo>
                    <a:close/>
                    <a:moveTo>
                      <a:pt x="20000" y="175000"/>
                    </a:moveTo>
                    <a:lnTo>
                      <a:pt x="20850" y="175000"/>
                    </a:lnTo>
                    <a:lnTo>
                      <a:pt x="20850" y="175850"/>
                    </a:lnTo>
                    <a:lnTo>
                      <a:pt x="20000" y="175850"/>
                    </a:lnTo>
                    <a:close/>
                    <a:moveTo>
                      <a:pt x="22500" y="177500"/>
                    </a:moveTo>
                    <a:lnTo>
                      <a:pt x="23200" y="177500"/>
                    </a:lnTo>
                    <a:lnTo>
                      <a:pt x="23200" y="178200"/>
                    </a:lnTo>
                    <a:lnTo>
                      <a:pt x="22500" y="178200"/>
                    </a:lnTo>
                    <a:close/>
                    <a:moveTo>
                      <a:pt x="25000" y="175000"/>
                    </a:moveTo>
                    <a:lnTo>
                      <a:pt x="25850" y="175000"/>
                    </a:lnTo>
                    <a:lnTo>
                      <a:pt x="25850" y="175850"/>
                    </a:lnTo>
                    <a:lnTo>
                      <a:pt x="25000" y="175850"/>
                    </a:lnTo>
                    <a:close/>
                    <a:moveTo>
                      <a:pt x="27500" y="177500"/>
                    </a:moveTo>
                    <a:lnTo>
                      <a:pt x="28200" y="177500"/>
                    </a:lnTo>
                    <a:lnTo>
                      <a:pt x="28200" y="178200"/>
                    </a:lnTo>
                    <a:lnTo>
                      <a:pt x="27500" y="178200"/>
                    </a:lnTo>
                    <a:close/>
                    <a:moveTo>
                      <a:pt x="30000" y="175000"/>
                    </a:moveTo>
                    <a:lnTo>
                      <a:pt x="30850" y="175000"/>
                    </a:lnTo>
                    <a:lnTo>
                      <a:pt x="30850" y="175850"/>
                    </a:lnTo>
                    <a:lnTo>
                      <a:pt x="30000" y="175850"/>
                    </a:lnTo>
                    <a:close/>
                    <a:moveTo>
                      <a:pt x="32500" y="177500"/>
                    </a:moveTo>
                    <a:lnTo>
                      <a:pt x="33200" y="177500"/>
                    </a:lnTo>
                    <a:lnTo>
                      <a:pt x="33200" y="178200"/>
                    </a:lnTo>
                    <a:lnTo>
                      <a:pt x="32500" y="178200"/>
                    </a:lnTo>
                    <a:close/>
                    <a:moveTo>
                      <a:pt x="35000" y="175000"/>
                    </a:moveTo>
                    <a:lnTo>
                      <a:pt x="35850" y="175000"/>
                    </a:lnTo>
                    <a:lnTo>
                      <a:pt x="35850" y="175850"/>
                    </a:lnTo>
                    <a:lnTo>
                      <a:pt x="35000" y="175850"/>
                    </a:lnTo>
                    <a:close/>
                    <a:moveTo>
                      <a:pt x="37500" y="177500"/>
                    </a:moveTo>
                    <a:lnTo>
                      <a:pt x="38200" y="177500"/>
                    </a:lnTo>
                    <a:lnTo>
                      <a:pt x="38200" y="178200"/>
                    </a:lnTo>
                    <a:lnTo>
                      <a:pt x="37500" y="178200"/>
                    </a:lnTo>
                    <a:close/>
                    <a:moveTo>
                      <a:pt x="40000" y="175000"/>
                    </a:moveTo>
                    <a:lnTo>
                      <a:pt x="40850" y="175000"/>
                    </a:lnTo>
                    <a:lnTo>
                      <a:pt x="40850" y="175850"/>
                    </a:lnTo>
                    <a:lnTo>
                      <a:pt x="40000" y="175850"/>
                    </a:lnTo>
                    <a:close/>
                    <a:moveTo>
                      <a:pt x="42500" y="177500"/>
                    </a:moveTo>
                    <a:lnTo>
                      <a:pt x="43200" y="177500"/>
                    </a:lnTo>
                    <a:lnTo>
                      <a:pt x="43200" y="178200"/>
                    </a:lnTo>
                    <a:lnTo>
                      <a:pt x="42500" y="178200"/>
                    </a:lnTo>
                    <a:close/>
                    <a:moveTo>
                      <a:pt x="45000" y="175000"/>
                    </a:moveTo>
                    <a:lnTo>
                      <a:pt x="45850" y="175000"/>
                    </a:lnTo>
                    <a:lnTo>
                      <a:pt x="45850" y="175850"/>
                    </a:lnTo>
                    <a:lnTo>
                      <a:pt x="45000" y="175850"/>
                    </a:lnTo>
                    <a:close/>
                    <a:moveTo>
                      <a:pt x="47500" y="177500"/>
                    </a:moveTo>
                    <a:lnTo>
                      <a:pt x="48200" y="177500"/>
                    </a:lnTo>
                    <a:lnTo>
                      <a:pt x="48200" y="178200"/>
                    </a:lnTo>
                    <a:lnTo>
                      <a:pt x="47500" y="178200"/>
                    </a:lnTo>
                    <a:close/>
                    <a:moveTo>
                      <a:pt x="50000" y="175000"/>
                    </a:moveTo>
                    <a:lnTo>
                      <a:pt x="50850" y="175000"/>
                    </a:lnTo>
                    <a:lnTo>
                      <a:pt x="50850" y="175850"/>
                    </a:lnTo>
                    <a:lnTo>
                      <a:pt x="50000" y="175850"/>
                    </a:lnTo>
                    <a:close/>
                    <a:moveTo>
                      <a:pt x="52500" y="177500"/>
                    </a:moveTo>
                    <a:lnTo>
                      <a:pt x="53200" y="177500"/>
                    </a:lnTo>
                    <a:lnTo>
                      <a:pt x="53200" y="178200"/>
                    </a:lnTo>
                    <a:lnTo>
                      <a:pt x="52500" y="178200"/>
                    </a:lnTo>
                    <a:close/>
                    <a:moveTo>
                      <a:pt x="55000" y="175000"/>
                    </a:moveTo>
                    <a:lnTo>
                      <a:pt x="55850" y="175000"/>
                    </a:lnTo>
                    <a:lnTo>
                      <a:pt x="55850" y="175850"/>
                    </a:lnTo>
                    <a:lnTo>
                      <a:pt x="55000" y="175850"/>
                    </a:lnTo>
                    <a:close/>
                    <a:moveTo>
                      <a:pt x="57500" y="177500"/>
                    </a:moveTo>
                    <a:lnTo>
                      <a:pt x="58200" y="177500"/>
                    </a:lnTo>
                    <a:lnTo>
                      <a:pt x="58200" y="178200"/>
                    </a:lnTo>
                    <a:lnTo>
                      <a:pt x="57500" y="178200"/>
                    </a:lnTo>
                    <a:close/>
                    <a:moveTo>
                      <a:pt x="60000" y="175000"/>
                    </a:moveTo>
                    <a:lnTo>
                      <a:pt x="60850" y="175000"/>
                    </a:lnTo>
                    <a:lnTo>
                      <a:pt x="60850" y="175850"/>
                    </a:lnTo>
                    <a:lnTo>
                      <a:pt x="60000" y="175850"/>
                    </a:lnTo>
                    <a:close/>
                    <a:moveTo>
                      <a:pt x="62500" y="177500"/>
                    </a:moveTo>
                    <a:lnTo>
                      <a:pt x="63200" y="177500"/>
                    </a:lnTo>
                    <a:lnTo>
                      <a:pt x="63200" y="178200"/>
                    </a:lnTo>
                    <a:lnTo>
                      <a:pt x="62500" y="178200"/>
                    </a:lnTo>
                    <a:close/>
                    <a:moveTo>
                      <a:pt x="65000" y="175000"/>
                    </a:moveTo>
                    <a:lnTo>
                      <a:pt x="65850" y="175000"/>
                    </a:lnTo>
                    <a:lnTo>
                      <a:pt x="65850" y="175850"/>
                    </a:lnTo>
                    <a:lnTo>
                      <a:pt x="65000" y="175850"/>
                    </a:lnTo>
                    <a:close/>
                    <a:moveTo>
                      <a:pt x="67500" y="177500"/>
                    </a:moveTo>
                    <a:lnTo>
                      <a:pt x="68200" y="177500"/>
                    </a:lnTo>
                    <a:lnTo>
                      <a:pt x="68200" y="178200"/>
                    </a:lnTo>
                    <a:lnTo>
                      <a:pt x="67500" y="178200"/>
                    </a:lnTo>
                    <a:close/>
                    <a:moveTo>
                      <a:pt x="70000" y="175000"/>
                    </a:moveTo>
                    <a:lnTo>
                      <a:pt x="70850" y="175000"/>
                    </a:lnTo>
                    <a:lnTo>
                      <a:pt x="70850" y="175850"/>
                    </a:lnTo>
                    <a:lnTo>
                      <a:pt x="70000" y="175850"/>
                    </a:lnTo>
                    <a:close/>
                    <a:moveTo>
                      <a:pt x="72500" y="177500"/>
                    </a:moveTo>
                    <a:lnTo>
                      <a:pt x="73200" y="177500"/>
                    </a:lnTo>
                    <a:lnTo>
                      <a:pt x="73200" y="178200"/>
                    </a:lnTo>
                    <a:lnTo>
                      <a:pt x="72500" y="178200"/>
                    </a:lnTo>
                    <a:close/>
                    <a:moveTo>
                      <a:pt x="75000" y="175000"/>
                    </a:moveTo>
                    <a:lnTo>
                      <a:pt x="75850" y="175000"/>
                    </a:lnTo>
                    <a:lnTo>
                      <a:pt x="75850" y="175850"/>
                    </a:lnTo>
                    <a:lnTo>
                      <a:pt x="75000" y="175850"/>
                    </a:lnTo>
                    <a:close/>
                    <a:moveTo>
                      <a:pt x="77500" y="177500"/>
                    </a:moveTo>
                    <a:lnTo>
                      <a:pt x="78200" y="177500"/>
                    </a:lnTo>
                    <a:lnTo>
                      <a:pt x="78200" y="178200"/>
                    </a:lnTo>
                    <a:lnTo>
                      <a:pt x="77500" y="178200"/>
                    </a:lnTo>
                    <a:close/>
                    <a:moveTo>
                      <a:pt x="80000" y="175000"/>
                    </a:moveTo>
                    <a:lnTo>
                      <a:pt x="80850" y="175000"/>
                    </a:lnTo>
                    <a:lnTo>
                      <a:pt x="80850" y="175850"/>
                    </a:lnTo>
                    <a:lnTo>
                      <a:pt x="80000" y="175850"/>
                    </a:lnTo>
                    <a:close/>
                    <a:moveTo>
                      <a:pt x="82500" y="177500"/>
                    </a:moveTo>
                    <a:lnTo>
                      <a:pt x="83200" y="177500"/>
                    </a:lnTo>
                    <a:lnTo>
                      <a:pt x="83200" y="178200"/>
                    </a:lnTo>
                    <a:lnTo>
                      <a:pt x="82500" y="178200"/>
                    </a:lnTo>
                    <a:close/>
                    <a:moveTo>
                      <a:pt x="85000" y="175000"/>
                    </a:moveTo>
                    <a:lnTo>
                      <a:pt x="85850" y="175000"/>
                    </a:lnTo>
                    <a:lnTo>
                      <a:pt x="85850" y="175850"/>
                    </a:lnTo>
                    <a:lnTo>
                      <a:pt x="85000" y="175850"/>
                    </a:lnTo>
                    <a:close/>
                    <a:moveTo>
                      <a:pt x="87500" y="177500"/>
                    </a:moveTo>
                    <a:lnTo>
                      <a:pt x="88200" y="177500"/>
                    </a:lnTo>
                    <a:lnTo>
                      <a:pt x="88200" y="178200"/>
                    </a:lnTo>
                    <a:lnTo>
                      <a:pt x="87500" y="178200"/>
                    </a:lnTo>
                    <a:close/>
                    <a:moveTo>
                      <a:pt x="90000" y="175000"/>
                    </a:moveTo>
                    <a:lnTo>
                      <a:pt x="90850" y="175000"/>
                    </a:lnTo>
                    <a:lnTo>
                      <a:pt x="90850" y="175850"/>
                    </a:lnTo>
                    <a:lnTo>
                      <a:pt x="90000" y="175850"/>
                    </a:lnTo>
                    <a:close/>
                    <a:moveTo>
                      <a:pt x="92500" y="177500"/>
                    </a:moveTo>
                    <a:lnTo>
                      <a:pt x="93200" y="177500"/>
                    </a:lnTo>
                    <a:lnTo>
                      <a:pt x="93200" y="178200"/>
                    </a:lnTo>
                    <a:lnTo>
                      <a:pt x="92500" y="178200"/>
                    </a:lnTo>
                    <a:close/>
                    <a:moveTo>
                      <a:pt x="95000" y="175000"/>
                    </a:moveTo>
                    <a:lnTo>
                      <a:pt x="95850" y="175000"/>
                    </a:lnTo>
                    <a:lnTo>
                      <a:pt x="95850" y="175850"/>
                    </a:lnTo>
                    <a:lnTo>
                      <a:pt x="95000" y="175850"/>
                    </a:lnTo>
                    <a:close/>
                    <a:moveTo>
                      <a:pt x="97500" y="177500"/>
                    </a:moveTo>
                    <a:lnTo>
                      <a:pt x="98200" y="177500"/>
                    </a:lnTo>
                    <a:lnTo>
                      <a:pt x="98200" y="178200"/>
                    </a:lnTo>
                    <a:lnTo>
                      <a:pt x="97500" y="178200"/>
                    </a:lnTo>
                    <a:close/>
                    <a:moveTo>
                      <a:pt x="100000" y="175000"/>
                    </a:moveTo>
                    <a:lnTo>
                      <a:pt x="100850" y="175000"/>
                    </a:lnTo>
                    <a:lnTo>
                      <a:pt x="100850" y="175850"/>
                    </a:lnTo>
                    <a:lnTo>
                      <a:pt x="100000" y="175850"/>
                    </a:lnTo>
                    <a:close/>
                    <a:moveTo>
                      <a:pt x="102500" y="177500"/>
                    </a:moveTo>
                    <a:lnTo>
                      <a:pt x="103200" y="177500"/>
                    </a:lnTo>
                    <a:lnTo>
                      <a:pt x="103200" y="178200"/>
                    </a:lnTo>
                    <a:lnTo>
                      <a:pt x="102500" y="178200"/>
                    </a:lnTo>
                    <a:close/>
                    <a:moveTo>
                      <a:pt x="105000" y="175000"/>
                    </a:moveTo>
                    <a:lnTo>
                      <a:pt x="105850" y="175000"/>
                    </a:lnTo>
                    <a:lnTo>
                      <a:pt x="105850" y="175850"/>
                    </a:lnTo>
                    <a:lnTo>
                      <a:pt x="105000" y="175850"/>
                    </a:lnTo>
                    <a:close/>
                    <a:moveTo>
                      <a:pt x="107500" y="177500"/>
                    </a:moveTo>
                    <a:lnTo>
                      <a:pt x="108200" y="177500"/>
                    </a:lnTo>
                    <a:lnTo>
                      <a:pt x="108200" y="178200"/>
                    </a:lnTo>
                    <a:lnTo>
                      <a:pt x="107500" y="178200"/>
                    </a:lnTo>
                    <a:close/>
                    <a:moveTo>
                      <a:pt x="110000" y="175000"/>
                    </a:moveTo>
                    <a:lnTo>
                      <a:pt x="110850" y="175000"/>
                    </a:lnTo>
                    <a:lnTo>
                      <a:pt x="110850" y="175850"/>
                    </a:lnTo>
                    <a:lnTo>
                      <a:pt x="110000" y="175850"/>
                    </a:lnTo>
                    <a:close/>
                    <a:moveTo>
                      <a:pt x="112500" y="177500"/>
                    </a:moveTo>
                    <a:lnTo>
                      <a:pt x="113200" y="177500"/>
                    </a:lnTo>
                    <a:lnTo>
                      <a:pt x="113200" y="178200"/>
                    </a:lnTo>
                    <a:lnTo>
                      <a:pt x="112500" y="178200"/>
                    </a:lnTo>
                    <a:close/>
                    <a:moveTo>
                      <a:pt x="115000" y="175000"/>
                    </a:moveTo>
                    <a:lnTo>
                      <a:pt x="115850" y="175000"/>
                    </a:lnTo>
                    <a:lnTo>
                      <a:pt x="115850" y="175850"/>
                    </a:lnTo>
                    <a:lnTo>
                      <a:pt x="115000" y="175850"/>
                    </a:lnTo>
                    <a:close/>
                    <a:moveTo>
                      <a:pt x="117500" y="177500"/>
                    </a:moveTo>
                    <a:lnTo>
                      <a:pt x="118200" y="177500"/>
                    </a:lnTo>
                    <a:lnTo>
                      <a:pt x="118200" y="178200"/>
                    </a:lnTo>
                    <a:lnTo>
                      <a:pt x="117500" y="178200"/>
                    </a:lnTo>
                    <a:close/>
                    <a:moveTo>
                      <a:pt x="120000" y="175000"/>
                    </a:moveTo>
                    <a:lnTo>
                      <a:pt x="120850" y="175000"/>
                    </a:lnTo>
                    <a:lnTo>
                      <a:pt x="120850" y="175850"/>
                    </a:lnTo>
                    <a:lnTo>
                      <a:pt x="120000" y="175850"/>
                    </a:lnTo>
                    <a:close/>
                    <a:moveTo>
                      <a:pt x="122500" y="177500"/>
                    </a:moveTo>
                    <a:lnTo>
                      <a:pt x="123200" y="177500"/>
                    </a:lnTo>
                    <a:lnTo>
                      <a:pt x="123200" y="178200"/>
                    </a:lnTo>
                    <a:lnTo>
                      <a:pt x="122500" y="178200"/>
                    </a:lnTo>
                    <a:close/>
                    <a:moveTo>
                      <a:pt x="125000" y="175000"/>
                    </a:moveTo>
                    <a:lnTo>
                      <a:pt x="125850" y="175000"/>
                    </a:lnTo>
                    <a:lnTo>
                      <a:pt x="125850" y="175850"/>
                    </a:lnTo>
                    <a:lnTo>
                      <a:pt x="125000" y="175850"/>
                    </a:lnTo>
                    <a:close/>
                    <a:moveTo>
                      <a:pt x="127500" y="177500"/>
                    </a:moveTo>
                    <a:lnTo>
                      <a:pt x="128200" y="177500"/>
                    </a:lnTo>
                    <a:lnTo>
                      <a:pt x="128200" y="178200"/>
                    </a:lnTo>
                    <a:lnTo>
                      <a:pt x="127500" y="178200"/>
                    </a:lnTo>
                    <a:close/>
                    <a:moveTo>
                      <a:pt x="130000" y="175000"/>
                    </a:moveTo>
                    <a:lnTo>
                      <a:pt x="130850" y="175000"/>
                    </a:lnTo>
                    <a:lnTo>
                      <a:pt x="130850" y="175850"/>
                    </a:lnTo>
                    <a:lnTo>
                      <a:pt x="130000" y="175850"/>
                    </a:lnTo>
                    <a:close/>
                    <a:moveTo>
                      <a:pt x="132500" y="177500"/>
                    </a:moveTo>
                    <a:lnTo>
                      <a:pt x="133200" y="177500"/>
                    </a:lnTo>
                    <a:lnTo>
                      <a:pt x="133200" y="178200"/>
                    </a:lnTo>
                    <a:lnTo>
                      <a:pt x="132500" y="178200"/>
                    </a:lnTo>
                    <a:close/>
                    <a:moveTo>
                      <a:pt x="135000" y="175000"/>
                    </a:moveTo>
                    <a:lnTo>
                      <a:pt x="135850" y="175000"/>
                    </a:lnTo>
                    <a:lnTo>
                      <a:pt x="135850" y="175850"/>
                    </a:lnTo>
                    <a:lnTo>
                      <a:pt x="135000" y="175850"/>
                    </a:lnTo>
                    <a:close/>
                    <a:moveTo>
                      <a:pt x="137500" y="177500"/>
                    </a:moveTo>
                    <a:lnTo>
                      <a:pt x="138200" y="177500"/>
                    </a:lnTo>
                    <a:lnTo>
                      <a:pt x="138200" y="178200"/>
                    </a:lnTo>
                    <a:lnTo>
                      <a:pt x="137500" y="178200"/>
                    </a:lnTo>
                    <a:close/>
                    <a:moveTo>
                      <a:pt x="140000" y="175000"/>
                    </a:moveTo>
                    <a:lnTo>
                      <a:pt x="140850" y="175000"/>
                    </a:lnTo>
                    <a:lnTo>
                      <a:pt x="140850" y="175850"/>
                    </a:lnTo>
                    <a:lnTo>
                      <a:pt x="140000" y="175850"/>
                    </a:lnTo>
                    <a:close/>
                    <a:moveTo>
                      <a:pt x="142500" y="177500"/>
                    </a:moveTo>
                    <a:lnTo>
                      <a:pt x="143200" y="177500"/>
                    </a:lnTo>
                    <a:lnTo>
                      <a:pt x="143200" y="178200"/>
                    </a:lnTo>
                    <a:lnTo>
                      <a:pt x="142500" y="178200"/>
                    </a:lnTo>
                    <a:close/>
                    <a:moveTo>
                      <a:pt x="145000" y="175000"/>
                    </a:moveTo>
                    <a:lnTo>
                      <a:pt x="145850" y="175000"/>
                    </a:lnTo>
                    <a:lnTo>
                      <a:pt x="145850" y="175850"/>
                    </a:lnTo>
                    <a:lnTo>
                      <a:pt x="145000" y="175850"/>
                    </a:lnTo>
                    <a:close/>
                    <a:moveTo>
                      <a:pt x="147500" y="177500"/>
                    </a:moveTo>
                    <a:lnTo>
                      <a:pt x="148200" y="177500"/>
                    </a:lnTo>
                    <a:lnTo>
                      <a:pt x="148200" y="178200"/>
                    </a:lnTo>
                    <a:lnTo>
                      <a:pt x="147500" y="178200"/>
                    </a:lnTo>
                    <a:close/>
                    <a:moveTo>
                      <a:pt x="150000" y="175000"/>
                    </a:moveTo>
                    <a:lnTo>
                      <a:pt x="150850" y="175000"/>
                    </a:lnTo>
                    <a:lnTo>
                      <a:pt x="150850" y="175850"/>
                    </a:lnTo>
                    <a:lnTo>
                      <a:pt x="150000" y="175850"/>
                    </a:lnTo>
                    <a:close/>
                    <a:moveTo>
                      <a:pt x="152500" y="177500"/>
                    </a:moveTo>
                    <a:lnTo>
                      <a:pt x="153200" y="177500"/>
                    </a:lnTo>
                    <a:lnTo>
                      <a:pt x="153200" y="178200"/>
                    </a:lnTo>
                    <a:lnTo>
                      <a:pt x="152500" y="178200"/>
                    </a:lnTo>
                    <a:close/>
                    <a:moveTo>
                      <a:pt x="155000" y="175000"/>
                    </a:moveTo>
                    <a:lnTo>
                      <a:pt x="155850" y="175000"/>
                    </a:lnTo>
                    <a:lnTo>
                      <a:pt x="155850" y="175850"/>
                    </a:lnTo>
                    <a:lnTo>
                      <a:pt x="155000" y="175850"/>
                    </a:lnTo>
                    <a:close/>
                    <a:moveTo>
                      <a:pt x="157500" y="177500"/>
                    </a:moveTo>
                    <a:lnTo>
                      <a:pt x="158200" y="177500"/>
                    </a:lnTo>
                    <a:lnTo>
                      <a:pt x="158200" y="178200"/>
                    </a:lnTo>
                    <a:lnTo>
                      <a:pt x="157500" y="178200"/>
                    </a:lnTo>
                    <a:close/>
                    <a:moveTo>
                      <a:pt x="160000" y="175000"/>
                    </a:moveTo>
                    <a:lnTo>
                      <a:pt x="160850" y="175000"/>
                    </a:lnTo>
                    <a:lnTo>
                      <a:pt x="160850" y="175850"/>
                    </a:lnTo>
                    <a:lnTo>
                      <a:pt x="160000" y="175850"/>
                    </a:lnTo>
                    <a:close/>
                    <a:moveTo>
                      <a:pt x="162500" y="177500"/>
                    </a:moveTo>
                    <a:lnTo>
                      <a:pt x="163200" y="177500"/>
                    </a:lnTo>
                    <a:lnTo>
                      <a:pt x="163200" y="178200"/>
                    </a:lnTo>
                    <a:lnTo>
                      <a:pt x="162500" y="178200"/>
                    </a:lnTo>
                    <a:close/>
                    <a:moveTo>
                      <a:pt x="165000" y="175000"/>
                    </a:moveTo>
                    <a:lnTo>
                      <a:pt x="165850" y="175000"/>
                    </a:lnTo>
                    <a:lnTo>
                      <a:pt x="165850" y="175850"/>
                    </a:lnTo>
                    <a:lnTo>
                      <a:pt x="165000" y="175850"/>
                    </a:lnTo>
                    <a:close/>
                    <a:moveTo>
                      <a:pt x="167500" y="177500"/>
                    </a:moveTo>
                    <a:lnTo>
                      <a:pt x="168200" y="177500"/>
                    </a:lnTo>
                    <a:lnTo>
                      <a:pt x="168200" y="178200"/>
                    </a:lnTo>
                    <a:lnTo>
                      <a:pt x="167500" y="178200"/>
                    </a:lnTo>
                    <a:close/>
                    <a:moveTo>
                      <a:pt x="170000" y="175000"/>
                    </a:moveTo>
                    <a:lnTo>
                      <a:pt x="170850" y="175000"/>
                    </a:lnTo>
                    <a:lnTo>
                      <a:pt x="170850" y="175850"/>
                    </a:lnTo>
                    <a:lnTo>
                      <a:pt x="170000" y="175850"/>
                    </a:lnTo>
                    <a:close/>
                    <a:moveTo>
                      <a:pt x="172500" y="177500"/>
                    </a:moveTo>
                    <a:lnTo>
                      <a:pt x="173200" y="177500"/>
                    </a:lnTo>
                    <a:lnTo>
                      <a:pt x="173200" y="178200"/>
                    </a:lnTo>
                    <a:lnTo>
                      <a:pt x="172500" y="178200"/>
                    </a:lnTo>
                    <a:close/>
                    <a:moveTo>
                      <a:pt x="175000" y="175000"/>
                    </a:moveTo>
                    <a:lnTo>
                      <a:pt x="175850" y="175000"/>
                    </a:lnTo>
                    <a:lnTo>
                      <a:pt x="175850" y="175850"/>
                    </a:lnTo>
                    <a:lnTo>
                      <a:pt x="175000" y="175850"/>
                    </a:lnTo>
                    <a:close/>
                    <a:moveTo>
                      <a:pt x="177500" y="177500"/>
                    </a:moveTo>
                    <a:lnTo>
                      <a:pt x="178200" y="177500"/>
                    </a:lnTo>
                    <a:lnTo>
                      <a:pt x="178200" y="178200"/>
                    </a:lnTo>
                    <a:lnTo>
                      <a:pt x="177500" y="178200"/>
                    </a:lnTo>
                    <a:close/>
                    <a:moveTo>
                      <a:pt x="180000" y="175000"/>
                    </a:moveTo>
                    <a:lnTo>
                      <a:pt x="180850" y="175000"/>
                    </a:lnTo>
                    <a:lnTo>
                      <a:pt x="180850" y="175850"/>
                    </a:lnTo>
                    <a:lnTo>
                      <a:pt x="180000" y="175850"/>
                    </a:lnTo>
                    <a:close/>
                    <a:moveTo>
                      <a:pt x="182500" y="177500"/>
                    </a:moveTo>
                    <a:lnTo>
                      <a:pt x="183200" y="177500"/>
                    </a:lnTo>
                    <a:lnTo>
                      <a:pt x="183200" y="178200"/>
                    </a:lnTo>
                    <a:lnTo>
                      <a:pt x="182500" y="178200"/>
                    </a:lnTo>
                    <a:close/>
                    <a:moveTo>
                      <a:pt x="185000" y="175000"/>
                    </a:moveTo>
                    <a:lnTo>
                      <a:pt x="185850" y="175000"/>
                    </a:lnTo>
                    <a:lnTo>
                      <a:pt x="185850" y="175850"/>
                    </a:lnTo>
                    <a:lnTo>
                      <a:pt x="185000" y="175850"/>
                    </a:lnTo>
                    <a:close/>
                    <a:moveTo>
                      <a:pt x="187500" y="177500"/>
                    </a:moveTo>
                    <a:lnTo>
                      <a:pt x="188200" y="177500"/>
                    </a:lnTo>
                    <a:lnTo>
                      <a:pt x="188200" y="178200"/>
                    </a:lnTo>
                    <a:lnTo>
                      <a:pt x="187500" y="178200"/>
                    </a:lnTo>
                    <a:close/>
                    <a:moveTo>
                      <a:pt x="190000" y="175000"/>
                    </a:moveTo>
                    <a:lnTo>
                      <a:pt x="190850" y="175000"/>
                    </a:lnTo>
                    <a:lnTo>
                      <a:pt x="190850" y="175850"/>
                    </a:lnTo>
                    <a:lnTo>
                      <a:pt x="190000" y="175850"/>
                    </a:lnTo>
                    <a:close/>
                    <a:moveTo>
                      <a:pt x="192500" y="177500"/>
                    </a:moveTo>
                    <a:lnTo>
                      <a:pt x="193200" y="177500"/>
                    </a:lnTo>
                    <a:lnTo>
                      <a:pt x="193200" y="178200"/>
                    </a:lnTo>
                    <a:lnTo>
                      <a:pt x="192500" y="178200"/>
                    </a:lnTo>
                    <a:close/>
                    <a:moveTo>
                      <a:pt x="195000" y="175000"/>
                    </a:moveTo>
                    <a:lnTo>
                      <a:pt x="195850" y="175000"/>
                    </a:lnTo>
                    <a:lnTo>
                      <a:pt x="195850" y="175850"/>
                    </a:lnTo>
                    <a:lnTo>
                      <a:pt x="195000" y="175850"/>
                    </a:lnTo>
                    <a:close/>
                    <a:moveTo>
                      <a:pt x="197500" y="177500"/>
                    </a:moveTo>
                    <a:lnTo>
                      <a:pt x="198200" y="177500"/>
                    </a:lnTo>
                    <a:lnTo>
                      <a:pt x="198200" y="178200"/>
                    </a:lnTo>
                    <a:lnTo>
                      <a:pt x="197500" y="178200"/>
                    </a:lnTo>
                    <a:close/>
                    <a:moveTo>
                      <a:pt x="200000" y="175000"/>
                    </a:moveTo>
                    <a:lnTo>
                      <a:pt x="200850" y="175000"/>
                    </a:lnTo>
                    <a:lnTo>
                      <a:pt x="200850" y="175850"/>
                    </a:lnTo>
                    <a:lnTo>
                      <a:pt x="200000" y="175850"/>
                    </a:lnTo>
                    <a:close/>
                    <a:moveTo>
                      <a:pt x="202500" y="177500"/>
                    </a:moveTo>
                    <a:lnTo>
                      <a:pt x="203200" y="177500"/>
                    </a:lnTo>
                    <a:lnTo>
                      <a:pt x="203200" y="178200"/>
                    </a:lnTo>
                    <a:lnTo>
                      <a:pt x="202500" y="178200"/>
                    </a:lnTo>
                    <a:close/>
                    <a:moveTo>
                      <a:pt x="205000" y="175000"/>
                    </a:moveTo>
                    <a:lnTo>
                      <a:pt x="205850" y="175000"/>
                    </a:lnTo>
                    <a:lnTo>
                      <a:pt x="205850" y="175850"/>
                    </a:lnTo>
                    <a:lnTo>
                      <a:pt x="205000" y="175850"/>
                    </a:lnTo>
                    <a:close/>
                    <a:moveTo>
                      <a:pt x="207500" y="177500"/>
                    </a:moveTo>
                    <a:lnTo>
                      <a:pt x="208200" y="177500"/>
                    </a:lnTo>
                    <a:lnTo>
                      <a:pt x="208200" y="178200"/>
                    </a:lnTo>
                    <a:lnTo>
                      <a:pt x="207500" y="178200"/>
                    </a:lnTo>
                    <a:close/>
                    <a:moveTo>
                      <a:pt x="210000" y="175000"/>
                    </a:moveTo>
                    <a:lnTo>
                      <a:pt x="210850" y="175000"/>
                    </a:lnTo>
                    <a:lnTo>
                      <a:pt x="210850" y="175850"/>
                    </a:lnTo>
                    <a:lnTo>
                      <a:pt x="210000" y="175850"/>
                    </a:lnTo>
                    <a:close/>
                    <a:moveTo>
                      <a:pt x="212500" y="177500"/>
                    </a:moveTo>
                    <a:lnTo>
                      <a:pt x="213200" y="177500"/>
                    </a:lnTo>
                    <a:lnTo>
                      <a:pt x="213200" y="178200"/>
                    </a:lnTo>
                    <a:lnTo>
                      <a:pt x="212500" y="178200"/>
                    </a:lnTo>
                    <a:close/>
                    <a:moveTo>
                      <a:pt x="215000" y="175000"/>
                    </a:moveTo>
                    <a:lnTo>
                      <a:pt x="215850" y="175000"/>
                    </a:lnTo>
                    <a:lnTo>
                      <a:pt x="215850" y="175850"/>
                    </a:lnTo>
                    <a:lnTo>
                      <a:pt x="215000" y="175850"/>
                    </a:lnTo>
                    <a:close/>
                    <a:moveTo>
                      <a:pt x="217500" y="177500"/>
                    </a:moveTo>
                    <a:lnTo>
                      <a:pt x="218200" y="177500"/>
                    </a:lnTo>
                    <a:lnTo>
                      <a:pt x="218200" y="178200"/>
                    </a:lnTo>
                    <a:lnTo>
                      <a:pt x="217500" y="178200"/>
                    </a:lnTo>
                    <a:close/>
                    <a:moveTo>
                      <a:pt x="220000" y="175000"/>
                    </a:moveTo>
                    <a:lnTo>
                      <a:pt x="220850" y="175000"/>
                    </a:lnTo>
                    <a:lnTo>
                      <a:pt x="220850" y="175850"/>
                    </a:lnTo>
                    <a:lnTo>
                      <a:pt x="220000" y="175850"/>
                    </a:lnTo>
                    <a:close/>
                    <a:moveTo>
                      <a:pt x="222500" y="177500"/>
                    </a:moveTo>
                    <a:lnTo>
                      <a:pt x="223200" y="177500"/>
                    </a:lnTo>
                    <a:lnTo>
                      <a:pt x="223200" y="178200"/>
                    </a:lnTo>
                    <a:lnTo>
                      <a:pt x="222500" y="178200"/>
                    </a:lnTo>
                    <a:close/>
                    <a:moveTo>
                      <a:pt x="225000" y="175000"/>
                    </a:moveTo>
                    <a:lnTo>
                      <a:pt x="225850" y="175000"/>
                    </a:lnTo>
                    <a:lnTo>
                      <a:pt x="225850" y="175850"/>
                    </a:lnTo>
                    <a:lnTo>
                      <a:pt x="225000" y="175850"/>
                    </a:lnTo>
                    <a:close/>
                    <a:moveTo>
                      <a:pt x="227500" y="177500"/>
                    </a:moveTo>
                    <a:lnTo>
                      <a:pt x="228200" y="177500"/>
                    </a:lnTo>
                    <a:lnTo>
                      <a:pt x="228200" y="178200"/>
                    </a:lnTo>
                    <a:lnTo>
                      <a:pt x="227500" y="178200"/>
                    </a:lnTo>
                    <a:close/>
                    <a:moveTo>
                      <a:pt x="230000" y="175000"/>
                    </a:moveTo>
                    <a:lnTo>
                      <a:pt x="230850" y="175000"/>
                    </a:lnTo>
                    <a:lnTo>
                      <a:pt x="230850" y="175850"/>
                    </a:lnTo>
                    <a:lnTo>
                      <a:pt x="230000" y="175850"/>
                    </a:lnTo>
                    <a:close/>
                    <a:moveTo>
                      <a:pt x="232500" y="177500"/>
                    </a:moveTo>
                    <a:lnTo>
                      <a:pt x="233200" y="177500"/>
                    </a:lnTo>
                    <a:lnTo>
                      <a:pt x="233200" y="178200"/>
                    </a:lnTo>
                    <a:lnTo>
                      <a:pt x="232500" y="178200"/>
                    </a:lnTo>
                    <a:close/>
                    <a:moveTo>
                      <a:pt x="235000" y="175000"/>
                    </a:moveTo>
                    <a:lnTo>
                      <a:pt x="235850" y="175000"/>
                    </a:lnTo>
                    <a:lnTo>
                      <a:pt x="235850" y="175850"/>
                    </a:lnTo>
                    <a:lnTo>
                      <a:pt x="235000" y="175850"/>
                    </a:lnTo>
                    <a:close/>
                    <a:moveTo>
                      <a:pt x="237500" y="177500"/>
                    </a:moveTo>
                    <a:lnTo>
                      <a:pt x="238200" y="177500"/>
                    </a:lnTo>
                    <a:lnTo>
                      <a:pt x="238200" y="178200"/>
                    </a:lnTo>
                    <a:lnTo>
                      <a:pt x="237500" y="178200"/>
                    </a:lnTo>
                    <a:close/>
                    <a:moveTo>
                      <a:pt x="240000" y="175000"/>
                    </a:moveTo>
                    <a:lnTo>
                      <a:pt x="240850" y="175000"/>
                    </a:lnTo>
                    <a:lnTo>
                      <a:pt x="240850" y="175850"/>
                    </a:lnTo>
                    <a:lnTo>
                      <a:pt x="240000" y="175850"/>
                    </a:lnTo>
                    <a:close/>
                    <a:moveTo>
                      <a:pt x="242500" y="177500"/>
                    </a:moveTo>
                    <a:lnTo>
                      <a:pt x="243200" y="177500"/>
                    </a:lnTo>
                    <a:lnTo>
                      <a:pt x="243200" y="178200"/>
                    </a:lnTo>
                    <a:lnTo>
                      <a:pt x="242500" y="178200"/>
                    </a:lnTo>
                    <a:close/>
                    <a:moveTo>
                      <a:pt x="245000" y="175000"/>
                    </a:moveTo>
                    <a:lnTo>
                      <a:pt x="245850" y="175000"/>
                    </a:lnTo>
                    <a:lnTo>
                      <a:pt x="245850" y="175850"/>
                    </a:lnTo>
                    <a:lnTo>
                      <a:pt x="245000" y="175850"/>
                    </a:lnTo>
                    <a:close/>
                    <a:moveTo>
                      <a:pt x="247500" y="177500"/>
                    </a:moveTo>
                    <a:lnTo>
                      <a:pt x="248200" y="177500"/>
                    </a:lnTo>
                    <a:lnTo>
                      <a:pt x="248200" y="178200"/>
                    </a:lnTo>
                    <a:lnTo>
                      <a:pt x="247500" y="178200"/>
                    </a:lnTo>
                    <a:close/>
                    <a:moveTo>
                      <a:pt x="250000" y="175000"/>
                    </a:moveTo>
                    <a:lnTo>
                      <a:pt x="250850" y="175000"/>
                    </a:lnTo>
                    <a:lnTo>
                      <a:pt x="250850" y="175850"/>
                    </a:lnTo>
                    <a:lnTo>
                      <a:pt x="250000" y="175850"/>
                    </a:lnTo>
                    <a:close/>
                    <a:moveTo>
                      <a:pt x="252500" y="177500"/>
                    </a:moveTo>
                    <a:lnTo>
                      <a:pt x="253200" y="177500"/>
                    </a:lnTo>
                    <a:lnTo>
                      <a:pt x="253200" y="178200"/>
                    </a:lnTo>
                    <a:lnTo>
                      <a:pt x="252500" y="178200"/>
                    </a:lnTo>
                    <a:close/>
                    <a:moveTo>
                      <a:pt x="255000" y="175000"/>
                    </a:moveTo>
                    <a:lnTo>
                      <a:pt x="255850" y="175000"/>
                    </a:lnTo>
                    <a:lnTo>
                      <a:pt x="255850" y="175850"/>
                    </a:lnTo>
                    <a:lnTo>
                      <a:pt x="255000" y="175850"/>
                    </a:lnTo>
                    <a:close/>
                    <a:moveTo>
                      <a:pt x="257500" y="177500"/>
                    </a:moveTo>
                    <a:lnTo>
                      <a:pt x="258200" y="177500"/>
                    </a:lnTo>
                    <a:lnTo>
                      <a:pt x="258200" y="178200"/>
                    </a:lnTo>
                    <a:lnTo>
                      <a:pt x="257500" y="178200"/>
                    </a:lnTo>
                    <a:close/>
                    <a:moveTo>
                      <a:pt x="260000" y="175000"/>
                    </a:moveTo>
                    <a:lnTo>
                      <a:pt x="260850" y="175000"/>
                    </a:lnTo>
                    <a:lnTo>
                      <a:pt x="260850" y="175850"/>
                    </a:lnTo>
                    <a:lnTo>
                      <a:pt x="260000" y="175850"/>
                    </a:lnTo>
                    <a:close/>
                    <a:moveTo>
                      <a:pt x="262500" y="177500"/>
                    </a:moveTo>
                    <a:lnTo>
                      <a:pt x="263200" y="177500"/>
                    </a:lnTo>
                    <a:lnTo>
                      <a:pt x="263200" y="178200"/>
                    </a:lnTo>
                    <a:lnTo>
                      <a:pt x="262500" y="178200"/>
                    </a:lnTo>
                    <a:close/>
                    <a:moveTo>
                      <a:pt x="265000" y="175000"/>
                    </a:moveTo>
                    <a:lnTo>
                      <a:pt x="265850" y="175000"/>
                    </a:lnTo>
                    <a:lnTo>
                      <a:pt x="265850" y="175850"/>
                    </a:lnTo>
                    <a:lnTo>
                      <a:pt x="265000" y="175850"/>
                    </a:lnTo>
                    <a:close/>
                    <a:moveTo>
                      <a:pt x="267500" y="177500"/>
                    </a:moveTo>
                    <a:lnTo>
                      <a:pt x="268200" y="177500"/>
                    </a:lnTo>
                    <a:lnTo>
                      <a:pt x="268200" y="178200"/>
                    </a:lnTo>
                    <a:lnTo>
                      <a:pt x="267500" y="178200"/>
                    </a:lnTo>
                    <a:close/>
                    <a:moveTo>
                      <a:pt x="270000" y="175000"/>
                    </a:moveTo>
                    <a:lnTo>
                      <a:pt x="270850" y="175000"/>
                    </a:lnTo>
                    <a:lnTo>
                      <a:pt x="270850" y="175850"/>
                    </a:lnTo>
                    <a:lnTo>
                      <a:pt x="270000" y="175850"/>
                    </a:lnTo>
                    <a:close/>
                    <a:moveTo>
                      <a:pt x="272500" y="177500"/>
                    </a:moveTo>
                    <a:lnTo>
                      <a:pt x="273200" y="177500"/>
                    </a:lnTo>
                    <a:lnTo>
                      <a:pt x="273200" y="178200"/>
                    </a:lnTo>
                    <a:lnTo>
                      <a:pt x="272500" y="178200"/>
                    </a:lnTo>
                    <a:close/>
                    <a:moveTo>
                      <a:pt x="275000" y="175000"/>
                    </a:moveTo>
                    <a:lnTo>
                      <a:pt x="275850" y="175000"/>
                    </a:lnTo>
                    <a:lnTo>
                      <a:pt x="275850" y="175850"/>
                    </a:lnTo>
                    <a:lnTo>
                      <a:pt x="275000" y="175850"/>
                    </a:lnTo>
                    <a:close/>
                    <a:moveTo>
                      <a:pt x="277500" y="177500"/>
                    </a:moveTo>
                    <a:lnTo>
                      <a:pt x="278200" y="177500"/>
                    </a:lnTo>
                    <a:lnTo>
                      <a:pt x="278200" y="178200"/>
                    </a:lnTo>
                    <a:lnTo>
                      <a:pt x="277500" y="178200"/>
                    </a:lnTo>
                    <a:close/>
                    <a:moveTo>
                      <a:pt x="280000" y="175000"/>
                    </a:moveTo>
                    <a:lnTo>
                      <a:pt x="280850" y="175000"/>
                    </a:lnTo>
                    <a:lnTo>
                      <a:pt x="280850" y="175850"/>
                    </a:lnTo>
                    <a:lnTo>
                      <a:pt x="280000" y="175850"/>
                    </a:lnTo>
                    <a:close/>
                    <a:moveTo>
                      <a:pt x="282500" y="177500"/>
                    </a:moveTo>
                    <a:lnTo>
                      <a:pt x="283200" y="177500"/>
                    </a:lnTo>
                    <a:lnTo>
                      <a:pt x="283200" y="178200"/>
                    </a:lnTo>
                    <a:lnTo>
                      <a:pt x="282500" y="178200"/>
                    </a:lnTo>
                    <a:close/>
                    <a:moveTo>
                      <a:pt x="285000" y="175000"/>
                    </a:moveTo>
                    <a:lnTo>
                      <a:pt x="285850" y="175000"/>
                    </a:lnTo>
                    <a:lnTo>
                      <a:pt x="285850" y="175850"/>
                    </a:lnTo>
                    <a:lnTo>
                      <a:pt x="285000" y="175850"/>
                    </a:lnTo>
                    <a:close/>
                    <a:moveTo>
                      <a:pt x="287500" y="177500"/>
                    </a:moveTo>
                    <a:lnTo>
                      <a:pt x="288200" y="177500"/>
                    </a:lnTo>
                    <a:lnTo>
                      <a:pt x="288200" y="178200"/>
                    </a:lnTo>
                    <a:lnTo>
                      <a:pt x="287500" y="178200"/>
                    </a:lnTo>
                    <a:close/>
                    <a:moveTo>
                      <a:pt x="0" y="180000"/>
                    </a:moveTo>
                    <a:lnTo>
                      <a:pt x="850" y="180000"/>
                    </a:lnTo>
                    <a:lnTo>
                      <a:pt x="850" y="180850"/>
                    </a:lnTo>
                    <a:lnTo>
                      <a:pt x="0" y="180850"/>
                    </a:lnTo>
                    <a:close/>
                    <a:moveTo>
                      <a:pt x="2500" y="182500"/>
                    </a:moveTo>
                    <a:lnTo>
                      <a:pt x="3200" y="182500"/>
                    </a:lnTo>
                    <a:lnTo>
                      <a:pt x="3200" y="183200"/>
                    </a:lnTo>
                    <a:lnTo>
                      <a:pt x="2500" y="183200"/>
                    </a:lnTo>
                    <a:close/>
                    <a:moveTo>
                      <a:pt x="5000" y="180000"/>
                    </a:moveTo>
                    <a:lnTo>
                      <a:pt x="5850" y="180000"/>
                    </a:lnTo>
                    <a:lnTo>
                      <a:pt x="5850" y="180850"/>
                    </a:lnTo>
                    <a:lnTo>
                      <a:pt x="5000" y="180850"/>
                    </a:lnTo>
                    <a:close/>
                    <a:moveTo>
                      <a:pt x="7500" y="182500"/>
                    </a:moveTo>
                    <a:lnTo>
                      <a:pt x="8200" y="182500"/>
                    </a:lnTo>
                    <a:lnTo>
                      <a:pt x="8200" y="183200"/>
                    </a:lnTo>
                    <a:lnTo>
                      <a:pt x="7500" y="183200"/>
                    </a:lnTo>
                    <a:close/>
                    <a:moveTo>
                      <a:pt x="10000" y="180000"/>
                    </a:moveTo>
                    <a:lnTo>
                      <a:pt x="10850" y="180000"/>
                    </a:lnTo>
                    <a:lnTo>
                      <a:pt x="10850" y="180850"/>
                    </a:lnTo>
                    <a:lnTo>
                      <a:pt x="10000" y="180850"/>
                    </a:lnTo>
                    <a:close/>
                    <a:moveTo>
                      <a:pt x="12500" y="182500"/>
                    </a:moveTo>
                    <a:lnTo>
                      <a:pt x="13200" y="182500"/>
                    </a:lnTo>
                    <a:lnTo>
                      <a:pt x="13200" y="183200"/>
                    </a:lnTo>
                    <a:lnTo>
                      <a:pt x="12500" y="183200"/>
                    </a:lnTo>
                    <a:close/>
                    <a:moveTo>
                      <a:pt x="15000" y="180000"/>
                    </a:moveTo>
                    <a:lnTo>
                      <a:pt x="15850" y="180000"/>
                    </a:lnTo>
                    <a:lnTo>
                      <a:pt x="15850" y="180850"/>
                    </a:lnTo>
                    <a:lnTo>
                      <a:pt x="15000" y="180850"/>
                    </a:lnTo>
                    <a:close/>
                    <a:moveTo>
                      <a:pt x="17500" y="182500"/>
                    </a:moveTo>
                    <a:lnTo>
                      <a:pt x="18200" y="182500"/>
                    </a:lnTo>
                    <a:lnTo>
                      <a:pt x="18200" y="183200"/>
                    </a:lnTo>
                    <a:lnTo>
                      <a:pt x="17500" y="183200"/>
                    </a:lnTo>
                    <a:close/>
                    <a:moveTo>
                      <a:pt x="20000" y="180000"/>
                    </a:moveTo>
                    <a:lnTo>
                      <a:pt x="20850" y="180000"/>
                    </a:lnTo>
                    <a:lnTo>
                      <a:pt x="20850" y="180850"/>
                    </a:lnTo>
                    <a:lnTo>
                      <a:pt x="20000" y="180850"/>
                    </a:lnTo>
                    <a:close/>
                    <a:moveTo>
                      <a:pt x="22500" y="182500"/>
                    </a:moveTo>
                    <a:lnTo>
                      <a:pt x="23200" y="182500"/>
                    </a:lnTo>
                    <a:lnTo>
                      <a:pt x="23200" y="183200"/>
                    </a:lnTo>
                    <a:lnTo>
                      <a:pt x="22500" y="183200"/>
                    </a:lnTo>
                    <a:close/>
                    <a:moveTo>
                      <a:pt x="25000" y="180000"/>
                    </a:moveTo>
                    <a:lnTo>
                      <a:pt x="25850" y="180000"/>
                    </a:lnTo>
                    <a:lnTo>
                      <a:pt x="25850" y="180850"/>
                    </a:lnTo>
                    <a:lnTo>
                      <a:pt x="25000" y="180850"/>
                    </a:lnTo>
                    <a:close/>
                    <a:moveTo>
                      <a:pt x="27500" y="182500"/>
                    </a:moveTo>
                    <a:lnTo>
                      <a:pt x="28200" y="182500"/>
                    </a:lnTo>
                    <a:lnTo>
                      <a:pt x="28200" y="183200"/>
                    </a:lnTo>
                    <a:lnTo>
                      <a:pt x="27500" y="183200"/>
                    </a:lnTo>
                    <a:close/>
                    <a:moveTo>
                      <a:pt x="30000" y="180000"/>
                    </a:moveTo>
                    <a:lnTo>
                      <a:pt x="30850" y="180000"/>
                    </a:lnTo>
                    <a:lnTo>
                      <a:pt x="30850" y="180850"/>
                    </a:lnTo>
                    <a:lnTo>
                      <a:pt x="30000" y="180850"/>
                    </a:lnTo>
                    <a:close/>
                    <a:moveTo>
                      <a:pt x="32500" y="182500"/>
                    </a:moveTo>
                    <a:lnTo>
                      <a:pt x="33200" y="182500"/>
                    </a:lnTo>
                    <a:lnTo>
                      <a:pt x="33200" y="183200"/>
                    </a:lnTo>
                    <a:lnTo>
                      <a:pt x="32500" y="183200"/>
                    </a:lnTo>
                    <a:close/>
                    <a:moveTo>
                      <a:pt x="35000" y="180000"/>
                    </a:moveTo>
                    <a:lnTo>
                      <a:pt x="35850" y="180000"/>
                    </a:lnTo>
                    <a:lnTo>
                      <a:pt x="35850" y="180850"/>
                    </a:lnTo>
                    <a:lnTo>
                      <a:pt x="35000" y="180850"/>
                    </a:lnTo>
                    <a:close/>
                    <a:moveTo>
                      <a:pt x="37500" y="182500"/>
                    </a:moveTo>
                    <a:lnTo>
                      <a:pt x="38200" y="182500"/>
                    </a:lnTo>
                    <a:lnTo>
                      <a:pt x="38200" y="183200"/>
                    </a:lnTo>
                    <a:lnTo>
                      <a:pt x="37500" y="183200"/>
                    </a:lnTo>
                    <a:close/>
                    <a:moveTo>
                      <a:pt x="40000" y="180000"/>
                    </a:moveTo>
                    <a:lnTo>
                      <a:pt x="40850" y="180000"/>
                    </a:lnTo>
                    <a:lnTo>
                      <a:pt x="40850" y="180850"/>
                    </a:lnTo>
                    <a:lnTo>
                      <a:pt x="40000" y="180850"/>
                    </a:lnTo>
                    <a:close/>
                    <a:moveTo>
                      <a:pt x="42500" y="182500"/>
                    </a:moveTo>
                    <a:lnTo>
                      <a:pt x="43200" y="182500"/>
                    </a:lnTo>
                    <a:lnTo>
                      <a:pt x="43200" y="183200"/>
                    </a:lnTo>
                    <a:lnTo>
                      <a:pt x="42500" y="183200"/>
                    </a:lnTo>
                    <a:close/>
                    <a:moveTo>
                      <a:pt x="45000" y="180000"/>
                    </a:moveTo>
                    <a:lnTo>
                      <a:pt x="45850" y="180000"/>
                    </a:lnTo>
                    <a:lnTo>
                      <a:pt x="45850" y="180850"/>
                    </a:lnTo>
                    <a:lnTo>
                      <a:pt x="45000" y="180850"/>
                    </a:lnTo>
                    <a:close/>
                    <a:moveTo>
                      <a:pt x="47500" y="182500"/>
                    </a:moveTo>
                    <a:lnTo>
                      <a:pt x="48200" y="182500"/>
                    </a:lnTo>
                    <a:lnTo>
                      <a:pt x="48200" y="183200"/>
                    </a:lnTo>
                    <a:lnTo>
                      <a:pt x="47500" y="183200"/>
                    </a:lnTo>
                    <a:close/>
                    <a:moveTo>
                      <a:pt x="50000" y="180000"/>
                    </a:moveTo>
                    <a:lnTo>
                      <a:pt x="50850" y="180000"/>
                    </a:lnTo>
                    <a:lnTo>
                      <a:pt x="50850" y="180850"/>
                    </a:lnTo>
                    <a:lnTo>
                      <a:pt x="50000" y="180850"/>
                    </a:lnTo>
                    <a:close/>
                    <a:moveTo>
                      <a:pt x="52500" y="182500"/>
                    </a:moveTo>
                    <a:lnTo>
                      <a:pt x="53200" y="182500"/>
                    </a:lnTo>
                    <a:lnTo>
                      <a:pt x="53200" y="183200"/>
                    </a:lnTo>
                    <a:lnTo>
                      <a:pt x="52500" y="183200"/>
                    </a:lnTo>
                    <a:close/>
                    <a:moveTo>
                      <a:pt x="55000" y="180000"/>
                    </a:moveTo>
                    <a:lnTo>
                      <a:pt x="55850" y="180000"/>
                    </a:lnTo>
                    <a:lnTo>
                      <a:pt x="55850" y="180850"/>
                    </a:lnTo>
                    <a:lnTo>
                      <a:pt x="55000" y="180850"/>
                    </a:lnTo>
                    <a:close/>
                    <a:moveTo>
                      <a:pt x="57500" y="182500"/>
                    </a:moveTo>
                    <a:lnTo>
                      <a:pt x="58200" y="182500"/>
                    </a:lnTo>
                    <a:lnTo>
                      <a:pt x="58200" y="183200"/>
                    </a:lnTo>
                    <a:lnTo>
                      <a:pt x="57500" y="183200"/>
                    </a:lnTo>
                    <a:close/>
                    <a:moveTo>
                      <a:pt x="60000" y="180000"/>
                    </a:moveTo>
                    <a:lnTo>
                      <a:pt x="60850" y="180000"/>
                    </a:lnTo>
                    <a:lnTo>
                      <a:pt x="60850" y="180850"/>
                    </a:lnTo>
                    <a:lnTo>
                      <a:pt x="60000" y="180850"/>
                    </a:lnTo>
                    <a:close/>
                    <a:moveTo>
                      <a:pt x="62500" y="182500"/>
                    </a:moveTo>
                    <a:lnTo>
                      <a:pt x="63200" y="182500"/>
                    </a:lnTo>
                    <a:lnTo>
                      <a:pt x="63200" y="183200"/>
                    </a:lnTo>
                    <a:lnTo>
                      <a:pt x="62500" y="183200"/>
                    </a:lnTo>
                    <a:close/>
                    <a:moveTo>
                      <a:pt x="65000" y="180000"/>
                    </a:moveTo>
                    <a:lnTo>
                      <a:pt x="65850" y="180000"/>
                    </a:lnTo>
                    <a:lnTo>
                      <a:pt x="65850" y="180850"/>
                    </a:lnTo>
                    <a:lnTo>
                      <a:pt x="65000" y="180850"/>
                    </a:lnTo>
                    <a:close/>
                    <a:moveTo>
                      <a:pt x="67500" y="182500"/>
                    </a:moveTo>
                    <a:lnTo>
                      <a:pt x="68200" y="182500"/>
                    </a:lnTo>
                    <a:lnTo>
                      <a:pt x="68200" y="183200"/>
                    </a:lnTo>
                    <a:lnTo>
                      <a:pt x="67500" y="183200"/>
                    </a:lnTo>
                    <a:close/>
                    <a:moveTo>
                      <a:pt x="70000" y="180000"/>
                    </a:moveTo>
                    <a:lnTo>
                      <a:pt x="70850" y="180000"/>
                    </a:lnTo>
                    <a:lnTo>
                      <a:pt x="70850" y="180850"/>
                    </a:lnTo>
                    <a:lnTo>
                      <a:pt x="70000" y="180850"/>
                    </a:lnTo>
                    <a:close/>
                    <a:moveTo>
                      <a:pt x="72500" y="182500"/>
                    </a:moveTo>
                    <a:lnTo>
                      <a:pt x="73200" y="182500"/>
                    </a:lnTo>
                    <a:lnTo>
                      <a:pt x="73200" y="183200"/>
                    </a:lnTo>
                    <a:lnTo>
                      <a:pt x="72500" y="183200"/>
                    </a:lnTo>
                    <a:close/>
                    <a:moveTo>
                      <a:pt x="75000" y="180000"/>
                    </a:moveTo>
                    <a:lnTo>
                      <a:pt x="75850" y="180000"/>
                    </a:lnTo>
                    <a:lnTo>
                      <a:pt x="75850" y="180850"/>
                    </a:lnTo>
                    <a:lnTo>
                      <a:pt x="75000" y="180850"/>
                    </a:lnTo>
                    <a:close/>
                    <a:moveTo>
                      <a:pt x="77500" y="182500"/>
                    </a:moveTo>
                    <a:lnTo>
                      <a:pt x="78200" y="182500"/>
                    </a:lnTo>
                    <a:lnTo>
                      <a:pt x="78200" y="183200"/>
                    </a:lnTo>
                    <a:lnTo>
                      <a:pt x="77500" y="183200"/>
                    </a:lnTo>
                    <a:close/>
                    <a:moveTo>
                      <a:pt x="80000" y="180000"/>
                    </a:moveTo>
                    <a:lnTo>
                      <a:pt x="80850" y="180000"/>
                    </a:lnTo>
                    <a:lnTo>
                      <a:pt x="80850" y="180850"/>
                    </a:lnTo>
                    <a:lnTo>
                      <a:pt x="80000" y="180850"/>
                    </a:lnTo>
                    <a:close/>
                    <a:moveTo>
                      <a:pt x="82500" y="182500"/>
                    </a:moveTo>
                    <a:lnTo>
                      <a:pt x="83200" y="182500"/>
                    </a:lnTo>
                    <a:lnTo>
                      <a:pt x="83200" y="183200"/>
                    </a:lnTo>
                    <a:lnTo>
                      <a:pt x="82500" y="183200"/>
                    </a:lnTo>
                    <a:close/>
                    <a:moveTo>
                      <a:pt x="85000" y="180000"/>
                    </a:moveTo>
                    <a:lnTo>
                      <a:pt x="85850" y="180000"/>
                    </a:lnTo>
                    <a:lnTo>
                      <a:pt x="85850" y="180850"/>
                    </a:lnTo>
                    <a:lnTo>
                      <a:pt x="85000" y="180850"/>
                    </a:lnTo>
                    <a:close/>
                    <a:moveTo>
                      <a:pt x="87500" y="182500"/>
                    </a:moveTo>
                    <a:lnTo>
                      <a:pt x="88200" y="182500"/>
                    </a:lnTo>
                    <a:lnTo>
                      <a:pt x="88200" y="183200"/>
                    </a:lnTo>
                    <a:lnTo>
                      <a:pt x="87500" y="183200"/>
                    </a:lnTo>
                    <a:close/>
                    <a:moveTo>
                      <a:pt x="90000" y="180000"/>
                    </a:moveTo>
                    <a:lnTo>
                      <a:pt x="90850" y="180000"/>
                    </a:lnTo>
                    <a:lnTo>
                      <a:pt x="90850" y="180850"/>
                    </a:lnTo>
                    <a:lnTo>
                      <a:pt x="90000" y="180850"/>
                    </a:lnTo>
                    <a:close/>
                    <a:moveTo>
                      <a:pt x="92500" y="182500"/>
                    </a:moveTo>
                    <a:lnTo>
                      <a:pt x="93200" y="182500"/>
                    </a:lnTo>
                    <a:lnTo>
                      <a:pt x="93200" y="183200"/>
                    </a:lnTo>
                    <a:lnTo>
                      <a:pt x="92500" y="183200"/>
                    </a:lnTo>
                    <a:close/>
                    <a:moveTo>
                      <a:pt x="95000" y="180000"/>
                    </a:moveTo>
                    <a:lnTo>
                      <a:pt x="95850" y="180000"/>
                    </a:lnTo>
                    <a:lnTo>
                      <a:pt x="95850" y="180850"/>
                    </a:lnTo>
                    <a:lnTo>
                      <a:pt x="95000" y="180850"/>
                    </a:lnTo>
                    <a:close/>
                    <a:moveTo>
                      <a:pt x="97500" y="182500"/>
                    </a:moveTo>
                    <a:lnTo>
                      <a:pt x="98200" y="182500"/>
                    </a:lnTo>
                    <a:lnTo>
                      <a:pt x="98200" y="183200"/>
                    </a:lnTo>
                    <a:lnTo>
                      <a:pt x="97500" y="183200"/>
                    </a:lnTo>
                    <a:close/>
                    <a:moveTo>
                      <a:pt x="100000" y="180000"/>
                    </a:moveTo>
                    <a:lnTo>
                      <a:pt x="100850" y="180000"/>
                    </a:lnTo>
                    <a:lnTo>
                      <a:pt x="100850" y="180850"/>
                    </a:lnTo>
                    <a:lnTo>
                      <a:pt x="100000" y="180850"/>
                    </a:lnTo>
                    <a:close/>
                    <a:moveTo>
                      <a:pt x="102500" y="182500"/>
                    </a:moveTo>
                    <a:lnTo>
                      <a:pt x="103200" y="182500"/>
                    </a:lnTo>
                    <a:lnTo>
                      <a:pt x="103200" y="183200"/>
                    </a:lnTo>
                    <a:lnTo>
                      <a:pt x="102500" y="183200"/>
                    </a:lnTo>
                    <a:close/>
                    <a:moveTo>
                      <a:pt x="105000" y="180000"/>
                    </a:moveTo>
                    <a:lnTo>
                      <a:pt x="105850" y="180000"/>
                    </a:lnTo>
                    <a:lnTo>
                      <a:pt x="105850" y="180850"/>
                    </a:lnTo>
                    <a:lnTo>
                      <a:pt x="105000" y="180850"/>
                    </a:lnTo>
                    <a:close/>
                    <a:moveTo>
                      <a:pt x="107500" y="182500"/>
                    </a:moveTo>
                    <a:lnTo>
                      <a:pt x="108200" y="182500"/>
                    </a:lnTo>
                    <a:lnTo>
                      <a:pt x="108200" y="183200"/>
                    </a:lnTo>
                    <a:lnTo>
                      <a:pt x="107500" y="183200"/>
                    </a:lnTo>
                    <a:close/>
                    <a:moveTo>
                      <a:pt x="110000" y="180000"/>
                    </a:moveTo>
                    <a:lnTo>
                      <a:pt x="110850" y="180000"/>
                    </a:lnTo>
                    <a:lnTo>
                      <a:pt x="110850" y="180850"/>
                    </a:lnTo>
                    <a:lnTo>
                      <a:pt x="110000" y="180850"/>
                    </a:lnTo>
                    <a:close/>
                    <a:moveTo>
                      <a:pt x="112500" y="182500"/>
                    </a:moveTo>
                    <a:lnTo>
                      <a:pt x="113200" y="182500"/>
                    </a:lnTo>
                    <a:lnTo>
                      <a:pt x="113200" y="183200"/>
                    </a:lnTo>
                    <a:lnTo>
                      <a:pt x="112500" y="183200"/>
                    </a:lnTo>
                    <a:close/>
                    <a:moveTo>
                      <a:pt x="115000" y="180000"/>
                    </a:moveTo>
                    <a:lnTo>
                      <a:pt x="115850" y="180000"/>
                    </a:lnTo>
                    <a:lnTo>
                      <a:pt x="115850" y="180850"/>
                    </a:lnTo>
                    <a:lnTo>
                      <a:pt x="115000" y="180850"/>
                    </a:lnTo>
                    <a:close/>
                    <a:moveTo>
                      <a:pt x="117500" y="182500"/>
                    </a:moveTo>
                    <a:lnTo>
                      <a:pt x="118200" y="182500"/>
                    </a:lnTo>
                    <a:lnTo>
                      <a:pt x="118200" y="183200"/>
                    </a:lnTo>
                    <a:lnTo>
                      <a:pt x="117500" y="183200"/>
                    </a:lnTo>
                    <a:close/>
                    <a:moveTo>
                      <a:pt x="120000" y="180000"/>
                    </a:moveTo>
                    <a:lnTo>
                      <a:pt x="120850" y="180000"/>
                    </a:lnTo>
                    <a:lnTo>
                      <a:pt x="120850" y="180850"/>
                    </a:lnTo>
                    <a:lnTo>
                      <a:pt x="120000" y="180850"/>
                    </a:lnTo>
                    <a:close/>
                    <a:moveTo>
                      <a:pt x="122500" y="182500"/>
                    </a:moveTo>
                    <a:lnTo>
                      <a:pt x="123200" y="182500"/>
                    </a:lnTo>
                    <a:lnTo>
                      <a:pt x="123200" y="183200"/>
                    </a:lnTo>
                    <a:lnTo>
                      <a:pt x="122500" y="183200"/>
                    </a:lnTo>
                    <a:close/>
                    <a:moveTo>
                      <a:pt x="125000" y="180000"/>
                    </a:moveTo>
                    <a:lnTo>
                      <a:pt x="125850" y="180000"/>
                    </a:lnTo>
                    <a:lnTo>
                      <a:pt x="125850" y="180850"/>
                    </a:lnTo>
                    <a:lnTo>
                      <a:pt x="125000" y="180850"/>
                    </a:lnTo>
                    <a:close/>
                    <a:moveTo>
                      <a:pt x="127500" y="182500"/>
                    </a:moveTo>
                    <a:lnTo>
                      <a:pt x="128200" y="182500"/>
                    </a:lnTo>
                    <a:lnTo>
                      <a:pt x="128200" y="183200"/>
                    </a:lnTo>
                    <a:lnTo>
                      <a:pt x="127500" y="183200"/>
                    </a:lnTo>
                    <a:close/>
                    <a:moveTo>
                      <a:pt x="130000" y="180000"/>
                    </a:moveTo>
                    <a:lnTo>
                      <a:pt x="130850" y="180000"/>
                    </a:lnTo>
                    <a:lnTo>
                      <a:pt x="130850" y="180850"/>
                    </a:lnTo>
                    <a:lnTo>
                      <a:pt x="130000" y="180850"/>
                    </a:lnTo>
                    <a:close/>
                    <a:moveTo>
                      <a:pt x="132500" y="182500"/>
                    </a:moveTo>
                    <a:lnTo>
                      <a:pt x="133200" y="182500"/>
                    </a:lnTo>
                    <a:lnTo>
                      <a:pt x="133200" y="183200"/>
                    </a:lnTo>
                    <a:lnTo>
                      <a:pt x="132500" y="183200"/>
                    </a:lnTo>
                    <a:close/>
                    <a:moveTo>
                      <a:pt x="135000" y="180000"/>
                    </a:moveTo>
                    <a:lnTo>
                      <a:pt x="135850" y="180000"/>
                    </a:lnTo>
                    <a:lnTo>
                      <a:pt x="135850" y="180850"/>
                    </a:lnTo>
                    <a:lnTo>
                      <a:pt x="135000" y="180850"/>
                    </a:lnTo>
                    <a:close/>
                    <a:moveTo>
                      <a:pt x="137500" y="182500"/>
                    </a:moveTo>
                    <a:lnTo>
                      <a:pt x="138200" y="182500"/>
                    </a:lnTo>
                    <a:lnTo>
                      <a:pt x="138200" y="183200"/>
                    </a:lnTo>
                    <a:lnTo>
                      <a:pt x="137500" y="183200"/>
                    </a:lnTo>
                    <a:close/>
                    <a:moveTo>
                      <a:pt x="140000" y="180000"/>
                    </a:moveTo>
                    <a:lnTo>
                      <a:pt x="140850" y="180000"/>
                    </a:lnTo>
                    <a:lnTo>
                      <a:pt x="140850" y="180850"/>
                    </a:lnTo>
                    <a:lnTo>
                      <a:pt x="140000" y="180850"/>
                    </a:lnTo>
                    <a:close/>
                    <a:moveTo>
                      <a:pt x="142500" y="182500"/>
                    </a:moveTo>
                    <a:lnTo>
                      <a:pt x="143200" y="182500"/>
                    </a:lnTo>
                    <a:lnTo>
                      <a:pt x="143200" y="183200"/>
                    </a:lnTo>
                    <a:lnTo>
                      <a:pt x="142500" y="183200"/>
                    </a:lnTo>
                    <a:close/>
                    <a:moveTo>
                      <a:pt x="145000" y="180000"/>
                    </a:moveTo>
                    <a:lnTo>
                      <a:pt x="145850" y="180000"/>
                    </a:lnTo>
                    <a:lnTo>
                      <a:pt x="145850" y="180850"/>
                    </a:lnTo>
                    <a:lnTo>
                      <a:pt x="145000" y="180850"/>
                    </a:lnTo>
                    <a:close/>
                    <a:moveTo>
                      <a:pt x="147500" y="182500"/>
                    </a:moveTo>
                    <a:lnTo>
                      <a:pt x="148200" y="182500"/>
                    </a:lnTo>
                    <a:lnTo>
                      <a:pt x="148200" y="183200"/>
                    </a:lnTo>
                    <a:lnTo>
                      <a:pt x="147500" y="183200"/>
                    </a:lnTo>
                    <a:close/>
                    <a:moveTo>
                      <a:pt x="150000" y="180000"/>
                    </a:moveTo>
                    <a:lnTo>
                      <a:pt x="150850" y="180000"/>
                    </a:lnTo>
                    <a:lnTo>
                      <a:pt x="150850" y="180850"/>
                    </a:lnTo>
                    <a:lnTo>
                      <a:pt x="150000" y="180850"/>
                    </a:lnTo>
                    <a:close/>
                    <a:moveTo>
                      <a:pt x="152500" y="182500"/>
                    </a:moveTo>
                    <a:lnTo>
                      <a:pt x="153200" y="182500"/>
                    </a:lnTo>
                    <a:lnTo>
                      <a:pt x="153200" y="183200"/>
                    </a:lnTo>
                    <a:lnTo>
                      <a:pt x="152500" y="183200"/>
                    </a:lnTo>
                    <a:close/>
                    <a:moveTo>
                      <a:pt x="155000" y="180000"/>
                    </a:moveTo>
                    <a:lnTo>
                      <a:pt x="155850" y="180000"/>
                    </a:lnTo>
                    <a:lnTo>
                      <a:pt x="155850" y="180850"/>
                    </a:lnTo>
                    <a:lnTo>
                      <a:pt x="155000" y="180850"/>
                    </a:lnTo>
                    <a:close/>
                    <a:moveTo>
                      <a:pt x="157500" y="182500"/>
                    </a:moveTo>
                    <a:lnTo>
                      <a:pt x="158200" y="182500"/>
                    </a:lnTo>
                    <a:lnTo>
                      <a:pt x="158200" y="183200"/>
                    </a:lnTo>
                    <a:lnTo>
                      <a:pt x="157500" y="183200"/>
                    </a:lnTo>
                    <a:close/>
                    <a:moveTo>
                      <a:pt x="160000" y="180000"/>
                    </a:moveTo>
                    <a:lnTo>
                      <a:pt x="160850" y="180000"/>
                    </a:lnTo>
                    <a:lnTo>
                      <a:pt x="160850" y="180850"/>
                    </a:lnTo>
                    <a:lnTo>
                      <a:pt x="160000" y="180850"/>
                    </a:lnTo>
                    <a:close/>
                    <a:moveTo>
                      <a:pt x="162500" y="182500"/>
                    </a:moveTo>
                    <a:lnTo>
                      <a:pt x="163200" y="182500"/>
                    </a:lnTo>
                    <a:lnTo>
                      <a:pt x="163200" y="183200"/>
                    </a:lnTo>
                    <a:lnTo>
                      <a:pt x="162500" y="183200"/>
                    </a:lnTo>
                    <a:close/>
                    <a:moveTo>
                      <a:pt x="165000" y="180000"/>
                    </a:moveTo>
                    <a:lnTo>
                      <a:pt x="165850" y="180000"/>
                    </a:lnTo>
                    <a:lnTo>
                      <a:pt x="165850" y="180850"/>
                    </a:lnTo>
                    <a:lnTo>
                      <a:pt x="165000" y="180850"/>
                    </a:lnTo>
                    <a:close/>
                    <a:moveTo>
                      <a:pt x="167500" y="182500"/>
                    </a:moveTo>
                    <a:lnTo>
                      <a:pt x="168200" y="182500"/>
                    </a:lnTo>
                    <a:lnTo>
                      <a:pt x="168200" y="183200"/>
                    </a:lnTo>
                    <a:lnTo>
                      <a:pt x="167500" y="183200"/>
                    </a:lnTo>
                    <a:close/>
                    <a:moveTo>
                      <a:pt x="170000" y="180000"/>
                    </a:moveTo>
                    <a:lnTo>
                      <a:pt x="170850" y="180000"/>
                    </a:lnTo>
                    <a:lnTo>
                      <a:pt x="170850" y="180850"/>
                    </a:lnTo>
                    <a:lnTo>
                      <a:pt x="170000" y="180850"/>
                    </a:lnTo>
                    <a:close/>
                    <a:moveTo>
                      <a:pt x="172500" y="182500"/>
                    </a:moveTo>
                    <a:lnTo>
                      <a:pt x="173200" y="182500"/>
                    </a:lnTo>
                    <a:lnTo>
                      <a:pt x="173200" y="183200"/>
                    </a:lnTo>
                    <a:lnTo>
                      <a:pt x="172500" y="183200"/>
                    </a:lnTo>
                    <a:close/>
                    <a:moveTo>
                      <a:pt x="175000" y="180000"/>
                    </a:moveTo>
                    <a:lnTo>
                      <a:pt x="175850" y="180000"/>
                    </a:lnTo>
                    <a:lnTo>
                      <a:pt x="175850" y="180850"/>
                    </a:lnTo>
                    <a:lnTo>
                      <a:pt x="175000" y="180850"/>
                    </a:lnTo>
                    <a:close/>
                    <a:moveTo>
                      <a:pt x="177500" y="182500"/>
                    </a:moveTo>
                    <a:lnTo>
                      <a:pt x="178200" y="182500"/>
                    </a:lnTo>
                    <a:lnTo>
                      <a:pt x="178200" y="183200"/>
                    </a:lnTo>
                    <a:lnTo>
                      <a:pt x="177500" y="183200"/>
                    </a:lnTo>
                    <a:close/>
                    <a:moveTo>
                      <a:pt x="180000" y="180000"/>
                    </a:moveTo>
                    <a:lnTo>
                      <a:pt x="180850" y="180000"/>
                    </a:lnTo>
                    <a:lnTo>
                      <a:pt x="180850" y="180850"/>
                    </a:lnTo>
                    <a:lnTo>
                      <a:pt x="180000" y="180850"/>
                    </a:lnTo>
                    <a:close/>
                    <a:moveTo>
                      <a:pt x="182500" y="182500"/>
                    </a:moveTo>
                    <a:lnTo>
                      <a:pt x="183200" y="182500"/>
                    </a:lnTo>
                    <a:lnTo>
                      <a:pt x="183200" y="183200"/>
                    </a:lnTo>
                    <a:lnTo>
                      <a:pt x="182500" y="183200"/>
                    </a:lnTo>
                    <a:close/>
                    <a:moveTo>
                      <a:pt x="185000" y="180000"/>
                    </a:moveTo>
                    <a:lnTo>
                      <a:pt x="185850" y="180000"/>
                    </a:lnTo>
                    <a:lnTo>
                      <a:pt x="185850" y="180850"/>
                    </a:lnTo>
                    <a:lnTo>
                      <a:pt x="185000" y="180850"/>
                    </a:lnTo>
                    <a:close/>
                    <a:moveTo>
                      <a:pt x="187500" y="182500"/>
                    </a:moveTo>
                    <a:lnTo>
                      <a:pt x="188200" y="182500"/>
                    </a:lnTo>
                    <a:lnTo>
                      <a:pt x="188200" y="183200"/>
                    </a:lnTo>
                    <a:lnTo>
                      <a:pt x="187500" y="183200"/>
                    </a:lnTo>
                    <a:close/>
                    <a:moveTo>
                      <a:pt x="190000" y="180000"/>
                    </a:moveTo>
                    <a:lnTo>
                      <a:pt x="190850" y="180000"/>
                    </a:lnTo>
                    <a:lnTo>
                      <a:pt x="190850" y="180850"/>
                    </a:lnTo>
                    <a:lnTo>
                      <a:pt x="190000" y="180850"/>
                    </a:lnTo>
                    <a:close/>
                    <a:moveTo>
                      <a:pt x="192500" y="182500"/>
                    </a:moveTo>
                    <a:lnTo>
                      <a:pt x="193200" y="182500"/>
                    </a:lnTo>
                    <a:lnTo>
                      <a:pt x="193200" y="183200"/>
                    </a:lnTo>
                    <a:lnTo>
                      <a:pt x="192500" y="183200"/>
                    </a:lnTo>
                    <a:close/>
                    <a:moveTo>
                      <a:pt x="195000" y="180000"/>
                    </a:moveTo>
                    <a:lnTo>
                      <a:pt x="195850" y="180000"/>
                    </a:lnTo>
                    <a:lnTo>
                      <a:pt x="195850" y="180850"/>
                    </a:lnTo>
                    <a:lnTo>
                      <a:pt x="195000" y="180850"/>
                    </a:lnTo>
                    <a:close/>
                    <a:moveTo>
                      <a:pt x="197500" y="182500"/>
                    </a:moveTo>
                    <a:lnTo>
                      <a:pt x="198200" y="182500"/>
                    </a:lnTo>
                    <a:lnTo>
                      <a:pt x="198200" y="183200"/>
                    </a:lnTo>
                    <a:lnTo>
                      <a:pt x="197500" y="183200"/>
                    </a:lnTo>
                    <a:close/>
                    <a:moveTo>
                      <a:pt x="200000" y="180000"/>
                    </a:moveTo>
                    <a:lnTo>
                      <a:pt x="200850" y="180000"/>
                    </a:lnTo>
                    <a:lnTo>
                      <a:pt x="200850" y="180850"/>
                    </a:lnTo>
                    <a:lnTo>
                      <a:pt x="200000" y="180850"/>
                    </a:lnTo>
                    <a:close/>
                    <a:moveTo>
                      <a:pt x="202500" y="182500"/>
                    </a:moveTo>
                    <a:lnTo>
                      <a:pt x="203200" y="182500"/>
                    </a:lnTo>
                    <a:lnTo>
                      <a:pt x="203200" y="183200"/>
                    </a:lnTo>
                    <a:lnTo>
                      <a:pt x="202500" y="183200"/>
                    </a:lnTo>
                    <a:close/>
                    <a:moveTo>
                      <a:pt x="205000" y="180000"/>
                    </a:moveTo>
                    <a:lnTo>
                      <a:pt x="205850" y="180000"/>
                    </a:lnTo>
                    <a:lnTo>
                      <a:pt x="205850" y="180850"/>
                    </a:lnTo>
                    <a:lnTo>
                      <a:pt x="205000" y="180850"/>
                    </a:lnTo>
                    <a:close/>
                    <a:moveTo>
                      <a:pt x="207500" y="182500"/>
                    </a:moveTo>
                    <a:lnTo>
                      <a:pt x="208200" y="182500"/>
                    </a:lnTo>
                    <a:lnTo>
                      <a:pt x="208200" y="183200"/>
                    </a:lnTo>
                    <a:lnTo>
                      <a:pt x="207500" y="183200"/>
                    </a:lnTo>
                    <a:close/>
                    <a:moveTo>
                      <a:pt x="210000" y="180000"/>
                    </a:moveTo>
                    <a:lnTo>
                      <a:pt x="210850" y="180000"/>
                    </a:lnTo>
                    <a:lnTo>
                      <a:pt x="210850" y="180850"/>
                    </a:lnTo>
                    <a:lnTo>
                      <a:pt x="210000" y="180850"/>
                    </a:lnTo>
                    <a:close/>
                    <a:moveTo>
                      <a:pt x="212500" y="182500"/>
                    </a:moveTo>
                    <a:lnTo>
                      <a:pt x="213200" y="182500"/>
                    </a:lnTo>
                    <a:lnTo>
                      <a:pt x="213200" y="183200"/>
                    </a:lnTo>
                    <a:lnTo>
                      <a:pt x="212500" y="183200"/>
                    </a:lnTo>
                    <a:close/>
                    <a:moveTo>
                      <a:pt x="215000" y="180000"/>
                    </a:moveTo>
                    <a:lnTo>
                      <a:pt x="215850" y="180000"/>
                    </a:lnTo>
                    <a:lnTo>
                      <a:pt x="215850" y="180850"/>
                    </a:lnTo>
                    <a:lnTo>
                      <a:pt x="215000" y="180850"/>
                    </a:lnTo>
                    <a:close/>
                    <a:moveTo>
                      <a:pt x="217500" y="182500"/>
                    </a:moveTo>
                    <a:lnTo>
                      <a:pt x="218200" y="182500"/>
                    </a:lnTo>
                    <a:lnTo>
                      <a:pt x="218200" y="183200"/>
                    </a:lnTo>
                    <a:lnTo>
                      <a:pt x="217500" y="183200"/>
                    </a:lnTo>
                    <a:close/>
                    <a:moveTo>
                      <a:pt x="220000" y="180000"/>
                    </a:moveTo>
                    <a:lnTo>
                      <a:pt x="220850" y="180000"/>
                    </a:lnTo>
                    <a:lnTo>
                      <a:pt x="220850" y="180850"/>
                    </a:lnTo>
                    <a:lnTo>
                      <a:pt x="220000" y="180850"/>
                    </a:lnTo>
                    <a:close/>
                    <a:moveTo>
                      <a:pt x="222500" y="182500"/>
                    </a:moveTo>
                    <a:lnTo>
                      <a:pt x="223200" y="182500"/>
                    </a:lnTo>
                    <a:lnTo>
                      <a:pt x="223200" y="183200"/>
                    </a:lnTo>
                    <a:lnTo>
                      <a:pt x="222500" y="183200"/>
                    </a:lnTo>
                    <a:close/>
                    <a:moveTo>
                      <a:pt x="225000" y="180000"/>
                    </a:moveTo>
                    <a:lnTo>
                      <a:pt x="225850" y="180000"/>
                    </a:lnTo>
                    <a:lnTo>
                      <a:pt x="225850" y="180850"/>
                    </a:lnTo>
                    <a:lnTo>
                      <a:pt x="225000" y="180850"/>
                    </a:lnTo>
                    <a:close/>
                    <a:moveTo>
                      <a:pt x="227500" y="182500"/>
                    </a:moveTo>
                    <a:lnTo>
                      <a:pt x="228200" y="182500"/>
                    </a:lnTo>
                    <a:lnTo>
                      <a:pt x="228200" y="183200"/>
                    </a:lnTo>
                    <a:lnTo>
                      <a:pt x="227500" y="183200"/>
                    </a:lnTo>
                    <a:close/>
                    <a:moveTo>
                      <a:pt x="230000" y="180000"/>
                    </a:moveTo>
                    <a:lnTo>
                      <a:pt x="230850" y="180000"/>
                    </a:lnTo>
                    <a:lnTo>
                      <a:pt x="230850" y="180850"/>
                    </a:lnTo>
                    <a:lnTo>
                      <a:pt x="230000" y="180850"/>
                    </a:lnTo>
                    <a:close/>
                    <a:moveTo>
                      <a:pt x="232500" y="182500"/>
                    </a:moveTo>
                    <a:lnTo>
                      <a:pt x="233200" y="182500"/>
                    </a:lnTo>
                    <a:lnTo>
                      <a:pt x="233200" y="183200"/>
                    </a:lnTo>
                    <a:lnTo>
                      <a:pt x="232500" y="183200"/>
                    </a:lnTo>
                    <a:close/>
                    <a:moveTo>
                      <a:pt x="235000" y="180000"/>
                    </a:moveTo>
                    <a:lnTo>
                      <a:pt x="235850" y="180000"/>
                    </a:lnTo>
                    <a:lnTo>
                      <a:pt x="235850" y="180850"/>
                    </a:lnTo>
                    <a:lnTo>
                      <a:pt x="235000" y="180850"/>
                    </a:lnTo>
                    <a:close/>
                    <a:moveTo>
                      <a:pt x="237500" y="182500"/>
                    </a:moveTo>
                    <a:lnTo>
                      <a:pt x="238200" y="182500"/>
                    </a:lnTo>
                    <a:lnTo>
                      <a:pt x="238200" y="183200"/>
                    </a:lnTo>
                    <a:lnTo>
                      <a:pt x="237500" y="183200"/>
                    </a:lnTo>
                    <a:close/>
                    <a:moveTo>
                      <a:pt x="240000" y="180000"/>
                    </a:moveTo>
                    <a:lnTo>
                      <a:pt x="240850" y="180000"/>
                    </a:lnTo>
                    <a:lnTo>
                      <a:pt x="240850" y="180850"/>
                    </a:lnTo>
                    <a:lnTo>
                      <a:pt x="240000" y="180850"/>
                    </a:lnTo>
                    <a:close/>
                    <a:moveTo>
                      <a:pt x="242500" y="182500"/>
                    </a:moveTo>
                    <a:lnTo>
                      <a:pt x="243200" y="182500"/>
                    </a:lnTo>
                    <a:lnTo>
                      <a:pt x="243200" y="183200"/>
                    </a:lnTo>
                    <a:lnTo>
                      <a:pt x="242500" y="183200"/>
                    </a:lnTo>
                    <a:close/>
                    <a:moveTo>
                      <a:pt x="245000" y="180000"/>
                    </a:moveTo>
                    <a:lnTo>
                      <a:pt x="245850" y="180000"/>
                    </a:lnTo>
                    <a:lnTo>
                      <a:pt x="245850" y="180850"/>
                    </a:lnTo>
                    <a:lnTo>
                      <a:pt x="245000" y="180850"/>
                    </a:lnTo>
                    <a:close/>
                    <a:moveTo>
                      <a:pt x="247500" y="182500"/>
                    </a:moveTo>
                    <a:lnTo>
                      <a:pt x="248200" y="182500"/>
                    </a:lnTo>
                    <a:lnTo>
                      <a:pt x="248200" y="183200"/>
                    </a:lnTo>
                    <a:lnTo>
                      <a:pt x="247500" y="183200"/>
                    </a:lnTo>
                    <a:close/>
                    <a:moveTo>
                      <a:pt x="250000" y="180000"/>
                    </a:moveTo>
                    <a:lnTo>
                      <a:pt x="250850" y="180000"/>
                    </a:lnTo>
                    <a:lnTo>
                      <a:pt x="250850" y="180850"/>
                    </a:lnTo>
                    <a:lnTo>
                      <a:pt x="250000" y="180850"/>
                    </a:lnTo>
                    <a:close/>
                    <a:moveTo>
                      <a:pt x="252500" y="182500"/>
                    </a:moveTo>
                    <a:lnTo>
                      <a:pt x="253200" y="182500"/>
                    </a:lnTo>
                    <a:lnTo>
                      <a:pt x="253200" y="183200"/>
                    </a:lnTo>
                    <a:lnTo>
                      <a:pt x="252500" y="183200"/>
                    </a:lnTo>
                    <a:close/>
                    <a:moveTo>
                      <a:pt x="255000" y="180000"/>
                    </a:moveTo>
                    <a:lnTo>
                      <a:pt x="255850" y="180000"/>
                    </a:lnTo>
                    <a:lnTo>
                      <a:pt x="255850" y="180850"/>
                    </a:lnTo>
                    <a:lnTo>
                      <a:pt x="255000" y="180850"/>
                    </a:lnTo>
                    <a:close/>
                    <a:moveTo>
                      <a:pt x="257500" y="182500"/>
                    </a:moveTo>
                    <a:lnTo>
                      <a:pt x="258200" y="182500"/>
                    </a:lnTo>
                    <a:lnTo>
                      <a:pt x="258200" y="183200"/>
                    </a:lnTo>
                    <a:lnTo>
                      <a:pt x="257500" y="183200"/>
                    </a:lnTo>
                    <a:close/>
                    <a:moveTo>
                      <a:pt x="260000" y="180000"/>
                    </a:moveTo>
                    <a:lnTo>
                      <a:pt x="260850" y="180000"/>
                    </a:lnTo>
                    <a:lnTo>
                      <a:pt x="260850" y="180850"/>
                    </a:lnTo>
                    <a:lnTo>
                      <a:pt x="260000" y="180850"/>
                    </a:lnTo>
                    <a:close/>
                    <a:moveTo>
                      <a:pt x="262500" y="182500"/>
                    </a:moveTo>
                    <a:lnTo>
                      <a:pt x="263200" y="182500"/>
                    </a:lnTo>
                    <a:lnTo>
                      <a:pt x="263200" y="183200"/>
                    </a:lnTo>
                    <a:lnTo>
                      <a:pt x="262500" y="183200"/>
                    </a:lnTo>
                    <a:close/>
                    <a:moveTo>
                      <a:pt x="265000" y="180000"/>
                    </a:moveTo>
                    <a:lnTo>
                      <a:pt x="265850" y="180000"/>
                    </a:lnTo>
                    <a:lnTo>
                      <a:pt x="265850" y="180850"/>
                    </a:lnTo>
                    <a:lnTo>
                      <a:pt x="265000" y="180850"/>
                    </a:lnTo>
                    <a:close/>
                    <a:moveTo>
                      <a:pt x="267500" y="182500"/>
                    </a:moveTo>
                    <a:lnTo>
                      <a:pt x="268200" y="182500"/>
                    </a:lnTo>
                    <a:lnTo>
                      <a:pt x="268200" y="183200"/>
                    </a:lnTo>
                    <a:lnTo>
                      <a:pt x="267500" y="183200"/>
                    </a:lnTo>
                    <a:close/>
                    <a:moveTo>
                      <a:pt x="270000" y="180000"/>
                    </a:moveTo>
                    <a:lnTo>
                      <a:pt x="270850" y="180000"/>
                    </a:lnTo>
                    <a:lnTo>
                      <a:pt x="270850" y="180850"/>
                    </a:lnTo>
                    <a:lnTo>
                      <a:pt x="270000" y="180850"/>
                    </a:lnTo>
                    <a:close/>
                    <a:moveTo>
                      <a:pt x="272500" y="182500"/>
                    </a:moveTo>
                    <a:lnTo>
                      <a:pt x="273200" y="182500"/>
                    </a:lnTo>
                    <a:lnTo>
                      <a:pt x="273200" y="183200"/>
                    </a:lnTo>
                    <a:lnTo>
                      <a:pt x="272500" y="183200"/>
                    </a:lnTo>
                    <a:close/>
                    <a:moveTo>
                      <a:pt x="275000" y="180000"/>
                    </a:moveTo>
                    <a:lnTo>
                      <a:pt x="275850" y="180000"/>
                    </a:lnTo>
                    <a:lnTo>
                      <a:pt x="275850" y="180850"/>
                    </a:lnTo>
                    <a:lnTo>
                      <a:pt x="275000" y="180850"/>
                    </a:lnTo>
                    <a:close/>
                    <a:moveTo>
                      <a:pt x="277500" y="182500"/>
                    </a:moveTo>
                    <a:lnTo>
                      <a:pt x="278200" y="182500"/>
                    </a:lnTo>
                    <a:lnTo>
                      <a:pt x="278200" y="183200"/>
                    </a:lnTo>
                    <a:lnTo>
                      <a:pt x="277500" y="183200"/>
                    </a:lnTo>
                    <a:close/>
                    <a:moveTo>
                      <a:pt x="280000" y="180000"/>
                    </a:moveTo>
                    <a:lnTo>
                      <a:pt x="280850" y="180000"/>
                    </a:lnTo>
                    <a:lnTo>
                      <a:pt x="280850" y="180850"/>
                    </a:lnTo>
                    <a:lnTo>
                      <a:pt x="280000" y="180850"/>
                    </a:lnTo>
                    <a:close/>
                    <a:moveTo>
                      <a:pt x="282500" y="182500"/>
                    </a:moveTo>
                    <a:lnTo>
                      <a:pt x="283200" y="182500"/>
                    </a:lnTo>
                    <a:lnTo>
                      <a:pt x="283200" y="183200"/>
                    </a:lnTo>
                    <a:lnTo>
                      <a:pt x="282500" y="183200"/>
                    </a:lnTo>
                    <a:close/>
                    <a:moveTo>
                      <a:pt x="285000" y="180000"/>
                    </a:moveTo>
                    <a:lnTo>
                      <a:pt x="285850" y="180000"/>
                    </a:lnTo>
                    <a:lnTo>
                      <a:pt x="285850" y="180850"/>
                    </a:lnTo>
                    <a:lnTo>
                      <a:pt x="285000" y="180850"/>
                    </a:lnTo>
                    <a:close/>
                    <a:moveTo>
                      <a:pt x="287500" y="182500"/>
                    </a:moveTo>
                    <a:lnTo>
                      <a:pt x="288200" y="182500"/>
                    </a:lnTo>
                    <a:lnTo>
                      <a:pt x="288200" y="183200"/>
                    </a:lnTo>
                    <a:lnTo>
                      <a:pt x="287500" y="183200"/>
                    </a:lnTo>
                    <a:close/>
                    <a:moveTo>
                      <a:pt x="0" y="185000"/>
                    </a:moveTo>
                    <a:lnTo>
                      <a:pt x="850" y="185000"/>
                    </a:lnTo>
                    <a:lnTo>
                      <a:pt x="850" y="185850"/>
                    </a:lnTo>
                    <a:lnTo>
                      <a:pt x="0" y="185850"/>
                    </a:lnTo>
                    <a:close/>
                    <a:moveTo>
                      <a:pt x="2500" y="187500"/>
                    </a:moveTo>
                    <a:lnTo>
                      <a:pt x="3200" y="187500"/>
                    </a:lnTo>
                    <a:lnTo>
                      <a:pt x="3200" y="188200"/>
                    </a:lnTo>
                    <a:lnTo>
                      <a:pt x="2500" y="188200"/>
                    </a:lnTo>
                    <a:close/>
                    <a:moveTo>
                      <a:pt x="5000" y="185000"/>
                    </a:moveTo>
                    <a:lnTo>
                      <a:pt x="5850" y="185000"/>
                    </a:lnTo>
                    <a:lnTo>
                      <a:pt x="5850" y="185850"/>
                    </a:lnTo>
                    <a:lnTo>
                      <a:pt x="5000" y="185850"/>
                    </a:lnTo>
                    <a:close/>
                    <a:moveTo>
                      <a:pt x="7500" y="187500"/>
                    </a:moveTo>
                    <a:lnTo>
                      <a:pt x="8200" y="187500"/>
                    </a:lnTo>
                    <a:lnTo>
                      <a:pt x="8200" y="188200"/>
                    </a:lnTo>
                    <a:lnTo>
                      <a:pt x="7500" y="188200"/>
                    </a:lnTo>
                    <a:close/>
                    <a:moveTo>
                      <a:pt x="10000" y="185000"/>
                    </a:moveTo>
                    <a:lnTo>
                      <a:pt x="10850" y="185000"/>
                    </a:lnTo>
                    <a:lnTo>
                      <a:pt x="10850" y="185850"/>
                    </a:lnTo>
                    <a:lnTo>
                      <a:pt x="10000" y="185850"/>
                    </a:lnTo>
                    <a:close/>
                    <a:moveTo>
                      <a:pt x="12500" y="187500"/>
                    </a:moveTo>
                    <a:lnTo>
                      <a:pt x="13200" y="187500"/>
                    </a:lnTo>
                    <a:lnTo>
                      <a:pt x="13200" y="188200"/>
                    </a:lnTo>
                    <a:lnTo>
                      <a:pt x="12500" y="188200"/>
                    </a:lnTo>
                    <a:close/>
                    <a:moveTo>
                      <a:pt x="15000" y="185000"/>
                    </a:moveTo>
                    <a:lnTo>
                      <a:pt x="15850" y="185000"/>
                    </a:lnTo>
                    <a:lnTo>
                      <a:pt x="15850" y="185850"/>
                    </a:lnTo>
                    <a:lnTo>
                      <a:pt x="15000" y="185850"/>
                    </a:lnTo>
                    <a:close/>
                    <a:moveTo>
                      <a:pt x="17500" y="187500"/>
                    </a:moveTo>
                    <a:lnTo>
                      <a:pt x="18200" y="187500"/>
                    </a:lnTo>
                    <a:lnTo>
                      <a:pt x="18200" y="188200"/>
                    </a:lnTo>
                    <a:lnTo>
                      <a:pt x="17500" y="188200"/>
                    </a:lnTo>
                    <a:close/>
                    <a:moveTo>
                      <a:pt x="20000" y="185000"/>
                    </a:moveTo>
                    <a:lnTo>
                      <a:pt x="20850" y="185000"/>
                    </a:lnTo>
                    <a:lnTo>
                      <a:pt x="20850" y="185850"/>
                    </a:lnTo>
                    <a:lnTo>
                      <a:pt x="20000" y="185850"/>
                    </a:lnTo>
                    <a:close/>
                    <a:moveTo>
                      <a:pt x="22500" y="187500"/>
                    </a:moveTo>
                    <a:lnTo>
                      <a:pt x="23200" y="187500"/>
                    </a:lnTo>
                    <a:lnTo>
                      <a:pt x="23200" y="188200"/>
                    </a:lnTo>
                    <a:lnTo>
                      <a:pt x="22500" y="188200"/>
                    </a:lnTo>
                    <a:close/>
                    <a:moveTo>
                      <a:pt x="25000" y="185000"/>
                    </a:moveTo>
                    <a:lnTo>
                      <a:pt x="25850" y="185000"/>
                    </a:lnTo>
                    <a:lnTo>
                      <a:pt x="25850" y="185850"/>
                    </a:lnTo>
                    <a:lnTo>
                      <a:pt x="25000" y="185850"/>
                    </a:lnTo>
                    <a:close/>
                    <a:moveTo>
                      <a:pt x="27500" y="187500"/>
                    </a:moveTo>
                    <a:lnTo>
                      <a:pt x="28200" y="187500"/>
                    </a:lnTo>
                    <a:lnTo>
                      <a:pt x="28200" y="188200"/>
                    </a:lnTo>
                    <a:lnTo>
                      <a:pt x="27500" y="188200"/>
                    </a:lnTo>
                    <a:close/>
                    <a:moveTo>
                      <a:pt x="30000" y="185000"/>
                    </a:moveTo>
                    <a:lnTo>
                      <a:pt x="30850" y="185000"/>
                    </a:lnTo>
                    <a:lnTo>
                      <a:pt x="30850" y="185850"/>
                    </a:lnTo>
                    <a:lnTo>
                      <a:pt x="30000" y="185850"/>
                    </a:lnTo>
                    <a:close/>
                    <a:moveTo>
                      <a:pt x="32500" y="187500"/>
                    </a:moveTo>
                    <a:lnTo>
                      <a:pt x="33200" y="187500"/>
                    </a:lnTo>
                    <a:lnTo>
                      <a:pt x="33200" y="188200"/>
                    </a:lnTo>
                    <a:lnTo>
                      <a:pt x="32500" y="188200"/>
                    </a:lnTo>
                    <a:close/>
                    <a:moveTo>
                      <a:pt x="35000" y="185000"/>
                    </a:moveTo>
                    <a:lnTo>
                      <a:pt x="35850" y="185000"/>
                    </a:lnTo>
                    <a:lnTo>
                      <a:pt x="35850" y="185850"/>
                    </a:lnTo>
                    <a:lnTo>
                      <a:pt x="35000" y="185850"/>
                    </a:lnTo>
                    <a:close/>
                    <a:moveTo>
                      <a:pt x="37500" y="187500"/>
                    </a:moveTo>
                    <a:lnTo>
                      <a:pt x="38200" y="187500"/>
                    </a:lnTo>
                    <a:lnTo>
                      <a:pt x="38200" y="188200"/>
                    </a:lnTo>
                    <a:lnTo>
                      <a:pt x="37500" y="188200"/>
                    </a:lnTo>
                    <a:close/>
                    <a:moveTo>
                      <a:pt x="40000" y="185000"/>
                    </a:moveTo>
                    <a:lnTo>
                      <a:pt x="40850" y="185000"/>
                    </a:lnTo>
                    <a:lnTo>
                      <a:pt x="40850" y="185850"/>
                    </a:lnTo>
                    <a:lnTo>
                      <a:pt x="40000" y="185850"/>
                    </a:lnTo>
                    <a:close/>
                    <a:moveTo>
                      <a:pt x="42500" y="187500"/>
                    </a:moveTo>
                    <a:lnTo>
                      <a:pt x="43200" y="187500"/>
                    </a:lnTo>
                    <a:lnTo>
                      <a:pt x="43200" y="188200"/>
                    </a:lnTo>
                    <a:lnTo>
                      <a:pt x="42500" y="188200"/>
                    </a:lnTo>
                    <a:close/>
                    <a:moveTo>
                      <a:pt x="45000" y="185000"/>
                    </a:moveTo>
                    <a:lnTo>
                      <a:pt x="45850" y="185000"/>
                    </a:lnTo>
                    <a:lnTo>
                      <a:pt x="45850" y="185850"/>
                    </a:lnTo>
                    <a:lnTo>
                      <a:pt x="45000" y="185850"/>
                    </a:lnTo>
                    <a:close/>
                    <a:moveTo>
                      <a:pt x="47500" y="187500"/>
                    </a:moveTo>
                    <a:lnTo>
                      <a:pt x="48200" y="187500"/>
                    </a:lnTo>
                    <a:lnTo>
                      <a:pt x="48200" y="188200"/>
                    </a:lnTo>
                    <a:lnTo>
                      <a:pt x="47500" y="188200"/>
                    </a:lnTo>
                    <a:close/>
                    <a:moveTo>
                      <a:pt x="50000" y="185000"/>
                    </a:moveTo>
                    <a:lnTo>
                      <a:pt x="50850" y="185000"/>
                    </a:lnTo>
                    <a:lnTo>
                      <a:pt x="50850" y="185850"/>
                    </a:lnTo>
                    <a:lnTo>
                      <a:pt x="50000" y="185850"/>
                    </a:lnTo>
                    <a:close/>
                    <a:moveTo>
                      <a:pt x="52500" y="187500"/>
                    </a:moveTo>
                    <a:lnTo>
                      <a:pt x="53200" y="187500"/>
                    </a:lnTo>
                    <a:lnTo>
                      <a:pt x="53200" y="188200"/>
                    </a:lnTo>
                    <a:lnTo>
                      <a:pt x="52500" y="188200"/>
                    </a:lnTo>
                    <a:close/>
                    <a:moveTo>
                      <a:pt x="55000" y="185000"/>
                    </a:moveTo>
                    <a:lnTo>
                      <a:pt x="55850" y="185000"/>
                    </a:lnTo>
                    <a:lnTo>
                      <a:pt x="55850" y="185850"/>
                    </a:lnTo>
                    <a:lnTo>
                      <a:pt x="55000" y="185850"/>
                    </a:lnTo>
                    <a:close/>
                    <a:moveTo>
                      <a:pt x="57500" y="187500"/>
                    </a:moveTo>
                    <a:lnTo>
                      <a:pt x="58200" y="187500"/>
                    </a:lnTo>
                    <a:lnTo>
                      <a:pt x="58200" y="188200"/>
                    </a:lnTo>
                    <a:lnTo>
                      <a:pt x="57500" y="188200"/>
                    </a:lnTo>
                    <a:close/>
                    <a:moveTo>
                      <a:pt x="60000" y="185000"/>
                    </a:moveTo>
                    <a:lnTo>
                      <a:pt x="60850" y="185000"/>
                    </a:lnTo>
                    <a:lnTo>
                      <a:pt x="60850" y="185850"/>
                    </a:lnTo>
                    <a:lnTo>
                      <a:pt x="60000" y="185850"/>
                    </a:lnTo>
                    <a:close/>
                    <a:moveTo>
                      <a:pt x="62500" y="187500"/>
                    </a:moveTo>
                    <a:lnTo>
                      <a:pt x="63200" y="187500"/>
                    </a:lnTo>
                    <a:lnTo>
                      <a:pt x="63200" y="188200"/>
                    </a:lnTo>
                    <a:lnTo>
                      <a:pt x="62500" y="188200"/>
                    </a:lnTo>
                    <a:close/>
                    <a:moveTo>
                      <a:pt x="65000" y="185000"/>
                    </a:moveTo>
                    <a:lnTo>
                      <a:pt x="65850" y="185000"/>
                    </a:lnTo>
                    <a:lnTo>
                      <a:pt x="65850" y="185850"/>
                    </a:lnTo>
                    <a:lnTo>
                      <a:pt x="65000" y="185850"/>
                    </a:lnTo>
                    <a:close/>
                    <a:moveTo>
                      <a:pt x="67500" y="187500"/>
                    </a:moveTo>
                    <a:lnTo>
                      <a:pt x="68200" y="187500"/>
                    </a:lnTo>
                    <a:lnTo>
                      <a:pt x="68200" y="188200"/>
                    </a:lnTo>
                    <a:lnTo>
                      <a:pt x="67500" y="188200"/>
                    </a:lnTo>
                    <a:close/>
                    <a:moveTo>
                      <a:pt x="70000" y="185000"/>
                    </a:moveTo>
                    <a:lnTo>
                      <a:pt x="70850" y="185000"/>
                    </a:lnTo>
                    <a:lnTo>
                      <a:pt x="70850" y="185850"/>
                    </a:lnTo>
                    <a:lnTo>
                      <a:pt x="70000" y="185850"/>
                    </a:lnTo>
                    <a:close/>
                    <a:moveTo>
                      <a:pt x="72500" y="187500"/>
                    </a:moveTo>
                    <a:lnTo>
                      <a:pt x="73200" y="187500"/>
                    </a:lnTo>
                    <a:lnTo>
                      <a:pt x="73200" y="188200"/>
                    </a:lnTo>
                    <a:lnTo>
                      <a:pt x="72500" y="188200"/>
                    </a:lnTo>
                    <a:close/>
                    <a:moveTo>
                      <a:pt x="75000" y="185000"/>
                    </a:moveTo>
                    <a:lnTo>
                      <a:pt x="75850" y="185000"/>
                    </a:lnTo>
                    <a:lnTo>
                      <a:pt x="75850" y="185850"/>
                    </a:lnTo>
                    <a:lnTo>
                      <a:pt x="75000" y="185850"/>
                    </a:lnTo>
                    <a:close/>
                    <a:moveTo>
                      <a:pt x="77500" y="187500"/>
                    </a:moveTo>
                    <a:lnTo>
                      <a:pt x="78200" y="187500"/>
                    </a:lnTo>
                    <a:lnTo>
                      <a:pt x="78200" y="188200"/>
                    </a:lnTo>
                    <a:lnTo>
                      <a:pt x="77500" y="188200"/>
                    </a:lnTo>
                    <a:close/>
                    <a:moveTo>
                      <a:pt x="80000" y="185000"/>
                    </a:moveTo>
                    <a:lnTo>
                      <a:pt x="80850" y="185000"/>
                    </a:lnTo>
                    <a:lnTo>
                      <a:pt x="80850" y="185850"/>
                    </a:lnTo>
                    <a:lnTo>
                      <a:pt x="80000" y="185850"/>
                    </a:lnTo>
                    <a:close/>
                    <a:moveTo>
                      <a:pt x="82500" y="187500"/>
                    </a:moveTo>
                    <a:lnTo>
                      <a:pt x="83200" y="187500"/>
                    </a:lnTo>
                    <a:lnTo>
                      <a:pt x="83200" y="188200"/>
                    </a:lnTo>
                    <a:lnTo>
                      <a:pt x="82500" y="188200"/>
                    </a:lnTo>
                    <a:close/>
                    <a:moveTo>
                      <a:pt x="85000" y="185000"/>
                    </a:moveTo>
                    <a:lnTo>
                      <a:pt x="85850" y="185000"/>
                    </a:lnTo>
                    <a:lnTo>
                      <a:pt x="85850" y="185850"/>
                    </a:lnTo>
                    <a:lnTo>
                      <a:pt x="85000" y="185850"/>
                    </a:lnTo>
                    <a:close/>
                    <a:moveTo>
                      <a:pt x="87500" y="187500"/>
                    </a:moveTo>
                    <a:lnTo>
                      <a:pt x="88200" y="187500"/>
                    </a:lnTo>
                    <a:lnTo>
                      <a:pt x="88200" y="188200"/>
                    </a:lnTo>
                    <a:lnTo>
                      <a:pt x="87500" y="188200"/>
                    </a:lnTo>
                    <a:close/>
                    <a:moveTo>
                      <a:pt x="90000" y="185000"/>
                    </a:moveTo>
                    <a:lnTo>
                      <a:pt x="90850" y="185000"/>
                    </a:lnTo>
                    <a:lnTo>
                      <a:pt x="90850" y="185850"/>
                    </a:lnTo>
                    <a:lnTo>
                      <a:pt x="90000" y="185850"/>
                    </a:lnTo>
                    <a:close/>
                    <a:moveTo>
                      <a:pt x="92500" y="187500"/>
                    </a:moveTo>
                    <a:lnTo>
                      <a:pt x="93200" y="187500"/>
                    </a:lnTo>
                    <a:lnTo>
                      <a:pt x="93200" y="188200"/>
                    </a:lnTo>
                    <a:lnTo>
                      <a:pt x="92500" y="188200"/>
                    </a:lnTo>
                    <a:close/>
                    <a:moveTo>
                      <a:pt x="95000" y="185000"/>
                    </a:moveTo>
                    <a:lnTo>
                      <a:pt x="95850" y="185000"/>
                    </a:lnTo>
                    <a:lnTo>
                      <a:pt x="95850" y="185850"/>
                    </a:lnTo>
                    <a:lnTo>
                      <a:pt x="95000" y="185850"/>
                    </a:lnTo>
                    <a:close/>
                    <a:moveTo>
                      <a:pt x="97500" y="187500"/>
                    </a:moveTo>
                    <a:lnTo>
                      <a:pt x="98200" y="187500"/>
                    </a:lnTo>
                    <a:lnTo>
                      <a:pt x="98200" y="188200"/>
                    </a:lnTo>
                    <a:lnTo>
                      <a:pt x="97500" y="188200"/>
                    </a:lnTo>
                    <a:close/>
                    <a:moveTo>
                      <a:pt x="100000" y="185000"/>
                    </a:moveTo>
                    <a:lnTo>
                      <a:pt x="100850" y="185000"/>
                    </a:lnTo>
                    <a:lnTo>
                      <a:pt x="100850" y="185850"/>
                    </a:lnTo>
                    <a:lnTo>
                      <a:pt x="100000" y="185850"/>
                    </a:lnTo>
                    <a:close/>
                    <a:moveTo>
                      <a:pt x="102500" y="187500"/>
                    </a:moveTo>
                    <a:lnTo>
                      <a:pt x="103200" y="187500"/>
                    </a:lnTo>
                    <a:lnTo>
                      <a:pt x="103200" y="188200"/>
                    </a:lnTo>
                    <a:lnTo>
                      <a:pt x="102500" y="188200"/>
                    </a:lnTo>
                    <a:close/>
                    <a:moveTo>
                      <a:pt x="105000" y="185000"/>
                    </a:moveTo>
                    <a:lnTo>
                      <a:pt x="105850" y="185000"/>
                    </a:lnTo>
                    <a:lnTo>
                      <a:pt x="105850" y="185850"/>
                    </a:lnTo>
                    <a:lnTo>
                      <a:pt x="105000" y="185850"/>
                    </a:lnTo>
                    <a:close/>
                    <a:moveTo>
                      <a:pt x="107500" y="187500"/>
                    </a:moveTo>
                    <a:lnTo>
                      <a:pt x="108200" y="187500"/>
                    </a:lnTo>
                    <a:lnTo>
                      <a:pt x="108200" y="188200"/>
                    </a:lnTo>
                    <a:lnTo>
                      <a:pt x="107500" y="188200"/>
                    </a:lnTo>
                    <a:close/>
                    <a:moveTo>
                      <a:pt x="110000" y="185000"/>
                    </a:moveTo>
                    <a:lnTo>
                      <a:pt x="110850" y="185000"/>
                    </a:lnTo>
                    <a:lnTo>
                      <a:pt x="110850" y="185850"/>
                    </a:lnTo>
                    <a:lnTo>
                      <a:pt x="110000" y="185850"/>
                    </a:lnTo>
                    <a:close/>
                    <a:moveTo>
                      <a:pt x="112500" y="187500"/>
                    </a:moveTo>
                    <a:lnTo>
                      <a:pt x="113200" y="187500"/>
                    </a:lnTo>
                    <a:lnTo>
                      <a:pt x="113200" y="188200"/>
                    </a:lnTo>
                    <a:lnTo>
                      <a:pt x="112500" y="188200"/>
                    </a:lnTo>
                    <a:close/>
                    <a:moveTo>
                      <a:pt x="115000" y="185000"/>
                    </a:moveTo>
                    <a:lnTo>
                      <a:pt x="115850" y="185000"/>
                    </a:lnTo>
                    <a:lnTo>
                      <a:pt x="115850" y="185850"/>
                    </a:lnTo>
                    <a:lnTo>
                      <a:pt x="115000" y="185850"/>
                    </a:lnTo>
                    <a:close/>
                    <a:moveTo>
                      <a:pt x="117500" y="187500"/>
                    </a:moveTo>
                    <a:lnTo>
                      <a:pt x="118200" y="187500"/>
                    </a:lnTo>
                    <a:lnTo>
                      <a:pt x="118200" y="188200"/>
                    </a:lnTo>
                    <a:lnTo>
                      <a:pt x="117500" y="188200"/>
                    </a:lnTo>
                    <a:close/>
                    <a:moveTo>
                      <a:pt x="120000" y="185000"/>
                    </a:moveTo>
                    <a:lnTo>
                      <a:pt x="120850" y="185000"/>
                    </a:lnTo>
                    <a:lnTo>
                      <a:pt x="120850" y="185850"/>
                    </a:lnTo>
                    <a:lnTo>
                      <a:pt x="120000" y="185850"/>
                    </a:lnTo>
                    <a:close/>
                    <a:moveTo>
                      <a:pt x="122500" y="187500"/>
                    </a:moveTo>
                    <a:lnTo>
                      <a:pt x="123200" y="187500"/>
                    </a:lnTo>
                    <a:lnTo>
                      <a:pt x="123200" y="188200"/>
                    </a:lnTo>
                    <a:lnTo>
                      <a:pt x="122500" y="188200"/>
                    </a:lnTo>
                    <a:close/>
                    <a:moveTo>
                      <a:pt x="125000" y="185000"/>
                    </a:moveTo>
                    <a:lnTo>
                      <a:pt x="125850" y="185000"/>
                    </a:lnTo>
                    <a:lnTo>
                      <a:pt x="125850" y="185850"/>
                    </a:lnTo>
                    <a:lnTo>
                      <a:pt x="125000" y="185850"/>
                    </a:lnTo>
                    <a:close/>
                    <a:moveTo>
                      <a:pt x="127500" y="187500"/>
                    </a:moveTo>
                    <a:lnTo>
                      <a:pt x="128200" y="187500"/>
                    </a:lnTo>
                    <a:lnTo>
                      <a:pt x="128200" y="188200"/>
                    </a:lnTo>
                    <a:lnTo>
                      <a:pt x="127500" y="188200"/>
                    </a:lnTo>
                    <a:close/>
                    <a:moveTo>
                      <a:pt x="130000" y="185000"/>
                    </a:moveTo>
                    <a:lnTo>
                      <a:pt x="130850" y="185000"/>
                    </a:lnTo>
                    <a:lnTo>
                      <a:pt x="130850" y="185850"/>
                    </a:lnTo>
                    <a:lnTo>
                      <a:pt x="130000" y="185850"/>
                    </a:lnTo>
                    <a:close/>
                    <a:moveTo>
                      <a:pt x="132500" y="187500"/>
                    </a:moveTo>
                    <a:lnTo>
                      <a:pt x="133200" y="187500"/>
                    </a:lnTo>
                    <a:lnTo>
                      <a:pt x="133200" y="188200"/>
                    </a:lnTo>
                    <a:lnTo>
                      <a:pt x="132500" y="188200"/>
                    </a:lnTo>
                    <a:close/>
                    <a:moveTo>
                      <a:pt x="135000" y="185000"/>
                    </a:moveTo>
                    <a:lnTo>
                      <a:pt x="135850" y="185000"/>
                    </a:lnTo>
                    <a:lnTo>
                      <a:pt x="135850" y="185850"/>
                    </a:lnTo>
                    <a:lnTo>
                      <a:pt x="135000" y="185850"/>
                    </a:lnTo>
                    <a:close/>
                    <a:moveTo>
                      <a:pt x="137500" y="187500"/>
                    </a:moveTo>
                    <a:lnTo>
                      <a:pt x="138200" y="187500"/>
                    </a:lnTo>
                    <a:lnTo>
                      <a:pt x="138200" y="188200"/>
                    </a:lnTo>
                    <a:lnTo>
                      <a:pt x="137500" y="188200"/>
                    </a:lnTo>
                    <a:close/>
                    <a:moveTo>
                      <a:pt x="140000" y="185000"/>
                    </a:moveTo>
                    <a:lnTo>
                      <a:pt x="140850" y="185000"/>
                    </a:lnTo>
                    <a:lnTo>
                      <a:pt x="140850" y="185850"/>
                    </a:lnTo>
                    <a:lnTo>
                      <a:pt x="140000" y="185850"/>
                    </a:lnTo>
                    <a:close/>
                    <a:moveTo>
                      <a:pt x="142500" y="187500"/>
                    </a:moveTo>
                    <a:lnTo>
                      <a:pt x="143200" y="187500"/>
                    </a:lnTo>
                    <a:lnTo>
                      <a:pt x="143200" y="188200"/>
                    </a:lnTo>
                    <a:lnTo>
                      <a:pt x="142500" y="188200"/>
                    </a:lnTo>
                    <a:close/>
                    <a:moveTo>
                      <a:pt x="145000" y="185000"/>
                    </a:moveTo>
                    <a:lnTo>
                      <a:pt x="145850" y="185000"/>
                    </a:lnTo>
                    <a:lnTo>
                      <a:pt x="145850" y="185850"/>
                    </a:lnTo>
                    <a:lnTo>
                      <a:pt x="145000" y="185850"/>
                    </a:lnTo>
                    <a:close/>
                    <a:moveTo>
                      <a:pt x="147500" y="187500"/>
                    </a:moveTo>
                    <a:lnTo>
                      <a:pt x="148200" y="187500"/>
                    </a:lnTo>
                    <a:lnTo>
                      <a:pt x="148200" y="188200"/>
                    </a:lnTo>
                    <a:lnTo>
                      <a:pt x="147500" y="188200"/>
                    </a:lnTo>
                    <a:close/>
                    <a:moveTo>
                      <a:pt x="150000" y="185000"/>
                    </a:moveTo>
                    <a:lnTo>
                      <a:pt x="150850" y="185000"/>
                    </a:lnTo>
                    <a:lnTo>
                      <a:pt x="150850" y="185850"/>
                    </a:lnTo>
                    <a:lnTo>
                      <a:pt x="150000" y="185850"/>
                    </a:lnTo>
                    <a:close/>
                    <a:moveTo>
                      <a:pt x="152500" y="187500"/>
                    </a:moveTo>
                    <a:lnTo>
                      <a:pt x="153200" y="187500"/>
                    </a:lnTo>
                    <a:lnTo>
                      <a:pt x="153200" y="188200"/>
                    </a:lnTo>
                    <a:lnTo>
                      <a:pt x="152500" y="188200"/>
                    </a:lnTo>
                    <a:close/>
                    <a:moveTo>
                      <a:pt x="155000" y="185000"/>
                    </a:moveTo>
                    <a:lnTo>
                      <a:pt x="155850" y="185000"/>
                    </a:lnTo>
                    <a:lnTo>
                      <a:pt x="155850" y="185850"/>
                    </a:lnTo>
                    <a:lnTo>
                      <a:pt x="155000" y="185850"/>
                    </a:lnTo>
                    <a:close/>
                    <a:moveTo>
                      <a:pt x="157500" y="187500"/>
                    </a:moveTo>
                    <a:lnTo>
                      <a:pt x="158200" y="187500"/>
                    </a:lnTo>
                    <a:lnTo>
                      <a:pt x="158200" y="188200"/>
                    </a:lnTo>
                    <a:lnTo>
                      <a:pt x="157500" y="188200"/>
                    </a:lnTo>
                    <a:close/>
                    <a:moveTo>
                      <a:pt x="160000" y="185000"/>
                    </a:moveTo>
                    <a:lnTo>
                      <a:pt x="160850" y="185000"/>
                    </a:lnTo>
                    <a:lnTo>
                      <a:pt x="160850" y="185850"/>
                    </a:lnTo>
                    <a:lnTo>
                      <a:pt x="160000" y="185850"/>
                    </a:lnTo>
                    <a:close/>
                    <a:moveTo>
                      <a:pt x="162500" y="187500"/>
                    </a:moveTo>
                    <a:lnTo>
                      <a:pt x="163200" y="187500"/>
                    </a:lnTo>
                    <a:lnTo>
                      <a:pt x="163200" y="188200"/>
                    </a:lnTo>
                    <a:lnTo>
                      <a:pt x="162500" y="188200"/>
                    </a:lnTo>
                    <a:close/>
                    <a:moveTo>
                      <a:pt x="165000" y="185000"/>
                    </a:moveTo>
                    <a:lnTo>
                      <a:pt x="165850" y="185000"/>
                    </a:lnTo>
                    <a:lnTo>
                      <a:pt x="165850" y="185850"/>
                    </a:lnTo>
                    <a:lnTo>
                      <a:pt x="165000" y="185850"/>
                    </a:lnTo>
                    <a:close/>
                    <a:moveTo>
                      <a:pt x="167500" y="187500"/>
                    </a:moveTo>
                    <a:lnTo>
                      <a:pt x="168200" y="187500"/>
                    </a:lnTo>
                    <a:lnTo>
                      <a:pt x="168200" y="188200"/>
                    </a:lnTo>
                    <a:lnTo>
                      <a:pt x="167500" y="188200"/>
                    </a:lnTo>
                    <a:close/>
                    <a:moveTo>
                      <a:pt x="170000" y="185000"/>
                    </a:moveTo>
                    <a:lnTo>
                      <a:pt x="170850" y="185000"/>
                    </a:lnTo>
                    <a:lnTo>
                      <a:pt x="170850" y="185850"/>
                    </a:lnTo>
                    <a:lnTo>
                      <a:pt x="170000" y="185850"/>
                    </a:lnTo>
                    <a:close/>
                    <a:moveTo>
                      <a:pt x="172500" y="187500"/>
                    </a:moveTo>
                    <a:lnTo>
                      <a:pt x="173200" y="187500"/>
                    </a:lnTo>
                    <a:lnTo>
                      <a:pt x="173200" y="188200"/>
                    </a:lnTo>
                    <a:lnTo>
                      <a:pt x="172500" y="188200"/>
                    </a:lnTo>
                    <a:close/>
                    <a:moveTo>
                      <a:pt x="175000" y="185000"/>
                    </a:moveTo>
                    <a:lnTo>
                      <a:pt x="175850" y="185000"/>
                    </a:lnTo>
                    <a:lnTo>
                      <a:pt x="175850" y="185850"/>
                    </a:lnTo>
                    <a:lnTo>
                      <a:pt x="175000" y="185850"/>
                    </a:lnTo>
                    <a:close/>
                    <a:moveTo>
                      <a:pt x="177500" y="187500"/>
                    </a:moveTo>
                    <a:lnTo>
                      <a:pt x="178200" y="187500"/>
                    </a:lnTo>
                    <a:lnTo>
                      <a:pt x="178200" y="188200"/>
                    </a:lnTo>
                    <a:lnTo>
                      <a:pt x="177500" y="188200"/>
                    </a:lnTo>
                    <a:close/>
                    <a:moveTo>
                      <a:pt x="180000" y="185000"/>
                    </a:moveTo>
                    <a:lnTo>
                      <a:pt x="180850" y="185000"/>
                    </a:lnTo>
                    <a:lnTo>
                      <a:pt x="180850" y="185850"/>
                    </a:lnTo>
                    <a:lnTo>
                      <a:pt x="180000" y="185850"/>
                    </a:lnTo>
                    <a:close/>
                    <a:moveTo>
                      <a:pt x="182500" y="187500"/>
                    </a:moveTo>
                    <a:lnTo>
                      <a:pt x="183200" y="187500"/>
                    </a:lnTo>
                    <a:lnTo>
                      <a:pt x="183200" y="188200"/>
                    </a:lnTo>
                    <a:lnTo>
                      <a:pt x="182500" y="188200"/>
                    </a:lnTo>
                    <a:close/>
                    <a:moveTo>
                      <a:pt x="185000" y="185000"/>
                    </a:moveTo>
                    <a:lnTo>
                      <a:pt x="185850" y="185000"/>
                    </a:lnTo>
                    <a:lnTo>
                      <a:pt x="185850" y="185850"/>
                    </a:lnTo>
                    <a:lnTo>
                      <a:pt x="185000" y="185850"/>
                    </a:lnTo>
                    <a:close/>
                    <a:moveTo>
                      <a:pt x="187500" y="187500"/>
                    </a:moveTo>
                    <a:lnTo>
                      <a:pt x="188200" y="187500"/>
                    </a:lnTo>
                    <a:lnTo>
                      <a:pt x="188200" y="188200"/>
                    </a:lnTo>
                    <a:lnTo>
                      <a:pt x="187500" y="188200"/>
                    </a:lnTo>
                    <a:close/>
                    <a:moveTo>
                      <a:pt x="190000" y="185000"/>
                    </a:moveTo>
                    <a:lnTo>
                      <a:pt x="190850" y="185000"/>
                    </a:lnTo>
                    <a:lnTo>
                      <a:pt x="190850" y="185850"/>
                    </a:lnTo>
                    <a:lnTo>
                      <a:pt x="190000" y="185850"/>
                    </a:lnTo>
                    <a:close/>
                    <a:moveTo>
                      <a:pt x="192500" y="187500"/>
                    </a:moveTo>
                    <a:lnTo>
                      <a:pt x="193200" y="187500"/>
                    </a:lnTo>
                    <a:lnTo>
                      <a:pt x="193200" y="188200"/>
                    </a:lnTo>
                    <a:lnTo>
                      <a:pt x="192500" y="188200"/>
                    </a:lnTo>
                    <a:close/>
                    <a:moveTo>
                      <a:pt x="195000" y="185000"/>
                    </a:moveTo>
                    <a:lnTo>
                      <a:pt x="195850" y="185000"/>
                    </a:lnTo>
                    <a:lnTo>
                      <a:pt x="195850" y="185850"/>
                    </a:lnTo>
                    <a:lnTo>
                      <a:pt x="195000" y="185850"/>
                    </a:lnTo>
                    <a:close/>
                    <a:moveTo>
                      <a:pt x="197500" y="187500"/>
                    </a:moveTo>
                    <a:lnTo>
                      <a:pt x="198200" y="187500"/>
                    </a:lnTo>
                    <a:lnTo>
                      <a:pt x="198200" y="188200"/>
                    </a:lnTo>
                    <a:lnTo>
                      <a:pt x="197500" y="188200"/>
                    </a:lnTo>
                    <a:close/>
                    <a:moveTo>
                      <a:pt x="200000" y="185000"/>
                    </a:moveTo>
                    <a:lnTo>
                      <a:pt x="200850" y="185000"/>
                    </a:lnTo>
                    <a:lnTo>
                      <a:pt x="200850" y="185850"/>
                    </a:lnTo>
                    <a:lnTo>
                      <a:pt x="200000" y="185850"/>
                    </a:lnTo>
                    <a:close/>
                    <a:moveTo>
                      <a:pt x="202500" y="187500"/>
                    </a:moveTo>
                    <a:lnTo>
                      <a:pt x="203200" y="187500"/>
                    </a:lnTo>
                    <a:lnTo>
                      <a:pt x="203200" y="188200"/>
                    </a:lnTo>
                    <a:lnTo>
                      <a:pt x="202500" y="188200"/>
                    </a:lnTo>
                    <a:close/>
                    <a:moveTo>
                      <a:pt x="205000" y="185000"/>
                    </a:moveTo>
                    <a:lnTo>
                      <a:pt x="205850" y="185000"/>
                    </a:lnTo>
                    <a:lnTo>
                      <a:pt x="205850" y="185850"/>
                    </a:lnTo>
                    <a:lnTo>
                      <a:pt x="205000" y="185850"/>
                    </a:lnTo>
                    <a:close/>
                    <a:moveTo>
                      <a:pt x="207500" y="187500"/>
                    </a:moveTo>
                    <a:lnTo>
                      <a:pt x="208200" y="187500"/>
                    </a:lnTo>
                    <a:lnTo>
                      <a:pt x="208200" y="188200"/>
                    </a:lnTo>
                    <a:lnTo>
                      <a:pt x="207500" y="188200"/>
                    </a:lnTo>
                    <a:close/>
                    <a:moveTo>
                      <a:pt x="210000" y="185000"/>
                    </a:moveTo>
                    <a:lnTo>
                      <a:pt x="210850" y="185000"/>
                    </a:lnTo>
                    <a:lnTo>
                      <a:pt x="210850" y="185850"/>
                    </a:lnTo>
                    <a:lnTo>
                      <a:pt x="210000" y="185850"/>
                    </a:lnTo>
                    <a:close/>
                    <a:moveTo>
                      <a:pt x="212500" y="187500"/>
                    </a:moveTo>
                    <a:lnTo>
                      <a:pt x="213200" y="187500"/>
                    </a:lnTo>
                    <a:lnTo>
                      <a:pt x="213200" y="188200"/>
                    </a:lnTo>
                    <a:lnTo>
                      <a:pt x="212500" y="188200"/>
                    </a:lnTo>
                    <a:close/>
                    <a:moveTo>
                      <a:pt x="215000" y="185000"/>
                    </a:moveTo>
                    <a:lnTo>
                      <a:pt x="215850" y="185000"/>
                    </a:lnTo>
                    <a:lnTo>
                      <a:pt x="215850" y="185850"/>
                    </a:lnTo>
                    <a:lnTo>
                      <a:pt x="215000" y="185850"/>
                    </a:lnTo>
                    <a:close/>
                    <a:moveTo>
                      <a:pt x="217500" y="187500"/>
                    </a:moveTo>
                    <a:lnTo>
                      <a:pt x="218200" y="187500"/>
                    </a:lnTo>
                    <a:lnTo>
                      <a:pt x="218200" y="188200"/>
                    </a:lnTo>
                    <a:lnTo>
                      <a:pt x="217500" y="188200"/>
                    </a:lnTo>
                    <a:close/>
                    <a:moveTo>
                      <a:pt x="220000" y="185000"/>
                    </a:moveTo>
                    <a:lnTo>
                      <a:pt x="220850" y="185000"/>
                    </a:lnTo>
                    <a:lnTo>
                      <a:pt x="220850" y="185850"/>
                    </a:lnTo>
                    <a:lnTo>
                      <a:pt x="220000" y="185850"/>
                    </a:lnTo>
                    <a:close/>
                    <a:moveTo>
                      <a:pt x="222500" y="187500"/>
                    </a:moveTo>
                    <a:lnTo>
                      <a:pt x="223200" y="187500"/>
                    </a:lnTo>
                    <a:lnTo>
                      <a:pt x="223200" y="188200"/>
                    </a:lnTo>
                    <a:lnTo>
                      <a:pt x="222500" y="188200"/>
                    </a:lnTo>
                    <a:close/>
                    <a:moveTo>
                      <a:pt x="225000" y="185000"/>
                    </a:moveTo>
                    <a:lnTo>
                      <a:pt x="225850" y="185000"/>
                    </a:lnTo>
                    <a:lnTo>
                      <a:pt x="225850" y="185850"/>
                    </a:lnTo>
                    <a:lnTo>
                      <a:pt x="225000" y="185850"/>
                    </a:lnTo>
                    <a:close/>
                    <a:moveTo>
                      <a:pt x="227500" y="187500"/>
                    </a:moveTo>
                    <a:lnTo>
                      <a:pt x="228200" y="187500"/>
                    </a:lnTo>
                    <a:lnTo>
                      <a:pt x="228200" y="188200"/>
                    </a:lnTo>
                    <a:lnTo>
                      <a:pt x="227500" y="188200"/>
                    </a:lnTo>
                    <a:close/>
                    <a:moveTo>
                      <a:pt x="230000" y="185000"/>
                    </a:moveTo>
                    <a:lnTo>
                      <a:pt x="230850" y="185000"/>
                    </a:lnTo>
                    <a:lnTo>
                      <a:pt x="230850" y="185850"/>
                    </a:lnTo>
                    <a:lnTo>
                      <a:pt x="230000" y="185850"/>
                    </a:lnTo>
                    <a:close/>
                    <a:moveTo>
                      <a:pt x="232500" y="187500"/>
                    </a:moveTo>
                    <a:lnTo>
                      <a:pt x="233200" y="187500"/>
                    </a:lnTo>
                    <a:lnTo>
                      <a:pt x="233200" y="188200"/>
                    </a:lnTo>
                    <a:lnTo>
                      <a:pt x="232500" y="188200"/>
                    </a:lnTo>
                    <a:close/>
                    <a:moveTo>
                      <a:pt x="235000" y="185000"/>
                    </a:moveTo>
                    <a:lnTo>
                      <a:pt x="235850" y="185000"/>
                    </a:lnTo>
                    <a:lnTo>
                      <a:pt x="235850" y="185850"/>
                    </a:lnTo>
                    <a:lnTo>
                      <a:pt x="235000" y="185850"/>
                    </a:lnTo>
                    <a:close/>
                    <a:moveTo>
                      <a:pt x="237500" y="187500"/>
                    </a:moveTo>
                    <a:lnTo>
                      <a:pt x="238200" y="187500"/>
                    </a:lnTo>
                    <a:lnTo>
                      <a:pt x="238200" y="188200"/>
                    </a:lnTo>
                    <a:lnTo>
                      <a:pt x="237500" y="188200"/>
                    </a:lnTo>
                    <a:close/>
                    <a:moveTo>
                      <a:pt x="240000" y="185000"/>
                    </a:moveTo>
                    <a:lnTo>
                      <a:pt x="240850" y="185000"/>
                    </a:lnTo>
                    <a:lnTo>
                      <a:pt x="240850" y="185850"/>
                    </a:lnTo>
                    <a:lnTo>
                      <a:pt x="240000" y="185850"/>
                    </a:lnTo>
                    <a:close/>
                    <a:moveTo>
                      <a:pt x="242500" y="187500"/>
                    </a:moveTo>
                    <a:lnTo>
                      <a:pt x="243200" y="187500"/>
                    </a:lnTo>
                    <a:lnTo>
                      <a:pt x="243200" y="188200"/>
                    </a:lnTo>
                    <a:lnTo>
                      <a:pt x="242500" y="188200"/>
                    </a:lnTo>
                    <a:close/>
                    <a:moveTo>
                      <a:pt x="245000" y="185000"/>
                    </a:moveTo>
                    <a:lnTo>
                      <a:pt x="245850" y="185000"/>
                    </a:lnTo>
                    <a:lnTo>
                      <a:pt x="245850" y="185850"/>
                    </a:lnTo>
                    <a:lnTo>
                      <a:pt x="245000" y="185850"/>
                    </a:lnTo>
                    <a:close/>
                    <a:moveTo>
                      <a:pt x="247500" y="187500"/>
                    </a:moveTo>
                    <a:lnTo>
                      <a:pt x="248200" y="187500"/>
                    </a:lnTo>
                    <a:lnTo>
                      <a:pt x="248200" y="188200"/>
                    </a:lnTo>
                    <a:lnTo>
                      <a:pt x="247500" y="188200"/>
                    </a:lnTo>
                    <a:close/>
                    <a:moveTo>
                      <a:pt x="250000" y="185000"/>
                    </a:moveTo>
                    <a:lnTo>
                      <a:pt x="250850" y="185000"/>
                    </a:lnTo>
                    <a:lnTo>
                      <a:pt x="250850" y="185850"/>
                    </a:lnTo>
                    <a:lnTo>
                      <a:pt x="250000" y="185850"/>
                    </a:lnTo>
                    <a:close/>
                    <a:moveTo>
                      <a:pt x="252500" y="187500"/>
                    </a:moveTo>
                    <a:lnTo>
                      <a:pt x="253200" y="187500"/>
                    </a:lnTo>
                    <a:lnTo>
                      <a:pt x="253200" y="188200"/>
                    </a:lnTo>
                    <a:lnTo>
                      <a:pt x="252500" y="188200"/>
                    </a:lnTo>
                    <a:close/>
                    <a:moveTo>
                      <a:pt x="255000" y="185000"/>
                    </a:moveTo>
                    <a:lnTo>
                      <a:pt x="255850" y="185000"/>
                    </a:lnTo>
                    <a:lnTo>
                      <a:pt x="255850" y="185850"/>
                    </a:lnTo>
                    <a:lnTo>
                      <a:pt x="255000" y="185850"/>
                    </a:lnTo>
                    <a:close/>
                    <a:moveTo>
                      <a:pt x="257500" y="187500"/>
                    </a:moveTo>
                    <a:lnTo>
                      <a:pt x="258200" y="187500"/>
                    </a:lnTo>
                    <a:lnTo>
                      <a:pt x="258200" y="188200"/>
                    </a:lnTo>
                    <a:lnTo>
                      <a:pt x="257500" y="188200"/>
                    </a:lnTo>
                    <a:close/>
                    <a:moveTo>
                      <a:pt x="260000" y="185000"/>
                    </a:moveTo>
                    <a:lnTo>
                      <a:pt x="260850" y="185000"/>
                    </a:lnTo>
                    <a:lnTo>
                      <a:pt x="260850" y="185850"/>
                    </a:lnTo>
                    <a:lnTo>
                      <a:pt x="260000" y="185850"/>
                    </a:lnTo>
                    <a:close/>
                    <a:moveTo>
                      <a:pt x="262500" y="187500"/>
                    </a:moveTo>
                    <a:lnTo>
                      <a:pt x="263200" y="187500"/>
                    </a:lnTo>
                    <a:lnTo>
                      <a:pt x="263200" y="188200"/>
                    </a:lnTo>
                    <a:lnTo>
                      <a:pt x="262500" y="188200"/>
                    </a:lnTo>
                    <a:close/>
                    <a:moveTo>
                      <a:pt x="265000" y="185000"/>
                    </a:moveTo>
                    <a:lnTo>
                      <a:pt x="265850" y="185000"/>
                    </a:lnTo>
                    <a:lnTo>
                      <a:pt x="265850" y="185850"/>
                    </a:lnTo>
                    <a:lnTo>
                      <a:pt x="265000" y="185850"/>
                    </a:lnTo>
                    <a:close/>
                    <a:moveTo>
                      <a:pt x="267500" y="187500"/>
                    </a:moveTo>
                    <a:lnTo>
                      <a:pt x="268200" y="187500"/>
                    </a:lnTo>
                    <a:lnTo>
                      <a:pt x="268200" y="188200"/>
                    </a:lnTo>
                    <a:lnTo>
                      <a:pt x="267500" y="188200"/>
                    </a:lnTo>
                    <a:close/>
                    <a:moveTo>
                      <a:pt x="270000" y="185000"/>
                    </a:moveTo>
                    <a:lnTo>
                      <a:pt x="270850" y="185000"/>
                    </a:lnTo>
                    <a:lnTo>
                      <a:pt x="270850" y="185850"/>
                    </a:lnTo>
                    <a:lnTo>
                      <a:pt x="270000" y="185850"/>
                    </a:lnTo>
                    <a:close/>
                    <a:moveTo>
                      <a:pt x="272500" y="187500"/>
                    </a:moveTo>
                    <a:lnTo>
                      <a:pt x="273200" y="187500"/>
                    </a:lnTo>
                    <a:lnTo>
                      <a:pt x="273200" y="188200"/>
                    </a:lnTo>
                    <a:lnTo>
                      <a:pt x="272500" y="188200"/>
                    </a:lnTo>
                    <a:close/>
                    <a:moveTo>
                      <a:pt x="275000" y="185000"/>
                    </a:moveTo>
                    <a:lnTo>
                      <a:pt x="275850" y="185000"/>
                    </a:lnTo>
                    <a:lnTo>
                      <a:pt x="275850" y="185850"/>
                    </a:lnTo>
                    <a:lnTo>
                      <a:pt x="275000" y="185850"/>
                    </a:lnTo>
                    <a:close/>
                    <a:moveTo>
                      <a:pt x="277500" y="187500"/>
                    </a:moveTo>
                    <a:lnTo>
                      <a:pt x="278200" y="187500"/>
                    </a:lnTo>
                    <a:lnTo>
                      <a:pt x="278200" y="188200"/>
                    </a:lnTo>
                    <a:lnTo>
                      <a:pt x="277500" y="188200"/>
                    </a:lnTo>
                    <a:close/>
                    <a:moveTo>
                      <a:pt x="280000" y="185000"/>
                    </a:moveTo>
                    <a:lnTo>
                      <a:pt x="280850" y="185000"/>
                    </a:lnTo>
                    <a:lnTo>
                      <a:pt x="280850" y="185850"/>
                    </a:lnTo>
                    <a:lnTo>
                      <a:pt x="280000" y="185850"/>
                    </a:lnTo>
                    <a:close/>
                    <a:moveTo>
                      <a:pt x="282500" y="187500"/>
                    </a:moveTo>
                    <a:lnTo>
                      <a:pt x="283200" y="187500"/>
                    </a:lnTo>
                    <a:lnTo>
                      <a:pt x="283200" y="188200"/>
                    </a:lnTo>
                    <a:lnTo>
                      <a:pt x="282500" y="188200"/>
                    </a:lnTo>
                    <a:close/>
                    <a:moveTo>
                      <a:pt x="285000" y="185000"/>
                    </a:moveTo>
                    <a:lnTo>
                      <a:pt x="285850" y="185000"/>
                    </a:lnTo>
                    <a:lnTo>
                      <a:pt x="285850" y="185850"/>
                    </a:lnTo>
                    <a:lnTo>
                      <a:pt x="285000" y="185850"/>
                    </a:lnTo>
                    <a:close/>
                    <a:moveTo>
                      <a:pt x="287500" y="187500"/>
                    </a:moveTo>
                    <a:lnTo>
                      <a:pt x="288200" y="187500"/>
                    </a:lnTo>
                    <a:lnTo>
                      <a:pt x="288200" y="188200"/>
                    </a:lnTo>
                    <a:lnTo>
                      <a:pt x="287500" y="188200"/>
                    </a:lnTo>
                    <a:close/>
                    <a:moveTo>
                      <a:pt x="0" y="190000"/>
                    </a:moveTo>
                    <a:lnTo>
                      <a:pt x="850" y="190000"/>
                    </a:lnTo>
                    <a:lnTo>
                      <a:pt x="850" y="190850"/>
                    </a:lnTo>
                    <a:lnTo>
                      <a:pt x="0" y="190850"/>
                    </a:lnTo>
                    <a:close/>
                    <a:moveTo>
                      <a:pt x="2500" y="192500"/>
                    </a:moveTo>
                    <a:lnTo>
                      <a:pt x="3200" y="192500"/>
                    </a:lnTo>
                    <a:lnTo>
                      <a:pt x="3200" y="193200"/>
                    </a:lnTo>
                    <a:lnTo>
                      <a:pt x="2500" y="193200"/>
                    </a:lnTo>
                    <a:close/>
                    <a:moveTo>
                      <a:pt x="5000" y="190000"/>
                    </a:moveTo>
                    <a:lnTo>
                      <a:pt x="5850" y="190000"/>
                    </a:lnTo>
                    <a:lnTo>
                      <a:pt x="5850" y="190850"/>
                    </a:lnTo>
                    <a:lnTo>
                      <a:pt x="5000" y="190850"/>
                    </a:lnTo>
                    <a:close/>
                    <a:moveTo>
                      <a:pt x="7500" y="192500"/>
                    </a:moveTo>
                    <a:lnTo>
                      <a:pt x="8200" y="192500"/>
                    </a:lnTo>
                    <a:lnTo>
                      <a:pt x="8200" y="193200"/>
                    </a:lnTo>
                    <a:lnTo>
                      <a:pt x="7500" y="193200"/>
                    </a:lnTo>
                    <a:close/>
                    <a:moveTo>
                      <a:pt x="10000" y="190000"/>
                    </a:moveTo>
                    <a:lnTo>
                      <a:pt x="10850" y="190000"/>
                    </a:lnTo>
                    <a:lnTo>
                      <a:pt x="10850" y="190850"/>
                    </a:lnTo>
                    <a:lnTo>
                      <a:pt x="10000" y="190850"/>
                    </a:lnTo>
                    <a:close/>
                    <a:moveTo>
                      <a:pt x="12500" y="192500"/>
                    </a:moveTo>
                    <a:lnTo>
                      <a:pt x="13200" y="192500"/>
                    </a:lnTo>
                    <a:lnTo>
                      <a:pt x="13200" y="193200"/>
                    </a:lnTo>
                    <a:lnTo>
                      <a:pt x="12500" y="193200"/>
                    </a:lnTo>
                    <a:close/>
                    <a:moveTo>
                      <a:pt x="15000" y="190000"/>
                    </a:moveTo>
                    <a:lnTo>
                      <a:pt x="15850" y="190000"/>
                    </a:lnTo>
                    <a:lnTo>
                      <a:pt x="15850" y="190850"/>
                    </a:lnTo>
                    <a:lnTo>
                      <a:pt x="15000" y="190850"/>
                    </a:lnTo>
                    <a:close/>
                    <a:moveTo>
                      <a:pt x="17500" y="192500"/>
                    </a:moveTo>
                    <a:lnTo>
                      <a:pt x="18200" y="192500"/>
                    </a:lnTo>
                    <a:lnTo>
                      <a:pt x="18200" y="193200"/>
                    </a:lnTo>
                    <a:lnTo>
                      <a:pt x="17500" y="193200"/>
                    </a:lnTo>
                    <a:close/>
                    <a:moveTo>
                      <a:pt x="20000" y="190000"/>
                    </a:moveTo>
                    <a:lnTo>
                      <a:pt x="20850" y="190000"/>
                    </a:lnTo>
                    <a:lnTo>
                      <a:pt x="20850" y="190850"/>
                    </a:lnTo>
                    <a:lnTo>
                      <a:pt x="20000" y="190850"/>
                    </a:lnTo>
                    <a:close/>
                    <a:moveTo>
                      <a:pt x="22500" y="192500"/>
                    </a:moveTo>
                    <a:lnTo>
                      <a:pt x="23200" y="192500"/>
                    </a:lnTo>
                    <a:lnTo>
                      <a:pt x="23200" y="193200"/>
                    </a:lnTo>
                    <a:lnTo>
                      <a:pt x="22500" y="193200"/>
                    </a:lnTo>
                    <a:close/>
                    <a:moveTo>
                      <a:pt x="25000" y="190000"/>
                    </a:moveTo>
                    <a:lnTo>
                      <a:pt x="25850" y="190000"/>
                    </a:lnTo>
                    <a:lnTo>
                      <a:pt x="25850" y="190850"/>
                    </a:lnTo>
                    <a:lnTo>
                      <a:pt x="25000" y="190850"/>
                    </a:lnTo>
                    <a:close/>
                    <a:moveTo>
                      <a:pt x="27500" y="192500"/>
                    </a:moveTo>
                    <a:lnTo>
                      <a:pt x="28200" y="192500"/>
                    </a:lnTo>
                    <a:lnTo>
                      <a:pt x="28200" y="193200"/>
                    </a:lnTo>
                    <a:lnTo>
                      <a:pt x="27500" y="193200"/>
                    </a:lnTo>
                    <a:close/>
                    <a:moveTo>
                      <a:pt x="30000" y="190000"/>
                    </a:moveTo>
                    <a:lnTo>
                      <a:pt x="30850" y="190000"/>
                    </a:lnTo>
                    <a:lnTo>
                      <a:pt x="30850" y="190850"/>
                    </a:lnTo>
                    <a:lnTo>
                      <a:pt x="30000" y="190850"/>
                    </a:lnTo>
                    <a:close/>
                    <a:moveTo>
                      <a:pt x="32500" y="192500"/>
                    </a:moveTo>
                    <a:lnTo>
                      <a:pt x="33200" y="192500"/>
                    </a:lnTo>
                    <a:lnTo>
                      <a:pt x="33200" y="193200"/>
                    </a:lnTo>
                    <a:lnTo>
                      <a:pt x="32500" y="193200"/>
                    </a:lnTo>
                    <a:close/>
                    <a:moveTo>
                      <a:pt x="35000" y="190000"/>
                    </a:moveTo>
                    <a:lnTo>
                      <a:pt x="35850" y="190000"/>
                    </a:lnTo>
                    <a:lnTo>
                      <a:pt x="35850" y="190850"/>
                    </a:lnTo>
                    <a:lnTo>
                      <a:pt x="35000" y="190850"/>
                    </a:lnTo>
                    <a:close/>
                    <a:moveTo>
                      <a:pt x="37500" y="192500"/>
                    </a:moveTo>
                    <a:lnTo>
                      <a:pt x="38200" y="192500"/>
                    </a:lnTo>
                    <a:lnTo>
                      <a:pt x="38200" y="193200"/>
                    </a:lnTo>
                    <a:lnTo>
                      <a:pt x="37500" y="193200"/>
                    </a:lnTo>
                    <a:close/>
                    <a:moveTo>
                      <a:pt x="40000" y="190000"/>
                    </a:moveTo>
                    <a:lnTo>
                      <a:pt x="40850" y="190000"/>
                    </a:lnTo>
                    <a:lnTo>
                      <a:pt x="40850" y="190850"/>
                    </a:lnTo>
                    <a:lnTo>
                      <a:pt x="40000" y="190850"/>
                    </a:lnTo>
                    <a:close/>
                    <a:moveTo>
                      <a:pt x="42500" y="192500"/>
                    </a:moveTo>
                    <a:lnTo>
                      <a:pt x="43200" y="192500"/>
                    </a:lnTo>
                    <a:lnTo>
                      <a:pt x="43200" y="193200"/>
                    </a:lnTo>
                    <a:lnTo>
                      <a:pt x="42500" y="193200"/>
                    </a:lnTo>
                    <a:close/>
                    <a:moveTo>
                      <a:pt x="45000" y="190000"/>
                    </a:moveTo>
                    <a:lnTo>
                      <a:pt x="45850" y="190000"/>
                    </a:lnTo>
                    <a:lnTo>
                      <a:pt x="45850" y="190850"/>
                    </a:lnTo>
                    <a:lnTo>
                      <a:pt x="45000" y="190850"/>
                    </a:lnTo>
                    <a:close/>
                    <a:moveTo>
                      <a:pt x="47500" y="192500"/>
                    </a:moveTo>
                    <a:lnTo>
                      <a:pt x="48200" y="192500"/>
                    </a:lnTo>
                    <a:lnTo>
                      <a:pt x="48200" y="193200"/>
                    </a:lnTo>
                    <a:lnTo>
                      <a:pt x="47500" y="193200"/>
                    </a:lnTo>
                    <a:close/>
                    <a:moveTo>
                      <a:pt x="50000" y="190000"/>
                    </a:moveTo>
                    <a:lnTo>
                      <a:pt x="50850" y="190000"/>
                    </a:lnTo>
                    <a:lnTo>
                      <a:pt x="50850" y="190850"/>
                    </a:lnTo>
                    <a:lnTo>
                      <a:pt x="50000" y="190850"/>
                    </a:lnTo>
                    <a:close/>
                    <a:moveTo>
                      <a:pt x="52500" y="192500"/>
                    </a:moveTo>
                    <a:lnTo>
                      <a:pt x="53200" y="192500"/>
                    </a:lnTo>
                    <a:lnTo>
                      <a:pt x="53200" y="193200"/>
                    </a:lnTo>
                    <a:lnTo>
                      <a:pt x="52500" y="193200"/>
                    </a:lnTo>
                    <a:close/>
                    <a:moveTo>
                      <a:pt x="55000" y="190000"/>
                    </a:moveTo>
                    <a:lnTo>
                      <a:pt x="55850" y="190000"/>
                    </a:lnTo>
                    <a:lnTo>
                      <a:pt x="55850" y="190850"/>
                    </a:lnTo>
                    <a:lnTo>
                      <a:pt x="55000" y="190850"/>
                    </a:lnTo>
                    <a:close/>
                    <a:moveTo>
                      <a:pt x="57500" y="192500"/>
                    </a:moveTo>
                    <a:lnTo>
                      <a:pt x="58200" y="192500"/>
                    </a:lnTo>
                    <a:lnTo>
                      <a:pt x="58200" y="193200"/>
                    </a:lnTo>
                    <a:lnTo>
                      <a:pt x="57500" y="193200"/>
                    </a:lnTo>
                    <a:close/>
                    <a:moveTo>
                      <a:pt x="60000" y="190000"/>
                    </a:moveTo>
                    <a:lnTo>
                      <a:pt x="60850" y="190000"/>
                    </a:lnTo>
                    <a:lnTo>
                      <a:pt x="60850" y="190850"/>
                    </a:lnTo>
                    <a:lnTo>
                      <a:pt x="60000" y="190850"/>
                    </a:lnTo>
                    <a:close/>
                    <a:moveTo>
                      <a:pt x="62500" y="192500"/>
                    </a:moveTo>
                    <a:lnTo>
                      <a:pt x="63200" y="192500"/>
                    </a:lnTo>
                    <a:lnTo>
                      <a:pt x="63200" y="193200"/>
                    </a:lnTo>
                    <a:lnTo>
                      <a:pt x="62500" y="193200"/>
                    </a:lnTo>
                    <a:close/>
                    <a:moveTo>
                      <a:pt x="65000" y="190000"/>
                    </a:moveTo>
                    <a:lnTo>
                      <a:pt x="65850" y="190000"/>
                    </a:lnTo>
                    <a:lnTo>
                      <a:pt x="65850" y="190850"/>
                    </a:lnTo>
                    <a:lnTo>
                      <a:pt x="65000" y="190850"/>
                    </a:lnTo>
                    <a:close/>
                    <a:moveTo>
                      <a:pt x="67500" y="192500"/>
                    </a:moveTo>
                    <a:lnTo>
                      <a:pt x="68200" y="192500"/>
                    </a:lnTo>
                    <a:lnTo>
                      <a:pt x="68200" y="193200"/>
                    </a:lnTo>
                    <a:lnTo>
                      <a:pt x="67500" y="193200"/>
                    </a:lnTo>
                    <a:close/>
                    <a:moveTo>
                      <a:pt x="70000" y="190000"/>
                    </a:moveTo>
                    <a:lnTo>
                      <a:pt x="70850" y="190000"/>
                    </a:lnTo>
                    <a:lnTo>
                      <a:pt x="70850" y="190850"/>
                    </a:lnTo>
                    <a:lnTo>
                      <a:pt x="70000" y="190850"/>
                    </a:lnTo>
                    <a:close/>
                    <a:moveTo>
                      <a:pt x="72500" y="192500"/>
                    </a:moveTo>
                    <a:lnTo>
                      <a:pt x="73200" y="192500"/>
                    </a:lnTo>
                    <a:lnTo>
                      <a:pt x="73200" y="193200"/>
                    </a:lnTo>
                    <a:lnTo>
                      <a:pt x="72500" y="193200"/>
                    </a:lnTo>
                    <a:close/>
                    <a:moveTo>
                      <a:pt x="75000" y="190000"/>
                    </a:moveTo>
                    <a:lnTo>
                      <a:pt x="75850" y="190000"/>
                    </a:lnTo>
                    <a:lnTo>
                      <a:pt x="75850" y="190850"/>
                    </a:lnTo>
                    <a:lnTo>
                      <a:pt x="75000" y="190850"/>
                    </a:lnTo>
                    <a:close/>
                    <a:moveTo>
                      <a:pt x="77500" y="192500"/>
                    </a:moveTo>
                    <a:lnTo>
                      <a:pt x="78200" y="192500"/>
                    </a:lnTo>
                    <a:lnTo>
                      <a:pt x="78200" y="193200"/>
                    </a:lnTo>
                    <a:lnTo>
                      <a:pt x="77500" y="193200"/>
                    </a:lnTo>
                    <a:close/>
                    <a:moveTo>
                      <a:pt x="80000" y="190000"/>
                    </a:moveTo>
                    <a:lnTo>
                      <a:pt x="80850" y="190000"/>
                    </a:lnTo>
                    <a:lnTo>
                      <a:pt x="80850" y="190850"/>
                    </a:lnTo>
                    <a:lnTo>
                      <a:pt x="80000" y="190850"/>
                    </a:lnTo>
                    <a:close/>
                    <a:moveTo>
                      <a:pt x="82500" y="192500"/>
                    </a:moveTo>
                    <a:lnTo>
                      <a:pt x="83200" y="192500"/>
                    </a:lnTo>
                    <a:lnTo>
                      <a:pt x="83200" y="193200"/>
                    </a:lnTo>
                    <a:lnTo>
                      <a:pt x="82500" y="193200"/>
                    </a:lnTo>
                    <a:close/>
                    <a:moveTo>
                      <a:pt x="85000" y="190000"/>
                    </a:moveTo>
                    <a:lnTo>
                      <a:pt x="85850" y="190000"/>
                    </a:lnTo>
                    <a:lnTo>
                      <a:pt x="85850" y="190850"/>
                    </a:lnTo>
                    <a:lnTo>
                      <a:pt x="85000" y="190850"/>
                    </a:lnTo>
                    <a:close/>
                    <a:moveTo>
                      <a:pt x="87500" y="192500"/>
                    </a:moveTo>
                    <a:lnTo>
                      <a:pt x="88200" y="192500"/>
                    </a:lnTo>
                    <a:lnTo>
                      <a:pt x="88200" y="193200"/>
                    </a:lnTo>
                    <a:lnTo>
                      <a:pt x="87500" y="193200"/>
                    </a:lnTo>
                    <a:close/>
                    <a:moveTo>
                      <a:pt x="90000" y="190000"/>
                    </a:moveTo>
                    <a:lnTo>
                      <a:pt x="90850" y="190000"/>
                    </a:lnTo>
                    <a:lnTo>
                      <a:pt x="90850" y="190850"/>
                    </a:lnTo>
                    <a:lnTo>
                      <a:pt x="90000" y="190850"/>
                    </a:lnTo>
                    <a:close/>
                    <a:moveTo>
                      <a:pt x="92500" y="192500"/>
                    </a:moveTo>
                    <a:lnTo>
                      <a:pt x="93200" y="192500"/>
                    </a:lnTo>
                    <a:lnTo>
                      <a:pt x="93200" y="193200"/>
                    </a:lnTo>
                    <a:lnTo>
                      <a:pt x="92500" y="193200"/>
                    </a:lnTo>
                    <a:close/>
                    <a:moveTo>
                      <a:pt x="95000" y="190000"/>
                    </a:moveTo>
                    <a:lnTo>
                      <a:pt x="95850" y="190000"/>
                    </a:lnTo>
                    <a:lnTo>
                      <a:pt x="95850" y="190850"/>
                    </a:lnTo>
                    <a:lnTo>
                      <a:pt x="95000" y="190850"/>
                    </a:lnTo>
                    <a:close/>
                    <a:moveTo>
                      <a:pt x="97500" y="192500"/>
                    </a:moveTo>
                    <a:lnTo>
                      <a:pt x="98200" y="192500"/>
                    </a:lnTo>
                    <a:lnTo>
                      <a:pt x="98200" y="193200"/>
                    </a:lnTo>
                    <a:lnTo>
                      <a:pt x="97500" y="193200"/>
                    </a:lnTo>
                    <a:close/>
                    <a:moveTo>
                      <a:pt x="100000" y="190000"/>
                    </a:moveTo>
                    <a:lnTo>
                      <a:pt x="100850" y="190000"/>
                    </a:lnTo>
                    <a:lnTo>
                      <a:pt x="100850" y="190850"/>
                    </a:lnTo>
                    <a:lnTo>
                      <a:pt x="100000" y="190850"/>
                    </a:lnTo>
                    <a:close/>
                    <a:moveTo>
                      <a:pt x="102500" y="192500"/>
                    </a:moveTo>
                    <a:lnTo>
                      <a:pt x="103200" y="192500"/>
                    </a:lnTo>
                    <a:lnTo>
                      <a:pt x="103200" y="193200"/>
                    </a:lnTo>
                    <a:lnTo>
                      <a:pt x="102500" y="193200"/>
                    </a:lnTo>
                    <a:close/>
                    <a:moveTo>
                      <a:pt x="105000" y="190000"/>
                    </a:moveTo>
                    <a:lnTo>
                      <a:pt x="105850" y="190000"/>
                    </a:lnTo>
                    <a:lnTo>
                      <a:pt x="105850" y="190850"/>
                    </a:lnTo>
                    <a:lnTo>
                      <a:pt x="105000" y="190850"/>
                    </a:lnTo>
                    <a:close/>
                    <a:moveTo>
                      <a:pt x="107500" y="192500"/>
                    </a:moveTo>
                    <a:lnTo>
                      <a:pt x="108200" y="192500"/>
                    </a:lnTo>
                    <a:lnTo>
                      <a:pt x="108200" y="193200"/>
                    </a:lnTo>
                    <a:lnTo>
                      <a:pt x="107500" y="193200"/>
                    </a:lnTo>
                    <a:close/>
                    <a:moveTo>
                      <a:pt x="110000" y="190000"/>
                    </a:moveTo>
                    <a:lnTo>
                      <a:pt x="110850" y="190000"/>
                    </a:lnTo>
                    <a:lnTo>
                      <a:pt x="110850" y="190850"/>
                    </a:lnTo>
                    <a:lnTo>
                      <a:pt x="110000" y="190850"/>
                    </a:lnTo>
                    <a:close/>
                    <a:moveTo>
                      <a:pt x="112500" y="192500"/>
                    </a:moveTo>
                    <a:lnTo>
                      <a:pt x="113200" y="192500"/>
                    </a:lnTo>
                    <a:lnTo>
                      <a:pt x="113200" y="193200"/>
                    </a:lnTo>
                    <a:lnTo>
                      <a:pt x="112500" y="193200"/>
                    </a:lnTo>
                    <a:close/>
                    <a:moveTo>
                      <a:pt x="115000" y="190000"/>
                    </a:moveTo>
                    <a:lnTo>
                      <a:pt x="115850" y="190000"/>
                    </a:lnTo>
                    <a:lnTo>
                      <a:pt x="115850" y="190850"/>
                    </a:lnTo>
                    <a:lnTo>
                      <a:pt x="115000" y="190850"/>
                    </a:lnTo>
                    <a:close/>
                    <a:moveTo>
                      <a:pt x="117500" y="192500"/>
                    </a:moveTo>
                    <a:lnTo>
                      <a:pt x="118200" y="192500"/>
                    </a:lnTo>
                    <a:lnTo>
                      <a:pt x="118200" y="193200"/>
                    </a:lnTo>
                    <a:lnTo>
                      <a:pt x="117500" y="193200"/>
                    </a:lnTo>
                    <a:close/>
                    <a:moveTo>
                      <a:pt x="120000" y="190000"/>
                    </a:moveTo>
                    <a:lnTo>
                      <a:pt x="120850" y="190000"/>
                    </a:lnTo>
                    <a:lnTo>
                      <a:pt x="120850" y="190850"/>
                    </a:lnTo>
                    <a:lnTo>
                      <a:pt x="120000" y="190850"/>
                    </a:lnTo>
                    <a:close/>
                    <a:moveTo>
                      <a:pt x="122500" y="192500"/>
                    </a:moveTo>
                    <a:lnTo>
                      <a:pt x="123200" y="192500"/>
                    </a:lnTo>
                    <a:lnTo>
                      <a:pt x="123200" y="193200"/>
                    </a:lnTo>
                    <a:lnTo>
                      <a:pt x="122500" y="193200"/>
                    </a:lnTo>
                    <a:close/>
                    <a:moveTo>
                      <a:pt x="125000" y="190000"/>
                    </a:moveTo>
                    <a:lnTo>
                      <a:pt x="125850" y="190000"/>
                    </a:lnTo>
                    <a:lnTo>
                      <a:pt x="125850" y="190850"/>
                    </a:lnTo>
                    <a:lnTo>
                      <a:pt x="125000" y="190850"/>
                    </a:lnTo>
                    <a:close/>
                    <a:moveTo>
                      <a:pt x="127500" y="192500"/>
                    </a:moveTo>
                    <a:lnTo>
                      <a:pt x="128200" y="192500"/>
                    </a:lnTo>
                    <a:lnTo>
                      <a:pt x="128200" y="193200"/>
                    </a:lnTo>
                    <a:lnTo>
                      <a:pt x="127500" y="193200"/>
                    </a:lnTo>
                    <a:close/>
                    <a:moveTo>
                      <a:pt x="130000" y="190000"/>
                    </a:moveTo>
                    <a:lnTo>
                      <a:pt x="130850" y="190000"/>
                    </a:lnTo>
                    <a:lnTo>
                      <a:pt x="130850" y="190850"/>
                    </a:lnTo>
                    <a:lnTo>
                      <a:pt x="130000" y="190850"/>
                    </a:lnTo>
                    <a:close/>
                    <a:moveTo>
                      <a:pt x="132500" y="192500"/>
                    </a:moveTo>
                    <a:lnTo>
                      <a:pt x="133200" y="192500"/>
                    </a:lnTo>
                    <a:lnTo>
                      <a:pt x="133200" y="193200"/>
                    </a:lnTo>
                    <a:lnTo>
                      <a:pt x="132500" y="193200"/>
                    </a:lnTo>
                    <a:close/>
                    <a:moveTo>
                      <a:pt x="135000" y="190000"/>
                    </a:moveTo>
                    <a:lnTo>
                      <a:pt x="135850" y="190000"/>
                    </a:lnTo>
                    <a:lnTo>
                      <a:pt x="135850" y="190850"/>
                    </a:lnTo>
                    <a:lnTo>
                      <a:pt x="135000" y="190850"/>
                    </a:lnTo>
                    <a:close/>
                    <a:moveTo>
                      <a:pt x="137500" y="192500"/>
                    </a:moveTo>
                    <a:lnTo>
                      <a:pt x="138200" y="192500"/>
                    </a:lnTo>
                    <a:lnTo>
                      <a:pt x="138200" y="193200"/>
                    </a:lnTo>
                    <a:lnTo>
                      <a:pt x="137500" y="193200"/>
                    </a:lnTo>
                    <a:close/>
                    <a:moveTo>
                      <a:pt x="140000" y="190000"/>
                    </a:moveTo>
                    <a:lnTo>
                      <a:pt x="140850" y="190000"/>
                    </a:lnTo>
                    <a:lnTo>
                      <a:pt x="140850" y="190850"/>
                    </a:lnTo>
                    <a:lnTo>
                      <a:pt x="140000" y="190850"/>
                    </a:lnTo>
                    <a:close/>
                    <a:moveTo>
                      <a:pt x="142500" y="192500"/>
                    </a:moveTo>
                    <a:lnTo>
                      <a:pt x="143200" y="192500"/>
                    </a:lnTo>
                    <a:lnTo>
                      <a:pt x="143200" y="193200"/>
                    </a:lnTo>
                    <a:lnTo>
                      <a:pt x="142500" y="193200"/>
                    </a:lnTo>
                    <a:close/>
                    <a:moveTo>
                      <a:pt x="145000" y="190000"/>
                    </a:moveTo>
                    <a:lnTo>
                      <a:pt x="145850" y="190000"/>
                    </a:lnTo>
                    <a:lnTo>
                      <a:pt x="145850" y="190850"/>
                    </a:lnTo>
                    <a:lnTo>
                      <a:pt x="145000" y="190850"/>
                    </a:lnTo>
                    <a:close/>
                    <a:moveTo>
                      <a:pt x="147500" y="192500"/>
                    </a:moveTo>
                    <a:lnTo>
                      <a:pt x="148200" y="192500"/>
                    </a:lnTo>
                    <a:lnTo>
                      <a:pt x="148200" y="193200"/>
                    </a:lnTo>
                    <a:lnTo>
                      <a:pt x="147500" y="193200"/>
                    </a:lnTo>
                    <a:close/>
                    <a:moveTo>
                      <a:pt x="150000" y="190000"/>
                    </a:moveTo>
                    <a:lnTo>
                      <a:pt x="150850" y="190000"/>
                    </a:lnTo>
                    <a:lnTo>
                      <a:pt x="150850" y="190850"/>
                    </a:lnTo>
                    <a:lnTo>
                      <a:pt x="150000" y="190850"/>
                    </a:lnTo>
                    <a:close/>
                    <a:moveTo>
                      <a:pt x="152500" y="192500"/>
                    </a:moveTo>
                    <a:lnTo>
                      <a:pt x="153200" y="192500"/>
                    </a:lnTo>
                    <a:lnTo>
                      <a:pt x="153200" y="193200"/>
                    </a:lnTo>
                    <a:lnTo>
                      <a:pt x="152500" y="193200"/>
                    </a:lnTo>
                    <a:close/>
                    <a:moveTo>
                      <a:pt x="155000" y="190000"/>
                    </a:moveTo>
                    <a:lnTo>
                      <a:pt x="155850" y="190000"/>
                    </a:lnTo>
                    <a:lnTo>
                      <a:pt x="155850" y="190850"/>
                    </a:lnTo>
                    <a:lnTo>
                      <a:pt x="155000" y="190850"/>
                    </a:lnTo>
                    <a:close/>
                    <a:moveTo>
                      <a:pt x="157500" y="192500"/>
                    </a:moveTo>
                    <a:lnTo>
                      <a:pt x="158200" y="192500"/>
                    </a:lnTo>
                    <a:lnTo>
                      <a:pt x="158200" y="193200"/>
                    </a:lnTo>
                    <a:lnTo>
                      <a:pt x="157500" y="193200"/>
                    </a:lnTo>
                    <a:close/>
                    <a:moveTo>
                      <a:pt x="160000" y="190000"/>
                    </a:moveTo>
                    <a:lnTo>
                      <a:pt x="160850" y="190000"/>
                    </a:lnTo>
                    <a:lnTo>
                      <a:pt x="160850" y="190850"/>
                    </a:lnTo>
                    <a:lnTo>
                      <a:pt x="160000" y="190850"/>
                    </a:lnTo>
                    <a:close/>
                    <a:moveTo>
                      <a:pt x="162500" y="192500"/>
                    </a:moveTo>
                    <a:lnTo>
                      <a:pt x="163200" y="192500"/>
                    </a:lnTo>
                    <a:lnTo>
                      <a:pt x="163200" y="193200"/>
                    </a:lnTo>
                    <a:lnTo>
                      <a:pt x="162500" y="193200"/>
                    </a:lnTo>
                    <a:close/>
                    <a:moveTo>
                      <a:pt x="165000" y="190000"/>
                    </a:moveTo>
                    <a:lnTo>
                      <a:pt x="165850" y="190000"/>
                    </a:lnTo>
                    <a:lnTo>
                      <a:pt x="165850" y="190850"/>
                    </a:lnTo>
                    <a:lnTo>
                      <a:pt x="165000" y="190850"/>
                    </a:lnTo>
                    <a:close/>
                    <a:moveTo>
                      <a:pt x="167500" y="192500"/>
                    </a:moveTo>
                    <a:lnTo>
                      <a:pt x="168200" y="192500"/>
                    </a:lnTo>
                    <a:lnTo>
                      <a:pt x="168200" y="193200"/>
                    </a:lnTo>
                    <a:lnTo>
                      <a:pt x="167500" y="193200"/>
                    </a:lnTo>
                    <a:close/>
                    <a:moveTo>
                      <a:pt x="170000" y="190000"/>
                    </a:moveTo>
                    <a:lnTo>
                      <a:pt x="170850" y="190000"/>
                    </a:lnTo>
                    <a:lnTo>
                      <a:pt x="170850" y="190850"/>
                    </a:lnTo>
                    <a:lnTo>
                      <a:pt x="170000" y="190850"/>
                    </a:lnTo>
                    <a:close/>
                    <a:moveTo>
                      <a:pt x="172500" y="192500"/>
                    </a:moveTo>
                    <a:lnTo>
                      <a:pt x="173200" y="192500"/>
                    </a:lnTo>
                    <a:lnTo>
                      <a:pt x="173200" y="193200"/>
                    </a:lnTo>
                    <a:lnTo>
                      <a:pt x="172500" y="193200"/>
                    </a:lnTo>
                    <a:close/>
                    <a:moveTo>
                      <a:pt x="175000" y="190000"/>
                    </a:moveTo>
                    <a:lnTo>
                      <a:pt x="175850" y="190000"/>
                    </a:lnTo>
                    <a:lnTo>
                      <a:pt x="175850" y="190850"/>
                    </a:lnTo>
                    <a:lnTo>
                      <a:pt x="175000" y="190850"/>
                    </a:lnTo>
                    <a:close/>
                    <a:moveTo>
                      <a:pt x="177500" y="192500"/>
                    </a:moveTo>
                    <a:lnTo>
                      <a:pt x="178200" y="192500"/>
                    </a:lnTo>
                    <a:lnTo>
                      <a:pt x="178200" y="193200"/>
                    </a:lnTo>
                    <a:lnTo>
                      <a:pt x="177500" y="193200"/>
                    </a:lnTo>
                    <a:close/>
                    <a:moveTo>
                      <a:pt x="180000" y="190000"/>
                    </a:moveTo>
                    <a:lnTo>
                      <a:pt x="180850" y="190000"/>
                    </a:lnTo>
                    <a:lnTo>
                      <a:pt x="180850" y="190850"/>
                    </a:lnTo>
                    <a:lnTo>
                      <a:pt x="180000" y="190850"/>
                    </a:lnTo>
                    <a:close/>
                    <a:moveTo>
                      <a:pt x="182500" y="192500"/>
                    </a:moveTo>
                    <a:lnTo>
                      <a:pt x="183200" y="192500"/>
                    </a:lnTo>
                    <a:lnTo>
                      <a:pt x="183200" y="193200"/>
                    </a:lnTo>
                    <a:lnTo>
                      <a:pt x="182500" y="193200"/>
                    </a:lnTo>
                    <a:close/>
                    <a:moveTo>
                      <a:pt x="185000" y="190000"/>
                    </a:moveTo>
                    <a:lnTo>
                      <a:pt x="185850" y="190000"/>
                    </a:lnTo>
                    <a:lnTo>
                      <a:pt x="185850" y="190850"/>
                    </a:lnTo>
                    <a:lnTo>
                      <a:pt x="185000" y="190850"/>
                    </a:lnTo>
                    <a:close/>
                    <a:moveTo>
                      <a:pt x="187500" y="192500"/>
                    </a:moveTo>
                    <a:lnTo>
                      <a:pt x="188200" y="192500"/>
                    </a:lnTo>
                    <a:lnTo>
                      <a:pt x="188200" y="193200"/>
                    </a:lnTo>
                    <a:lnTo>
                      <a:pt x="187500" y="193200"/>
                    </a:lnTo>
                    <a:close/>
                    <a:moveTo>
                      <a:pt x="190000" y="190000"/>
                    </a:moveTo>
                    <a:lnTo>
                      <a:pt x="190850" y="190000"/>
                    </a:lnTo>
                    <a:lnTo>
                      <a:pt x="190850" y="190850"/>
                    </a:lnTo>
                    <a:lnTo>
                      <a:pt x="190000" y="190850"/>
                    </a:lnTo>
                    <a:close/>
                    <a:moveTo>
                      <a:pt x="192500" y="192500"/>
                    </a:moveTo>
                    <a:lnTo>
                      <a:pt x="193200" y="192500"/>
                    </a:lnTo>
                    <a:lnTo>
                      <a:pt x="193200" y="193200"/>
                    </a:lnTo>
                    <a:lnTo>
                      <a:pt x="192500" y="193200"/>
                    </a:lnTo>
                    <a:close/>
                    <a:moveTo>
                      <a:pt x="195000" y="190000"/>
                    </a:moveTo>
                    <a:lnTo>
                      <a:pt x="195850" y="190000"/>
                    </a:lnTo>
                    <a:lnTo>
                      <a:pt x="195850" y="190850"/>
                    </a:lnTo>
                    <a:lnTo>
                      <a:pt x="195000" y="190850"/>
                    </a:lnTo>
                    <a:close/>
                    <a:moveTo>
                      <a:pt x="197500" y="192500"/>
                    </a:moveTo>
                    <a:lnTo>
                      <a:pt x="198200" y="192500"/>
                    </a:lnTo>
                    <a:lnTo>
                      <a:pt x="198200" y="193200"/>
                    </a:lnTo>
                    <a:lnTo>
                      <a:pt x="197500" y="193200"/>
                    </a:lnTo>
                    <a:close/>
                    <a:moveTo>
                      <a:pt x="200000" y="190000"/>
                    </a:moveTo>
                    <a:lnTo>
                      <a:pt x="200850" y="190000"/>
                    </a:lnTo>
                    <a:lnTo>
                      <a:pt x="200850" y="190850"/>
                    </a:lnTo>
                    <a:lnTo>
                      <a:pt x="200000" y="190850"/>
                    </a:lnTo>
                    <a:close/>
                    <a:moveTo>
                      <a:pt x="202500" y="192500"/>
                    </a:moveTo>
                    <a:lnTo>
                      <a:pt x="203200" y="192500"/>
                    </a:lnTo>
                    <a:lnTo>
                      <a:pt x="203200" y="193200"/>
                    </a:lnTo>
                    <a:lnTo>
                      <a:pt x="202500" y="193200"/>
                    </a:lnTo>
                    <a:close/>
                    <a:moveTo>
                      <a:pt x="205000" y="190000"/>
                    </a:moveTo>
                    <a:lnTo>
                      <a:pt x="205850" y="190000"/>
                    </a:lnTo>
                    <a:lnTo>
                      <a:pt x="205850" y="190850"/>
                    </a:lnTo>
                    <a:lnTo>
                      <a:pt x="205000" y="190850"/>
                    </a:lnTo>
                    <a:close/>
                    <a:moveTo>
                      <a:pt x="207500" y="192500"/>
                    </a:moveTo>
                    <a:lnTo>
                      <a:pt x="208200" y="192500"/>
                    </a:lnTo>
                    <a:lnTo>
                      <a:pt x="208200" y="193200"/>
                    </a:lnTo>
                    <a:lnTo>
                      <a:pt x="207500" y="193200"/>
                    </a:lnTo>
                    <a:close/>
                    <a:moveTo>
                      <a:pt x="210000" y="190000"/>
                    </a:moveTo>
                    <a:lnTo>
                      <a:pt x="210850" y="190000"/>
                    </a:lnTo>
                    <a:lnTo>
                      <a:pt x="210850" y="190850"/>
                    </a:lnTo>
                    <a:lnTo>
                      <a:pt x="210000" y="190850"/>
                    </a:lnTo>
                    <a:close/>
                    <a:moveTo>
                      <a:pt x="212500" y="192500"/>
                    </a:moveTo>
                    <a:lnTo>
                      <a:pt x="213200" y="192500"/>
                    </a:lnTo>
                    <a:lnTo>
                      <a:pt x="213200" y="193200"/>
                    </a:lnTo>
                    <a:lnTo>
                      <a:pt x="212500" y="193200"/>
                    </a:lnTo>
                    <a:close/>
                    <a:moveTo>
                      <a:pt x="215000" y="190000"/>
                    </a:moveTo>
                    <a:lnTo>
                      <a:pt x="215850" y="190000"/>
                    </a:lnTo>
                    <a:lnTo>
                      <a:pt x="215850" y="190850"/>
                    </a:lnTo>
                    <a:lnTo>
                      <a:pt x="215000" y="190850"/>
                    </a:lnTo>
                    <a:close/>
                    <a:moveTo>
                      <a:pt x="217500" y="192500"/>
                    </a:moveTo>
                    <a:lnTo>
                      <a:pt x="218200" y="192500"/>
                    </a:lnTo>
                    <a:lnTo>
                      <a:pt x="218200" y="193200"/>
                    </a:lnTo>
                    <a:lnTo>
                      <a:pt x="217500" y="193200"/>
                    </a:lnTo>
                    <a:close/>
                    <a:moveTo>
                      <a:pt x="220000" y="190000"/>
                    </a:moveTo>
                    <a:lnTo>
                      <a:pt x="220850" y="190000"/>
                    </a:lnTo>
                    <a:lnTo>
                      <a:pt x="220850" y="190850"/>
                    </a:lnTo>
                    <a:lnTo>
                      <a:pt x="220000" y="190850"/>
                    </a:lnTo>
                    <a:close/>
                    <a:moveTo>
                      <a:pt x="222500" y="192500"/>
                    </a:moveTo>
                    <a:lnTo>
                      <a:pt x="223200" y="192500"/>
                    </a:lnTo>
                    <a:lnTo>
                      <a:pt x="223200" y="193200"/>
                    </a:lnTo>
                    <a:lnTo>
                      <a:pt x="222500" y="193200"/>
                    </a:lnTo>
                    <a:close/>
                    <a:moveTo>
                      <a:pt x="225000" y="190000"/>
                    </a:moveTo>
                    <a:lnTo>
                      <a:pt x="225850" y="190000"/>
                    </a:lnTo>
                    <a:lnTo>
                      <a:pt x="225850" y="190850"/>
                    </a:lnTo>
                    <a:lnTo>
                      <a:pt x="225000" y="190850"/>
                    </a:lnTo>
                    <a:close/>
                    <a:moveTo>
                      <a:pt x="227500" y="192500"/>
                    </a:moveTo>
                    <a:lnTo>
                      <a:pt x="228200" y="192500"/>
                    </a:lnTo>
                    <a:lnTo>
                      <a:pt x="228200" y="193200"/>
                    </a:lnTo>
                    <a:lnTo>
                      <a:pt x="227500" y="193200"/>
                    </a:lnTo>
                    <a:close/>
                    <a:moveTo>
                      <a:pt x="230000" y="190000"/>
                    </a:moveTo>
                    <a:lnTo>
                      <a:pt x="230850" y="190000"/>
                    </a:lnTo>
                    <a:lnTo>
                      <a:pt x="230850" y="190850"/>
                    </a:lnTo>
                    <a:lnTo>
                      <a:pt x="230000" y="190850"/>
                    </a:lnTo>
                    <a:close/>
                    <a:moveTo>
                      <a:pt x="232500" y="192500"/>
                    </a:moveTo>
                    <a:lnTo>
                      <a:pt x="233200" y="192500"/>
                    </a:lnTo>
                    <a:lnTo>
                      <a:pt x="233200" y="193200"/>
                    </a:lnTo>
                    <a:lnTo>
                      <a:pt x="232500" y="193200"/>
                    </a:lnTo>
                    <a:close/>
                    <a:moveTo>
                      <a:pt x="235000" y="190000"/>
                    </a:moveTo>
                    <a:lnTo>
                      <a:pt x="235850" y="190000"/>
                    </a:lnTo>
                    <a:lnTo>
                      <a:pt x="235850" y="190850"/>
                    </a:lnTo>
                    <a:lnTo>
                      <a:pt x="235000" y="190850"/>
                    </a:lnTo>
                    <a:close/>
                    <a:moveTo>
                      <a:pt x="237500" y="192500"/>
                    </a:moveTo>
                    <a:lnTo>
                      <a:pt x="238200" y="192500"/>
                    </a:lnTo>
                    <a:lnTo>
                      <a:pt x="238200" y="193200"/>
                    </a:lnTo>
                    <a:lnTo>
                      <a:pt x="237500" y="193200"/>
                    </a:lnTo>
                    <a:close/>
                    <a:moveTo>
                      <a:pt x="240000" y="190000"/>
                    </a:moveTo>
                    <a:lnTo>
                      <a:pt x="240850" y="190000"/>
                    </a:lnTo>
                    <a:lnTo>
                      <a:pt x="240850" y="190850"/>
                    </a:lnTo>
                    <a:lnTo>
                      <a:pt x="240000" y="190850"/>
                    </a:lnTo>
                    <a:close/>
                    <a:moveTo>
                      <a:pt x="242500" y="192500"/>
                    </a:moveTo>
                    <a:lnTo>
                      <a:pt x="243200" y="192500"/>
                    </a:lnTo>
                    <a:lnTo>
                      <a:pt x="243200" y="193200"/>
                    </a:lnTo>
                    <a:lnTo>
                      <a:pt x="242500" y="193200"/>
                    </a:lnTo>
                    <a:close/>
                    <a:moveTo>
                      <a:pt x="245000" y="190000"/>
                    </a:moveTo>
                    <a:lnTo>
                      <a:pt x="245850" y="190000"/>
                    </a:lnTo>
                    <a:lnTo>
                      <a:pt x="245850" y="190850"/>
                    </a:lnTo>
                    <a:lnTo>
                      <a:pt x="245000" y="190850"/>
                    </a:lnTo>
                    <a:close/>
                    <a:moveTo>
                      <a:pt x="247500" y="192500"/>
                    </a:moveTo>
                    <a:lnTo>
                      <a:pt x="248200" y="192500"/>
                    </a:lnTo>
                    <a:lnTo>
                      <a:pt x="248200" y="193200"/>
                    </a:lnTo>
                    <a:lnTo>
                      <a:pt x="247500" y="193200"/>
                    </a:lnTo>
                    <a:close/>
                    <a:moveTo>
                      <a:pt x="250000" y="190000"/>
                    </a:moveTo>
                    <a:lnTo>
                      <a:pt x="250850" y="190000"/>
                    </a:lnTo>
                    <a:lnTo>
                      <a:pt x="250850" y="190850"/>
                    </a:lnTo>
                    <a:lnTo>
                      <a:pt x="250000" y="190850"/>
                    </a:lnTo>
                    <a:close/>
                    <a:moveTo>
                      <a:pt x="252500" y="192500"/>
                    </a:moveTo>
                    <a:lnTo>
                      <a:pt x="253200" y="192500"/>
                    </a:lnTo>
                    <a:lnTo>
                      <a:pt x="253200" y="193200"/>
                    </a:lnTo>
                    <a:lnTo>
                      <a:pt x="252500" y="193200"/>
                    </a:lnTo>
                    <a:close/>
                    <a:moveTo>
                      <a:pt x="255000" y="190000"/>
                    </a:moveTo>
                    <a:lnTo>
                      <a:pt x="255850" y="190000"/>
                    </a:lnTo>
                    <a:lnTo>
                      <a:pt x="255850" y="190850"/>
                    </a:lnTo>
                    <a:lnTo>
                      <a:pt x="255000" y="190850"/>
                    </a:lnTo>
                    <a:close/>
                    <a:moveTo>
                      <a:pt x="257500" y="192500"/>
                    </a:moveTo>
                    <a:lnTo>
                      <a:pt x="258200" y="192500"/>
                    </a:lnTo>
                    <a:lnTo>
                      <a:pt x="258200" y="193200"/>
                    </a:lnTo>
                    <a:lnTo>
                      <a:pt x="257500" y="193200"/>
                    </a:lnTo>
                    <a:close/>
                    <a:moveTo>
                      <a:pt x="260000" y="190000"/>
                    </a:moveTo>
                    <a:lnTo>
                      <a:pt x="260850" y="190000"/>
                    </a:lnTo>
                    <a:lnTo>
                      <a:pt x="260850" y="190850"/>
                    </a:lnTo>
                    <a:lnTo>
                      <a:pt x="260000" y="190850"/>
                    </a:lnTo>
                    <a:close/>
                    <a:moveTo>
                      <a:pt x="262500" y="192500"/>
                    </a:moveTo>
                    <a:lnTo>
                      <a:pt x="263200" y="192500"/>
                    </a:lnTo>
                    <a:lnTo>
                      <a:pt x="263200" y="193200"/>
                    </a:lnTo>
                    <a:lnTo>
                      <a:pt x="262500" y="193200"/>
                    </a:lnTo>
                    <a:close/>
                    <a:moveTo>
                      <a:pt x="265000" y="190000"/>
                    </a:moveTo>
                    <a:lnTo>
                      <a:pt x="265850" y="190000"/>
                    </a:lnTo>
                    <a:lnTo>
                      <a:pt x="265850" y="190850"/>
                    </a:lnTo>
                    <a:lnTo>
                      <a:pt x="265000" y="190850"/>
                    </a:lnTo>
                    <a:close/>
                    <a:moveTo>
                      <a:pt x="267500" y="192500"/>
                    </a:moveTo>
                    <a:lnTo>
                      <a:pt x="268200" y="192500"/>
                    </a:lnTo>
                    <a:lnTo>
                      <a:pt x="268200" y="193200"/>
                    </a:lnTo>
                    <a:lnTo>
                      <a:pt x="267500" y="193200"/>
                    </a:lnTo>
                    <a:close/>
                    <a:moveTo>
                      <a:pt x="270000" y="190000"/>
                    </a:moveTo>
                    <a:lnTo>
                      <a:pt x="270850" y="190000"/>
                    </a:lnTo>
                    <a:lnTo>
                      <a:pt x="270850" y="190850"/>
                    </a:lnTo>
                    <a:lnTo>
                      <a:pt x="270000" y="190850"/>
                    </a:lnTo>
                    <a:close/>
                    <a:moveTo>
                      <a:pt x="272500" y="192500"/>
                    </a:moveTo>
                    <a:lnTo>
                      <a:pt x="273200" y="192500"/>
                    </a:lnTo>
                    <a:lnTo>
                      <a:pt x="273200" y="193200"/>
                    </a:lnTo>
                    <a:lnTo>
                      <a:pt x="272500" y="193200"/>
                    </a:lnTo>
                    <a:close/>
                    <a:moveTo>
                      <a:pt x="275000" y="190000"/>
                    </a:moveTo>
                    <a:lnTo>
                      <a:pt x="275850" y="190000"/>
                    </a:lnTo>
                    <a:lnTo>
                      <a:pt x="275850" y="190850"/>
                    </a:lnTo>
                    <a:lnTo>
                      <a:pt x="275000" y="190850"/>
                    </a:lnTo>
                    <a:close/>
                    <a:moveTo>
                      <a:pt x="277500" y="192500"/>
                    </a:moveTo>
                    <a:lnTo>
                      <a:pt x="278200" y="192500"/>
                    </a:lnTo>
                    <a:lnTo>
                      <a:pt x="278200" y="193200"/>
                    </a:lnTo>
                    <a:lnTo>
                      <a:pt x="277500" y="193200"/>
                    </a:lnTo>
                    <a:close/>
                    <a:moveTo>
                      <a:pt x="280000" y="190000"/>
                    </a:moveTo>
                    <a:lnTo>
                      <a:pt x="280850" y="190000"/>
                    </a:lnTo>
                    <a:lnTo>
                      <a:pt x="280850" y="190850"/>
                    </a:lnTo>
                    <a:lnTo>
                      <a:pt x="280000" y="190850"/>
                    </a:lnTo>
                    <a:close/>
                    <a:moveTo>
                      <a:pt x="282500" y="192500"/>
                    </a:moveTo>
                    <a:lnTo>
                      <a:pt x="283200" y="192500"/>
                    </a:lnTo>
                    <a:lnTo>
                      <a:pt x="283200" y="193200"/>
                    </a:lnTo>
                    <a:lnTo>
                      <a:pt x="282500" y="193200"/>
                    </a:lnTo>
                    <a:close/>
                    <a:moveTo>
                      <a:pt x="285000" y="190000"/>
                    </a:moveTo>
                    <a:lnTo>
                      <a:pt x="285850" y="190000"/>
                    </a:lnTo>
                    <a:lnTo>
                      <a:pt x="285850" y="190850"/>
                    </a:lnTo>
                    <a:lnTo>
                      <a:pt x="285000" y="190850"/>
                    </a:lnTo>
                    <a:close/>
                    <a:moveTo>
                      <a:pt x="287500" y="192500"/>
                    </a:moveTo>
                    <a:lnTo>
                      <a:pt x="288200" y="192500"/>
                    </a:lnTo>
                    <a:lnTo>
                      <a:pt x="288200" y="193200"/>
                    </a:lnTo>
                    <a:lnTo>
                      <a:pt x="287500" y="193200"/>
                    </a:lnTo>
                    <a:close/>
                    <a:moveTo>
                      <a:pt x="0" y="195000"/>
                    </a:moveTo>
                    <a:lnTo>
                      <a:pt x="850" y="195000"/>
                    </a:lnTo>
                    <a:lnTo>
                      <a:pt x="850" y="195850"/>
                    </a:lnTo>
                    <a:lnTo>
                      <a:pt x="0" y="195850"/>
                    </a:lnTo>
                    <a:close/>
                    <a:moveTo>
                      <a:pt x="2500" y="197500"/>
                    </a:moveTo>
                    <a:lnTo>
                      <a:pt x="3200" y="197500"/>
                    </a:lnTo>
                    <a:lnTo>
                      <a:pt x="3200" y="198200"/>
                    </a:lnTo>
                    <a:lnTo>
                      <a:pt x="2500" y="198200"/>
                    </a:lnTo>
                    <a:close/>
                    <a:moveTo>
                      <a:pt x="5000" y="195000"/>
                    </a:moveTo>
                    <a:lnTo>
                      <a:pt x="5850" y="195000"/>
                    </a:lnTo>
                    <a:lnTo>
                      <a:pt x="5850" y="195850"/>
                    </a:lnTo>
                    <a:lnTo>
                      <a:pt x="5000" y="195850"/>
                    </a:lnTo>
                    <a:close/>
                    <a:moveTo>
                      <a:pt x="7500" y="197500"/>
                    </a:moveTo>
                    <a:lnTo>
                      <a:pt x="8200" y="197500"/>
                    </a:lnTo>
                    <a:lnTo>
                      <a:pt x="8200" y="198200"/>
                    </a:lnTo>
                    <a:lnTo>
                      <a:pt x="7500" y="198200"/>
                    </a:lnTo>
                    <a:close/>
                    <a:moveTo>
                      <a:pt x="10000" y="195000"/>
                    </a:moveTo>
                    <a:lnTo>
                      <a:pt x="10850" y="195000"/>
                    </a:lnTo>
                    <a:lnTo>
                      <a:pt x="10850" y="195850"/>
                    </a:lnTo>
                    <a:lnTo>
                      <a:pt x="10000" y="195850"/>
                    </a:lnTo>
                    <a:close/>
                    <a:moveTo>
                      <a:pt x="12500" y="197500"/>
                    </a:moveTo>
                    <a:lnTo>
                      <a:pt x="13200" y="197500"/>
                    </a:lnTo>
                    <a:lnTo>
                      <a:pt x="13200" y="198200"/>
                    </a:lnTo>
                    <a:lnTo>
                      <a:pt x="12500" y="198200"/>
                    </a:lnTo>
                    <a:close/>
                    <a:moveTo>
                      <a:pt x="15000" y="195000"/>
                    </a:moveTo>
                    <a:lnTo>
                      <a:pt x="15850" y="195000"/>
                    </a:lnTo>
                    <a:lnTo>
                      <a:pt x="15850" y="195850"/>
                    </a:lnTo>
                    <a:lnTo>
                      <a:pt x="15000" y="195850"/>
                    </a:lnTo>
                    <a:close/>
                    <a:moveTo>
                      <a:pt x="17500" y="197500"/>
                    </a:moveTo>
                    <a:lnTo>
                      <a:pt x="18200" y="197500"/>
                    </a:lnTo>
                    <a:lnTo>
                      <a:pt x="18200" y="198200"/>
                    </a:lnTo>
                    <a:lnTo>
                      <a:pt x="17500" y="198200"/>
                    </a:lnTo>
                    <a:close/>
                    <a:moveTo>
                      <a:pt x="20000" y="195000"/>
                    </a:moveTo>
                    <a:lnTo>
                      <a:pt x="20850" y="195000"/>
                    </a:lnTo>
                    <a:lnTo>
                      <a:pt x="20850" y="195850"/>
                    </a:lnTo>
                    <a:lnTo>
                      <a:pt x="20000" y="195850"/>
                    </a:lnTo>
                    <a:close/>
                    <a:moveTo>
                      <a:pt x="22500" y="197500"/>
                    </a:moveTo>
                    <a:lnTo>
                      <a:pt x="23200" y="197500"/>
                    </a:lnTo>
                    <a:lnTo>
                      <a:pt x="23200" y="198200"/>
                    </a:lnTo>
                    <a:lnTo>
                      <a:pt x="22500" y="198200"/>
                    </a:lnTo>
                    <a:close/>
                    <a:moveTo>
                      <a:pt x="25000" y="195000"/>
                    </a:moveTo>
                    <a:lnTo>
                      <a:pt x="25850" y="195000"/>
                    </a:lnTo>
                    <a:lnTo>
                      <a:pt x="25850" y="195850"/>
                    </a:lnTo>
                    <a:lnTo>
                      <a:pt x="25000" y="195850"/>
                    </a:lnTo>
                    <a:close/>
                    <a:moveTo>
                      <a:pt x="27500" y="197500"/>
                    </a:moveTo>
                    <a:lnTo>
                      <a:pt x="28200" y="197500"/>
                    </a:lnTo>
                    <a:lnTo>
                      <a:pt x="28200" y="198200"/>
                    </a:lnTo>
                    <a:lnTo>
                      <a:pt x="27500" y="198200"/>
                    </a:lnTo>
                    <a:close/>
                    <a:moveTo>
                      <a:pt x="30000" y="195000"/>
                    </a:moveTo>
                    <a:lnTo>
                      <a:pt x="30850" y="195000"/>
                    </a:lnTo>
                    <a:lnTo>
                      <a:pt x="30850" y="195850"/>
                    </a:lnTo>
                    <a:lnTo>
                      <a:pt x="30000" y="195850"/>
                    </a:lnTo>
                    <a:close/>
                    <a:moveTo>
                      <a:pt x="32500" y="197500"/>
                    </a:moveTo>
                    <a:lnTo>
                      <a:pt x="33200" y="197500"/>
                    </a:lnTo>
                    <a:lnTo>
                      <a:pt x="33200" y="198200"/>
                    </a:lnTo>
                    <a:lnTo>
                      <a:pt x="32500" y="198200"/>
                    </a:lnTo>
                    <a:close/>
                    <a:moveTo>
                      <a:pt x="35000" y="195000"/>
                    </a:moveTo>
                    <a:lnTo>
                      <a:pt x="35850" y="195000"/>
                    </a:lnTo>
                    <a:lnTo>
                      <a:pt x="35850" y="195850"/>
                    </a:lnTo>
                    <a:lnTo>
                      <a:pt x="35000" y="195850"/>
                    </a:lnTo>
                    <a:close/>
                    <a:moveTo>
                      <a:pt x="37500" y="197500"/>
                    </a:moveTo>
                    <a:lnTo>
                      <a:pt x="38200" y="197500"/>
                    </a:lnTo>
                    <a:lnTo>
                      <a:pt x="38200" y="198200"/>
                    </a:lnTo>
                    <a:lnTo>
                      <a:pt x="37500" y="198200"/>
                    </a:lnTo>
                    <a:close/>
                    <a:moveTo>
                      <a:pt x="40000" y="195000"/>
                    </a:moveTo>
                    <a:lnTo>
                      <a:pt x="40850" y="195000"/>
                    </a:lnTo>
                    <a:lnTo>
                      <a:pt x="40850" y="195850"/>
                    </a:lnTo>
                    <a:lnTo>
                      <a:pt x="40000" y="195850"/>
                    </a:lnTo>
                    <a:close/>
                    <a:moveTo>
                      <a:pt x="42500" y="197500"/>
                    </a:moveTo>
                    <a:lnTo>
                      <a:pt x="43200" y="197500"/>
                    </a:lnTo>
                    <a:lnTo>
                      <a:pt x="43200" y="198200"/>
                    </a:lnTo>
                    <a:lnTo>
                      <a:pt x="42500" y="198200"/>
                    </a:lnTo>
                    <a:close/>
                    <a:moveTo>
                      <a:pt x="45000" y="195000"/>
                    </a:moveTo>
                    <a:lnTo>
                      <a:pt x="45850" y="195000"/>
                    </a:lnTo>
                    <a:lnTo>
                      <a:pt x="45850" y="195850"/>
                    </a:lnTo>
                    <a:lnTo>
                      <a:pt x="45000" y="195850"/>
                    </a:lnTo>
                    <a:close/>
                    <a:moveTo>
                      <a:pt x="47500" y="197500"/>
                    </a:moveTo>
                    <a:lnTo>
                      <a:pt x="48200" y="197500"/>
                    </a:lnTo>
                    <a:lnTo>
                      <a:pt x="48200" y="198200"/>
                    </a:lnTo>
                    <a:lnTo>
                      <a:pt x="47500" y="198200"/>
                    </a:lnTo>
                    <a:close/>
                    <a:moveTo>
                      <a:pt x="50000" y="195000"/>
                    </a:moveTo>
                    <a:lnTo>
                      <a:pt x="50850" y="195000"/>
                    </a:lnTo>
                    <a:lnTo>
                      <a:pt x="50850" y="195850"/>
                    </a:lnTo>
                    <a:lnTo>
                      <a:pt x="50000" y="195850"/>
                    </a:lnTo>
                    <a:close/>
                    <a:moveTo>
                      <a:pt x="52500" y="197500"/>
                    </a:moveTo>
                    <a:lnTo>
                      <a:pt x="53200" y="197500"/>
                    </a:lnTo>
                    <a:lnTo>
                      <a:pt x="53200" y="198200"/>
                    </a:lnTo>
                    <a:lnTo>
                      <a:pt x="52500" y="198200"/>
                    </a:lnTo>
                    <a:close/>
                    <a:moveTo>
                      <a:pt x="55000" y="195000"/>
                    </a:moveTo>
                    <a:lnTo>
                      <a:pt x="55850" y="195000"/>
                    </a:lnTo>
                    <a:lnTo>
                      <a:pt x="55850" y="195850"/>
                    </a:lnTo>
                    <a:lnTo>
                      <a:pt x="55000" y="195850"/>
                    </a:lnTo>
                    <a:close/>
                    <a:moveTo>
                      <a:pt x="57500" y="197500"/>
                    </a:moveTo>
                    <a:lnTo>
                      <a:pt x="58200" y="197500"/>
                    </a:lnTo>
                    <a:lnTo>
                      <a:pt x="58200" y="198200"/>
                    </a:lnTo>
                    <a:lnTo>
                      <a:pt x="57500" y="198200"/>
                    </a:lnTo>
                    <a:close/>
                    <a:moveTo>
                      <a:pt x="60000" y="195000"/>
                    </a:moveTo>
                    <a:lnTo>
                      <a:pt x="60850" y="195000"/>
                    </a:lnTo>
                    <a:lnTo>
                      <a:pt x="60850" y="195850"/>
                    </a:lnTo>
                    <a:lnTo>
                      <a:pt x="60000" y="195850"/>
                    </a:lnTo>
                    <a:close/>
                    <a:moveTo>
                      <a:pt x="62500" y="197500"/>
                    </a:moveTo>
                    <a:lnTo>
                      <a:pt x="63200" y="197500"/>
                    </a:lnTo>
                    <a:lnTo>
                      <a:pt x="63200" y="198200"/>
                    </a:lnTo>
                    <a:lnTo>
                      <a:pt x="62500" y="198200"/>
                    </a:lnTo>
                    <a:close/>
                    <a:moveTo>
                      <a:pt x="65000" y="195000"/>
                    </a:moveTo>
                    <a:lnTo>
                      <a:pt x="65850" y="195000"/>
                    </a:lnTo>
                    <a:lnTo>
                      <a:pt x="65850" y="195850"/>
                    </a:lnTo>
                    <a:lnTo>
                      <a:pt x="65000" y="195850"/>
                    </a:lnTo>
                    <a:close/>
                    <a:moveTo>
                      <a:pt x="67500" y="197500"/>
                    </a:moveTo>
                    <a:lnTo>
                      <a:pt x="68200" y="197500"/>
                    </a:lnTo>
                    <a:lnTo>
                      <a:pt x="68200" y="198200"/>
                    </a:lnTo>
                    <a:lnTo>
                      <a:pt x="67500" y="198200"/>
                    </a:lnTo>
                    <a:close/>
                    <a:moveTo>
                      <a:pt x="70000" y="195000"/>
                    </a:moveTo>
                    <a:lnTo>
                      <a:pt x="70850" y="195000"/>
                    </a:lnTo>
                    <a:lnTo>
                      <a:pt x="70850" y="195850"/>
                    </a:lnTo>
                    <a:lnTo>
                      <a:pt x="70000" y="195850"/>
                    </a:lnTo>
                    <a:close/>
                    <a:moveTo>
                      <a:pt x="72500" y="197500"/>
                    </a:moveTo>
                    <a:lnTo>
                      <a:pt x="73200" y="197500"/>
                    </a:lnTo>
                    <a:lnTo>
                      <a:pt x="73200" y="198200"/>
                    </a:lnTo>
                    <a:lnTo>
                      <a:pt x="72500" y="198200"/>
                    </a:lnTo>
                    <a:close/>
                    <a:moveTo>
                      <a:pt x="75000" y="195000"/>
                    </a:moveTo>
                    <a:lnTo>
                      <a:pt x="75850" y="195000"/>
                    </a:lnTo>
                    <a:lnTo>
                      <a:pt x="75850" y="195850"/>
                    </a:lnTo>
                    <a:lnTo>
                      <a:pt x="75000" y="195850"/>
                    </a:lnTo>
                    <a:close/>
                    <a:moveTo>
                      <a:pt x="77500" y="197500"/>
                    </a:moveTo>
                    <a:lnTo>
                      <a:pt x="78200" y="197500"/>
                    </a:lnTo>
                    <a:lnTo>
                      <a:pt x="78200" y="198200"/>
                    </a:lnTo>
                    <a:lnTo>
                      <a:pt x="77500" y="198200"/>
                    </a:lnTo>
                    <a:close/>
                    <a:moveTo>
                      <a:pt x="80000" y="195000"/>
                    </a:moveTo>
                    <a:lnTo>
                      <a:pt x="80850" y="195000"/>
                    </a:lnTo>
                    <a:lnTo>
                      <a:pt x="80850" y="195850"/>
                    </a:lnTo>
                    <a:lnTo>
                      <a:pt x="80000" y="195850"/>
                    </a:lnTo>
                    <a:close/>
                    <a:moveTo>
                      <a:pt x="82500" y="197500"/>
                    </a:moveTo>
                    <a:lnTo>
                      <a:pt x="83200" y="197500"/>
                    </a:lnTo>
                    <a:lnTo>
                      <a:pt x="83200" y="198200"/>
                    </a:lnTo>
                    <a:lnTo>
                      <a:pt x="82500" y="198200"/>
                    </a:lnTo>
                    <a:close/>
                    <a:moveTo>
                      <a:pt x="85000" y="195000"/>
                    </a:moveTo>
                    <a:lnTo>
                      <a:pt x="85850" y="195000"/>
                    </a:lnTo>
                    <a:lnTo>
                      <a:pt x="85850" y="195850"/>
                    </a:lnTo>
                    <a:lnTo>
                      <a:pt x="85000" y="195850"/>
                    </a:lnTo>
                    <a:close/>
                    <a:moveTo>
                      <a:pt x="87500" y="197500"/>
                    </a:moveTo>
                    <a:lnTo>
                      <a:pt x="88200" y="197500"/>
                    </a:lnTo>
                    <a:lnTo>
                      <a:pt x="88200" y="198200"/>
                    </a:lnTo>
                    <a:lnTo>
                      <a:pt x="87500" y="198200"/>
                    </a:lnTo>
                    <a:close/>
                    <a:moveTo>
                      <a:pt x="90000" y="195000"/>
                    </a:moveTo>
                    <a:lnTo>
                      <a:pt x="90850" y="195000"/>
                    </a:lnTo>
                    <a:lnTo>
                      <a:pt x="90850" y="195850"/>
                    </a:lnTo>
                    <a:lnTo>
                      <a:pt x="90000" y="195850"/>
                    </a:lnTo>
                    <a:close/>
                    <a:moveTo>
                      <a:pt x="92500" y="197500"/>
                    </a:moveTo>
                    <a:lnTo>
                      <a:pt x="93200" y="197500"/>
                    </a:lnTo>
                    <a:lnTo>
                      <a:pt x="93200" y="198200"/>
                    </a:lnTo>
                    <a:lnTo>
                      <a:pt x="92500" y="198200"/>
                    </a:lnTo>
                    <a:close/>
                    <a:moveTo>
                      <a:pt x="95000" y="195000"/>
                    </a:moveTo>
                    <a:lnTo>
                      <a:pt x="95850" y="195000"/>
                    </a:lnTo>
                    <a:lnTo>
                      <a:pt x="95850" y="195850"/>
                    </a:lnTo>
                    <a:lnTo>
                      <a:pt x="95000" y="195850"/>
                    </a:lnTo>
                    <a:close/>
                    <a:moveTo>
                      <a:pt x="97500" y="197500"/>
                    </a:moveTo>
                    <a:lnTo>
                      <a:pt x="98200" y="197500"/>
                    </a:lnTo>
                    <a:lnTo>
                      <a:pt x="98200" y="198200"/>
                    </a:lnTo>
                    <a:lnTo>
                      <a:pt x="97500" y="198200"/>
                    </a:lnTo>
                    <a:close/>
                    <a:moveTo>
                      <a:pt x="100000" y="195000"/>
                    </a:moveTo>
                    <a:lnTo>
                      <a:pt x="100850" y="195000"/>
                    </a:lnTo>
                    <a:lnTo>
                      <a:pt x="100850" y="195850"/>
                    </a:lnTo>
                    <a:lnTo>
                      <a:pt x="100000" y="195850"/>
                    </a:lnTo>
                    <a:close/>
                    <a:moveTo>
                      <a:pt x="102500" y="197500"/>
                    </a:moveTo>
                    <a:lnTo>
                      <a:pt x="103200" y="197500"/>
                    </a:lnTo>
                    <a:lnTo>
                      <a:pt x="103200" y="198200"/>
                    </a:lnTo>
                    <a:lnTo>
                      <a:pt x="102500" y="198200"/>
                    </a:lnTo>
                    <a:close/>
                    <a:moveTo>
                      <a:pt x="105000" y="195000"/>
                    </a:moveTo>
                    <a:lnTo>
                      <a:pt x="105850" y="195000"/>
                    </a:lnTo>
                    <a:lnTo>
                      <a:pt x="105850" y="195850"/>
                    </a:lnTo>
                    <a:lnTo>
                      <a:pt x="105000" y="195850"/>
                    </a:lnTo>
                    <a:close/>
                    <a:moveTo>
                      <a:pt x="107500" y="197500"/>
                    </a:moveTo>
                    <a:lnTo>
                      <a:pt x="108200" y="197500"/>
                    </a:lnTo>
                    <a:lnTo>
                      <a:pt x="108200" y="198200"/>
                    </a:lnTo>
                    <a:lnTo>
                      <a:pt x="107500" y="198200"/>
                    </a:lnTo>
                    <a:close/>
                    <a:moveTo>
                      <a:pt x="110000" y="195000"/>
                    </a:moveTo>
                    <a:lnTo>
                      <a:pt x="110850" y="195000"/>
                    </a:lnTo>
                    <a:lnTo>
                      <a:pt x="110850" y="195850"/>
                    </a:lnTo>
                    <a:lnTo>
                      <a:pt x="110000" y="195850"/>
                    </a:lnTo>
                    <a:close/>
                    <a:moveTo>
                      <a:pt x="112500" y="197500"/>
                    </a:moveTo>
                    <a:lnTo>
                      <a:pt x="113200" y="197500"/>
                    </a:lnTo>
                    <a:lnTo>
                      <a:pt x="113200" y="198200"/>
                    </a:lnTo>
                    <a:lnTo>
                      <a:pt x="112500" y="198200"/>
                    </a:lnTo>
                    <a:close/>
                    <a:moveTo>
                      <a:pt x="115000" y="195000"/>
                    </a:moveTo>
                    <a:lnTo>
                      <a:pt x="115850" y="195000"/>
                    </a:lnTo>
                    <a:lnTo>
                      <a:pt x="115850" y="195850"/>
                    </a:lnTo>
                    <a:lnTo>
                      <a:pt x="115000" y="195850"/>
                    </a:lnTo>
                    <a:close/>
                    <a:moveTo>
                      <a:pt x="117500" y="197500"/>
                    </a:moveTo>
                    <a:lnTo>
                      <a:pt x="118200" y="197500"/>
                    </a:lnTo>
                    <a:lnTo>
                      <a:pt x="118200" y="198200"/>
                    </a:lnTo>
                    <a:lnTo>
                      <a:pt x="117500" y="198200"/>
                    </a:lnTo>
                    <a:close/>
                    <a:moveTo>
                      <a:pt x="120000" y="195000"/>
                    </a:moveTo>
                    <a:lnTo>
                      <a:pt x="120850" y="195000"/>
                    </a:lnTo>
                    <a:lnTo>
                      <a:pt x="120850" y="195850"/>
                    </a:lnTo>
                    <a:lnTo>
                      <a:pt x="120000" y="195850"/>
                    </a:lnTo>
                    <a:close/>
                    <a:moveTo>
                      <a:pt x="122500" y="197500"/>
                    </a:moveTo>
                    <a:lnTo>
                      <a:pt x="123200" y="197500"/>
                    </a:lnTo>
                    <a:lnTo>
                      <a:pt x="123200" y="198200"/>
                    </a:lnTo>
                    <a:lnTo>
                      <a:pt x="122500" y="198200"/>
                    </a:lnTo>
                    <a:close/>
                    <a:moveTo>
                      <a:pt x="125000" y="195000"/>
                    </a:moveTo>
                    <a:lnTo>
                      <a:pt x="125850" y="195000"/>
                    </a:lnTo>
                    <a:lnTo>
                      <a:pt x="125850" y="195850"/>
                    </a:lnTo>
                    <a:lnTo>
                      <a:pt x="125000" y="195850"/>
                    </a:lnTo>
                    <a:close/>
                    <a:moveTo>
                      <a:pt x="127500" y="197500"/>
                    </a:moveTo>
                    <a:lnTo>
                      <a:pt x="128200" y="197500"/>
                    </a:lnTo>
                    <a:lnTo>
                      <a:pt x="128200" y="198200"/>
                    </a:lnTo>
                    <a:lnTo>
                      <a:pt x="127500" y="198200"/>
                    </a:lnTo>
                    <a:close/>
                    <a:moveTo>
                      <a:pt x="130000" y="195000"/>
                    </a:moveTo>
                    <a:lnTo>
                      <a:pt x="130850" y="195000"/>
                    </a:lnTo>
                    <a:lnTo>
                      <a:pt x="130850" y="195850"/>
                    </a:lnTo>
                    <a:lnTo>
                      <a:pt x="130000" y="195850"/>
                    </a:lnTo>
                    <a:close/>
                    <a:moveTo>
                      <a:pt x="132500" y="197500"/>
                    </a:moveTo>
                    <a:lnTo>
                      <a:pt x="133200" y="197500"/>
                    </a:lnTo>
                    <a:lnTo>
                      <a:pt x="133200" y="198200"/>
                    </a:lnTo>
                    <a:lnTo>
                      <a:pt x="132500" y="198200"/>
                    </a:lnTo>
                    <a:close/>
                    <a:moveTo>
                      <a:pt x="135000" y="195000"/>
                    </a:moveTo>
                    <a:lnTo>
                      <a:pt x="135850" y="195000"/>
                    </a:lnTo>
                    <a:lnTo>
                      <a:pt x="135850" y="195850"/>
                    </a:lnTo>
                    <a:lnTo>
                      <a:pt x="135000" y="195850"/>
                    </a:lnTo>
                    <a:close/>
                    <a:moveTo>
                      <a:pt x="137500" y="197500"/>
                    </a:moveTo>
                    <a:lnTo>
                      <a:pt x="138200" y="197500"/>
                    </a:lnTo>
                    <a:lnTo>
                      <a:pt x="138200" y="198200"/>
                    </a:lnTo>
                    <a:lnTo>
                      <a:pt x="137500" y="198200"/>
                    </a:lnTo>
                    <a:close/>
                    <a:moveTo>
                      <a:pt x="140000" y="195000"/>
                    </a:moveTo>
                    <a:lnTo>
                      <a:pt x="140850" y="195000"/>
                    </a:lnTo>
                    <a:lnTo>
                      <a:pt x="140850" y="195850"/>
                    </a:lnTo>
                    <a:lnTo>
                      <a:pt x="140000" y="195850"/>
                    </a:lnTo>
                    <a:close/>
                    <a:moveTo>
                      <a:pt x="142500" y="197500"/>
                    </a:moveTo>
                    <a:lnTo>
                      <a:pt x="143200" y="197500"/>
                    </a:lnTo>
                    <a:lnTo>
                      <a:pt x="143200" y="198200"/>
                    </a:lnTo>
                    <a:lnTo>
                      <a:pt x="142500" y="198200"/>
                    </a:lnTo>
                    <a:close/>
                    <a:moveTo>
                      <a:pt x="145000" y="195000"/>
                    </a:moveTo>
                    <a:lnTo>
                      <a:pt x="145850" y="195000"/>
                    </a:lnTo>
                    <a:lnTo>
                      <a:pt x="145850" y="195850"/>
                    </a:lnTo>
                    <a:lnTo>
                      <a:pt x="145000" y="195850"/>
                    </a:lnTo>
                    <a:close/>
                    <a:moveTo>
                      <a:pt x="147500" y="197500"/>
                    </a:moveTo>
                    <a:lnTo>
                      <a:pt x="148200" y="197500"/>
                    </a:lnTo>
                    <a:lnTo>
                      <a:pt x="148200" y="198200"/>
                    </a:lnTo>
                    <a:lnTo>
                      <a:pt x="147500" y="198200"/>
                    </a:lnTo>
                    <a:close/>
                    <a:moveTo>
                      <a:pt x="150000" y="195000"/>
                    </a:moveTo>
                    <a:lnTo>
                      <a:pt x="150850" y="195000"/>
                    </a:lnTo>
                    <a:lnTo>
                      <a:pt x="150850" y="195850"/>
                    </a:lnTo>
                    <a:lnTo>
                      <a:pt x="150000" y="195850"/>
                    </a:lnTo>
                    <a:close/>
                    <a:moveTo>
                      <a:pt x="152500" y="197500"/>
                    </a:moveTo>
                    <a:lnTo>
                      <a:pt x="153200" y="197500"/>
                    </a:lnTo>
                    <a:lnTo>
                      <a:pt x="153200" y="198200"/>
                    </a:lnTo>
                    <a:lnTo>
                      <a:pt x="152500" y="198200"/>
                    </a:lnTo>
                    <a:close/>
                    <a:moveTo>
                      <a:pt x="155000" y="195000"/>
                    </a:moveTo>
                    <a:lnTo>
                      <a:pt x="155850" y="195000"/>
                    </a:lnTo>
                    <a:lnTo>
                      <a:pt x="155850" y="195850"/>
                    </a:lnTo>
                    <a:lnTo>
                      <a:pt x="155000" y="195850"/>
                    </a:lnTo>
                    <a:close/>
                    <a:moveTo>
                      <a:pt x="157500" y="197500"/>
                    </a:moveTo>
                    <a:lnTo>
                      <a:pt x="158200" y="197500"/>
                    </a:lnTo>
                    <a:lnTo>
                      <a:pt x="158200" y="198200"/>
                    </a:lnTo>
                    <a:lnTo>
                      <a:pt x="157500" y="198200"/>
                    </a:lnTo>
                    <a:close/>
                    <a:moveTo>
                      <a:pt x="160000" y="195000"/>
                    </a:moveTo>
                    <a:lnTo>
                      <a:pt x="160850" y="195000"/>
                    </a:lnTo>
                    <a:lnTo>
                      <a:pt x="160850" y="195850"/>
                    </a:lnTo>
                    <a:lnTo>
                      <a:pt x="160000" y="195850"/>
                    </a:lnTo>
                    <a:close/>
                    <a:moveTo>
                      <a:pt x="162500" y="197500"/>
                    </a:moveTo>
                    <a:lnTo>
                      <a:pt x="163200" y="197500"/>
                    </a:lnTo>
                    <a:lnTo>
                      <a:pt x="163200" y="198200"/>
                    </a:lnTo>
                    <a:lnTo>
                      <a:pt x="162500" y="198200"/>
                    </a:lnTo>
                    <a:close/>
                    <a:moveTo>
                      <a:pt x="165000" y="195000"/>
                    </a:moveTo>
                    <a:lnTo>
                      <a:pt x="165850" y="195000"/>
                    </a:lnTo>
                    <a:lnTo>
                      <a:pt x="165850" y="195850"/>
                    </a:lnTo>
                    <a:lnTo>
                      <a:pt x="165000" y="195850"/>
                    </a:lnTo>
                    <a:close/>
                    <a:moveTo>
                      <a:pt x="167500" y="197500"/>
                    </a:moveTo>
                    <a:lnTo>
                      <a:pt x="168200" y="197500"/>
                    </a:lnTo>
                    <a:lnTo>
                      <a:pt x="168200" y="198200"/>
                    </a:lnTo>
                    <a:lnTo>
                      <a:pt x="167500" y="198200"/>
                    </a:lnTo>
                    <a:close/>
                    <a:moveTo>
                      <a:pt x="170000" y="195000"/>
                    </a:moveTo>
                    <a:lnTo>
                      <a:pt x="170850" y="195000"/>
                    </a:lnTo>
                    <a:lnTo>
                      <a:pt x="170850" y="195850"/>
                    </a:lnTo>
                    <a:lnTo>
                      <a:pt x="170000" y="195850"/>
                    </a:lnTo>
                    <a:close/>
                    <a:moveTo>
                      <a:pt x="172500" y="197500"/>
                    </a:moveTo>
                    <a:lnTo>
                      <a:pt x="173200" y="197500"/>
                    </a:lnTo>
                    <a:lnTo>
                      <a:pt x="173200" y="198200"/>
                    </a:lnTo>
                    <a:lnTo>
                      <a:pt x="172500" y="198200"/>
                    </a:lnTo>
                    <a:close/>
                    <a:moveTo>
                      <a:pt x="175000" y="195000"/>
                    </a:moveTo>
                    <a:lnTo>
                      <a:pt x="175850" y="195000"/>
                    </a:lnTo>
                    <a:lnTo>
                      <a:pt x="175850" y="195850"/>
                    </a:lnTo>
                    <a:lnTo>
                      <a:pt x="175000" y="195850"/>
                    </a:lnTo>
                    <a:close/>
                    <a:moveTo>
                      <a:pt x="177500" y="197500"/>
                    </a:moveTo>
                    <a:lnTo>
                      <a:pt x="178200" y="197500"/>
                    </a:lnTo>
                    <a:lnTo>
                      <a:pt x="178200" y="198200"/>
                    </a:lnTo>
                    <a:lnTo>
                      <a:pt x="177500" y="198200"/>
                    </a:lnTo>
                    <a:close/>
                    <a:moveTo>
                      <a:pt x="180000" y="195000"/>
                    </a:moveTo>
                    <a:lnTo>
                      <a:pt x="180850" y="195000"/>
                    </a:lnTo>
                    <a:lnTo>
                      <a:pt x="180850" y="195850"/>
                    </a:lnTo>
                    <a:lnTo>
                      <a:pt x="180000" y="195850"/>
                    </a:lnTo>
                    <a:close/>
                    <a:moveTo>
                      <a:pt x="182500" y="197500"/>
                    </a:moveTo>
                    <a:lnTo>
                      <a:pt x="183200" y="197500"/>
                    </a:lnTo>
                    <a:lnTo>
                      <a:pt x="183200" y="198200"/>
                    </a:lnTo>
                    <a:lnTo>
                      <a:pt x="182500" y="198200"/>
                    </a:lnTo>
                    <a:close/>
                    <a:moveTo>
                      <a:pt x="185000" y="195000"/>
                    </a:moveTo>
                    <a:lnTo>
                      <a:pt x="185850" y="195000"/>
                    </a:lnTo>
                    <a:lnTo>
                      <a:pt x="185850" y="195850"/>
                    </a:lnTo>
                    <a:lnTo>
                      <a:pt x="185000" y="195850"/>
                    </a:lnTo>
                    <a:close/>
                    <a:moveTo>
                      <a:pt x="187500" y="197500"/>
                    </a:moveTo>
                    <a:lnTo>
                      <a:pt x="188200" y="197500"/>
                    </a:lnTo>
                    <a:lnTo>
                      <a:pt x="188200" y="198200"/>
                    </a:lnTo>
                    <a:lnTo>
                      <a:pt x="187500" y="198200"/>
                    </a:lnTo>
                    <a:close/>
                    <a:moveTo>
                      <a:pt x="190000" y="195000"/>
                    </a:moveTo>
                    <a:lnTo>
                      <a:pt x="190850" y="195000"/>
                    </a:lnTo>
                    <a:lnTo>
                      <a:pt x="190850" y="195850"/>
                    </a:lnTo>
                    <a:lnTo>
                      <a:pt x="190000" y="195850"/>
                    </a:lnTo>
                    <a:close/>
                    <a:moveTo>
                      <a:pt x="192500" y="197500"/>
                    </a:moveTo>
                    <a:lnTo>
                      <a:pt x="193200" y="197500"/>
                    </a:lnTo>
                    <a:lnTo>
                      <a:pt x="193200" y="198200"/>
                    </a:lnTo>
                    <a:lnTo>
                      <a:pt x="192500" y="198200"/>
                    </a:lnTo>
                    <a:close/>
                    <a:moveTo>
                      <a:pt x="195000" y="195000"/>
                    </a:moveTo>
                    <a:lnTo>
                      <a:pt x="195850" y="195000"/>
                    </a:lnTo>
                    <a:lnTo>
                      <a:pt x="195850" y="195850"/>
                    </a:lnTo>
                    <a:lnTo>
                      <a:pt x="195000" y="195850"/>
                    </a:lnTo>
                    <a:close/>
                    <a:moveTo>
                      <a:pt x="197500" y="197500"/>
                    </a:moveTo>
                    <a:lnTo>
                      <a:pt x="198200" y="197500"/>
                    </a:lnTo>
                    <a:lnTo>
                      <a:pt x="198200" y="198200"/>
                    </a:lnTo>
                    <a:lnTo>
                      <a:pt x="197500" y="198200"/>
                    </a:lnTo>
                    <a:close/>
                    <a:moveTo>
                      <a:pt x="200000" y="195000"/>
                    </a:moveTo>
                    <a:lnTo>
                      <a:pt x="200850" y="195000"/>
                    </a:lnTo>
                    <a:lnTo>
                      <a:pt x="200850" y="195850"/>
                    </a:lnTo>
                    <a:lnTo>
                      <a:pt x="200000" y="195850"/>
                    </a:lnTo>
                    <a:close/>
                    <a:moveTo>
                      <a:pt x="202500" y="197500"/>
                    </a:moveTo>
                    <a:lnTo>
                      <a:pt x="203200" y="197500"/>
                    </a:lnTo>
                    <a:lnTo>
                      <a:pt x="203200" y="198200"/>
                    </a:lnTo>
                    <a:lnTo>
                      <a:pt x="202500" y="198200"/>
                    </a:lnTo>
                    <a:close/>
                    <a:moveTo>
                      <a:pt x="205000" y="195000"/>
                    </a:moveTo>
                    <a:lnTo>
                      <a:pt x="205850" y="195000"/>
                    </a:lnTo>
                    <a:lnTo>
                      <a:pt x="205850" y="195850"/>
                    </a:lnTo>
                    <a:lnTo>
                      <a:pt x="205000" y="195850"/>
                    </a:lnTo>
                    <a:close/>
                    <a:moveTo>
                      <a:pt x="207500" y="197500"/>
                    </a:moveTo>
                    <a:lnTo>
                      <a:pt x="208200" y="197500"/>
                    </a:lnTo>
                    <a:lnTo>
                      <a:pt x="208200" y="198200"/>
                    </a:lnTo>
                    <a:lnTo>
                      <a:pt x="207500" y="198200"/>
                    </a:lnTo>
                    <a:close/>
                    <a:moveTo>
                      <a:pt x="210000" y="195000"/>
                    </a:moveTo>
                    <a:lnTo>
                      <a:pt x="210850" y="195000"/>
                    </a:lnTo>
                    <a:lnTo>
                      <a:pt x="210850" y="195850"/>
                    </a:lnTo>
                    <a:lnTo>
                      <a:pt x="210000" y="195850"/>
                    </a:lnTo>
                    <a:close/>
                    <a:moveTo>
                      <a:pt x="212500" y="197500"/>
                    </a:moveTo>
                    <a:lnTo>
                      <a:pt x="213200" y="197500"/>
                    </a:lnTo>
                    <a:lnTo>
                      <a:pt x="213200" y="198200"/>
                    </a:lnTo>
                    <a:lnTo>
                      <a:pt x="212500" y="198200"/>
                    </a:lnTo>
                    <a:close/>
                    <a:moveTo>
                      <a:pt x="215000" y="195000"/>
                    </a:moveTo>
                    <a:lnTo>
                      <a:pt x="215850" y="195000"/>
                    </a:lnTo>
                    <a:lnTo>
                      <a:pt x="215850" y="195850"/>
                    </a:lnTo>
                    <a:lnTo>
                      <a:pt x="215000" y="195850"/>
                    </a:lnTo>
                    <a:close/>
                    <a:moveTo>
                      <a:pt x="217500" y="197500"/>
                    </a:moveTo>
                    <a:lnTo>
                      <a:pt x="218200" y="197500"/>
                    </a:lnTo>
                    <a:lnTo>
                      <a:pt x="218200" y="198200"/>
                    </a:lnTo>
                    <a:lnTo>
                      <a:pt x="217500" y="198200"/>
                    </a:lnTo>
                    <a:close/>
                    <a:moveTo>
                      <a:pt x="220000" y="195000"/>
                    </a:moveTo>
                    <a:lnTo>
                      <a:pt x="220850" y="195000"/>
                    </a:lnTo>
                    <a:lnTo>
                      <a:pt x="220850" y="195850"/>
                    </a:lnTo>
                    <a:lnTo>
                      <a:pt x="220000" y="195850"/>
                    </a:lnTo>
                    <a:close/>
                    <a:moveTo>
                      <a:pt x="222500" y="197500"/>
                    </a:moveTo>
                    <a:lnTo>
                      <a:pt x="223200" y="197500"/>
                    </a:lnTo>
                    <a:lnTo>
                      <a:pt x="223200" y="198200"/>
                    </a:lnTo>
                    <a:lnTo>
                      <a:pt x="222500" y="198200"/>
                    </a:lnTo>
                    <a:close/>
                    <a:moveTo>
                      <a:pt x="225000" y="195000"/>
                    </a:moveTo>
                    <a:lnTo>
                      <a:pt x="225850" y="195000"/>
                    </a:lnTo>
                    <a:lnTo>
                      <a:pt x="225850" y="195850"/>
                    </a:lnTo>
                    <a:lnTo>
                      <a:pt x="225000" y="195850"/>
                    </a:lnTo>
                    <a:close/>
                    <a:moveTo>
                      <a:pt x="227500" y="197500"/>
                    </a:moveTo>
                    <a:lnTo>
                      <a:pt x="228200" y="197500"/>
                    </a:lnTo>
                    <a:lnTo>
                      <a:pt x="228200" y="198200"/>
                    </a:lnTo>
                    <a:lnTo>
                      <a:pt x="227500" y="198200"/>
                    </a:lnTo>
                    <a:close/>
                    <a:moveTo>
                      <a:pt x="230000" y="195000"/>
                    </a:moveTo>
                    <a:lnTo>
                      <a:pt x="230850" y="195000"/>
                    </a:lnTo>
                    <a:lnTo>
                      <a:pt x="230850" y="195850"/>
                    </a:lnTo>
                    <a:lnTo>
                      <a:pt x="230000" y="195850"/>
                    </a:lnTo>
                    <a:close/>
                    <a:moveTo>
                      <a:pt x="232500" y="197500"/>
                    </a:moveTo>
                    <a:lnTo>
                      <a:pt x="233200" y="197500"/>
                    </a:lnTo>
                    <a:lnTo>
                      <a:pt x="233200" y="198200"/>
                    </a:lnTo>
                    <a:lnTo>
                      <a:pt x="232500" y="198200"/>
                    </a:lnTo>
                    <a:close/>
                    <a:moveTo>
                      <a:pt x="235000" y="195000"/>
                    </a:moveTo>
                    <a:lnTo>
                      <a:pt x="235850" y="195000"/>
                    </a:lnTo>
                    <a:lnTo>
                      <a:pt x="235850" y="195850"/>
                    </a:lnTo>
                    <a:lnTo>
                      <a:pt x="235000" y="195850"/>
                    </a:lnTo>
                    <a:close/>
                    <a:moveTo>
                      <a:pt x="237500" y="197500"/>
                    </a:moveTo>
                    <a:lnTo>
                      <a:pt x="238200" y="197500"/>
                    </a:lnTo>
                    <a:lnTo>
                      <a:pt x="238200" y="198200"/>
                    </a:lnTo>
                    <a:lnTo>
                      <a:pt x="237500" y="198200"/>
                    </a:lnTo>
                    <a:close/>
                    <a:moveTo>
                      <a:pt x="240000" y="195000"/>
                    </a:moveTo>
                    <a:lnTo>
                      <a:pt x="240850" y="195000"/>
                    </a:lnTo>
                    <a:lnTo>
                      <a:pt x="240850" y="195850"/>
                    </a:lnTo>
                    <a:lnTo>
                      <a:pt x="240000" y="195850"/>
                    </a:lnTo>
                    <a:close/>
                    <a:moveTo>
                      <a:pt x="242500" y="197500"/>
                    </a:moveTo>
                    <a:lnTo>
                      <a:pt x="243200" y="197500"/>
                    </a:lnTo>
                    <a:lnTo>
                      <a:pt x="243200" y="198200"/>
                    </a:lnTo>
                    <a:lnTo>
                      <a:pt x="242500" y="198200"/>
                    </a:lnTo>
                    <a:close/>
                    <a:moveTo>
                      <a:pt x="245000" y="195000"/>
                    </a:moveTo>
                    <a:lnTo>
                      <a:pt x="245850" y="195000"/>
                    </a:lnTo>
                    <a:lnTo>
                      <a:pt x="245850" y="195850"/>
                    </a:lnTo>
                    <a:lnTo>
                      <a:pt x="245000" y="195850"/>
                    </a:lnTo>
                    <a:close/>
                    <a:moveTo>
                      <a:pt x="247500" y="197500"/>
                    </a:moveTo>
                    <a:lnTo>
                      <a:pt x="248200" y="197500"/>
                    </a:lnTo>
                    <a:lnTo>
                      <a:pt x="248200" y="198200"/>
                    </a:lnTo>
                    <a:lnTo>
                      <a:pt x="247500" y="198200"/>
                    </a:lnTo>
                    <a:close/>
                    <a:moveTo>
                      <a:pt x="250000" y="195000"/>
                    </a:moveTo>
                    <a:lnTo>
                      <a:pt x="250850" y="195000"/>
                    </a:lnTo>
                    <a:lnTo>
                      <a:pt x="250850" y="195850"/>
                    </a:lnTo>
                    <a:lnTo>
                      <a:pt x="250000" y="195850"/>
                    </a:lnTo>
                    <a:close/>
                    <a:moveTo>
                      <a:pt x="252500" y="197500"/>
                    </a:moveTo>
                    <a:lnTo>
                      <a:pt x="253200" y="197500"/>
                    </a:lnTo>
                    <a:lnTo>
                      <a:pt x="253200" y="198200"/>
                    </a:lnTo>
                    <a:lnTo>
                      <a:pt x="252500" y="198200"/>
                    </a:lnTo>
                    <a:close/>
                    <a:moveTo>
                      <a:pt x="255000" y="195000"/>
                    </a:moveTo>
                    <a:lnTo>
                      <a:pt x="255850" y="195000"/>
                    </a:lnTo>
                    <a:lnTo>
                      <a:pt x="255850" y="195850"/>
                    </a:lnTo>
                    <a:lnTo>
                      <a:pt x="255000" y="195850"/>
                    </a:lnTo>
                    <a:close/>
                    <a:moveTo>
                      <a:pt x="257500" y="197500"/>
                    </a:moveTo>
                    <a:lnTo>
                      <a:pt x="258200" y="197500"/>
                    </a:lnTo>
                    <a:lnTo>
                      <a:pt x="258200" y="198200"/>
                    </a:lnTo>
                    <a:lnTo>
                      <a:pt x="257500" y="198200"/>
                    </a:lnTo>
                    <a:close/>
                    <a:moveTo>
                      <a:pt x="260000" y="195000"/>
                    </a:moveTo>
                    <a:lnTo>
                      <a:pt x="260850" y="195000"/>
                    </a:lnTo>
                    <a:lnTo>
                      <a:pt x="260850" y="195850"/>
                    </a:lnTo>
                    <a:lnTo>
                      <a:pt x="260000" y="195850"/>
                    </a:lnTo>
                    <a:close/>
                    <a:moveTo>
                      <a:pt x="262500" y="197500"/>
                    </a:moveTo>
                    <a:lnTo>
                      <a:pt x="263200" y="197500"/>
                    </a:lnTo>
                    <a:lnTo>
                      <a:pt x="263200" y="198200"/>
                    </a:lnTo>
                    <a:lnTo>
                      <a:pt x="262500" y="198200"/>
                    </a:lnTo>
                    <a:close/>
                    <a:moveTo>
                      <a:pt x="265000" y="195000"/>
                    </a:moveTo>
                    <a:lnTo>
                      <a:pt x="265850" y="195000"/>
                    </a:lnTo>
                    <a:lnTo>
                      <a:pt x="265850" y="195850"/>
                    </a:lnTo>
                    <a:lnTo>
                      <a:pt x="265000" y="195850"/>
                    </a:lnTo>
                    <a:close/>
                    <a:moveTo>
                      <a:pt x="267500" y="197500"/>
                    </a:moveTo>
                    <a:lnTo>
                      <a:pt x="268200" y="197500"/>
                    </a:lnTo>
                    <a:lnTo>
                      <a:pt x="268200" y="198200"/>
                    </a:lnTo>
                    <a:lnTo>
                      <a:pt x="267500" y="198200"/>
                    </a:lnTo>
                    <a:close/>
                    <a:moveTo>
                      <a:pt x="270000" y="195000"/>
                    </a:moveTo>
                    <a:lnTo>
                      <a:pt x="270850" y="195000"/>
                    </a:lnTo>
                    <a:lnTo>
                      <a:pt x="270850" y="195850"/>
                    </a:lnTo>
                    <a:lnTo>
                      <a:pt x="270000" y="195850"/>
                    </a:lnTo>
                    <a:close/>
                    <a:moveTo>
                      <a:pt x="272500" y="197500"/>
                    </a:moveTo>
                    <a:lnTo>
                      <a:pt x="273200" y="197500"/>
                    </a:lnTo>
                    <a:lnTo>
                      <a:pt x="273200" y="198200"/>
                    </a:lnTo>
                    <a:lnTo>
                      <a:pt x="272500" y="198200"/>
                    </a:lnTo>
                    <a:close/>
                    <a:moveTo>
                      <a:pt x="275000" y="195000"/>
                    </a:moveTo>
                    <a:lnTo>
                      <a:pt x="275850" y="195000"/>
                    </a:lnTo>
                    <a:lnTo>
                      <a:pt x="275850" y="195850"/>
                    </a:lnTo>
                    <a:lnTo>
                      <a:pt x="275000" y="195850"/>
                    </a:lnTo>
                    <a:close/>
                    <a:moveTo>
                      <a:pt x="277500" y="197500"/>
                    </a:moveTo>
                    <a:lnTo>
                      <a:pt x="278200" y="197500"/>
                    </a:lnTo>
                    <a:lnTo>
                      <a:pt x="278200" y="198200"/>
                    </a:lnTo>
                    <a:lnTo>
                      <a:pt x="277500" y="198200"/>
                    </a:lnTo>
                    <a:close/>
                    <a:moveTo>
                      <a:pt x="280000" y="195000"/>
                    </a:moveTo>
                    <a:lnTo>
                      <a:pt x="280850" y="195000"/>
                    </a:lnTo>
                    <a:lnTo>
                      <a:pt x="280850" y="195850"/>
                    </a:lnTo>
                    <a:lnTo>
                      <a:pt x="280000" y="195850"/>
                    </a:lnTo>
                    <a:close/>
                    <a:moveTo>
                      <a:pt x="282500" y="197500"/>
                    </a:moveTo>
                    <a:lnTo>
                      <a:pt x="283200" y="197500"/>
                    </a:lnTo>
                    <a:lnTo>
                      <a:pt x="283200" y="198200"/>
                    </a:lnTo>
                    <a:lnTo>
                      <a:pt x="282500" y="198200"/>
                    </a:lnTo>
                    <a:close/>
                    <a:moveTo>
                      <a:pt x="285000" y="195000"/>
                    </a:moveTo>
                    <a:lnTo>
                      <a:pt x="285850" y="195000"/>
                    </a:lnTo>
                    <a:lnTo>
                      <a:pt x="285850" y="195850"/>
                    </a:lnTo>
                    <a:lnTo>
                      <a:pt x="285000" y="195850"/>
                    </a:lnTo>
                    <a:close/>
                    <a:moveTo>
                      <a:pt x="287500" y="197500"/>
                    </a:moveTo>
                    <a:lnTo>
                      <a:pt x="288200" y="197500"/>
                    </a:lnTo>
                    <a:lnTo>
                      <a:pt x="288200" y="198200"/>
                    </a:lnTo>
                    <a:lnTo>
                      <a:pt x="287500" y="198200"/>
                    </a:lnTo>
                    <a:close/>
                    <a:moveTo>
                      <a:pt x="0" y="200000"/>
                    </a:moveTo>
                    <a:lnTo>
                      <a:pt x="850" y="200000"/>
                    </a:lnTo>
                    <a:lnTo>
                      <a:pt x="850" y="200850"/>
                    </a:lnTo>
                    <a:lnTo>
                      <a:pt x="0" y="200850"/>
                    </a:lnTo>
                    <a:close/>
                    <a:moveTo>
                      <a:pt x="2500" y="202500"/>
                    </a:moveTo>
                    <a:lnTo>
                      <a:pt x="3200" y="202500"/>
                    </a:lnTo>
                    <a:lnTo>
                      <a:pt x="3200" y="203200"/>
                    </a:lnTo>
                    <a:lnTo>
                      <a:pt x="2500" y="203200"/>
                    </a:lnTo>
                    <a:close/>
                    <a:moveTo>
                      <a:pt x="5000" y="200000"/>
                    </a:moveTo>
                    <a:lnTo>
                      <a:pt x="5850" y="200000"/>
                    </a:lnTo>
                    <a:lnTo>
                      <a:pt x="5850" y="200850"/>
                    </a:lnTo>
                    <a:lnTo>
                      <a:pt x="5000" y="200850"/>
                    </a:lnTo>
                    <a:close/>
                    <a:moveTo>
                      <a:pt x="7500" y="202500"/>
                    </a:moveTo>
                    <a:lnTo>
                      <a:pt x="8200" y="202500"/>
                    </a:lnTo>
                    <a:lnTo>
                      <a:pt x="8200" y="203200"/>
                    </a:lnTo>
                    <a:lnTo>
                      <a:pt x="7500" y="203200"/>
                    </a:lnTo>
                    <a:close/>
                    <a:moveTo>
                      <a:pt x="10000" y="200000"/>
                    </a:moveTo>
                    <a:lnTo>
                      <a:pt x="10850" y="200000"/>
                    </a:lnTo>
                    <a:lnTo>
                      <a:pt x="10850" y="200850"/>
                    </a:lnTo>
                    <a:lnTo>
                      <a:pt x="10000" y="200850"/>
                    </a:lnTo>
                    <a:close/>
                    <a:moveTo>
                      <a:pt x="12500" y="202500"/>
                    </a:moveTo>
                    <a:lnTo>
                      <a:pt x="13200" y="202500"/>
                    </a:lnTo>
                    <a:lnTo>
                      <a:pt x="13200" y="203200"/>
                    </a:lnTo>
                    <a:lnTo>
                      <a:pt x="12500" y="203200"/>
                    </a:lnTo>
                    <a:close/>
                    <a:moveTo>
                      <a:pt x="15000" y="200000"/>
                    </a:moveTo>
                    <a:lnTo>
                      <a:pt x="15850" y="200000"/>
                    </a:lnTo>
                    <a:lnTo>
                      <a:pt x="15850" y="200850"/>
                    </a:lnTo>
                    <a:lnTo>
                      <a:pt x="15000" y="200850"/>
                    </a:lnTo>
                    <a:close/>
                    <a:moveTo>
                      <a:pt x="17500" y="202500"/>
                    </a:moveTo>
                    <a:lnTo>
                      <a:pt x="18200" y="202500"/>
                    </a:lnTo>
                    <a:lnTo>
                      <a:pt x="18200" y="203200"/>
                    </a:lnTo>
                    <a:lnTo>
                      <a:pt x="17500" y="203200"/>
                    </a:lnTo>
                    <a:close/>
                    <a:moveTo>
                      <a:pt x="20000" y="200000"/>
                    </a:moveTo>
                    <a:lnTo>
                      <a:pt x="20850" y="200000"/>
                    </a:lnTo>
                    <a:lnTo>
                      <a:pt x="20850" y="200850"/>
                    </a:lnTo>
                    <a:lnTo>
                      <a:pt x="20000" y="200850"/>
                    </a:lnTo>
                    <a:close/>
                    <a:moveTo>
                      <a:pt x="22500" y="202500"/>
                    </a:moveTo>
                    <a:lnTo>
                      <a:pt x="23200" y="202500"/>
                    </a:lnTo>
                    <a:lnTo>
                      <a:pt x="23200" y="203200"/>
                    </a:lnTo>
                    <a:lnTo>
                      <a:pt x="22500" y="203200"/>
                    </a:lnTo>
                    <a:close/>
                    <a:moveTo>
                      <a:pt x="25000" y="200000"/>
                    </a:moveTo>
                    <a:lnTo>
                      <a:pt x="25850" y="200000"/>
                    </a:lnTo>
                    <a:lnTo>
                      <a:pt x="25850" y="200850"/>
                    </a:lnTo>
                    <a:lnTo>
                      <a:pt x="25000" y="200850"/>
                    </a:lnTo>
                    <a:close/>
                    <a:moveTo>
                      <a:pt x="27500" y="202500"/>
                    </a:moveTo>
                    <a:lnTo>
                      <a:pt x="28200" y="202500"/>
                    </a:lnTo>
                    <a:lnTo>
                      <a:pt x="28200" y="203200"/>
                    </a:lnTo>
                    <a:lnTo>
                      <a:pt x="27500" y="203200"/>
                    </a:lnTo>
                    <a:close/>
                    <a:moveTo>
                      <a:pt x="30000" y="200000"/>
                    </a:moveTo>
                    <a:lnTo>
                      <a:pt x="30850" y="200000"/>
                    </a:lnTo>
                    <a:lnTo>
                      <a:pt x="30850" y="200850"/>
                    </a:lnTo>
                    <a:lnTo>
                      <a:pt x="30000" y="200850"/>
                    </a:lnTo>
                    <a:close/>
                    <a:moveTo>
                      <a:pt x="32500" y="202500"/>
                    </a:moveTo>
                    <a:lnTo>
                      <a:pt x="33200" y="202500"/>
                    </a:lnTo>
                    <a:lnTo>
                      <a:pt x="33200" y="203200"/>
                    </a:lnTo>
                    <a:lnTo>
                      <a:pt x="32500" y="203200"/>
                    </a:lnTo>
                    <a:close/>
                    <a:moveTo>
                      <a:pt x="35000" y="200000"/>
                    </a:moveTo>
                    <a:lnTo>
                      <a:pt x="35850" y="200000"/>
                    </a:lnTo>
                    <a:lnTo>
                      <a:pt x="35850" y="200850"/>
                    </a:lnTo>
                    <a:lnTo>
                      <a:pt x="35000" y="200850"/>
                    </a:lnTo>
                    <a:close/>
                    <a:moveTo>
                      <a:pt x="37500" y="202500"/>
                    </a:moveTo>
                    <a:lnTo>
                      <a:pt x="38200" y="202500"/>
                    </a:lnTo>
                    <a:lnTo>
                      <a:pt x="38200" y="203200"/>
                    </a:lnTo>
                    <a:lnTo>
                      <a:pt x="37500" y="203200"/>
                    </a:lnTo>
                    <a:close/>
                    <a:moveTo>
                      <a:pt x="40000" y="200000"/>
                    </a:moveTo>
                    <a:lnTo>
                      <a:pt x="40850" y="200000"/>
                    </a:lnTo>
                    <a:lnTo>
                      <a:pt x="40850" y="200850"/>
                    </a:lnTo>
                    <a:lnTo>
                      <a:pt x="40000" y="200850"/>
                    </a:lnTo>
                    <a:close/>
                    <a:moveTo>
                      <a:pt x="42500" y="202500"/>
                    </a:moveTo>
                    <a:lnTo>
                      <a:pt x="43200" y="202500"/>
                    </a:lnTo>
                    <a:lnTo>
                      <a:pt x="43200" y="203200"/>
                    </a:lnTo>
                    <a:lnTo>
                      <a:pt x="42500" y="203200"/>
                    </a:lnTo>
                    <a:close/>
                    <a:moveTo>
                      <a:pt x="45000" y="200000"/>
                    </a:moveTo>
                    <a:lnTo>
                      <a:pt x="45850" y="200000"/>
                    </a:lnTo>
                    <a:lnTo>
                      <a:pt x="45850" y="200850"/>
                    </a:lnTo>
                    <a:lnTo>
                      <a:pt x="45000" y="200850"/>
                    </a:lnTo>
                    <a:close/>
                    <a:moveTo>
                      <a:pt x="47500" y="202500"/>
                    </a:moveTo>
                    <a:lnTo>
                      <a:pt x="48200" y="202500"/>
                    </a:lnTo>
                    <a:lnTo>
                      <a:pt x="48200" y="203200"/>
                    </a:lnTo>
                    <a:lnTo>
                      <a:pt x="47500" y="203200"/>
                    </a:lnTo>
                    <a:close/>
                    <a:moveTo>
                      <a:pt x="50000" y="200000"/>
                    </a:moveTo>
                    <a:lnTo>
                      <a:pt x="50850" y="200000"/>
                    </a:lnTo>
                    <a:lnTo>
                      <a:pt x="50850" y="200850"/>
                    </a:lnTo>
                    <a:lnTo>
                      <a:pt x="50000" y="200850"/>
                    </a:lnTo>
                    <a:close/>
                    <a:moveTo>
                      <a:pt x="52500" y="202500"/>
                    </a:moveTo>
                    <a:lnTo>
                      <a:pt x="53200" y="202500"/>
                    </a:lnTo>
                    <a:lnTo>
                      <a:pt x="53200" y="203200"/>
                    </a:lnTo>
                    <a:lnTo>
                      <a:pt x="52500" y="203200"/>
                    </a:lnTo>
                    <a:close/>
                    <a:moveTo>
                      <a:pt x="55000" y="200000"/>
                    </a:moveTo>
                    <a:lnTo>
                      <a:pt x="55850" y="200000"/>
                    </a:lnTo>
                    <a:lnTo>
                      <a:pt x="55850" y="200850"/>
                    </a:lnTo>
                    <a:lnTo>
                      <a:pt x="55000" y="200850"/>
                    </a:lnTo>
                    <a:close/>
                    <a:moveTo>
                      <a:pt x="57500" y="202500"/>
                    </a:moveTo>
                    <a:lnTo>
                      <a:pt x="58200" y="202500"/>
                    </a:lnTo>
                    <a:lnTo>
                      <a:pt x="58200" y="203200"/>
                    </a:lnTo>
                    <a:lnTo>
                      <a:pt x="57500" y="203200"/>
                    </a:lnTo>
                    <a:close/>
                    <a:moveTo>
                      <a:pt x="60000" y="200000"/>
                    </a:moveTo>
                    <a:lnTo>
                      <a:pt x="60850" y="200000"/>
                    </a:lnTo>
                    <a:lnTo>
                      <a:pt x="60850" y="200850"/>
                    </a:lnTo>
                    <a:lnTo>
                      <a:pt x="60000" y="200850"/>
                    </a:lnTo>
                    <a:close/>
                    <a:moveTo>
                      <a:pt x="62500" y="202500"/>
                    </a:moveTo>
                    <a:lnTo>
                      <a:pt x="63200" y="202500"/>
                    </a:lnTo>
                    <a:lnTo>
                      <a:pt x="63200" y="203200"/>
                    </a:lnTo>
                    <a:lnTo>
                      <a:pt x="62500" y="203200"/>
                    </a:lnTo>
                    <a:close/>
                    <a:moveTo>
                      <a:pt x="65000" y="200000"/>
                    </a:moveTo>
                    <a:lnTo>
                      <a:pt x="65850" y="200000"/>
                    </a:lnTo>
                    <a:lnTo>
                      <a:pt x="65850" y="200850"/>
                    </a:lnTo>
                    <a:lnTo>
                      <a:pt x="65000" y="200850"/>
                    </a:lnTo>
                    <a:close/>
                    <a:moveTo>
                      <a:pt x="67500" y="202500"/>
                    </a:moveTo>
                    <a:lnTo>
                      <a:pt x="68200" y="202500"/>
                    </a:lnTo>
                    <a:lnTo>
                      <a:pt x="68200" y="203200"/>
                    </a:lnTo>
                    <a:lnTo>
                      <a:pt x="67500" y="203200"/>
                    </a:lnTo>
                    <a:close/>
                    <a:moveTo>
                      <a:pt x="70000" y="200000"/>
                    </a:moveTo>
                    <a:lnTo>
                      <a:pt x="70850" y="200000"/>
                    </a:lnTo>
                    <a:lnTo>
                      <a:pt x="70850" y="200850"/>
                    </a:lnTo>
                    <a:lnTo>
                      <a:pt x="70000" y="200850"/>
                    </a:lnTo>
                    <a:close/>
                    <a:moveTo>
                      <a:pt x="72500" y="202500"/>
                    </a:moveTo>
                    <a:lnTo>
                      <a:pt x="73200" y="202500"/>
                    </a:lnTo>
                    <a:lnTo>
                      <a:pt x="73200" y="203200"/>
                    </a:lnTo>
                    <a:lnTo>
                      <a:pt x="72500" y="203200"/>
                    </a:lnTo>
                    <a:close/>
                    <a:moveTo>
                      <a:pt x="75000" y="200000"/>
                    </a:moveTo>
                    <a:lnTo>
                      <a:pt x="75850" y="200000"/>
                    </a:lnTo>
                    <a:lnTo>
                      <a:pt x="75850" y="200850"/>
                    </a:lnTo>
                    <a:lnTo>
                      <a:pt x="75000" y="200850"/>
                    </a:lnTo>
                    <a:close/>
                    <a:moveTo>
                      <a:pt x="77500" y="202500"/>
                    </a:moveTo>
                    <a:lnTo>
                      <a:pt x="78200" y="202500"/>
                    </a:lnTo>
                    <a:lnTo>
                      <a:pt x="78200" y="203200"/>
                    </a:lnTo>
                    <a:lnTo>
                      <a:pt x="77500" y="203200"/>
                    </a:lnTo>
                    <a:close/>
                    <a:moveTo>
                      <a:pt x="80000" y="200000"/>
                    </a:moveTo>
                    <a:lnTo>
                      <a:pt x="80850" y="200000"/>
                    </a:lnTo>
                    <a:lnTo>
                      <a:pt x="80850" y="200850"/>
                    </a:lnTo>
                    <a:lnTo>
                      <a:pt x="80000" y="200850"/>
                    </a:lnTo>
                    <a:close/>
                    <a:moveTo>
                      <a:pt x="82500" y="202500"/>
                    </a:moveTo>
                    <a:lnTo>
                      <a:pt x="83200" y="202500"/>
                    </a:lnTo>
                    <a:lnTo>
                      <a:pt x="83200" y="203200"/>
                    </a:lnTo>
                    <a:lnTo>
                      <a:pt x="82500" y="203200"/>
                    </a:lnTo>
                    <a:close/>
                    <a:moveTo>
                      <a:pt x="85000" y="200000"/>
                    </a:moveTo>
                    <a:lnTo>
                      <a:pt x="85850" y="200000"/>
                    </a:lnTo>
                    <a:lnTo>
                      <a:pt x="85850" y="200850"/>
                    </a:lnTo>
                    <a:lnTo>
                      <a:pt x="85000" y="200850"/>
                    </a:lnTo>
                    <a:close/>
                    <a:moveTo>
                      <a:pt x="87500" y="202500"/>
                    </a:moveTo>
                    <a:lnTo>
                      <a:pt x="88200" y="202500"/>
                    </a:lnTo>
                    <a:lnTo>
                      <a:pt x="88200" y="203200"/>
                    </a:lnTo>
                    <a:lnTo>
                      <a:pt x="87500" y="203200"/>
                    </a:lnTo>
                    <a:close/>
                    <a:moveTo>
                      <a:pt x="90000" y="200000"/>
                    </a:moveTo>
                    <a:lnTo>
                      <a:pt x="90850" y="200000"/>
                    </a:lnTo>
                    <a:lnTo>
                      <a:pt x="90850" y="200850"/>
                    </a:lnTo>
                    <a:lnTo>
                      <a:pt x="90000" y="200850"/>
                    </a:lnTo>
                    <a:close/>
                    <a:moveTo>
                      <a:pt x="92500" y="202500"/>
                    </a:moveTo>
                    <a:lnTo>
                      <a:pt x="93200" y="202500"/>
                    </a:lnTo>
                    <a:lnTo>
                      <a:pt x="93200" y="203200"/>
                    </a:lnTo>
                    <a:lnTo>
                      <a:pt x="92500" y="203200"/>
                    </a:lnTo>
                    <a:close/>
                    <a:moveTo>
                      <a:pt x="95000" y="200000"/>
                    </a:moveTo>
                    <a:lnTo>
                      <a:pt x="95850" y="200000"/>
                    </a:lnTo>
                    <a:lnTo>
                      <a:pt x="95850" y="200850"/>
                    </a:lnTo>
                    <a:lnTo>
                      <a:pt x="95000" y="200850"/>
                    </a:lnTo>
                    <a:close/>
                    <a:moveTo>
                      <a:pt x="97500" y="202500"/>
                    </a:moveTo>
                    <a:lnTo>
                      <a:pt x="98200" y="202500"/>
                    </a:lnTo>
                    <a:lnTo>
                      <a:pt x="98200" y="203200"/>
                    </a:lnTo>
                    <a:lnTo>
                      <a:pt x="97500" y="203200"/>
                    </a:lnTo>
                    <a:close/>
                    <a:moveTo>
                      <a:pt x="100000" y="200000"/>
                    </a:moveTo>
                    <a:lnTo>
                      <a:pt x="100850" y="200000"/>
                    </a:lnTo>
                    <a:lnTo>
                      <a:pt x="100850" y="200850"/>
                    </a:lnTo>
                    <a:lnTo>
                      <a:pt x="100000" y="200850"/>
                    </a:lnTo>
                    <a:close/>
                    <a:moveTo>
                      <a:pt x="102500" y="202500"/>
                    </a:moveTo>
                    <a:lnTo>
                      <a:pt x="103200" y="202500"/>
                    </a:lnTo>
                    <a:lnTo>
                      <a:pt x="103200" y="203200"/>
                    </a:lnTo>
                    <a:lnTo>
                      <a:pt x="102500" y="203200"/>
                    </a:lnTo>
                    <a:close/>
                    <a:moveTo>
                      <a:pt x="105000" y="200000"/>
                    </a:moveTo>
                    <a:lnTo>
                      <a:pt x="105850" y="200000"/>
                    </a:lnTo>
                    <a:lnTo>
                      <a:pt x="105850" y="200850"/>
                    </a:lnTo>
                    <a:lnTo>
                      <a:pt x="105000" y="200850"/>
                    </a:lnTo>
                    <a:close/>
                    <a:moveTo>
                      <a:pt x="107500" y="202500"/>
                    </a:moveTo>
                    <a:lnTo>
                      <a:pt x="108200" y="202500"/>
                    </a:lnTo>
                    <a:lnTo>
                      <a:pt x="108200" y="203200"/>
                    </a:lnTo>
                    <a:lnTo>
                      <a:pt x="107500" y="203200"/>
                    </a:lnTo>
                    <a:close/>
                    <a:moveTo>
                      <a:pt x="110000" y="200000"/>
                    </a:moveTo>
                    <a:lnTo>
                      <a:pt x="110850" y="200000"/>
                    </a:lnTo>
                    <a:lnTo>
                      <a:pt x="110850" y="200850"/>
                    </a:lnTo>
                    <a:lnTo>
                      <a:pt x="110000" y="200850"/>
                    </a:lnTo>
                    <a:close/>
                    <a:moveTo>
                      <a:pt x="112500" y="202500"/>
                    </a:moveTo>
                    <a:lnTo>
                      <a:pt x="113200" y="202500"/>
                    </a:lnTo>
                    <a:lnTo>
                      <a:pt x="113200" y="203200"/>
                    </a:lnTo>
                    <a:lnTo>
                      <a:pt x="112500" y="203200"/>
                    </a:lnTo>
                    <a:close/>
                    <a:moveTo>
                      <a:pt x="115000" y="200000"/>
                    </a:moveTo>
                    <a:lnTo>
                      <a:pt x="115850" y="200000"/>
                    </a:lnTo>
                    <a:lnTo>
                      <a:pt x="115850" y="200850"/>
                    </a:lnTo>
                    <a:lnTo>
                      <a:pt x="115000" y="200850"/>
                    </a:lnTo>
                    <a:close/>
                    <a:moveTo>
                      <a:pt x="117500" y="202500"/>
                    </a:moveTo>
                    <a:lnTo>
                      <a:pt x="118200" y="202500"/>
                    </a:lnTo>
                    <a:lnTo>
                      <a:pt x="118200" y="203200"/>
                    </a:lnTo>
                    <a:lnTo>
                      <a:pt x="117500" y="203200"/>
                    </a:lnTo>
                    <a:close/>
                    <a:moveTo>
                      <a:pt x="120000" y="200000"/>
                    </a:moveTo>
                    <a:lnTo>
                      <a:pt x="120850" y="200000"/>
                    </a:lnTo>
                    <a:lnTo>
                      <a:pt x="120850" y="200850"/>
                    </a:lnTo>
                    <a:lnTo>
                      <a:pt x="120000" y="200850"/>
                    </a:lnTo>
                    <a:close/>
                    <a:moveTo>
                      <a:pt x="122500" y="202500"/>
                    </a:moveTo>
                    <a:lnTo>
                      <a:pt x="123200" y="202500"/>
                    </a:lnTo>
                    <a:lnTo>
                      <a:pt x="123200" y="203200"/>
                    </a:lnTo>
                    <a:lnTo>
                      <a:pt x="122500" y="203200"/>
                    </a:lnTo>
                    <a:close/>
                    <a:moveTo>
                      <a:pt x="125000" y="200000"/>
                    </a:moveTo>
                    <a:lnTo>
                      <a:pt x="125850" y="200000"/>
                    </a:lnTo>
                    <a:lnTo>
                      <a:pt x="125850" y="200850"/>
                    </a:lnTo>
                    <a:lnTo>
                      <a:pt x="125000" y="200850"/>
                    </a:lnTo>
                    <a:close/>
                    <a:moveTo>
                      <a:pt x="127500" y="202500"/>
                    </a:moveTo>
                    <a:lnTo>
                      <a:pt x="128200" y="202500"/>
                    </a:lnTo>
                    <a:lnTo>
                      <a:pt x="128200" y="203200"/>
                    </a:lnTo>
                    <a:lnTo>
                      <a:pt x="127500" y="203200"/>
                    </a:lnTo>
                    <a:close/>
                    <a:moveTo>
                      <a:pt x="130000" y="200000"/>
                    </a:moveTo>
                    <a:lnTo>
                      <a:pt x="130850" y="200000"/>
                    </a:lnTo>
                    <a:lnTo>
                      <a:pt x="130850" y="200850"/>
                    </a:lnTo>
                    <a:lnTo>
                      <a:pt x="130000" y="200850"/>
                    </a:lnTo>
                    <a:close/>
                    <a:moveTo>
                      <a:pt x="132500" y="202500"/>
                    </a:moveTo>
                    <a:lnTo>
                      <a:pt x="133200" y="202500"/>
                    </a:lnTo>
                    <a:lnTo>
                      <a:pt x="133200" y="203200"/>
                    </a:lnTo>
                    <a:lnTo>
                      <a:pt x="132500" y="203200"/>
                    </a:lnTo>
                    <a:close/>
                    <a:moveTo>
                      <a:pt x="135000" y="200000"/>
                    </a:moveTo>
                    <a:lnTo>
                      <a:pt x="135850" y="200000"/>
                    </a:lnTo>
                    <a:lnTo>
                      <a:pt x="135850" y="200850"/>
                    </a:lnTo>
                    <a:lnTo>
                      <a:pt x="135000" y="200850"/>
                    </a:lnTo>
                    <a:close/>
                    <a:moveTo>
                      <a:pt x="137500" y="202500"/>
                    </a:moveTo>
                    <a:lnTo>
                      <a:pt x="138200" y="202500"/>
                    </a:lnTo>
                    <a:lnTo>
                      <a:pt x="138200" y="203200"/>
                    </a:lnTo>
                    <a:lnTo>
                      <a:pt x="137500" y="203200"/>
                    </a:lnTo>
                    <a:close/>
                    <a:moveTo>
                      <a:pt x="140000" y="200000"/>
                    </a:moveTo>
                    <a:lnTo>
                      <a:pt x="140850" y="200000"/>
                    </a:lnTo>
                    <a:lnTo>
                      <a:pt x="140850" y="200850"/>
                    </a:lnTo>
                    <a:lnTo>
                      <a:pt x="140000" y="200850"/>
                    </a:lnTo>
                    <a:close/>
                    <a:moveTo>
                      <a:pt x="142500" y="202500"/>
                    </a:moveTo>
                    <a:lnTo>
                      <a:pt x="143200" y="202500"/>
                    </a:lnTo>
                    <a:lnTo>
                      <a:pt x="143200" y="203200"/>
                    </a:lnTo>
                    <a:lnTo>
                      <a:pt x="142500" y="203200"/>
                    </a:lnTo>
                    <a:close/>
                    <a:moveTo>
                      <a:pt x="145000" y="200000"/>
                    </a:moveTo>
                    <a:lnTo>
                      <a:pt x="145850" y="200000"/>
                    </a:lnTo>
                    <a:lnTo>
                      <a:pt x="145850" y="200850"/>
                    </a:lnTo>
                    <a:lnTo>
                      <a:pt x="145000" y="200850"/>
                    </a:lnTo>
                    <a:close/>
                    <a:moveTo>
                      <a:pt x="147500" y="202500"/>
                    </a:moveTo>
                    <a:lnTo>
                      <a:pt x="148200" y="202500"/>
                    </a:lnTo>
                    <a:lnTo>
                      <a:pt x="148200" y="203200"/>
                    </a:lnTo>
                    <a:lnTo>
                      <a:pt x="147500" y="203200"/>
                    </a:lnTo>
                    <a:close/>
                    <a:moveTo>
                      <a:pt x="150000" y="200000"/>
                    </a:moveTo>
                    <a:lnTo>
                      <a:pt x="150850" y="200000"/>
                    </a:lnTo>
                    <a:lnTo>
                      <a:pt x="150850" y="200850"/>
                    </a:lnTo>
                    <a:lnTo>
                      <a:pt x="150000" y="200850"/>
                    </a:lnTo>
                    <a:close/>
                    <a:moveTo>
                      <a:pt x="152500" y="202500"/>
                    </a:moveTo>
                    <a:lnTo>
                      <a:pt x="153200" y="202500"/>
                    </a:lnTo>
                    <a:lnTo>
                      <a:pt x="153200" y="203200"/>
                    </a:lnTo>
                    <a:lnTo>
                      <a:pt x="152500" y="203200"/>
                    </a:lnTo>
                    <a:close/>
                    <a:moveTo>
                      <a:pt x="155000" y="200000"/>
                    </a:moveTo>
                    <a:lnTo>
                      <a:pt x="155850" y="200000"/>
                    </a:lnTo>
                    <a:lnTo>
                      <a:pt x="155850" y="200850"/>
                    </a:lnTo>
                    <a:lnTo>
                      <a:pt x="155000" y="200850"/>
                    </a:lnTo>
                    <a:close/>
                    <a:moveTo>
                      <a:pt x="157500" y="202500"/>
                    </a:moveTo>
                    <a:lnTo>
                      <a:pt x="158200" y="202500"/>
                    </a:lnTo>
                    <a:lnTo>
                      <a:pt x="158200" y="203200"/>
                    </a:lnTo>
                    <a:lnTo>
                      <a:pt x="157500" y="203200"/>
                    </a:lnTo>
                    <a:close/>
                    <a:moveTo>
                      <a:pt x="160000" y="200000"/>
                    </a:moveTo>
                    <a:lnTo>
                      <a:pt x="160850" y="200000"/>
                    </a:lnTo>
                    <a:lnTo>
                      <a:pt x="160850" y="200850"/>
                    </a:lnTo>
                    <a:lnTo>
                      <a:pt x="160000" y="200850"/>
                    </a:lnTo>
                    <a:close/>
                    <a:moveTo>
                      <a:pt x="162500" y="202500"/>
                    </a:moveTo>
                    <a:lnTo>
                      <a:pt x="163200" y="202500"/>
                    </a:lnTo>
                    <a:lnTo>
                      <a:pt x="163200" y="203200"/>
                    </a:lnTo>
                    <a:lnTo>
                      <a:pt x="162500" y="203200"/>
                    </a:lnTo>
                    <a:close/>
                    <a:moveTo>
                      <a:pt x="165000" y="200000"/>
                    </a:moveTo>
                    <a:lnTo>
                      <a:pt x="165850" y="200000"/>
                    </a:lnTo>
                    <a:lnTo>
                      <a:pt x="165850" y="200850"/>
                    </a:lnTo>
                    <a:lnTo>
                      <a:pt x="165000" y="200850"/>
                    </a:lnTo>
                    <a:close/>
                    <a:moveTo>
                      <a:pt x="167500" y="202500"/>
                    </a:moveTo>
                    <a:lnTo>
                      <a:pt x="168200" y="202500"/>
                    </a:lnTo>
                    <a:lnTo>
                      <a:pt x="168200" y="203200"/>
                    </a:lnTo>
                    <a:lnTo>
                      <a:pt x="167500" y="203200"/>
                    </a:lnTo>
                    <a:close/>
                    <a:moveTo>
                      <a:pt x="170000" y="200000"/>
                    </a:moveTo>
                    <a:lnTo>
                      <a:pt x="170850" y="200000"/>
                    </a:lnTo>
                    <a:lnTo>
                      <a:pt x="170850" y="200850"/>
                    </a:lnTo>
                    <a:lnTo>
                      <a:pt x="170000" y="200850"/>
                    </a:lnTo>
                    <a:close/>
                    <a:moveTo>
                      <a:pt x="172500" y="202500"/>
                    </a:moveTo>
                    <a:lnTo>
                      <a:pt x="173200" y="202500"/>
                    </a:lnTo>
                    <a:lnTo>
                      <a:pt x="173200" y="203200"/>
                    </a:lnTo>
                    <a:lnTo>
                      <a:pt x="172500" y="203200"/>
                    </a:lnTo>
                    <a:close/>
                    <a:moveTo>
                      <a:pt x="175000" y="200000"/>
                    </a:moveTo>
                    <a:lnTo>
                      <a:pt x="175850" y="200000"/>
                    </a:lnTo>
                    <a:lnTo>
                      <a:pt x="175850" y="200850"/>
                    </a:lnTo>
                    <a:lnTo>
                      <a:pt x="175000" y="200850"/>
                    </a:lnTo>
                    <a:close/>
                    <a:moveTo>
                      <a:pt x="177500" y="202500"/>
                    </a:moveTo>
                    <a:lnTo>
                      <a:pt x="178200" y="202500"/>
                    </a:lnTo>
                    <a:lnTo>
                      <a:pt x="178200" y="203200"/>
                    </a:lnTo>
                    <a:lnTo>
                      <a:pt x="177500" y="203200"/>
                    </a:lnTo>
                    <a:close/>
                    <a:moveTo>
                      <a:pt x="180000" y="200000"/>
                    </a:moveTo>
                    <a:lnTo>
                      <a:pt x="180850" y="200000"/>
                    </a:lnTo>
                    <a:lnTo>
                      <a:pt x="180850" y="200850"/>
                    </a:lnTo>
                    <a:lnTo>
                      <a:pt x="180000" y="200850"/>
                    </a:lnTo>
                    <a:close/>
                    <a:moveTo>
                      <a:pt x="182500" y="202500"/>
                    </a:moveTo>
                    <a:lnTo>
                      <a:pt x="183200" y="202500"/>
                    </a:lnTo>
                    <a:lnTo>
                      <a:pt x="183200" y="203200"/>
                    </a:lnTo>
                    <a:lnTo>
                      <a:pt x="182500" y="203200"/>
                    </a:lnTo>
                    <a:close/>
                    <a:moveTo>
                      <a:pt x="185000" y="200000"/>
                    </a:moveTo>
                    <a:lnTo>
                      <a:pt x="185850" y="200000"/>
                    </a:lnTo>
                    <a:lnTo>
                      <a:pt x="185850" y="200850"/>
                    </a:lnTo>
                    <a:lnTo>
                      <a:pt x="185000" y="200850"/>
                    </a:lnTo>
                    <a:close/>
                    <a:moveTo>
                      <a:pt x="187500" y="202500"/>
                    </a:moveTo>
                    <a:lnTo>
                      <a:pt x="188200" y="202500"/>
                    </a:lnTo>
                    <a:lnTo>
                      <a:pt x="188200" y="203200"/>
                    </a:lnTo>
                    <a:lnTo>
                      <a:pt x="187500" y="203200"/>
                    </a:lnTo>
                    <a:close/>
                    <a:moveTo>
                      <a:pt x="190000" y="200000"/>
                    </a:moveTo>
                    <a:lnTo>
                      <a:pt x="190850" y="200000"/>
                    </a:lnTo>
                    <a:lnTo>
                      <a:pt x="190850" y="200850"/>
                    </a:lnTo>
                    <a:lnTo>
                      <a:pt x="190000" y="200850"/>
                    </a:lnTo>
                    <a:close/>
                    <a:moveTo>
                      <a:pt x="192500" y="202500"/>
                    </a:moveTo>
                    <a:lnTo>
                      <a:pt x="193200" y="202500"/>
                    </a:lnTo>
                    <a:lnTo>
                      <a:pt x="193200" y="203200"/>
                    </a:lnTo>
                    <a:lnTo>
                      <a:pt x="192500" y="203200"/>
                    </a:lnTo>
                    <a:close/>
                    <a:moveTo>
                      <a:pt x="195000" y="200000"/>
                    </a:moveTo>
                    <a:lnTo>
                      <a:pt x="195850" y="200000"/>
                    </a:lnTo>
                    <a:lnTo>
                      <a:pt x="195850" y="200850"/>
                    </a:lnTo>
                    <a:lnTo>
                      <a:pt x="195000" y="200850"/>
                    </a:lnTo>
                    <a:close/>
                    <a:moveTo>
                      <a:pt x="197500" y="202500"/>
                    </a:moveTo>
                    <a:lnTo>
                      <a:pt x="198200" y="202500"/>
                    </a:lnTo>
                    <a:lnTo>
                      <a:pt x="198200" y="203200"/>
                    </a:lnTo>
                    <a:lnTo>
                      <a:pt x="197500" y="203200"/>
                    </a:lnTo>
                    <a:close/>
                    <a:moveTo>
                      <a:pt x="200000" y="200000"/>
                    </a:moveTo>
                    <a:lnTo>
                      <a:pt x="200850" y="200000"/>
                    </a:lnTo>
                    <a:lnTo>
                      <a:pt x="200850" y="200850"/>
                    </a:lnTo>
                    <a:lnTo>
                      <a:pt x="200000" y="200850"/>
                    </a:lnTo>
                    <a:close/>
                    <a:moveTo>
                      <a:pt x="202500" y="202500"/>
                    </a:moveTo>
                    <a:lnTo>
                      <a:pt x="203200" y="202500"/>
                    </a:lnTo>
                    <a:lnTo>
                      <a:pt x="203200" y="203200"/>
                    </a:lnTo>
                    <a:lnTo>
                      <a:pt x="202500" y="203200"/>
                    </a:lnTo>
                    <a:close/>
                    <a:moveTo>
                      <a:pt x="205000" y="200000"/>
                    </a:moveTo>
                    <a:lnTo>
                      <a:pt x="205850" y="200000"/>
                    </a:lnTo>
                    <a:lnTo>
                      <a:pt x="205850" y="200850"/>
                    </a:lnTo>
                    <a:lnTo>
                      <a:pt x="205000" y="200850"/>
                    </a:lnTo>
                    <a:close/>
                    <a:moveTo>
                      <a:pt x="207500" y="202500"/>
                    </a:moveTo>
                    <a:lnTo>
                      <a:pt x="208200" y="202500"/>
                    </a:lnTo>
                    <a:lnTo>
                      <a:pt x="208200" y="203200"/>
                    </a:lnTo>
                    <a:lnTo>
                      <a:pt x="207500" y="203200"/>
                    </a:lnTo>
                    <a:close/>
                    <a:moveTo>
                      <a:pt x="210000" y="200000"/>
                    </a:moveTo>
                    <a:lnTo>
                      <a:pt x="210850" y="200000"/>
                    </a:lnTo>
                    <a:lnTo>
                      <a:pt x="210850" y="200850"/>
                    </a:lnTo>
                    <a:lnTo>
                      <a:pt x="210000" y="200850"/>
                    </a:lnTo>
                    <a:close/>
                    <a:moveTo>
                      <a:pt x="212500" y="202500"/>
                    </a:moveTo>
                    <a:lnTo>
                      <a:pt x="213200" y="202500"/>
                    </a:lnTo>
                    <a:lnTo>
                      <a:pt x="213200" y="203200"/>
                    </a:lnTo>
                    <a:lnTo>
                      <a:pt x="212500" y="203200"/>
                    </a:lnTo>
                    <a:close/>
                    <a:moveTo>
                      <a:pt x="215000" y="200000"/>
                    </a:moveTo>
                    <a:lnTo>
                      <a:pt x="215850" y="200000"/>
                    </a:lnTo>
                    <a:lnTo>
                      <a:pt x="215850" y="200850"/>
                    </a:lnTo>
                    <a:lnTo>
                      <a:pt x="215000" y="200850"/>
                    </a:lnTo>
                    <a:close/>
                    <a:moveTo>
                      <a:pt x="217500" y="202500"/>
                    </a:moveTo>
                    <a:lnTo>
                      <a:pt x="218200" y="202500"/>
                    </a:lnTo>
                    <a:lnTo>
                      <a:pt x="218200" y="203200"/>
                    </a:lnTo>
                    <a:lnTo>
                      <a:pt x="217500" y="203200"/>
                    </a:lnTo>
                    <a:close/>
                    <a:moveTo>
                      <a:pt x="220000" y="200000"/>
                    </a:moveTo>
                    <a:lnTo>
                      <a:pt x="220850" y="200000"/>
                    </a:lnTo>
                    <a:lnTo>
                      <a:pt x="220850" y="200850"/>
                    </a:lnTo>
                    <a:lnTo>
                      <a:pt x="220000" y="200850"/>
                    </a:lnTo>
                    <a:close/>
                    <a:moveTo>
                      <a:pt x="222500" y="202500"/>
                    </a:moveTo>
                    <a:lnTo>
                      <a:pt x="223200" y="202500"/>
                    </a:lnTo>
                    <a:lnTo>
                      <a:pt x="223200" y="203200"/>
                    </a:lnTo>
                    <a:lnTo>
                      <a:pt x="222500" y="203200"/>
                    </a:lnTo>
                    <a:close/>
                    <a:moveTo>
                      <a:pt x="225000" y="200000"/>
                    </a:moveTo>
                    <a:lnTo>
                      <a:pt x="225850" y="200000"/>
                    </a:lnTo>
                    <a:lnTo>
                      <a:pt x="225850" y="200850"/>
                    </a:lnTo>
                    <a:lnTo>
                      <a:pt x="225000" y="200850"/>
                    </a:lnTo>
                    <a:close/>
                    <a:moveTo>
                      <a:pt x="227500" y="202500"/>
                    </a:moveTo>
                    <a:lnTo>
                      <a:pt x="228200" y="202500"/>
                    </a:lnTo>
                    <a:lnTo>
                      <a:pt x="228200" y="203200"/>
                    </a:lnTo>
                    <a:lnTo>
                      <a:pt x="227500" y="203200"/>
                    </a:lnTo>
                    <a:close/>
                    <a:moveTo>
                      <a:pt x="230000" y="200000"/>
                    </a:moveTo>
                    <a:lnTo>
                      <a:pt x="230850" y="200000"/>
                    </a:lnTo>
                    <a:lnTo>
                      <a:pt x="230850" y="200850"/>
                    </a:lnTo>
                    <a:lnTo>
                      <a:pt x="230000" y="200850"/>
                    </a:lnTo>
                    <a:close/>
                    <a:moveTo>
                      <a:pt x="232500" y="202500"/>
                    </a:moveTo>
                    <a:lnTo>
                      <a:pt x="233200" y="202500"/>
                    </a:lnTo>
                    <a:lnTo>
                      <a:pt x="233200" y="203200"/>
                    </a:lnTo>
                    <a:lnTo>
                      <a:pt x="232500" y="203200"/>
                    </a:lnTo>
                    <a:close/>
                    <a:moveTo>
                      <a:pt x="235000" y="200000"/>
                    </a:moveTo>
                    <a:lnTo>
                      <a:pt x="235850" y="200000"/>
                    </a:lnTo>
                    <a:lnTo>
                      <a:pt x="235850" y="200850"/>
                    </a:lnTo>
                    <a:lnTo>
                      <a:pt x="235000" y="200850"/>
                    </a:lnTo>
                    <a:close/>
                    <a:moveTo>
                      <a:pt x="237500" y="202500"/>
                    </a:moveTo>
                    <a:lnTo>
                      <a:pt x="238200" y="202500"/>
                    </a:lnTo>
                    <a:lnTo>
                      <a:pt x="238200" y="203200"/>
                    </a:lnTo>
                    <a:lnTo>
                      <a:pt x="237500" y="203200"/>
                    </a:lnTo>
                    <a:close/>
                    <a:moveTo>
                      <a:pt x="240000" y="200000"/>
                    </a:moveTo>
                    <a:lnTo>
                      <a:pt x="240850" y="200000"/>
                    </a:lnTo>
                    <a:lnTo>
                      <a:pt x="240850" y="200850"/>
                    </a:lnTo>
                    <a:lnTo>
                      <a:pt x="240000" y="200850"/>
                    </a:lnTo>
                    <a:close/>
                    <a:moveTo>
                      <a:pt x="242500" y="202500"/>
                    </a:moveTo>
                    <a:lnTo>
                      <a:pt x="243200" y="202500"/>
                    </a:lnTo>
                    <a:lnTo>
                      <a:pt x="243200" y="203200"/>
                    </a:lnTo>
                    <a:lnTo>
                      <a:pt x="242500" y="203200"/>
                    </a:lnTo>
                    <a:close/>
                    <a:moveTo>
                      <a:pt x="245000" y="200000"/>
                    </a:moveTo>
                    <a:lnTo>
                      <a:pt x="245850" y="200000"/>
                    </a:lnTo>
                    <a:lnTo>
                      <a:pt x="245850" y="200850"/>
                    </a:lnTo>
                    <a:lnTo>
                      <a:pt x="245000" y="200850"/>
                    </a:lnTo>
                    <a:close/>
                    <a:moveTo>
                      <a:pt x="247500" y="202500"/>
                    </a:moveTo>
                    <a:lnTo>
                      <a:pt x="248200" y="202500"/>
                    </a:lnTo>
                    <a:lnTo>
                      <a:pt x="248200" y="203200"/>
                    </a:lnTo>
                    <a:lnTo>
                      <a:pt x="247500" y="203200"/>
                    </a:lnTo>
                    <a:close/>
                    <a:moveTo>
                      <a:pt x="250000" y="200000"/>
                    </a:moveTo>
                    <a:lnTo>
                      <a:pt x="250850" y="200000"/>
                    </a:lnTo>
                    <a:lnTo>
                      <a:pt x="250850" y="200850"/>
                    </a:lnTo>
                    <a:lnTo>
                      <a:pt x="250000" y="200850"/>
                    </a:lnTo>
                    <a:close/>
                    <a:moveTo>
                      <a:pt x="252500" y="202500"/>
                    </a:moveTo>
                    <a:lnTo>
                      <a:pt x="253200" y="202500"/>
                    </a:lnTo>
                    <a:lnTo>
                      <a:pt x="253200" y="203200"/>
                    </a:lnTo>
                    <a:lnTo>
                      <a:pt x="252500" y="203200"/>
                    </a:lnTo>
                    <a:close/>
                    <a:moveTo>
                      <a:pt x="255000" y="200000"/>
                    </a:moveTo>
                    <a:lnTo>
                      <a:pt x="255850" y="200000"/>
                    </a:lnTo>
                    <a:lnTo>
                      <a:pt x="255850" y="200850"/>
                    </a:lnTo>
                    <a:lnTo>
                      <a:pt x="255000" y="200850"/>
                    </a:lnTo>
                    <a:close/>
                    <a:moveTo>
                      <a:pt x="257500" y="202500"/>
                    </a:moveTo>
                    <a:lnTo>
                      <a:pt x="258200" y="202500"/>
                    </a:lnTo>
                    <a:lnTo>
                      <a:pt x="258200" y="203200"/>
                    </a:lnTo>
                    <a:lnTo>
                      <a:pt x="257500" y="203200"/>
                    </a:lnTo>
                    <a:close/>
                    <a:moveTo>
                      <a:pt x="260000" y="200000"/>
                    </a:moveTo>
                    <a:lnTo>
                      <a:pt x="260850" y="200000"/>
                    </a:lnTo>
                    <a:lnTo>
                      <a:pt x="260850" y="200850"/>
                    </a:lnTo>
                    <a:lnTo>
                      <a:pt x="260000" y="200850"/>
                    </a:lnTo>
                    <a:close/>
                    <a:moveTo>
                      <a:pt x="262500" y="202500"/>
                    </a:moveTo>
                    <a:lnTo>
                      <a:pt x="263200" y="202500"/>
                    </a:lnTo>
                    <a:lnTo>
                      <a:pt x="263200" y="203200"/>
                    </a:lnTo>
                    <a:lnTo>
                      <a:pt x="262500" y="203200"/>
                    </a:lnTo>
                    <a:close/>
                    <a:moveTo>
                      <a:pt x="265000" y="200000"/>
                    </a:moveTo>
                    <a:lnTo>
                      <a:pt x="265850" y="200000"/>
                    </a:lnTo>
                    <a:lnTo>
                      <a:pt x="265850" y="200850"/>
                    </a:lnTo>
                    <a:lnTo>
                      <a:pt x="265000" y="200850"/>
                    </a:lnTo>
                    <a:close/>
                    <a:moveTo>
                      <a:pt x="267500" y="202500"/>
                    </a:moveTo>
                    <a:lnTo>
                      <a:pt x="268200" y="202500"/>
                    </a:lnTo>
                    <a:lnTo>
                      <a:pt x="268200" y="203200"/>
                    </a:lnTo>
                    <a:lnTo>
                      <a:pt x="267500" y="203200"/>
                    </a:lnTo>
                    <a:close/>
                    <a:moveTo>
                      <a:pt x="270000" y="200000"/>
                    </a:moveTo>
                    <a:lnTo>
                      <a:pt x="270850" y="200000"/>
                    </a:lnTo>
                    <a:lnTo>
                      <a:pt x="270850" y="200850"/>
                    </a:lnTo>
                    <a:lnTo>
                      <a:pt x="270000" y="200850"/>
                    </a:lnTo>
                    <a:close/>
                    <a:moveTo>
                      <a:pt x="272500" y="202500"/>
                    </a:moveTo>
                    <a:lnTo>
                      <a:pt x="273200" y="202500"/>
                    </a:lnTo>
                    <a:lnTo>
                      <a:pt x="273200" y="203200"/>
                    </a:lnTo>
                    <a:lnTo>
                      <a:pt x="272500" y="203200"/>
                    </a:lnTo>
                    <a:close/>
                    <a:moveTo>
                      <a:pt x="275000" y="200000"/>
                    </a:moveTo>
                    <a:lnTo>
                      <a:pt x="275850" y="200000"/>
                    </a:lnTo>
                    <a:lnTo>
                      <a:pt x="275850" y="200850"/>
                    </a:lnTo>
                    <a:lnTo>
                      <a:pt x="275000" y="200850"/>
                    </a:lnTo>
                    <a:close/>
                    <a:moveTo>
                      <a:pt x="277500" y="202500"/>
                    </a:moveTo>
                    <a:lnTo>
                      <a:pt x="278200" y="202500"/>
                    </a:lnTo>
                    <a:lnTo>
                      <a:pt x="278200" y="203200"/>
                    </a:lnTo>
                    <a:lnTo>
                      <a:pt x="277500" y="203200"/>
                    </a:lnTo>
                    <a:close/>
                    <a:moveTo>
                      <a:pt x="280000" y="200000"/>
                    </a:moveTo>
                    <a:lnTo>
                      <a:pt x="280850" y="200000"/>
                    </a:lnTo>
                    <a:lnTo>
                      <a:pt x="280850" y="200850"/>
                    </a:lnTo>
                    <a:lnTo>
                      <a:pt x="280000" y="200850"/>
                    </a:lnTo>
                    <a:close/>
                    <a:moveTo>
                      <a:pt x="282500" y="202500"/>
                    </a:moveTo>
                    <a:lnTo>
                      <a:pt x="283200" y="202500"/>
                    </a:lnTo>
                    <a:lnTo>
                      <a:pt x="283200" y="203200"/>
                    </a:lnTo>
                    <a:lnTo>
                      <a:pt x="282500" y="203200"/>
                    </a:lnTo>
                    <a:close/>
                    <a:moveTo>
                      <a:pt x="285000" y="200000"/>
                    </a:moveTo>
                    <a:lnTo>
                      <a:pt x="285850" y="200000"/>
                    </a:lnTo>
                    <a:lnTo>
                      <a:pt x="285850" y="200850"/>
                    </a:lnTo>
                    <a:lnTo>
                      <a:pt x="285000" y="200850"/>
                    </a:lnTo>
                    <a:close/>
                    <a:moveTo>
                      <a:pt x="287500" y="202500"/>
                    </a:moveTo>
                    <a:lnTo>
                      <a:pt x="288200" y="202500"/>
                    </a:lnTo>
                    <a:lnTo>
                      <a:pt x="288200" y="203200"/>
                    </a:lnTo>
                    <a:lnTo>
                      <a:pt x="287500" y="203200"/>
                    </a:lnTo>
                    <a:close/>
                    <a:moveTo>
                      <a:pt x="0" y="205000"/>
                    </a:moveTo>
                    <a:lnTo>
                      <a:pt x="850" y="205000"/>
                    </a:lnTo>
                    <a:lnTo>
                      <a:pt x="850" y="205850"/>
                    </a:lnTo>
                    <a:lnTo>
                      <a:pt x="0" y="205850"/>
                    </a:lnTo>
                    <a:close/>
                    <a:moveTo>
                      <a:pt x="2500" y="207500"/>
                    </a:moveTo>
                    <a:lnTo>
                      <a:pt x="3200" y="207500"/>
                    </a:lnTo>
                    <a:lnTo>
                      <a:pt x="3200" y="208200"/>
                    </a:lnTo>
                    <a:lnTo>
                      <a:pt x="2500" y="208200"/>
                    </a:lnTo>
                    <a:close/>
                    <a:moveTo>
                      <a:pt x="5000" y="205000"/>
                    </a:moveTo>
                    <a:lnTo>
                      <a:pt x="5850" y="205000"/>
                    </a:lnTo>
                    <a:lnTo>
                      <a:pt x="5850" y="205850"/>
                    </a:lnTo>
                    <a:lnTo>
                      <a:pt x="5000" y="205850"/>
                    </a:lnTo>
                    <a:close/>
                    <a:moveTo>
                      <a:pt x="7500" y="207500"/>
                    </a:moveTo>
                    <a:lnTo>
                      <a:pt x="8200" y="207500"/>
                    </a:lnTo>
                    <a:lnTo>
                      <a:pt x="8200" y="208200"/>
                    </a:lnTo>
                    <a:lnTo>
                      <a:pt x="7500" y="208200"/>
                    </a:lnTo>
                    <a:close/>
                    <a:moveTo>
                      <a:pt x="10000" y="205000"/>
                    </a:moveTo>
                    <a:lnTo>
                      <a:pt x="10850" y="205000"/>
                    </a:lnTo>
                    <a:lnTo>
                      <a:pt x="10850" y="205850"/>
                    </a:lnTo>
                    <a:lnTo>
                      <a:pt x="10000" y="205850"/>
                    </a:lnTo>
                    <a:close/>
                    <a:moveTo>
                      <a:pt x="12500" y="207500"/>
                    </a:moveTo>
                    <a:lnTo>
                      <a:pt x="13200" y="207500"/>
                    </a:lnTo>
                    <a:lnTo>
                      <a:pt x="13200" y="208200"/>
                    </a:lnTo>
                    <a:lnTo>
                      <a:pt x="12500" y="208200"/>
                    </a:lnTo>
                    <a:close/>
                    <a:moveTo>
                      <a:pt x="15000" y="205000"/>
                    </a:moveTo>
                    <a:lnTo>
                      <a:pt x="15850" y="205000"/>
                    </a:lnTo>
                    <a:lnTo>
                      <a:pt x="15850" y="205850"/>
                    </a:lnTo>
                    <a:lnTo>
                      <a:pt x="15000" y="205850"/>
                    </a:lnTo>
                    <a:close/>
                    <a:moveTo>
                      <a:pt x="17500" y="207500"/>
                    </a:moveTo>
                    <a:lnTo>
                      <a:pt x="18200" y="207500"/>
                    </a:lnTo>
                    <a:lnTo>
                      <a:pt x="18200" y="208200"/>
                    </a:lnTo>
                    <a:lnTo>
                      <a:pt x="17500" y="208200"/>
                    </a:lnTo>
                    <a:close/>
                    <a:moveTo>
                      <a:pt x="20000" y="205000"/>
                    </a:moveTo>
                    <a:lnTo>
                      <a:pt x="20850" y="205000"/>
                    </a:lnTo>
                    <a:lnTo>
                      <a:pt x="20850" y="205850"/>
                    </a:lnTo>
                    <a:lnTo>
                      <a:pt x="20000" y="205850"/>
                    </a:lnTo>
                    <a:close/>
                    <a:moveTo>
                      <a:pt x="22500" y="207500"/>
                    </a:moveTo>
                    <a:lnTo>
                      <a:pt x="23200" y="207500"/>
                    </a:lnTo>
                    <a:lnTo>
                      <a:pt x="23200" y="208200"/>
                    </a:lnTo>
                    <a:lnTo>
                      <a:pt x="22500" y="208200"/>
                    </a:lnTo>
                    <a:close/>
                    <a:moveTo>
                      <a:pt x="25000" y="205000"/>
                    </a:moveTo>
                    <a:lnTo>
                      <a:pt x="25850" y="205000"/>
                    </a:lnTo>
                    <a:lnTo>
                      <a:pt x="25850" y="205850"/>
                    </a:lnTo>
                    <a:lnTo>
                      <a:pt x="25000" y="205850"/>
                    </a:lnTo>
                    <a:close/>
                    <a:moveTo>
                      <a:pt x="27500" y="207500"/>
                    </a:moveTo>
                    <a:lnTo>
                      <a:pt x="28200" y="207500"/>
                    </a:lnTo>
                    <a:lnTo>
                      <a:pt x="28200" y="208200"/>
                    </a:lnTo>
                    <a:lnTo>
                      <a:pt x="27500" y="208200"/>
                    </a:lnTo>
                    <a:close/>
                    <a:moveTo>
                      <a:pt x="30000" y="205000"/>
                    </a:moveTo>
                    <a:lnTo>
                      <a:pt x="30850" y="205000"/>
                    </a:lnTo>
                    <a:lnTo>
                      <a:pt x="30850" y="205850"/>
                    </a:lnTo>
                    <a:lnTo>
                      <a:pt x="30000" y="205850"/>
                    </a:lnTo>
                    <a:close/>
                    <a:moveTo>
                      <a:pt x="32500" y="207500"/>
                    </a:moveTo>
                    <a:lnTo>
                      <a:pt x="33200" y="207500"/>
                    </a:lnTo>
                    <a:lnTo>
                      <a:pt x="33200" y="208200"/>
                    </a:lnTo>
                    <a:lnTo>
                      <a:pt x="32500" y="208200"/>
                    </a:lnTo>
                    <a:close/>
                    <a:moveTo>
                      <a:pt x="35000" y="205000"/>
                    </a:moveTo>
                    <a:lnTo>
                      <a:pt x="35850" y="205000"/>
                    </a:lnTo>
                    <a:lnTo>
                      <a:pt x="35850" y="205850"/>
                    </a:lnTo>
                    <a:lnTo>
                      <a:pt x="35000" y="205850"/>
                    </a:lnTo>
                    <a:close/>
                    <a:moveTo>
                      <a:pt x="37500" y="207500"/>
                    </a:moveTo>
                    <a:lnTo>
                      <a:pt x="38200" y="207500"/>
                    </a:lnTo>
                    <a:lnTo>
                      <a:pt x="38200" y="208200"/>
                    </a:lnTo>
                    <a:lnTo>
                      <a:pt x="37500" y="208200"/>
                    </a:lnTo>
                    <a:close/>
                    <a:moveTo>
                      <a:pt x="40000" y="205000"/>
                    </a:moveTo>
                    <a:lnTo>
                      <a:pt x="40850" y="205000"/>
                    </a:lnTo>
                    <a:lnTo>
                      <a:pt x="40850" y="205850"/>
                    </a:lnTo>
                    <a:lnTo>
                      <a:pt x="40000" y="205850"/>
                    </a:lnTo>
                    <a:close/>
                    <a:moveTo>
                      <a:pt x="42500" y="207500"/>
                    </a:moveTo>
                    <a:lnTo>
                      <a:pt x="43200" y="207500"/>
                    </a:lnTo>
                    <a:lnTo>
                      <a:pt x="43200" y="208200"/>
                    </a:lnTo>
                    <a:lnTo>
                      <a:pt x="42500" y="208200"/>
                    </a:lnTo>
                    <a:close/>
                    <a:moveTo>
                      <a:pt x="45000" y="205000"/>
                    </a:moveTo>
                    <a:lnTo>
                      <a:pt x="45850" y="205000"/>
                    </a:lnTo>
                    <a:lnTo>
                      <a:pt x="45850" y="205850"/>
                    </a:lnTo>
                    <a:lnTo>
                      <a:pt x="45000" y="205850"/>
                    </a:lnTo>
                    <a:close/>
                    <a:moveTo>
                      <a:pt x="47500" y="207500"/>
                    </a:moveTo>
                    <a:lnTo>
                      <a:pt x="48200" y="207500"/>
                    </a:lnTo>
                    <a:lnTo>
                      <a:pt x="48200" y="208200"/>
                    </a:lnTo>
                    <a:lnTo>
                      <a:pt x="47500" y="208200"/>
                    </a:lnTo>
                    <a:close/>
                    <a:moveTo>
                      <a:pt x="50000" y="205000"/>
                    </a:moveTo>
                    <a:lnTo>
                      <a:pt x="50850" y="205000"/>
                    </a:lnTo>
                    <a:lnTo>
                      <a:pt x="50850" y="205850"/>
                    </a:lnTo>
                    <a:lnTo>
                      <a:pt x="50000" y="205850"/>
                    </a:lnTo>
                    <a:close/>
                    <a:moveTo>
                      <a:pt x="52500" y="207500"/>
                    </a:moveTo>
                    <a:lnTo>
                      <a:pt x="53200" y="207500"/>
                    </a:lnTo>
                    <a:lnTo>
                      <a:pt x="53200" y="208200"/>
                    </a:lnTo>
                    <a:lnTo>
                      <a:pt x="52500" y="208200"/>
                    </a:lnTo>
                    <a:close/>
                    <a:moveTo>
                      <a:pt x="55000" y="205000"/>
                    </a:moveTo>
                    <a:lnTo>
                      <a:pt x="55850" y="205000"/>
                    </a:lnTo>
                    <a:lnTo>
                      <a:pt x="55850" y="205850"/>
                    </a:lnTo>
                    <a:lnTo>
                      <a:pt x="55000" y="205850"/>
                    </a:lnTo>
                    <a:close/>
                    <a:moveTo>
                      <a:pt x="57500" y="207500"/>
                    </a:moveTo>
                    <a:lnTo>
                      <a:pt x="58200" y="207500"/>
                    </a:lnTo>
                    <a:lnTo>
                      <a:pt x="58200" y="208200"/>
                    </a:lnTo>
                    <a:lnTo>
                      <a:pt x="57500" y="208200"/>
                    </a:lnTo>
                    <a:close/>
                    <a:moveTo>
                      <a:pt x="60000" y="205000"/>
                    </a:moveTo>
                    <a:lnTo>
                      <a:pt x="60850" y="205000"/>
                    </a:lnTo>
                    <a:lnTo>
                      <a:pt x="60850" y="205850"/>
                    </a:lnTo>
                    <a:lnTo>
                      <a:pt x="60000" y="205850"/>
                    </a:lnTo>
                    <a:close/>
                    <a:moveTo>
                      <a:pt x="62500" y="207500"/>
                    </a:moveTo>
                    <a:lnTo>
                      <a:pt x="63200" y="207500"/>
                    </a:lnTo>
                    <a:lnTo>
                      <a:pt x="63200" y="208200"/>
                    </a:lnTo>
                    <a:lnTo>
                      <a:pt x="62500" y="208200"/>
                    </a:lnTo>
                    <a:close/>
                    <a:moveTo>
                      <a:pt x="65000" y="205000"/>
                    </a:moveTo>
                    <a:lnTo>
                      <a:pt x="65850" y="205000"/>
                    </a:lnTo>
                    <a:lnTo>
                      <a:pt x="65850" y="205850"/>
                    </a:lnTo>
                    <a:lnTo>
                      <a:pt x="65000" y="205850"/>
                    </a:lnTo>
                    <a:close/>
                    <a:moveTo>
                      <a:pt x="67500" y="207500"/>
                    </a:moveTo>
                    <a:lnTo>
                      <a:pt x="68200" y="207500"/>
                    </a:lnTo>
                    <a:lnTo>
                      <a:pt x="68200" y="208200"/>
                    </a:lnTo>
                    <a:lnTo>
                      <a:pt x="67500" y="208200"/>
                    </a:lnTo>
                    <a:close/>
                    <a:moveTo>
                      <a:pt x="70000" y="205000"/>
                    </a:moveTo>
                    <a:lnTo>
                      <a:pt x="70850" y="205000"/>
                    </a:lnTo>
                    <a:lnTo>
                      <a:pt x="70850" y="205850"/>
                    </a:lnTo>
                    <a:lnTo>
                      <a:pt x="70000" y="205850"/>
                    </a:lnTo>
                    <a:close/>
                    <a:moveTo>
                      <a:pt x="72500" y="207500"/>
                    </a:moveTo>
                    <a:lnTo>
                      <a:pt x="73200" y="207500"/>
                    </a:lnTo>
                    <a:lnTo>
                      <a:pt x="73200" y="208200"/>
                    </a:lnTo>
                    <a:lnTo>
                      <a:pt x="72500" y="208200"/>
                    </a:lnTo>
                    <a:close/>
                    <a:moveTo>
                      <a:pt x="75000" y="205000"/>
                    </a:moveTo>
                    <a:lnTo>
                      <a:pt x="75850" y="205000"/>
                    </a:lnTo>
                    <a:lnTo>
                      <a:pt x="75850" y="205850"/>
                    </a:lnTo>
                    <a:lnTo>
                      <a:pt x="75000" y="205850"/>
                    </a:lnTo>
                    <a:close/>
                    <a:moveTo>
                      <a:pt x="77500" y="207500"/>
                    </a:moveTo>
                    <a:lnTo>
                      <a:pt x="78200" y="207500"/>
                    </a:lnTo>
                    <a:lnTo>
                      <a:pt x="78200" y="208200"/>
                    </a:lnTo>
                    <a:lnTo>
                      <a:pt x="77500" y="208200"/>
                    </a:lnTo>
                    <a:close/>
                    <a:moveTo>
                      <a:pt x="80000" y="205000"/>
                    </a:moveTo>
                    <a:lnTo>
                      <a:pt x="80850" y="205000"/>
                    </a:lnTo>
                    <a:lnTo>
                      <a:pt x="80850" y="205850"/>
                    </a:lnTo>
                    <a:lnTo>
                      <a:pt x="80000" y="205850"/>
                    </a:lnTo>
                    <a:close/>
                    <a:moveTo>
                      <a:pt x="82500" y="207500"/>
                    </a:moveTo>
                    <a:lnTo>
                      <a:pt x="83200" y="207500"/>
                    </a:lnTo>
                    <a:lnTo>
                      <a:pt x="83200" y="208200"/>
                    </a:lnTo>
                    <a:lnTo>
                      <a:pt x="82500" y="208200"/>
                    </a:lnTo>
                    <a:close/>
                    <a:moveTo>
                      <a:pt x="85000" y="205000"/>
                    </a:moveTo>
                    <a:lnTo>
                      <a:pt x="85850" y="205000"/>
                    </a:lnTo>
                    <a:lnTo>
                      <a:pt x="85850" y="205850"/>
                    </a:lnTo>
                    <a:lnTo>
                      <a:pt x="85000" y="205850"/>
                    </a:lnTo>
                    <a:close/>
                    <a:moveTo>
                      <a:pt x="87500" y="207500"/>
                    </a:moveTo>
                    <a:lnTo>
                      <a:pt x="88200" y="207500"/>
                    </a:lnTo>
                    <a:lnTo>
                      <a:pt x="88200" y="208200"/>
                    </a:lnTo>
                    <a:lnTo>
                      <a:pt x="87500" y="208200"/>
                    </a:lnTo>
                    <a:close/>
                    <a:moveTo>
                      <a:pt x="90000" y="205000"/>
                    </a:moveTo>
                    <a:lnTo>
                      <a:pt x="90850" y="205000"/>
                    </a:lnTo>
                    <a:lnTo>
                      <a:pt x="90850" y="205850"/>
                    </a:lnTo>
                    <a:lnTo>
                      <a:pt x="90000" y="205850"/>
                    </a:lnTo>
                    <a:close/>
                    <a:moveTo>
                      <a:pt x="92500" y="207500"/>
                    </a:moveTo>
                    <a:lnTo>
                      <a:pt x="93200" y="207500"/>
                    </a:lnTo>
                    <a:lnTo>
                      <a:pt x="93200" y="208200"/>
                    </a:lnTo>
                    <a:lnTo>
                      <a:pt x="92500" y="208200"/>
                    </a:lnTo>
                    <a:close/>
                    <a:moveTo>
                      <a:pt x="95000" y="205000"/>
                    </a:moveTo>
                    <a:lnTo>
                      <a:pt x="95850" y="205000"/>
                    </a:lnTo>
                    <a:lnTo>
                      <a:pt x="95850" y="205850"/>
                    </a:lnTo>
                    <a:lnTo>
                      <a:pt x="95000" y="205850"/>
                    </a:lnTo>
                    <a:close/>
                    <a:moveTo>
                      <a:pt x="97500" y="207500"/>
                    </a:moveTo>
                    <a:lnTo>
                      <a:pt x="98200" y="207500"/>
                    </a:lnTo>
                    <a:lnTo>
                      <a:pt x="98200" y="208200"/>
                    </a:lnTo>
                    <a:lnTo>
                      <a:pt x="97500" y="208200"/>
                    </a:lnTo>
                    <a:close/>
                    <a:moveTo>
                      <a:pt x="100000" y="205000"/>
                    </a:moveTo>
                    <a:lnTo>
                      <a:pt x="100850" y="205000"/>
                    </a:lnTo>
                    <a:lnTo>
                      <a:pt x="100850" y="205850"/>
                    </a:lnTo>
                    <a:lnTo>
                      <a:pt x="100000" y="205850"/>
                    </a:lnTo>
                    <a:close/>
                    <a:moveTo>
                      <a:pt x="102500" y="207500"/>
                    </a:moveTo>
                    <a:lnTo>
                      <a:pt x="103200" y="207500"/>
                    </a:lnTo>
                    <a:lnTo>
                      <a:pt x="103200" y="208200"/>
                    </a:lnTo>
                    <a:lnTo>
                      <a:pt x="102500" y="208200"/>
                    </a:lnTo>
                    <a:close/>
                    <a:moveTo>
                      <a:pt x="105000" y="205000"/>
                    </a:moveTo>
                    <a:lnTo>
                      <a:pt x="105850" y="205000"/>
                    </a:lnTo>
                    <a:lnTo>
                      <a:pt x="105850" y="205850"/>
                    </a:lnTo>
                    <a:lnTo>
                      <a:pt x="105000" y="205850"/>
                    </a:lnTo>
                    <a:close/>
                    <a:moveTo>
                      <a:pt x="107500" y="207500"/>
                    </a:moveTo>
                    <a:lnTo>
                      <a:pt x="108200" y="207500"/>
                    </a:lnTo>
                    <a:lnTo>
                      <a:pt x="108200" y="208200"/>
                    </a:lnTo>
                    <a:lnTo>
                      <a:pt x="107500" y="208200"/>
                    </a:lnTo>
                    <a:close/>
                    <a:moveTo>
                      <a:pt x="110000" y="205000"/>
                    </a:moveTo>
                    <a:lnTo>
                      <a:pt x="110850" y="205000"/>
                    </a:lnTo>
                    <a:lnTo>
                      <a:pt x="110850" y="205850"/>
                    </a:lnTo>
                    <a:lnTo>
                      <a:pt x="110000" y="205850"/>
                    </a:lnTo>
                    <a:close/>
                    <a:moveTo>
                      <a:pt x="112500" y="207500"/>
                    </a:moveTo>
                    <a:lnTo>
                      <a:pt x="113200" y="207500"/>
                    </a:lnTo>
                    <a:lnTo>
                      <a:pt x="113200" y="208200"/>
                    </a:lnTo>
                    <a:lnTo>
                      <a:pt x="112500" y="208200"/>
                    </a:lnTo>
                    <a:close/>
                    <a:moveTo>
                      <a:pt x="115000" y="205000"/>
                    </a:moveTo>
                    <a:lnTo>
                      <a:pt x="115850" y="205000"/>
                    </a:lnTo>
                    <a:lnTo>
                      <a:pt x="115850" y="205850"/>
                    </a:lnTo>
                    <a:lnTo>
                      <a:pt x="115000" y="205850"/>
                    </a:lnTo>
                    <a:close/>
                    <a:moveTo>
                      <a:pt x="117500" y="207500"/>
                    </a:moveTo>
                    <a:lnTo>
                      <a:pt x="118200" y="207500"/>
                    </a:lnTo>
                    <a:lnTo>
                      <a:pt x="118200" y="208200"/>
                    </a:lnTo>
                    <a:lnTo>
                      <a:pt x="117500" y="208200"/>
                    </a:lnTo>
                    <a:close/>
                    <a:moveTo>
                      <a:pt x="120000" y="205000"/>
                    </a:moveTo>
                    <a:lnTo>
                      <a:pt x="120850" y="205000"/>
                    </a:lnTo>
                    <a:lnTo>
                      <a:pt x="120850" y="205850"/>
                    </a:lnTo>
                    <a:lnTo>
                      <a:pt x="120000" y="205850"/>
                    </a:lnTo>
                    <a:close/>
                    <a:moveTo>
                      <a:pt x="122500" y="207500"/>
                    </a:moveTo>
                    <a:lnTo>
                      <a:pt x="123200" y="207500"/>
                    </a:lnTo>
                    <a:lnTo>
                      <a:pt x="123200" y="208200"/>
                    </a:lnTo>
                    <a:lnTo>
                      <a:pt x="122500" y="208200"/>
                    </a:lnTo>
                    <a:close/>
                    <a:moveTo>
                      <a:pt x="125000" y="205000"/>
                    </a:moveTo>
                    <a:lnTo>
                      <a:pt x="125850" y="205000"/>
                    </a:lnTo>
                    <a:lnTo>
                      <a:pt x="125850" y="205850"/>
                    </a:lnTo>
                    <a:lnTo>
                      <a:pt x="125000" y="205850"/>
                    </a:lnTo>
                    <a:close/>
                    <a:moveTo>
                      <a:pt x="127500" y="207500"/>
                    </a:moveTo>
                    <a:lnTo>
                      <a:pt x="128200" y="207500"/>
                    </a:lnTo>
                    <a:lnTo>
                      <a:pt x="128200" y="208200"/>
                    </a:lnTo>
                    <a:lnTo>
                      <a:pt x="127500" y="208200"/>
                    </a:lnTo>
                    <a:close/>
                    <a:moveTo>
                      <a:pt x="130000" y="205000"/>
                    </a:moveTo>
                    <a:lnTo>
                      <a:pt x="130850" y="205000"/>
                    </a:lnTo>
                    <a:lnTo>
                      <a:pt x="130850" y="205850"/>
                    </a:lnTo>
                    <a:lnTo>
                      <a:pt x="130000" y="205850"/>
                    </a:lnTo>
                    <a:close/>
                    <a:moveTo>
                      <a:pt x="132500" y="207500"/>
                    </a:moveTo>
                    <a:lnTo>
                      <a:pt x="133200" y="207500"/>
                    </a:lnTo>
                    <a:lnTo>
                      <a:pt x="133200" y="208200"/>
                    </a:lnTo>
                    <a:lnTo>
                      <a:pt x="132500" y="208200"/>
                    </a:lnTo>
                    <a:close/>
                    <a:moveTo>
                      <a:pt x="135000" y="205000"/>
                    </a:moveTo>
                    <a:lnTo>
                      <a:pt x="135850" y="205000"/>
                    </a:lnTo>
                    <a:lnTo>
                      <a:pt x="135850" y="205850"/>
                    </a:lnTo>
                    <a:lnTo>
                      <a:pt x="135000" y="205850"/>
                    </a:lnTo>
                    <a:close/>
                    <a:moveTo>
                      <a:pt x="137500" y="207500"/>
                    </a:moveTo>
                    <a:lnTo>
                      <a:pt x="138200" y="207500"/>
                    </a:lnTo>
                    <a:lnTo>
                      <a:pt x="138200" y="208200"/>
                    </a:lnTo>
                    <a:lnTo>
                      <a:pt x="137500" y="208200"/>
                    </a:lnTo>
                    <a:close/>
                    <a:moveTo>
                      <a:pt x="140000" y="205000"/>
                    </a:moveTo>
                    <a:lnTo>
                      <a:pt x="140850" y="205000"/>
                    </a:lnTo>
                    <a:lnTo>
                      <a:pt x="140850" y="205850"/>
                    </a:lnTo>
                    <a:lnTo>
                      <a:pt x="140000" y="205850"/>
                    </a:lnTo>
                    <a:close/>
                    <a:moveTo>
                      <a:pt x="142500" y="207500"/>
                    </a:moveTo>
                    <a:lnTo>
                      <a:pt x="143200" y="207500"/>
                    </a:lnTo>
                    <a:lnTo>
                      <a:pt x="143200" y="208200"/>
                    </a:lnTo>
                    <a:lnTo>
                      <a:pt x="142500" y="208200"/>
                    </a:lnTo>
                    <a:close/>
                    <a:moveTo>
                      <a:pt x="145000" y="205000"/>
                    </a:moveTo>
                    <a:lnTo>
                      <a:pt x="145850" y="205000"/>
                    </a:lnTo>
                    <a:lnTo>
                      <a:pt x="145850" y="205850"/>
                    </a:lnTo>
                    <a:lnTo>
                      <a:pt x="145000" y="205850"/>
                    </a:lnTo>
                    <a:close/>
                    <a:moveTo>
                      <a:pt x="147500" y="207500"/>
                    </a:moveTo>
                    <a:lnTo>
                      <a:pt x="148200" y="207500"/>
                    </a:lnTo>
                    <a:lnTo>
                      <a:pt x="148200" y="208200"/>
                    </a:lnTo>
                    <a:lnTo>
                      <a:pt x="147500" y="208200"/>
                    </a:lnTo>
                    <a:close/>
                    <a:moveTo>
                      <a:pt x="150000" y="205000"/>
                    </a:moveTo>
                    <a:lnTo>
                      <a:pt x="150850" y="205000"/>
                    </a:lnTo>
                    <a:lnTo>
                      <a:pt x="150850" y="205850"/>
                    </a:lnTo>
                    <a:lnTo>
                      <a:pt x="150000" y="205850"/>
                    </a:lnTo>
                    <a:close/>
                    <a:moveTo>
                      <a:pt x="152500" y="207500"/>
                    </a:moveTo>
                    <a:lnTo>
                      <a:pt x="153200" y="207500"/>
                    </a:lnTo>
                    <a:lnTo>
                      <a:pt x="153200" y="208200"/>
                    </a:lnTo>
                    <a:lnTo>
                      <a:pt x="152500" y="208200"/>
                    </a:lnTo>
                    <a:close/>
                    <a:moveTo>
                      <a:pt x="155000" y="205000"/>
                    </a:moveTo>
                    <a:lnTo>
                      <a:pt x="155850" y="205000"/>
                    </a:lnTo>
                    <a:lnTo>
                      <a:pt x="155850" y="205850"/>
                    </a:lnTo>
                    <a:lnTo>
                      <a:pt x="155000" y="205850"/>
                    </a:lnTo>
                    <a:close/>
                    <a:moveTo>
                      <a:pt x="157500" y="207500"/>
                    </a:moveTo>
                    <a:lnTo>
                      <a:pt x="158200" y="207500"/>
                    </a:lnTo>
                    <a:lnTo>
                      <a:pt x="158200" y="208200"/>
                    </a:lnTo>
                    <a:lnTo>
                      <a:pt x="157500" y="208200"/>
                    </a:lnTo>
                    <a:close/>
                    <a:moveTo>
                      <a:pt x="160000" y="205000"/>
                    </a:moveTo>
                    <a:lnTo>
                      <a:pt x="160850" y="205000"/>
                    </a:lnTo>
                    <a:lnTo>
                      <a:pt x="160850" y="205850"/>
                    </a:lnTo>
                    <a:lnTo>
                      <a:pt x="160000" y="205850"/>
                    </a:lnTo>
                    <a:close/>
                    <a:moveTo>
                      <a:pt x="162500" y="207500"/>
                    </a:moveTo>
                    <a:lnTo>
                      <a:pt x="163200" y="207500"/>
                    </a:lnTo>
                    <a:lnTo>
                      <a:pt x="163200" y="208200"/>
                    </a:lnTo>
                    <a:lnTo>
                      <a:pt x="162500" y="208200"/>
                    </a:lnTo>
                    <a:close/>
                    <a:moveTo>
                      <a:pt x="165000" y="205000"/>
                    </a:moveTo>
                    <a:lnTo>
                      <a:pt x="165850" y="205000"/>
                    </a:lnTo>
                    <a:lnTo>
                      <a:pt x="165850" y="205850"/>
                    </a:lnTo>
                    <a:lnTo>
                      <a:pt x="165000" y="205850"/>
                    </a:lnTo>
                    <a:close/>
                    <a:moveTo>
                      <a:pt x="167500" y="207500"/>
                    </a:moveTo>
                    <a:lnTo>
                      <a:pt x="168200" y="207500"/>
                    </a:lnTo>
                    <a:lnTo>
                      <a:pt x="168200" y="208200"/>
                    </a:lnTo>
                    <a:lnTo>
                      <a:pt x="167500" y="208200"/>
                    </a:lnTo>
                    <a:close/>
                    <a:moveTo>
                      <a:pt x="170000" y="205000"/>
                    </a:moveTo>
                    <a:lnTo>
                      <a:pt x="170850" y="205000"/>
                    </a:lnTo>
                    <a:lnTo>
                      <a:pt x="170850" y="205850"/>
                    </a:lnTo>
                    <a:lnTo>
                      <a:pt x="170000" y="205850"/>
                    </a:lnTo>
                    <a:close/>
                    <a:moveTo>
                      <a:pt x="172500" y="207500"/>
                    </a:moveTo>
                    <a:lnTo>
                      <a:pt x="173200" y="207500"/>
                    </a:lnTo>
                    <a:lnTo>
                      <a:pt x="173200" y="208200"/>
                    </a:lnTo>
                    <a:lnTo>
                      <a:pt x="172500" y="208200"/>
                    </a:lnTo>
                    <a:close/>
                    <a:moveTo>
                      <a:pt x="175000" y="205000"/>
                    </a:moveTo>
                    <a:lnTo>
                      <a:pt x="175850" y="205000"/>
                    </a:lnTo>
                    <a:lnTo>
                      <a:pt x="175850" y="205850"/>
                    </a:lnTo>
                    <a:lnTo>
                      <a:pt x="175000" y="205850"/>
                    </a:lnTo>
                    <a:close/>
                    <a:moveTo>
                      <a:pt x="177500" y="207500"/>
                    </a:moveTo>
                    <a:lnTo>
                      <a:pt x="178200" y="207500"/>
                    </a:lnTo>
                    <a:lnTo>
                      <a:pt x="178200" y="208200"/>
                    </a:lnTo>
                    <a:lnTo>
                      <a:pt x="177500" y="208200"/>
                    </a:lnTo>
                    <a:close/>
                    <a:moveTo>
                      <a:pt x="180000" y="205000"/>
                    </a:moveTo>
                    <a:lnTo>
                      <a:pt x="180850" y="205000"/>
                    </a:lnTo>
                    <a:lnTo>
                      <a:pt x="180850" y="205850"/>
                    </a:lnTo>
                    <a:lnTo>
                      <a:pt x="180000" y="205850"/>
                    </a:lnTo>
                    <a:close/>
                    <a:moveTo>
                      <a:pt x="182500" y="207500"/>
                    </a:moveTo>
                    <a:lnTo>
                      <a:pt x="183200" y="207500"/>
                    </a:lnTo>
                    <a:lnTo>
                      <a:pt x="183200" y="208200"/>
                    </a:lnTo>
                    <a:lnTo>
                      <a:pt x="182500" y="208200"/>
                    </a:lnTo>
                    <a:close/>
                    <a:moveTo>
                      <a:pt x="185000" y="205000"/>
                    </a:moveTo>
                    <a:lnTo>
                      <a:pt x="185850" y="205000"/>
                    </a:lnTo>
                    <a:lnTo>
                      <a:pt x="185850" y="205850"/>
                    </a:lnTo>
                    <a:lnTo>
                      <a:pt x="185000" y="205850"/>
                    </a:lnTo>
                    <a:close/>
                    <a:moveTo>
                      <a:pt x="187500" y="207500"/>
                    </a:moveTo>
                    <a:lnTo>
                      <a:pt x="188200" y="207500"/>
                    </a:lnTo>
                    <a:lnTo>
                      <a:pt x="188200" y="208200"/>
                    </a:lnTo>
                    <a:lnTo>
                      <a:pt x="187500" y="208200"/>
                    </a:lnTo>
                    <a:close/>
                    <a:moveTo>
                      <a:pt x="190000" y="205000"/>
                    </a:moveTo>
                    <a:lnTo>
                      <a:pt x="190850" y="205000"/>
                    </a:lnTo>
                    <a:lnTo>
                      <a:pt x="190850" y="205850"/>
                    </a:lnTo>
                    <a:lnTo>
                      <a:pt x="190000" y="205850"/>
                    </a:lnTo>
                    <a:close/>
                    <a:moveTo>
                      <a:pt x="192500" y="207500"/>
                    </a:moveTo>
                    <a:lnTo>
                      <a:pt x="193200" y="207500"/>
                    </a:lnTo>
                    <a:lnTo>
                      <a:pt x="193200" y="208200"/>
                    </a:lnTo>
                    <a:lnTo>
                      <a:pt x="192500" y="208200"/>
                    </a:lnTo>
                    <a:close/>
                    <a:moveTo>
                      <a:pt x="195000" y="205000"/>
                    </a:moveTo>
                    <a:lnTo>
                      <a:pt x="195850" y="205000"/>
                    </a:lnTo>
                    <a:lnTo>
                      <a:pt x="195850" y="205850"/>
                    </a:lnTo>
                    <a:lnTo>
                      <a:pt x="195000" y="205850"/>
                    </a:lnTo>
                    <a:close/>
                    <a:moveTo>
                      <a:pt x="197500" y="207500"/>
                    </a:moveTo>
                    <a:lnTo>
                      <a:pt x="198200" y="207500"/>
                    </a:lnTo>
                    <a:lnTo>
                      <a:pt x="198200" y="208200"/>
                    </a:lnTo>
                    <a:lnTo>
                      <a:pt x="197500" y="208200"/>
                    </a:lnTo>
                    <a:close/>
                    <a:moveTo>
                      <a:pt x="200000" y="205000"/>
                    </a:moveTo>
                    <a:lnTo>
                      <a:pt x="200850" y="205000"/>
                    </a:lnTo>
                    <a:lnTo>
                      <a:pt x="200850" y="205850"/>
                    </a:lnTo>
                    <a:lnTo>
                      <a:pt x="200000" y="205850"/>
                    </a:lnTo>
                    <a:close/>
                    <a:moveTo>
                      <a:pt x="202500" y="207500"/>
                    </a:moveTo>
                    <a:lnTo>
                      <a:pt x="203200" y="207500"/>
                    </a:lnTo>
                    <a:lnTo>
                      <a:pt x="203200" y="208200"/>
                    </a:lnTo>
                    <a:lnTo>
                      <a:pt x="202500" y="208200"/>
                    </a:lnTo>
                    <a:close/>
                    <a:moveTo>
                      <a:pt x="205000" y="205000"/>
                    </a:moveTo>
                    <a:lnTo>
                      <a:pt x="205850" y="205000"/>
                    </a:lnTo>
                    <a:lnTo>
                      <a:pt x="205850" y="205850"/>
                    </a:lnTo>
                    <a:lnTo>
                      <a:pt x="205000" y="205850"/>
                    </a:lnTo>
                    <a:close/>
                    <a:moveTo>
                      <a:pt x="207500" y="207500"/>
                    </a:moveTo>
                    <a:lnTo>
                      <a:pt x="208200" y="207500"/>
                    </a:lnTo>
                    <a:lnTo>
                      <a:pt x="208200" y="208200"/>
                    </a:lnTo>
                    <a:lnTo>
                      <a:pt x="207500" y="208200"/>
                    </a:lnTo>
                    <a:close/>
                    <a:moveTo>
                      <a:pt x="210000" y="205000"/>
                    </a:moveTo>
                    <a:lnTo>
                      <a:pt x="210850" y="205000"/>
                    </a:lnTo>
                    <a:lnTo>
                      <a:pt x="210850" y="205850"/>
                    </a:lnTo>
                    <a:lnTo>
                      <a:pt x="210000" y="205850"/>
                    </a:lnTo>
                    <a:close/>
                    <a:moveTo>
                      <a:pt x="212500" y="207500"/>
                    </a:moveTo>
                    <a:lnTo>
                      <a:pt x="213200" y="207500"/>
                    </a:lnTo>
                    <a:lnTo>
                      <a:pt x="213200" y="208200"/>
                    </a:lnTo>
                    <a:lnTo>
                      <a:pt x="212500" y="208200"/>
                    </a:lnTo>
                    <a:close/>
                    <a:moveTo>
                      <a:pt x="215000" y="205000"/>
                    </a:moveTo>
                    <a:lnTo>
                      <a:pt x="215850" y="205000"/>
                    </a:lnTo>
                    <a:lnTo>
                      <a:pt x="215850" y="205850"/>
                    </a:lnTo>
                    <a:lnTo>
                      <a:pt x="215000" y="205850"/>
                    </a:lnTo>
                    <a:close/>
                    <a:moveTo>
                      <a:pt x="217500" y="207500"/>
                    </a:moveTo>
                    <a:lnTo>
                      <a:pt x="218200" y="207500"/>
                    </a:lnTo>
                    <a:lnTo>
                      <a:pt x="218200" y="208200"/>
                    </a:lnTo>
                    <a:lnTo>
                      <a:pt x="217500" y="208200"/>
                    </a:lnTo>
                    <a:close/>
                    <a:moveTo>
                      <a:pt x="220000" y="205000"/>
                    </a:moveTo>
                    <a:lnTo>
                      <a:pt x="220850" y="205000"/>
                    </a:lnTo>
                    <a:lnTo>
                      <a:pt x="220850" y="205850"/>
                    </a:lnTo>
                    <a:lnTo>
                      <a:pt x="220000" y="205850"/>
                    </a:lnTo>
                    <a:close/>
                    <a:moveTo>
                      <a:pt x="222500" y="207500"/>
                    </a:moveTo>
                    <a:lnTo>
                      <a:pt x="223200" y="207500"/>
                    </a:lnTo>
                    <a:lnTo>
                      <a:pt x="223200" y="208200"/>
                    </a:lnTo>
                    <a:lnTo>
                      <a:pt x="222500" y="208200"/>
                    </a:lnTo>
                    <a:close/>
                    <a:moveTo>
                      <a:pt x="225000" y="205000"/>
                    </a:moveTo>
                    <a:lnTo>
                      <a:pt x="225850" y="205000"/>
                    </a:lnTo>
                    <a:lnTo>
                      <a:pt x="225850" y="205850"/>
                    </a:lnTo>
                    <a:lnTo>
                      <a:pt x="225000" y="205850"/>
                    </a:lnTo>
                    <a:close/>
                    <a:moveTo>
                      <a:pt x="227500" y="207500"/>
                    </a:moveTo>
                    <a:lnTo>
                      <a:pt x="228200" y="207500"/>
                    </a:lnTo>
                    <a:lnTo>
                      <a:pt x="228200" y="208200"/>
                    </a:lnTo>
                    <a:lnTo>
                      <a:pt x="227500" y="208200"/>
                    </a:lnTo>
                    <a:close/>
                    <a:moveTo>
                      <a:pt x="230000" y="205000"/>
                    </a:moveTo>
                    <a:lnTo>
                      <a:pt x="230850" y="205000"/>
                    </a:lnTo>
                    <a:lnTo>
                      <a:pt x="230850" y="205850"/>
                    </a:lnTo>
                    <a:lnTo>
                      <a:pt x="230000" y="205850"/>
                    </a:lnTo>
                    <a:close/>
                    <a:moveTo>
                      <a:pt x="232500" y="207500"/>
                    </a:moveTo>
                    <a:lnTo>
                      <a:pt x="233200" y="207500"/>
                    </a:lnTo>
                    <a:lnTo>
                      <a:pt x="233200" y="208200"/>
                    </a:lnTo>
                    <a:lnTo>
                      <a:pt x="232500" y="208200"/>
                    </a:lnTo>
                    <a:close/>
                    <a:moveTo>
                      <a:pt x="235000" y="205000"/>
                    </a:moveTo>
                    <a:lnTo>
                      <a:pt x="235850" y="205000"/>
                    </a:lnTo>
                    <a:lnTo>
                      <a:pt x="235850" y="205850"/>
                    </a:lnTo>
                    <a:lnTo>
                      <a:pt x="235000" y="205850"/>
                    </a:lnTo>
                    <a:close/>
                    <a:moveTo>
                      <a:pt x="237500" y="207500"/>
                    </a:moveTo>
                    <a:lnTo>
                      <a:pt x="238200" y="207500"/>
                    </a:lnTo>
                    <a:lnTo>
                      <a:pt x="238200" y="208200"/>
                    </a:lnTo>
                    <a:lnTo>
                      <a:pt x="237500" y="208200"/>
                    </a:lnTo>
                    <a:close/>
                    <a:moveTo>
                      <a:pt x="240000" y="205000"/>
                    </a:moveTo>
                    <a:lnTo>
                      <a:pt x="240850" y="205000"/>
                    </a:lnTo>
                    <a:lnTo>
                      <a:pt x="240850" y="205850"/>
                    </a:lnTo>
                    <a:lnTo>
                      <a:pt x="240000" y="205850"/>
                    </a:lnTo>
                    <a:close/>
                    <a:moveTo>
                      <a:pt x="242500" y="207500"/>
                    </a:moveTo>
                    <a:lnTo>
                      <a:pt x="243200" y="207500"/>
                    </a:lnTo>
                    <a:lnTo>
                      <a:pt x="243200" y="208200"/>
                    </a:lnTo>
                    <a:lnTo>
                      <a:pt x="242500" y="208200"/>
                    </a:lnTo>
                    <a:close/>
                    <a:moveTo>
                      <a:pt x="245000" y="205000"/>
                    </a:moveTo>
                    <a:lnTo>
                      <a:pt x="245850" y="205000"/>
                    </a:lnTo>
                    <a:lnTo>
                      <a:pt x="245850" y="205850"/>
                    </a:lnTo>
                    <a:lnTo>
                      <a:pt x="245000" y="205850"/>
                    </a:lnTo>
                    <a:close/>
                    <a:moveTo>
                      <a:pt x="247500" y="207500"/>
                    </a:moveTo>
                    <a:lnTo>
                      <a:pt x="248200" y="207500"/>
                    </a:lnTo>
                    <a:lnTo>
                      <a:pt x="248200" y="208200"/>
                    </a:lnTo>
                    <a:lnTo>
                      <a:pt x="247500" y="208200"/>
                    </a:lnTo>
                    <a:close/>
                    <a:moveTo>
                      <a:pt x="250000" y="205000"/>
                    </a:moveTo>
                    <a:lnTo>
                      <a:pt x="250850" y="205000"/>
                    </a:lnTo>
                    <a:lnTo>
                      <a:pt x="250850" y="205850"/>
                    </a:lnTo>
                    <a:lnTo>
                      <a:pt x="250000" y="205850"/>
                    </a:lnTo>
                    <a:close/>
                    <a:moveTo>
                      <a:pt x="252500" y="207500"/>
                    </a:moveTo>
                    <a:lnTo>
                      <a:pt x="253200" y="207500"/>
                    </a:lnTo>
                    <a:lnTo>
                      <a:pt x="253200" y="208200"/>
                    </a:lnTo>
                    <a:lnTo>
                      <a:pt x="252500" y="208200"/>
                    </a:lnTo>
                    <a:close/>
                    <a:moveTo>
                      <a:pt x="255000" y="205000"/>
                    </a:moveTo>
                    <a:lnTo>
                      <a:pt x="255850" y="205000"/>
                    </a:lnTo>
                    <a:lnTo>
                      <a:pt x="255850" y="205850"/>
                    </a:lnTo>
                    <a:lnTo>
                      <a:pt x="255000" y="205850"/>
                    </a:lnTo>
                    <a:close/>
                    <a:moveTo>
                      <a:pt x="257500" y="207500"/>
                    </a:moveTo>
                    <a:lnTo>
                      <a:pt x="258200" y="207500"/>
                    </a:lnTo>
                    <a:lnTo>
                      <a:pt x="258200" y="208200"/>
                    </a:lnTo>
                    <a:lnTo>
                      <a:pt x="257500" y="208200"/>
                    </a:lnTo>
                    <a:close/>
                    <a:moveTo>
                      <a:pt x="260000" y="205000"/>
                    </a:moveTo>
                    <a:lnTo>
                      <a:pt x="260850" y="205000"/>
                    </a:lnTo>
                    <a:lnTo>
                      <a:pt x="260850" y="205850"/>
                    </a:lnTo>
                    <a:lnTo>
                      <a:pt x="260000" y="205850"/>
                    </a:lnTo>
                    <a:close/>
                    <a:moveTo>
                      <a:pt x="262500" y="207500"/>
                    </a:moveTo>
                    <a:lnTo>
                      <a:pt x="263200" y="207500"/>
                    </a:lnTo>
                    <a:lnTo>
                      <a:pt x="263200" y="208200"/>
                    </a:lnTo>
                    <a:lnTo>
                      <a:pt x="262500" y="208200"/>
                    </a:lnTo>
                    <a:close/>
                    <a:moveTo>
                      <a:pt x="265000" y="205000"/>
                    </a:moveTo>
                    <a:lnTo>
                      <a:pt x="265850" y="205000"/>
                    </a:lnTo>
                    <a:lnTo>
                      <a:pt x="265850" y="205850"/>
                    </a:lnTo>
                    <a:lnTo>
                      <a:pt x="265000" y="205850"/>
                    </a:lnTo>
                    <a:close/>
                    <a:moveTo>
                      <a:pt x="267500" y="207500"/>
                    </a:moveTo>
                    <a:lnTo>
                      <a:pt x="268200" y="207500"/>
                    </a:lnTo>
                    <a:lnTo>
                      <a:pt x="268200" y="208200"/>
                    </a:lnTo>
                    <a:lnTo>
                      <a:pt x="267500" y="208200"/>
                    </a:lnTo>
                    <a:close/>
                    <a:moveTo>
                      <a:pt x="270000" y="205000"/>
                    </a:moveTo>
                    <a:lnTo>
                      <a:pt x="270850" y="205000"/>
                    </a:lnTo>
                    <a:lnTo>
                      <a:pt x="270850" y="205850"/>
                    </a:lnTo>
                    <a:lnTo>
                      <a:pt x="270000" y="205850"/>
                    </a:lnTo>
                    <a:close/>
                    <a:moveTo>
                      <a:pt x="272500" y="207500"/>
                    </a:moveTo>
                    <a:lnTo>
                      <a:pt x="273200" y="207500"/>
                    </a:lnTo>
                    <a:lnTo>
                      <a:pt x="273200" y="208200"/>
                    </a:lnTo>
                    <a:lnTo>
                      <a:pt x="272500" y="208200"/>
                    </a:lnTo>
                    <a:close/>
                    <a:moveTo>
                      <a:pt x="275000" y="205000"/>
                    </a:moveTo>
                    <a:lnTo>
                      <a:pt x="275850" y="205000"/>
                    </a:lnTo>
                    <a:lnTo>
                      <a:pt x="275850" y="205850"/>
                    </a:lnTo>
                    <a:lnTo>
                      <a:pt x="275000" y="205850"/>
                    </a:lnTo>
                    <a:close/>
                    <a:moveTo>
                      <a:pt x="277500" y="207500"/>
                    </a:moveTo>
                    <a:lnTo>
                      <a:pt x="278200" y="207500"/>
                    </a:lnTo>
                    <a:lnTo>
                      <a:pt x="278200" y="208200"/>
                    </a:lnTo>
                    <a:lnTo>
                      <a:pt x="277500" y="208200"/>
                    </a:lnTo>
                    <a:close/>
                    <a:moveTo>
                      <a:pt x="280000" y="205000"/>
                    </a:moveTo>
                    <a:lnTo>
                      <a:pt x="280850" y="205000"/>
                    </a:lnTo>
                    <a:lnTo>
                      <a:pt x="280850" y="205850"/>
                    </a:lnTo>
                    <a:lnTo>
                      <a:pt x="280000" y="205850"/>
                    </a:lnTo>
                    <a:close/>
                    <a:moveTo>
                      <a:pt x="282500" y="207500"/>
                    </a:moveTo>
                    <a:lnTo>
                      <a:pt x="283200" y="207500"/>
                    </a:lnTo>
                    <a:lnTo>
                      <a:pt x="283200" y="208200"/>
                    </a:lnTo>
                    <a:lnTo>
                      <a:pt x="282500" y="208200"/>
                    </a:lnTo>
                    <a:close/>
                    <a:moveTo>
                      <a:pt x="285000" y="205000"/>
                    </a:moveTo>
                    <a:lnTo>
                      <a:pt x="285850" y="205000"/>
                    </a:lnTo>
                    <a:lnTo>
                      <a:pt x="285850" y="205850"/>
                    </a:lnTo>
                    <a:lnTo>
                      <a:pt x="285000" y="205850"/>
                    </a:lnTo>
                    <a:close/>
                    <a:moveTo>
                      <a:pt x="287500" y="207500"/>
                    </a:moveTo>
                    <a:lnTo>
                      <a:pt x="288200" y="207500"/>
                    </a:lnTo>
                    <a:lnTo>
                      <a:pt x="288200" y="208200"/>
                    </a:lnTo>
                    <a:lnTo>
                      <a:pt x="287500" y="208200"/>
                    </a:lnTo>
                    <a:close/>
                    <a:moveTo>
                      <a:pt x="0" y="210000"/>
                    </a:moveTo>
                    <a:lnTo>
                      <a:pt x="850" y="210000"/>
                    </a:lnTo>
                    <a:lnTo>
                      <a:pt x="850" y="210850"/>
                    </a:lnTo>
                    <a:lnTo>
                      <a:pt x="0" y="210850"/>
                    </a:lnTo>
                    <a:close/>
                    <a:moveTo>
                      <a:pt x="2500" y="212500"/>
                    </a:moveTo>
                    <a:lnTo>
                      <a:pt x="3200" y="212500"/>
                    </a:lnTo>
                    <a:lnTo>
                      <a:pt x="3200" y="213200"/>
                    </a:lnTo>
                    <a:lnTo>
                      <a:pt x="2500" y="213200"/>
                    </a:lnTo>
                    <a:close/>
                    <a:moveTo>
                      <a:pt x="5000" y="210000"/>
                    </a:moveTo>
                    <a:lnTo>
                      <a:pt x="5850" y="210000"/>
                    </a:lnTo>
                    <a:lnTo>
                      <a:pt x="5850" y="210850"/>
                    </a:lnTo>
                    <a:lnTo>
                      <a:pt x="5000" y="210850"/>
                    </a:lnTo>
                    <a:close/>
                    <a:moveTo>
                      <a:pt x="7500" y="212500"/>
                    </a:moveTo>
                    <a:lnTo>
                      <a:pt x="8200" y="212500"/>
                    </a:lnTo>
                    <a:lnTo>
                      <a:pt x="8200" y="213200"/>
                    </a:lnTo>
                    <a:lnTo>
                      <a:pt x="7500" y="213200"/>
                    </a:lnTo>
                    <a:close/>
                    <a:moveTo>
                      <a:pt x="10000" y="210000"/>
                    </a:moveTo>
                    <a:lnTo>
                      <a:pt x="10850" y="210000"/>
                    </a:lnTo>
                    <a:lnTo>
                      <a:pt x="10850" y="210850"/>
                    </a:lnTo>
                    <a:lnTo>
                      <a:pt x="10000" y="210850"/>
                    </a:lnTo>
                    <a:close/>
                    <a:moveTo>
                      <a:pt x="12500" y="212500"/>
                    </a:moveTo>
                    <a:lnTo>
                      <a:pt x="13200" y="212500"/>
                    </a:lnTo>
                    <a:lnTo>
                      <a:pt x="13200" y="213200"/>
                    </a:lnTo>
                    <a:lnTo>
                      <a:pt x="12500" y="213200"/>
                    </a:lnTo>
                    <a:close/>
                    <a:moveTo>
                      <a:pt x="15000" y="210000"/>
                    </a:moveTo>
                    <a:lnTo>
                      <a:pt x="15850" y="210000"/>
                    </a:lnTo>
                    <a:lnTo>
                      <a:pt x="15850" y="210850"/>
                    </a:lnTo>
                    <a:lnTo>
                      <a:pt x="15000" y="210850"/>
                    </a:lnTo>
                    <a:close/>
                    <a:moveTo>
                      <a:pt x="17500" y="212500"/>
                    </a:moveTo>
                    <a:lnTo>
                      <a:pt x="18200" y="212500"/>
                    </a:lnTo>
                    <a:lnTo>
                      <a:pt x="18200" y="213200"/>
                    </a:lnTo>
                    <a:lnTo>
                      <a:pt x="17500" y="213200"/>
                    </a:lnTo>
                    <a:close/>
                    <a:moveTo>
                      <a:pt x="20000" y="210000"/>
                    </a:moveTo>
                    <a:lnTo>
                      <a:pt x="20850" y="210000"/>
                    </a:lnTo>
                    <a:lnTo>
                      <a:pt x="20850" y="210850"/>
                    </a:lnTo>
                    <a:lnTo>
                      <a:pt x="20000" y="210850"/>
                    </a:lnTo>
                    <a:close/>
                    <a:moveTo>
                      <a:pt x="22500" y="212500"/>
                    </a:moveTo>
                    <a:lnTo>
                      <a:pt x="23200" y="212500"/>
                    </a:lnTo>
                    <a:lnTo>
                      <a:pt x="23200" y="213200"/>
                    </a:lnTo>
                    <a:lnTo>
                      <a:pt x="22500" y="213200"/>
                    </a:lnTo>
                    <a:close/>
                    <a:moveTo>
                      <a:pt x="25000" y="210000"/>
                    </a:moveTo>
                    <a:lnTo>
                      <a:pt x="25850" y="210000"/>
                    </a:lnTo>
                    <a:lnTo>
                      <a:pt x="25850" y="210850"/>
                    </a:lnTo>
                    <a:lnTo>
                      <a:pt x="25000" y="210850"/>
                    </a:lnTo>
                    <a:close/>
                    <a:moveTo>
                      <a:pt x="27500" y="212500"/>
                    </a:moveTo>
                    <a:lnTo>
                      <a:pt x="28200" y="212500"/>
                    </a:lnTo>
                    <a:lnTo>
                      <a:pt x="28200" y="213200"/>
                    </a:lnTo>
                    <a:lnTo>
                      <a:pt x="27500" y="213200"/>
                    </a:lnTo>
                    <a:close/>
                    <a:moveTo>
                      <a:pt x="30000" y="210000"/>
                    </a:moveTo>
                    <a:lnTo>
                      <a:pt x="30850" y="210000"/>
                    </a:lnTo>
                    <a:lnTo>
                      <a:pt x="30850" y="210850"/>
                    </a:lnTo>
                    <a:lnTo>
                      <a:pt x="30000" y="210850"/>
                    </a:lnTo>
                    <a:close/>
                    <a:moveTo>
                      <a:pt x="32500" y="212500"/>
                    </a:moveTo>
                    <a:lnTo>
                      <a:pt x="33200" y="212500"/>
                    </a:lnTo>
                    <a:lnTo>
                      <a:pt x="33200" y="213200"/>
                    </a:lnTo>
                    <a:lnTo>
                      <a:pt x="32500" y="213200"/>
                    </a:lnTo>
                    <a:close/>
                    <a:moveTo>
                      <a:pt x="35000" y="210000"/>
                    </a:moveTo>
                    <a:lnTo>
                      <a:pt x="35850" y="210000"/>
                    </a:lnTo>
                    <a:lnTo>
                      <a:pt x="35850" y="210850"/>
                    </a:lnTo>
                    <a:lnTo>
                      <a:pt x="35000" y="210850"/>
                    </a:lnTo>
                    <a:close/>
                    <a:moveTo>
                      <a:pt x="37500" y="212500"/>
                    </a:moveTo>
                    <a:lnTo>
                      <a:pt x="38200" y="212500"/>
                    </a:lnTo>
                    <a:lnTo>
                      <a:pt x="38200" y="213200"/>
                    </a:lnTo>
                    <a:lnTo>
                      <a:pt x="37500" y="213200"/>
                    </a:lnTo>
                    <a:close/>
                    <a:moveTo>
                      <a:pt x="40000" y="210000"/>
                    </a:moveTo>
                    <a:lnTo>
                      <a:pt x="40850" y="210000"/>
                    </a:lnTo>
                    <a:lnTo>
                      <a:pt x="40850" y="210850"/>
                    </a:lnTo>
                    <a:lnTo>
                      <a:pt x="40000" y="210850"/>
                    </a:lnTo>
                    <a:close/>
                    <a:moveTo>
                      <a:pt x="42500" y="212500"/>
                    </a:moveTo>
                    <a:lnTo>
                      <a:pt x="43200" y="212500"/>
                    </a:lnTo>
                    <a:lnTo>
                      <a:pt x="43200" y="213200"/>
                    </a:lnTo>
                    <a:lnTo>
                      <a:pt x="42500" y="213200"/>
                    </a:lnTo>
                    <a:close/>
                    <a:moveTo>
                      <a:pt x="45000" y="210000"/>
                    </a:moveTo>
                    <a:lnTo>
                      <a:pt x="45850" y="210000"/>
                    </a:lnTo>
                    <a:lnTo>
                      <a:pt x="45850" y="210850"/>
                    </a:lnTo>
                    <a:lnTo>
                      <a:pt x="45000" y="210850"/>
                    </a:lnTo>
                    <a:close/>
                    <a:moveTo>
                      <a:pt x="47500" y="212500"/>
                    </a:moveTo>
                    <a:lnTo>
                      <a:pt x="48200" y="212500"/>
                    </a:lnTo>
                    <a:lnTo>
                      <a:pt x="48200" y="213200"/>
                    </a:lnTo>
                    <a:lnTo>
                      <a:pt x="47500" y="213200"/>
                    </a:lnTo>
                    <a:close/>
                    <a:moveTo>
                      <a:pt x="50000" y="210000"/>
                    </a:moveTo>
                    <a:lnTo>
                      <a:pt x="50850" y="210000"/>
                    </a:lnTo>
                    <a:lnTo>
                      <a:pt x="50850" y="210850"/>
                    </a:lnTo>
                    <a:lnTo>
                      <a:pt x="50000" y="210850"/>
                    </a:lnTo>
                    <a:close/>
                    <a:moveTo>
                      <a:pt x="52500" y="212500"/>
                    </a:moveTo>
                    <a:lnTo>
                      <a:pt x="53200" y="212500"/>
                    </a:lnTo>
                    <a:lnTo>
                      <a:pt x="53200" y="213200"/>
                    </a:lnTo>
                    <a:lnTo>
                      <a:pt x="52500" y="213200"/>
                    </a:lnTo>
                    <a:close/>
                    <a:moveTo>
                      <a:pt x="55000" y="210000"/>
                    </a:moveTo>
                    <a:lnTo>
                      <a:pt x="55850" y="210000"/>
                    </a:lnTo>
                    <a:lnTo>
                      <a:pt x="55850" y="210850"/>
                    </a:lnTo>
                    <a:lnTo>
                      <a:pt x="55000" y="210850"/>
                    </a:lnTo>
                    <a:close/>
                    <a:moveTo>
                      <a:pt x="57500" y="212500"/>
                    </a:moveTo>
                    <a:lnTo>
                      <a:pt x="58200" y="212500"/>
                    </a:lnTo>
                    <a:lnTo>
                      <a:pt x="58200" y="213200"/>
                    </a:lnTo>
                    <a:lnTo>
                      <a:pt x="57500" y="213200"/>
                    </a:lnTo>
                    <a:close/>
                    <a:moveTo>
                      <a:pt x="60000" y="210000"/>
                    </a:moveTo>
                    <a:lnTo>
                      <a:pt x="60850" y="210000"/>
                    </a:lnTo>
                    <a:lnTo>
                      <a:pt x="60850" y="210850"/>
                    </a:lnTo>
                    <a:lnTo>
                      <a:pt x="60000" y="210850"/>
                    </a:lnTo>
                    <a:close/>
                    <a:moveTo>
                      <a:pt x="62500" y="212500"/>
                    </a:moveTo>
                    <a:lnTo>
                      <a:pt x="63200" y="212500"/>
                    </a:lnTo>
                    <a:lnTo>
                      <a:pt x="63200" y="213200"/>
                    </a:lnTo>
                    <a:lnTo>
                      <a:pt x="62500" y="213200"/>
                    </a:lnTo>
                    <a:close/>
                    <a:moveTo>
                      <a:pt x="65000" y="210000"/>
                    </a:moveTo>
                    <a:lnTo>
                      <a:pt x="65850" y="210000"/>
                    </a:lnTo>
                    <a:lnTo>
                      <a:pt x="65850" y="210850"/>
                    </a:lnTo>
                    <a:lnTo>
                      <a:pt x="65000" y="210850"/>
                    </a:lnTo>
                    <a:close/>
                    <a:moveTo>
                      <a:pt x="67500" y="212500"/>
                    </a:moveTo>
                    <a:lnTo>
                      <a:pt x="68200" y="212500"/>
                    </a:lnTo>
                    <a:lnTo>
                      <a:pt x="68200" y="213200"/>
                    </a:lnTo>
                    <a:lnTo>
                      <a:pt x="67500" y="213200"/>
                    </a:lnTo>
                    <a:close/>
                    <a:moveTo>
                      <a:pt x="70000" y="210000"/>
                    </a:moveTo>
                    <a:lnTo>
                      <a:pt x="70850" y="210000"/>
                    </a:lnTo>
                    <a:lnTo>
                      <a:pt x="70850" y="210850"/>
                    </a:lnTo>
                    <a:lnTo>
                      <a:pt x="70000" y="210850"/>
                    </a:lnTo>
                    <a:close/>
                    <a:moveTo>
                      <a:pt x="72500" y="212500"/>
                    </a:moveTo>
                    <a:lnTo>
                      <a:pt x="73200" y="212500"/>
                    </a:lnTo>
                    <a:lnTo>
                      <a:pt x="73200" y="213200"/>
                    </a:lnTo>
                    <a:lnTo>
                      <a:pt x="72500" y="213200"/>
                    </a:lnTo>
                    <a:close/>
                    <a:moveTo>
                      <a:pt x="75000" y="210000"/>
                    </a:moveTo>
                    <a:lnTo>
                      <a:pt x="75850" y="210000"/>
                    </a:lnTo>
                    <a:lnTo>
                      <a:pt x="75850" y="210850"/>
                    </a:lnTo>
                    <a:lnTo>
                      <a:pt x="75000" y="210850"/>
                    </a:lnTo>
                    <a:close/>
                    <a:moveTo>
                      <a:pt x="77500" y="212500"/>
                    </a:moveTo>
                    <a:lnTo>
                      <a:pt x="78200" y="212500"/>
                    </a:lnTo>
                    <a:lnTo>
                      <a:pt x="78200" y="213200"/>
                    </a:lnTo>
                    <a:lnTo>
                      <a:pt x="77500" y="213200"/>
                    </a:lnTo>
                    <a:close/>
                    <a:moveTo>
                      <a:pt x="80000" y="210000"/>
                    </a:moveTo>
                    <a:lnTo>
                      <a:pt x="80850" y="210000"/>
                    </a:lnTo>
                    <a:lnTo>
                      <a:pt x="80850" y="210850"/>
                    </a:lnTo>
                    <a:lnTo>
                      <a:pt x="80000" y="210850"/>
                    </a:lnTo>
                    <a:close/>
                    <a:moveTo>
                      <a:pt x="82500" y="212500"/>
                    </a:moveTo>
                    <a:lnTo>
                      <a:pt x="83200" y="212500"/>
                    </a:lnTo>
                    <a:lnTo>
                      <a:pt x="83200" y="213200"/>
                    </a:lnTo>
                    <a:lnTo>
                      <a:pt x="82500" y="213200"/>
                    </a:lnTo>
                    <a:close/>
                    <a:moveTo>
                      <a:pt x="85000" y="210000"/>
                    </a:moveTo>
                    <a:lnTo>
                      <a:pt x="85850" y="210000"/>
                    </a:lnTo>
                    <a:lnTo>
                      <a:pt x="85850" y="210850"/>
                    </a:lnTo>
                    <a:lnTo>
                      <a:pt x="85000" y="210850"/>
                    </a:lnTo>
                    <a:close/>
                    <a:moveTo>
                      <a:pt x="87500" y="212500"/>
                    </a:moveTo>
                    <a:lnTo>
                      <a:pt x="88200" y="212500"/>
                    </a:lnTo>
                    <a:lnTo>
                      <a:pt x="88200" y="213200"/>
                    </a:lnTo>
                    <a:lnTo>
                      <a:pt x="87500" y="213200"/>
                    </a:lnTo>
                    <a:close/>
                    <a:moveTo>
                      <a:pt x="90000" y="210000"/>
                    </a:moveTo>
                    <a:lnTo>
                      <a:pt x="90850" y="210000"/>
                    </a:lnTo>
                    <a:lnTo>
                      <a:pt x="90850" y="210850"/>
                    </a:lnTo>
                    <a:lnTo>
                      <a:pt x="90000" y="210850"/>
                    </a:lnTo>
                    <a:close/>
                    <a:moveTo>
                      <a:pt x="92500" y="212500"/>
                    </a:moveTo>
                    <a:lnTo>
                      <a:pt x="93200" y="212500"/>
                    </a:lnTo>
                    <a:lnTo>
                      <a:pt x="93200" y="213200"/>
                    </a:lnTo>
                    <a:lnTo>
                      <a:pt x="92500" y="213200"/>
                    </a:lnTo>
                    <a:close/>
                    <a:moveTo>
                      <a:pt x="95000" y="210000"/>
                    </a:moveTo>
                    <a:lnTo>
                      <a:pt x="95850" y="210000"/>
                    </a:lnTo>
                    <a:lnTo>
                      <a:pt x="95850" y="210850"/>
                    </a:lnTo>
                    <a:lnTo>
                      <a:pt x="95000" y="210850"/>
                    </a:lnTo>
                    <a:close/>
                    <a:moveTo>
                      <a:pt x="97500" y="212500"/>
                    </a:moveTo>
                    <a:lnTo>
                      <a:pt x="98200" y="212500"/>
                    </a:lnTo>
                    <a:lnTo>
                      <a:pt x="98200" y="213200"/>
                    </a:lnTo>
                    <a:lnTo>
                      <a:pt x="97500" y="213200"/>
                    </a:lnTo>
                    <a:close/>
                    <a:moveTo>
                      <a:pt x="100000" y="210000"/>
                    </a:moveTo>
                    <a:lnTo>
                      <a:pt x="100850" y="210000"/>
                    </a:lnTo>
                    <a:lnTo>
                      <a:pt x="100850" y="210850"/>
                    </a:lnTo>
                    <a:lnTo>
                      <a:pt x="100000" y="210850"/>
                    </a:lnTo>
                    <a:close/>
                    <a:moveTo>
                      <a:pt x="102500" y="212500"/>
                    </a:moveTo>
                    <a:lnTo>
                      <a:pt x="103200" y="212500"/>
                    </a:lnTo>
                    <a:lnTo>
                      <a:pt x="103200" y="213200"/>
                    </a:lnTo>
                    <a:lnTo>
                      <a:pt x="102500" y="213200"/>
                    </a:lnTo>
                    <a:close/>
                    <a:moveTo>
                      <a:pt x="105000" y="210000"/>
                    </a:moveTo>
                    <a:lnTo>
                      <a:pt x="105850" y="210000"/>
                    </a:lnTo>
                    <a:lnTo>
                      <a:pt x="105850" y="210850"/>
                    </a:lnTo>
                    <a:lnTo>
                      <a:pt x="105000" y="210850"/>
                    </a:lnTo>
                    <a:close/>
                    <a:moveTo>
                      <a:pt x="107500" y="212500"/>
                    </a:moveTo>
                    <a:lnTo>
                      <a:pt x="108200" y="212500"/>
                    </a:lnTo>
                    <a:lnTo>
                      <a:pt x="108200" y="213200"/>
                    </a:lnTo>
                    <a:lnTo>
                      <a:pt x="107500" y="213200"/>
                    </a:lnTo>
                    <a:close/>
                    <a:moveTo>
                      <a:pt x="110000" y="210000"/>
                    </a:moveTo>
                    <a:lnTo>
                      <a:pt x="110850" y="210000"/>
                    </a:lnTo>
                    <a:lnTo>
                      <a:pt x="110850" y="210850"/>
                    </a:lnTo>
                    <a:lnTo>
                      <a:pt x="110000" y="210850"/>
                    </a:lnTo>
                    <a:close/>
                    <a:moveTo>
                      <a:pt x="112500" y="212500"/>
                    </a:moveTo>
                    <a:lnTo>
                      <a:pt x="113200" y="212500"/>
                    </a:lnTo>
                    <a:lnTo>
                      <a:pt x="113200" y="213200"/>
                    </a:lnTo>
                    <a:lnTo>
                      <a:pt x="112500" y="213200"/>
                    </a:lnTo>
                    <a:close/>
                    <a:moveTo>
                      <a:pt x="115000" y="210000"/>
                    </a:moveTo>
                    <a:lnTo>
                      <a:pt x="115850" y="210000"/>
                    </a:lnTo>
                    <a:lnTo>
                      <a:pt x="115850" y="210850"/>
                    </a:lnTo>
                    <a:lnTo>
                      <a:pt x="115000" y="210850"/>
                    </a:lnTo>
                    <a:close/>
                    <a:moveTo>
                      <a:pt x="117500" y="212500"/>
                    </a:moveTo>
                    <a:lnTo>
                      <a:pt x="118200" y="212500"/>
                    </a:lnTo>
                    <a:lnTo>
                      <a:pt x="118200" y="213200"/>
                    </a:lnTo>
                    <a:lnTo>
                      <a:pt x="117500" y="213200"/>
                    </a:lnTo>
                    <a:close/>
                    <a:moveTo>
                      <a:pt x="120000" y="210000"/>
                    </a:moveTo>
                    <a:lnTo>
                      <a:pt x="120850" y="210000"/>
                    </a:lnTo>
                    <a:lnTo>
                      <a:pt x="120850" y="210850"/>
                    </a:lnTo>
                    <a:lnTo>
                      <a:pt x="120000" y="210850"/>
                    </a:lnTo>
                    <a:close/>
                    <a:moveTo>
                      <a:pt x="122500" y="212500"/>
                    </a:moveTo>
                    <a:lnTo>
                      <a:pt x="123200" y="212500"/>
                    </a:lnTo>
                    <a:lnTo>
                      <a:pt x="123200" y="213200"/>
                    </a:lnTo>
                    <a:lnTo>
                      <a:pt x="122500" y="213200"/>
                    </a:lnTo>
                    <a:close/>
                    <a:moveTo>
                      <a:pt x="125000" y="210000"/>
                    </a:moveTo>
                    <a:lnTo>
                      <a:pt x="125850" y="210000"/>
                    </a:lnTo>
                    <a:lnTo>
                      <a:pt x="125850" y="210850"/>
                    </a:lnTo>
                    <a:lnTo>
                      <a:pt x="125000" y="210850"/>
                    </a:lnTo>
                    <a:close/>
                    <a:moveTo>
                      <a:pt x="127500" y="212500"/>
                    </a:moveTo>
                    <a:lnTo>
                      <a:pt x="128200" y="212500"/>
                    </a:lnTo>
                    <a:lnTo>
                      <a:pt x="128200" y="213200"/>
                    </a:lnTo>
                    <a:lnTo>
                      <a:pt x="127500" y="213200"/>
                    </a:lnTo>
                    <a:close/>
                    <a:moveTo>
                      <a:pt x="130000" y="210000"/>
                    </a:moveTo>
                    <a:lnTo>
                      <a:pt x="130850" y="210000"/>
                    </a:lnTo>
                    <a:lnTo>
                      <a:pt x="130850" y="210850"/>
                    </a:lnTo>
                    <a:lnTo>
                      <a:pt x="130000" y="210850"/>
                    </a:lnTo>
                    <a:close/>
                    <a:moveTo>
                      <a:pt x="132500" y="212500"/>
                    </a:moveTo>
                    <a:lnTo>
                      <a:pt x="133200" y="212500"/>
                    </a:lnTo>
                    <a:lnTo>
                      <a:pt x="133200" y="213200"/>
                    </a:lnTo>
                    <a:lnTo>
                      <a:pt x="132500" y="213200"/>
                    </a:lnTo>
                    <a:close/>
                    <a:moveTo>
                      <a:pt x="135000" y="210000"/>
                    </a:moveTo>
                    <a:lnTo>
                      <a:pt x="135850" y="210000"/>
                    </a:lnTo>
                    <a:lnTo>
                      <a:pt x="135850" y="210850"/>
                    </a:lnTo>
                    <a:lnTo>
                      <a:pt x="135000" y="210850"/>
                    </a:lnTo>
                    <a:close/>
                    <a:moveTo>
                      <a:pt x="137500" y="212500"/>
                    </a:moveTo>
                    <a:lnTo>
                      <a:pt x="138200" y="212500"/>
                    </a:lnTo>
                    <a:lnTo>
                      <a:pt x="138200" y="213200"/>
                    </a:lnTo>
                    <a:lnTo>
                      <a:pt x="137500" y="213200"/>
                    </a:lnTo>
                    <a:close/>
                    <a:moveTo>
                      <a:pt x="140000" y="210000"/>
                    </a:moveTo>
                    <a:lnTo>
                      <a:pt x="140850" y="210000"/>
                    </a:lnTo>
                    <a:lnTo>
                      <a:pt x="140850" y="210850"/>
                    </a:lnTo>
                    <a:lnTo>
                      <a:pt x="140000" y="210850"/>
                    </a:lnTo>
                    <a:close/>
                    <a:moveTo>
                      <a:pt x="142500" y="212500"/>
                    </a:moveTo>
                    <a:lnTo>
                      <a:pt x="143200" y="212500"/>
                    </a:lnTo>
                    <a:lnTo>
                      <a:pt x="143200" y="213200"/>
                    </a:lnTo>
                    <a:lnTo>
                      <a:pt x="142500" y="213200"/>
                    </a:lnTo>
                    <a:close/>
                    <a:moveTo>
                      <a:pt x="145000" y="210000"/>
                    </a:moveTo>
                    <a:lnTo>
                      <a:pt x="145850" y="210000"/>
                    </a:lnTo>
                    <a:lnTo>
                      <a:pt x="145850" y="210850"/>
                    </a:lnTo>
                    <a:lnTo>
                      <a:pt x="145000" y="210850"/>
                    </a:lnTo>
                    <a:close/>
                    <a:moveTo>
                      <a:pt x="147500" y="212500"/>
                    </a:moveTo>
                    <a:lnTo>
                      <a:pt x="148200" y="212500"/>
                    </a:lnTo>
                    <a:lnTo>
                      <a:pt x="148200" y="213200"/>
                    </a:lnTo>
                    <a:lnTo>
                      <a:pt x="147500" y="213200"/>
                    </a:lnTo>
                    <a:close/>
                    <a:moveTo>
                      <a:pt x="150000" y="210000"/>
                    </a:moveTo>
                    <a:lnTo>
                      <a:pt x="150850" y="210000"/>
                    </a:lnTo>
                    <a:lnTo>
                      <a:pt x="150850" y="210850"/>
                    </a:lnTo>
                    <a:lnTo>
                      <a:pt x="150000" y="210850"/>
                    </a:lnTo>
                    <a:close/>
                    <a:moveTo>
                      <a:pt x="152500" y="212500"/>
                    </a:moveTo>
                    <a:lnTo>
                      <a:pt x="153200" y="212500"/>
                    </a:lnTo>
                    <a:lnTo>
                      <a:pt x="153200" y="213200"/>
                    </a:lnTo>
                    <a:lnTo>
                      <a:pt x="152500" y="213200"/>
                    </a:lnTo>
                    <a:close/>
                    <a:moveTo>
                      <a:pt x="155000" y="210000"/>
                    </a:moveTo>
                    <a:lnTo>
                      <a:pt x="155850" y="210000"/>
                    </a:lnTo>
                    <a:lnTo>
                      <a:pt x="155850" y="210850"/>
                    </a:lnTo>
                    <a:lnTo>
                      <a:pt x="155000" y="210850"/>
                    </a:lnTo>
                    <a:close/>
                    <a:moveTo>
                      <a:pt x="157500" y="212500"/>
                    </a:moveTo>
                    <a:lnTo>
                      <a:pt x="158200" y="212500"/>
                    </a:lnTo>
                    <a:lnTo>
                      <a:pt x="158200" y="213200"/>
                    </a:lnTo>
                    <a:lnTo>
                      <a:pt x="157500" y="213200"/>
                    </a:lnTo>
                    <a:close/>
                    <a:moveTo>
                      <a:pt x="160000" y="210000"/>
                    </a:moveTo>
                    <a:lnTo>
                      <a:pt x="160850" y="210000"/>
                    </a:lnTo>
                    <a:lnTo>
                      <a:pt x="160850" y="210850"/>
                    </a:lnTo>
                    <a:lnTo>
                      <a:pt x="160000" y="210850"/>
                    </a:lnTo>
                    <a:close/>
                    <a:moveTo>
                      <a:pt x="162500" y="212500"/>
                    </a:moveTo>
                    <a:lnTo>
                      <a:pt x="163200" y="212500"/>
                    </a:lnTo>
                    <a:lnTo>
                      <a:pt x="163200" y="213200"/>
                    </a:lnTo>
                    <a:lnTo>
                      <a:pt x="162500" y="213200"/>
                    </a:lnTo>
                    <a:close/>
                    <a:moveTo>
                      <a:pt x="165000" y="210000"/>
                    </a:moveTo>
                    <a:lnTo>
                      <a:pt x="165850" y="210000"/>
                    </a:lnTo>
                    <a:lnTo>
                      <a:pt x="165850" y="210850"/>
                    </a:lnTo>
                    <a:lnTo>
                      <a:pt x="165000" y="210850"/>
                    </a:lnTo>
                    <a:close/>
                    <a:moveTo>
                      <a:pt x="167500" y="212500"/>
                    </a:moveTo>
                    <a:lnTo>
                      <a:pt x="168200" y="212500"/>
                    </a:lnTo>
                    <a:lnTo>
                      <a:pt x="168200" y="213200"/>
                    </a:lnTo>
                    <a:lnTo>
                      <a:pt x="167500" y="213200"/>
                    </a:lnTo>
                    <a:close/>
                    <a:moveTo>
                      <a:pt x="170000" y="210000"/>
                    </a:moveTo>
                    <a:lnTo>
                      <a:pt x="170850" y="210000"/>
                    </a:lnTo>
                    <a:lnTo>
                      <a:pt x="170850" y="210850"/>
                    </a:lnTo>
                    <a:lnTo>
                      <a:pt x="170000" y="210850"/>
                    </a:lnTo>
                    <a:close/>
                    <a:moveTo>
                      <a:pt x="172500" y="212500"/>
                    </a:moveTo>
                    <a:lnTo>
                      <a:pt x="173200" y="212500"/>
                    </a:lnTo>
                    <a:lnTo>
                      <a:pt x="173200" y="213200"/>
                    </a:lnTo>
                    <a:lnTo>
                      <a:pt x="172500" y="213200"/>
                    </a:lnTo>
                    <a:close/>
                    <a:moveTo>
                      <a:pt x="175000" y="210000"/>
                    </a:moveTo>
                    <a:lnTo>
                      <a:pt x="175850" y="210000"/>
                    </a:lnTo>
                    <a:lnTo>
                      <a:pt x="175850" y="210850"/>
                    </a:lnTo>
                    <a:lnTo>
                      <a:pt x="175000" y="210850"/>
                    </a:lnTo>
                    <a:close/>
                    <a:moveTo>
                      <a:pt x="177500" y="212500"/>
                    </a:moveTo>
                    <a:lnTo>
                      <a:pt x="178200" y="212500"/>
                    </a:lnTo>
                    <a:lnTo>
                      <a:pt x="178200" y="213200"/>
                    </a:lnTo>
                    <a:lnTo>
                      <a:pt x="177500" y="213200"/>
                    </a:lnTo>
                    <a:close/>
                    <a:moveTo>
                      <a:pt x="180000" y="210000"/>
                    </a:moveTo>
                    <a:lnTo>
                      <a:pt x="180850" y="210000"/>
                    </a:lnTo>
                    <a:lnTo>
                      <a:pt x="180850" y="210850"/>
                    </a:lnTo>
                    <a:lnTo>
                      <a:pt x="180000" y="210850"/>
                    </a:lnTo>
                    <a:close/>
                    <a:moveTo>
                      <a:pt x="182500" y="212500"/>
                    </a:moveTo>
                    <a:lnTo>
                      <a:pt x="183200" y="212500"/>
                    </a:lnTo>
                    <a:lnTo>
                      <a:pt x="183200" y="213200"/>
                    </a:lnTo>
                    <a:lnTo>
                      <a:pt x="182500" y="213200"/>
                    </a:lnTo>
                    <a:close/>
                    <a:moveTo>
                      <a:pt x="185000" y="210000"/>
                    </a:moveTo>
                    <a:lnTo>
                      <a:pt x="185850" y="210000"/>
                    </a:lnTo>
                    <a:lnTo>
                      <a:pt x="185850" y="210850"/>
                    </a:lnTo>
                    <a:lnTo>
                      <a:pt x="185000" y="210850"/>
                    </a:lnTo>
                    <a:close/>
                    <a:moveTo>
                      <a:pt x="187500" y="212500"/>
                    </a:moveTo>
                    <a:lnTo>
                      <a:pt x="188200" y="212500"/>
                    </a:lnTo>
                    <a:lnTo>
                      <a:pt x="188200" y="213200"/>
                    </a:lnTo>
                    <a:lnTo>
                      <a:pt x="187500" y="213200"/>
                    </a:lnTo>
                    <a:close/>
                    <a:moveTo>
                      <a:pt x="190000" y="210000"/>
                    </a:moveTo>
                    <a:lnTo>
                      <a:pt x="190850" y="210000"/>
                    </a:lnTo>
                    <a:lnTo>
                      <a:pt x="190850" y="210850"/>
                    </a:lnTo>
                    <a:lnTo>
                      <a:pt x="190000" y="210850"/>
                    </a:lnTo>
                    <a:close/>
                    <a:moveTo>
                      <a:pt x="192500" y="212500"/>
                    </a:moveTo>
                    <a:lnTo>
                      <a:pt x="193200" y="212500"/>
                    </a:lnTo>
                    <a:lnTo>
                      <a:pt x="193200" y="213200"/>
                    </a:lnTo>
                    <a:lnTo>
                      <a:pt x="192500" y="213200"/>
                    </a:lnTo>
                    <a:close/>
                    <a:moveTo>
                      <a:pt x="195000" y="210000"/>
                    </a:moveTo>
                    <a:lnTo>
                      <a:pt x="195850" y="210000"/>
                    </a:lnTo>
                    <a:lnTo>
                      <a:pt x="195850" y="210850"/>
                    </a:lnTo>
                    <a:lnTo>
                      <a:pt x="195000" y="210850"/>
                    </a:lnTo>
                    <a:close/>
                    <a:moveTo>
                      <a:pt x="197500" y="212500"/>
                    </a:moveTo>
                    <a:lnTo>
                      <a:pt x="198200" y="212500"/>
                    </a:lnTo>
                    <a:lnTo>
                      <a:pt x="198200" y="213200"/>
                    </a:lnTo>
                    <a:lnTo>
                      <a:pt x="197500" y="213200"/>
                    </a:lnTo>
                    <a:close/>
                    <a:moveTo>
                      <a:pt x="200000" y="210000"/>
                    </a:moveTo>
                    <a:lnTo>
                      <a:pt x="200850" y="210000"/>
                    </a:lnTo>
                    <a:lnTo>
                      <a:pt x="200850" y="210850"/>
                    </a:lnTo>
                    <a:lnTo>
                      <a:pt x="200000" y="210850"/>
                    </a:lnTo>
                    <a:close/>
                    <a:moveTo>
                      <a:pt x="202500" y="212500"/>
                    </a:moveTo>
                    <a:lnTo>
                      <a:pt x="203200" y="212500"/>
                    </a:lnTo>
                    <a:lnTo>
                      <a:pt x="203200" y="213200"/>
                    </a:lnTo>
                    <a:lnTo>
                      <a:pt x="202500" y="213200"/>
                    </a:lnTo>
                    <a:close/>
                    <a:moveTo>
                      <a:pt x="205000" y="210000"/>
                    </a:moveTo>
                    <a:lnTo>
                      <a:pt x="205850" y="210000"/>
                    </a:lnTo>
                    <a:lnTo>
                      <a:pt x="205850" y="210850"/>
                    </a:lnTo>
                    <a:lnTo>
                      <a:pt x="205000" y="210850"/>
                    </a:lnTo>
                    <a:close/>
                    <a:moveTo>
                      <a:pt x="207500" y="212500"/>
                    </a:moveTo>
                    <a:lnTo>
                      <a:pt x="208200" y="212500"/>
                    </a:lnTo>
                    <a:lnTo>
                      <a:pt x="208200" y="213200"/>
                    </a:lnTo>
                    <a:lnTo>
                      <a:pt x="207500" y="213200"/>
                    </a:lnTo>
                    <a:close/>
                    <a:moveTo>
                      <a:pt x="210000" y="210000"/>
                    </a:moveTo>
                    <a:lnTo>
                      <a:pt x="210850" y="210000"/>
                    </a:lnTo>
                    <a:lnTo>
                      <a:pt x="210850" y="210850"/>
                    </a:lnTo>
                    <a:lnTo>
                      <a:pt x="210000" y="210850"/>
                    </a:lnTo>
                    <a:close/>
                    <a:moveTo>
                      <a:pt x="212500" y="212500"/>
                    </a:moveTo>
                    <a:lnTo>
                      <a:pt x="213200" y="212500"/>
                    </a:lnTo>
                    <a:lnTo>
                      <a:pt x="213200" y="213200"/>
                    </a:lnTo>
                    <a:lnTo>
                      <a:pt x="212500" y="213200"/>
                    </a:lnTo>
                    <a:close/>
                    <a:moveTo>
                      <a:pt x="215000" y="210000"/>
                    </a:moveTo>
                    <a:lnTo>
                      <a:pt x="215850" y="210000"/>
                    </a:lnTo>
                    <a:lnTo>
                      <a:pt x="215850" y="210850"/>
                    </a:lnTo>
                    <a:lnTo>
                      <a:pt x="215000" y="210850"/>
                    </a:lnTo>
                    <a:close/>
                    <a:moveTo>
                      <a:pt x="217500" y="212500"/>
                    </a:moveTo>
                    <a:lnTo>
                      <a:pt x="218200" y="212500"/>
                    </a:lnTo>
                    <a:lnTo>
                      <a:pt x="218200" y="213200"/>
                    </a:lnTo>
                    <a:lnTo>
                      <a:pt x="217500" y="213200"/>
                    </a:lnTo>
                    <a:close/>
                    <a:moveTo>
                      <a:pt x="220000" y="210000"/>
                    </a:moveTo>
                    <a:lnTo>
                      <a:pt x="220850" y="210000"/>
                    </a:lnTo>
                    <a:lnTo>
                      <a:pt x="220850" y="210850"/>
                    </a:lnTo>
                    <a:lnTo>
                      <a:pt x="220000" y="210850"/>
                    </a:lnTo>
                    <a:close/>
                    <a:moveTo>
                      <a:pt x="222500" y="212500"/>
                    </a:moveTo>
                    <a:lnTo>
                      <a:pt x="223200" y="212500"/>
                    </a:lnTo>
                    <a:lnTo>
                      <a:pt x="223200" y="213200"/>
                    </a:lnTo>
                    <a:lnTo>
                      <a:pt x="222500" y="213200"/>
                    </a:lnTo>
                    <a:close/>
                    <a:moveTo>
                      <a:pt x="225000" y="210000"/>
                    </a:moveTo>
                    <a:lnTo>
                      <a:pt x="225850" y="210000"/>
                    </a:lnTo>
                    <a:lnTo>
                      <a:pt x="225850" y="210850"/>
                    </a:lnTo>
                    <a:lnTo>
                      <a:pt x="225000" y="210850"/>
                    </a:lnTo>
                    <a:close/>
                    <a:moveTo>
                      <a:pt x="227500" y="212500"/>
                    </a:moveTo>
                    <a:lnTo>
                      <a:pt x="228200" y="212500"/>
                    </a:lnTo>
                    <a:lnTo>
                      <a:pt x="228200" y="213200"/>
                    </a:lnTo>
                    <a:lnTo>
                      <a:pt x="227500" y="213200"/>
                    </a:lnTo>
                    <a:close/>
                    <a:moveTo>
                      <a:pt x="230000" y="210000"/>
                    </a:moveTo>
                    <a:lnTo>
                      <a:pt x="230850" y="210000"/>
                    </a:lnTo>
                    <a:lnTo>
                      <a:pt x="230850" y="210850"/>
                    </a:lnTo>
                    <a:lnTo>
                      <a:pt x="230000" y="210850"/>
                    </a:lnTo>
                    <a:close/>
                    <a:moveTo>
                      <a:pt x="232500" y="212500"/>
                    </a:moveTo>
                    <a:lnTo>
                      <a:pt x="233200" y="212500"/>
                    </a:lnTo>
                    <a:lnTo>
                      <a:pt x="233200" y="213200"/>
                    </a:lnTo>
                    <a:lnTo>
                      <a:pt x="232500" y="213200"/>
                    </a:lnTo>
                    <a:close/>
                    <a:moveTo>
                      <a:pt x="235000" y="210000"/>
                    </a:moveTo>
                    <a:lnTo>
                      <a:pt x="235850" y="210000"/>
                    </a:lnTo>
                    <a:lnTo>
                      <a:pt x="235850" y="210850"/>
                    </a:lnTo>
                    <a:lnTo>
                      <a:pt x="235000" y="210850"/>
                    </a:lnTo>
                    <a:close/>
                    <a:moveTo>
                      <a:pt x="237500" y="212500"/>
                    </a:moveTo>
                    <a:lnTo>
                      <a:pt x="238200" y="212500"/>
                    </a:lnTo>
                    <a:lnTo>
                      <a:pt x="238200" y="213200"/>
                    </a:lnTo>
                    <a:lnTo>
                      <a:pt x="237500" y="213200"/>
                    </a:lnTo>
                    <a:close/>
                    <a:moveTo>
                      <a:pt x="240000" y="210000"/>
                    </a:moveTo>
                    <a:lnTo>
                      <a:pt x="240850" y="210000"/>
                    </a:lnTo>
                    <a:lnTo>
                      <a:pt x="240850" y="210850"/>
                    </a:lnTo>
                    <a:lnTo>
                      <a:pt x="240000" y="210850"/>
                    </a:lnTo>
                    <a:close/>
                    <a:moveTo>
                      <a:pt x="242500" y="212500"/>
                    </a:moveTo>
                    <a:lnTo>
                      <a:pt x="243200" y="212500"/>
                    </a:lnTo>
                    <a:lnTo>
                      <a:pt x="243200" y="213200"/>
                    </a:lnTo>
                    <a:lnTo>
                      <a:pt x="242500" y="213200"/>
                    </a:lnTo>
                    <a:close/>
                    <a:moveTo>
                      <a:pt x="245000" y="210000"/>
                    </a:moveTo>
                    <a:lnTo>
                      <a:pt x="245850" y="210000"/>
                    </a:lnTo>
                    <a:lnTo>
                      <a:pt x="245850" y="210850"/>
                    </a:lnTo>
                    <a:lnTo>
                      <a:pt x="245000" y="210850"/>
                    </a:lnTo>
                    <a:close/>
                    <a:moveTo>
                      <a:pt x="247500" y="212500"/>
                    </a:moveTo>
                    <a:lnTo>
                      <a:pt x="248200" y="212500"/>
                    </a:lnTo>
                    <a:lnTo>
                      <a:pt x="248200" y="213200"/>
                    </a:lnTo>
                    <a:lnTo>
                      <a:pt x="247500" y="213200"/>
                    </a:lnTo>
                    <a:close/>
                    <a:moveTo>
                      <a:pt x="250000" y="210000"/>
                    </a:moveTo>
                    <a:lnTo>
                      <a:pt x="250850" y="210000"/>
                    </a:lnTo>
                    <a:lnTo>
                      <a:pt x="250850" y="210850"/>
                    </a:lnTo>
                    <a:lnTo>
                      <a:pt x="250000" y="210850"/>
                    </a:lnTo>
                    <a:close/>
                    <a:moveTo>
                      <a:pt x="252500" y="212500"/>
                    </a:moveTo>
                    <a:lnTo>
                      <a:pt x="253200" y="212500"/>
                    </a:lnTo>
                    <a:lnTo>
                      <a:pt x="253200" y="213200"/>
                    </a:lnTo>
                    <a:lnTo>
                      <a:pt x="252500" y="213200"/>
                    </a:lnTo>
                    <a:close/>
                    <a:moveTo>
                      <a:pt x="255000" y="210000"/>
                    </a:moveTo>
                    <a:lnTo>
                      <a:pt x="255850" y="210000"/>
                    </a:lnTo>
                    <a:lnTo>
                      <a:pt x="255850" y="210850"/>
                    </a:lnTo>
                    <a:lnTo>
                      <a:pt x="255000" y="210850"/>
                    </a:lnTo>
                    <a:close/>
                    <a:moveTo>
                      <a:pt x="257500" y="212500"/>
                    </a:moveTo>
                    <a:lnTo>
                      <a:pt x="258200" y="212500"/>
                    </a:lnTo>
                    <a:lnTo>
                      <a:pt x="258200" y="213200"/>
                    </a:lnTo>
                    <a:lnTo>
                      <a:pt x="257500" y="213200"/>
                    </a:lnTo>
                    <a:close/>
                    <a:moveTo>
                      <a:pt x="260000" y="210000"/>
                    </a:moveTo>
                    <a:lnTo>
                      <a:pt x="260850" y="210000"/>
                    </a:lnTo>
                    <a:lnTo>
                      <a:pt x="260850" y="210850"/>
                    </a:lnTo>
                    <a:lnTo>
                      <a:pt x="260000" y="210850"/>
                    </a:lnTo>
                    <a:close/>
                    <a:moveTo>
                      <a:pt x="262500" y="212500"/>
                    </a:moveTo>
                    <a:lnTo>
                      <a:pt x="263200" y="212500"/>
                    </a:lnTo>
                    <a:lnTo>
                      <a:pt x="263200" y="213200"/>
                    </a:lnTo>
                    <a:lnTo>
                      <a:pt x="262500" y="213200"/>
                    </a:lnTo>
                    <a:close/>
                    <a:moveTo>
                      <a:pt x="265000" y="210000"/>
                    </a:moveTo>
                    <a:lnTo>
                      <a:pt x="265850" y="210000"/>
                    </a:lnTo>
                    <a:lnTo>
                      <a:pt x="265850" y="210850"/>
                    </a:lnTo>
                    <a:lnTo>
                      <a:pt x="265000" y="210850"/>
                    </a:lnTo>
                    <a:close/>
                    <a:moveTo>
                      <a:pt x="267500" y="212500"/>
                    </a:moveTo>
                    <a:lnTo>
                      <a:pt x="268200" y="212500"/>
                    </a:lnTo>
                    <a:lnTo>
                      <a:pt x="268200" y="213200"/>
                    </a:lnTo>
                    <a:lnTo>
                      <a:pt x="267500" y="213200"/>
                    </a:lnTo>
                    <a:close/>
                    <a:moveTo>
                      <a:pt x="270000" y="210000"/>
                    </a:moveTo>
                    <a:lnTo>
                      <a:pt x="270850" y="210000"/>
                    </a:lnTo>
                    <a:lnTo>
                      <a:pt x="270850" y="210850"/>
                    </a:lnTo>
                    <a:lnTo>
                      <a:pt x="270000" y="210850"/>
                    </a:lnTo>
                    <a:close/>
                    <a:moveTo>
                      <a:pt x="272500" y="212500"/>
                    </a:moveTo>
                    <a:lnTo>
                      <a:pt x="273200" y="212500"/>
                    </a:lnTo>
                    <a:lnTo>
                      <a:pt x="273200" y="213200"/>
                    </a:lnTo>
                    <a:lnTo>
                      <a:pt x="272500" y="213200"/>
                    </a:lnTo>
                    <a:close/>
                    <a:moveTo>
                      <a:pt x="275000" y="210000"/>
                    </a:moveTo>
                    <a:lnTo>
                      <a:pt x="275850" y="210000"/>
                    </a:lnTo>
                    <a:lnTo>
                      <a:pt x="275850" y="210850"/>
                    </a:lnTo>
                    <a:lnTo>
                      <a:pt x="275000" y="210850"/>
                    </a:lnTo>
                    <a:close/>
                    <a:moveTo>
                      <a:pt x="277500" y="212500"/>
                    </a:moveTo>
                    <a:lnTo>
                      <a:pt x="278200" y="212500"/>
                    </a:lnTo>
                    <a:lnTo>
                      <a:pt x="278200" y="213200"/>
                    </a:lnTo>
                    <a:lnTo>
                      <a:pt x="277500" y="213200"/>
                    </a:lnTo>
                    <a:close/>
                    <a:moveTo>
                      <a:pt x="280000" y="210000"/>
                    </a:moveTo>
                    <a:lnTo>
                      <a:pt x="280850" y="210000"/>
                    </a:lnTo>
                    <a:lnTo>
                      <a:pt x="280850" y="210850"/>
                    </a:lnTo>
                    <a:lnTo>
                      <a:pt x="280000" y="210850"/>
                    </a:lnTo>
                    <a:close/>
                    <a:moveTo>
                      <a:pt x="282500" y="212500"/>
                    </a:moveTo>
                    <a:lnTo>
                      <a:pt x="283200" y="212500"/>
                    </a:lnTo>
                    <a:lnTo>
                      <a:pt x="283200" y="213200"/>
                    </a:lnTo>
                    <a:lnTo>
                      <a:pt x="282500" y="213200"/>
                    </a:lnTo>
                    <a:close/>
                    <a:moveTo>
                      <a:pt x="285000" y="210000"/>
                    </a:moveTo>
                    <a:lnTo>
                      <a:pt x="285850" y="210000"/>
                    </a:lnTo>
                    <a:lnTo>
                      <a:pt x="285850" y="210850"/>
                    </a:lnTo>
                    <a:lnTo>
                      <a:pt x="285000" y="210850"/>
                    </a:lnTo>
                    <a:close/>
                    <a:moveTo>
                      <a:pt x="287500" y="212500"/>
                    </a:moveTo>
                    <a:lnTo>
                      <a:pt x="288200" y="212500"/>
                    </a:lnTo>
                    <a:lnTo>
                      <a:pt x="288200" y="213200"/>
                    </a:lnTo>
                    <a:lnTo>
                      <a:pt x="287500" y="213200"/>
                    </a:lnTo>
                    <a:close/>
                    <a:moveTo>
                      <a:pt x="0" y="215000"/>
                    </a:moveTo>
                    <a:lnTo>
                      <a:pt x="850" y="215000"/>
                    </a:lnTo>
                    <a:lnTo>
                      <a:pt x="850" y="215850"/>
                    </a:lnTo>
                    <a:lnTo>
                      <a:pt x="0" y="215850"/>
                    </a:lnTo>
                    <a:close/>
                    <a:moveTo>
                      <a:pt x="2500" y="217500"/>
                    </a:moveTo>
                    <a:lnTo>
                      <a:pt x="3200" y="217500"/>
                    </a:lnTo>
                    <a:lnTo>
                      <a:pt x="3200" y="218200"/>
                    </a:lnTo>
                    <a:lnTo>
                      <a:pt x="2500" y="218200"/>
                    </a:lnTo>
                    <a:close/>
                    <a:moveTo>
                      <a:pt x="5000" y="215000"/>
                    </a:moveTo>
                    <a:lnTo>
                      <a:pt x="5850" y="215000"/>
                    </a:lnTo>
                    <a:lnTo>
                      <a:pt x="5850" y="215850"/>
                    </a:lnTo>
                    <a:lnTo>
                      <a:pt x="5000" y="215850"/>
                    </a:lnTo>
                    <a:close/>
                    <a:moveTo>
                      <a:pt x="7500" y="217500"/>
                    </a:moveTo>
                    <a:lnTo>
                      <a:pt x="8200" y="217500"/>
                    </a:lnTo>
                    <a:lnTo>
                      <a:pt x="8200" y="218200"/>
                    </a:lnTo>
                    <a:lnTo>
                      <a:pt x="7500" y="218200"/>
                    </a:lnTo>
                    <a:close/>
                    <a:moveTo>
                      <a:pt x="10000" y="215000"/>
                    </a:moveTo>
                    <a:lnTo>
                      <a:pt x="10850" y="215000"/>
                    </a:lnTo>
                    <a:lnTo>
                      <a:pt x="10850" y="215850"/>
                    </a:lnTo>
                    <a:lnTo>
                      <a:pt x="10000" y="215850"/>
                    </a:lnTo>
                    <a:close/>
                    <a:moveTo>
                      <a:pt x="12500" y="217500"/>
                    </a:moveTo>
                    <a:lnTo>
                      <a:pt x="13200" y="217500"/>
                    </a:lnTo>
                    <a:lnTo>
                      <a:pt x="13200" y="218200"/>
                    </a:lnTo>
                    <a:lnTo>
                      <a:pt x="12500" y="218200"/>
                    </a:lnTo>
                    <a:close/>
                    <a:moveTo>
                      <a:pt x="15000" y="215000"/>
                    </a:moveTo>
                    <a:lnTo>
                      <a:pt x="15850" y="215000"/>
                    </a:lnTo>
                    <a:lnTo>
                      <a:pt x="15850" y="215850"/>
                    </a:lnTo>
                    <a:lnTo>
                      <a:pt x="15000" y="215850"/>
                    </a:lnTo>
                    <a:close/>
                    <a:moveTo>
                      <a:pt x="17500" y="217500"/>
                    </a:moveTo>
                    <a:lnTo>
                      <a:pt x="18200" y="217500"/>
                    </a:lnTo>
                    <a:lnTo>
                      <a:pt x="18200" y="218200"/>
                    </a:lnTo>
                    <a:lnTo>
                      <a:pt x="17500" y="218200"/>
                    </a:lnTo>
                    <a:close/>
                    <a:moveTo>
                      <a:pt x="20000" y="215000"/>
                    </a:moveTo>
                    <a:lnTo>
                      <a:pt x="20850" y="215000"/>
                    </a:lnTo>
                    <a:lnTo>
                      <a:pt x="20850" y="215850"/>
                    </a:lnTo>
                    <a:lnTo>
                      <a:pt x="20000" y="215850"/>
                    </a:lnTo>
                    <a:close/>
                    <a:moveTo>
                      <a:pt x="22500" y="217500"/>
                    </a:moveTo>
                    <a:lnTo>
                      <a:pt x="23200" y="217500"/>
                    </a:lnTo>
                    <a:lnTo>
                      <a:pt x="23200" y="218200"/>
                    </a:lnTo>
                    <a:lnTo>
                      <a:pt x="22500" y="218200"/>
                    </a:lnTo>
                    <a:close/>
                    <a:moveTo>
                      <a:pt x="25000" y="215000"/>
                    </a:moveTo>
                    <a:lnTo>
                      <a:pt x="25850" y="215000"/>
                    </a:lnTo>
                    <a:lnTo>
                      <a:pt x="25850" y="215850"/>
                    </a:lnTo>
                    <a:lnTo>
                      <a:pt x="25000" y="215850"/>
                    </a:lnTo>
                    <a:close/>
                    <a:moveTo>
                      <a:pt x="27500" y="217500"/>
                    </a:moveTo>
                    <a:lnTo>
                      <a:pt x="28200" y="217500"/>
                    </a:lnTo>
                    <a:lnTo>
                      <a:pt x="28200" y="218200"/>
                    </a:lnTo>
                    <a:lnTo>
                      <a:pt x="27500" y="218200"/>
                    </a:lnTo>
                    <a:close/>
                    <a:moveTo>
                      <a:pt x="30000" y="215000"/>
                    </a:moveTo>
                    <a:lnTo>
                      <a:pt x="30850" y="215000"/>
                    </a:lnTo>
                    <a:lnTo>
                      <a:pt x="30850" y="215850"/>
                    </a:lnTo>
                    <a:lnTo>
                      <a:pt x="30000" y="215850"/>
                    </a:lnTo>
                    <a:close/>
                    <a:moveTo>
                      <a:pt x="32500" y="217500"/>
                    </a:moveTo>
                    <a:lnTo>
                      <a:pt x="33200" y="217500"/>
                    </a:lnTo>
                    <a:lnTo>
                      <a:pt x="33200" y="218200"/>
                    </a:lnTo>
                    <a:lnTo>
                      <a:pt x="32500" y="218200"/>
                    </a:lnTo>
                    <a:close/>
                    <a:moveTo>
                      <a:pt x="35000" y="215000"/>
                    </a:moveTo>
                    <a:lnTo>
                      <a:pt x="35850" y="215000"/>
                    </a:lnTo>
                    <a:lnTo>
                      <a:pt x="35850" y="215850"/>
                    </a:lnTo>
                    <a:lnTo>
                      <a:pt x="35000" y="215850"/>
                    </a:lnTo>
                    <a:close/>
                    <a:moveTo>
                      <a:pt x="37500" y="217500"/>
                    </a:moveTo>
                    <a:lnTo>
                      <a:pt x="38200" y="217500"/>
                    </a:lnTo>
                    <a:lnTo>
                      <a:pt x="38200" y="218200"/>
                    </a:lnTo>
                    <a:lnTo>
                      <a:pt x="37500" y="218200"/>
                    </a:lnTo>
                    <a:close/>
                    <a:moveTo>
                      <a:pt x="40000" y="215000"/>
                    </a:moveTo>
                    <a:lnTo>
                      <a:pt x="40850" y="215000"/>
                    </a:lnTo>
                    <a:lnTo>
                      <a:pt x="40850" y="215850"/>
                    </a:lnTo>
                    <a:lnTo>
                      <a:pt x="40000" y="215850"/>
                    </a:lnTo>
                    <a:close/>
                    <a:moveTo>
                      <a:pt x="42500" y="217500"/>
                    </a:moveTo>
                    <a:lnTo>
                      <a:pt x="43200" y="217500"/>
                    </a:lnTo>
                    <a:lnTo>
                      <a:pt x="43200" y="218200"/>
                    </a:lnTo>
                    <a:lnTo>
                      <a:pt x="42500" y="218200"/>
                    </a:lnTo>
                    <a:close/>
                    <a:moveTo>
                      <a:pt x="45000" y="215000"/>
                    </a:moveTo>
                    <a:lnTo>
                      <a:pt x="45850" y="215000"/>
                    </a:lnTo>
                    <a:lnTo>
                      <a:pt x="45850" y="215850"/>
                    </a:lnTo>
                    <a:lnTo>
                      <a:pt x="45000" y="215850"/>
                    </a:lnTo>
                    <a:close/>
                    <a:moveTo>
                      <a:pt x="47500" y="217500"/>
                    </a:moveTo>
                    <a:lnTo>
                      <a:pt x="48200" y="217500"/>
                    </a:lnTo>
                    <a:lnTo>
                      <a:pt x="48200" y="218200"/>
                    </a:lnTo>
                    <a:lnTo>
                      <a:pt x="47500" y="218200"/>
                    </a:lnTo>
                    <a:close/>
                    <a:moveTo>
                      <a:pt x="50000" y="215000"/>
                    </a:moveTo>
                    <a:lnTo>
                      <a:pt x="50850" y="215000"/>
                    </a:lnTo>
                    <a:lnTo>
                      <a:pt x="50850" y="215850"/>
                    </a:lnTo>
                    <a:lnTo>
                      <a:pt x="50000" y="215850"/>
                    </a:lnTo>
                    <a:close/>
                    <a:moveTo>
                      <a:pt x="52500" y="217500"/>
                    </a:moveTo>
                    <a:lnTo>
                      <a:pt x="53200" y="217500"/>
                    </a:lnTo>
                    <a:lnTo>
                      <a:pt x="53200" y="218200"/>
                    </a:lnTo>
                    <a:lnTo>
                      <a:pt x="52500" y="218200"/>
                    </a:lnTo>
                    <a:close/>
                    <a:moveTo>
                      <a:pt x="55000" y="215000"/>
                    </a:moveTo>
                    <a:lnTo>
                      <a:pt x="55850" y="215000"/>
                    </a:lnTo>
                    <a:lnTo>
                      <a:pt x="55850" y="215850"/>
                    </a:lnTo>
                    <a:lnTo>
                      <a:pt x="55000" y="215850"/>
                    </a:lnTo>
                    <a:close/>
                    <a:moveTo>
                      <a:pt x="57500" y="217500"/>
                    </a:moveTo>
                    <a:lnTo>
                      <a:pt x="58200" y="217500"/>
                    </a:lnTo>
                    <a:lnTo>
                      <a:pt x="58200" y="218200"/>
                    </a:lnTo>
                    <a:lnTo>
                      <a:pt x="57500" y="218200"/>
                    </a:lnTo>
                    <a:close/>
                    <a:moveTo>
                      <a:pt x="60000" y="215000"/>
                    </a:moveTo>
                    <a:lnTo>
                      <a:pt x="60850" y="215000"/>
                    </a:lnTo>
                    <a:lnTo>
                      <a:pt x="60850" y="215850"/>
                    </a:lnTo>
                    <a:lnTo>
                      <a:pt x="60000" y="215850"/>
                    </a:lnTo>
                    <a:close/>
                    <a:moveTo>
                      <a:pt x="62500" y="217500"/>
                    </a:moveTo>
                    <a:lnTo>
                      <a:pt x="63200" y="217500"/>
                    </a:lnTo>
                    <a:lnTo>
                      <a:pt x="63200" y="218200"/>
                    </a:lnTo>
                    <a:lnTo>
                      <a:pt x="62500" y="218200"/>
                    </a:lnTo>
                    <a:close/>
                    <a:moveTo>
                      <a:pt x="65000" y="215000"/>
                    </a:moveTo>
                    <a:lnTo>
                      <a:pt x="65850" y="215000"/>
                    </a:lnTo>
                    <a:lnTo>
                      <a:pt x="65850" y="215850"/>
                    </a:lnTo>
                    <a:lnTo>
                      <a:pt x="65000" y="215850"/>
                    </a:lnTo>
                    <a:close/>
                    <a:moveTo>
                      <a:pt x="67500" y="217500"/>
                    </a:moveTo>
                    <a:lnTo>
                      <a:pt x="68200" y="217500"/>
                    </a:lnTo>
                    <a:lnTo>
                      <a:pt x="68200" y="218200"/>
                    </a:lnTo>
                    <a:lnTo>
                      <a:pt x="67500" y="218200"/>
                    </a:lnTo>
                    <a:close/>
                    <a:moveTo>
                      <a:pt x="70000" y="215000"/>
                    </a:moveTo>
                    <a:lnTo>
                      <a:pt x="70850" y="215000"/>
                    </a:lnTo>
                    <a:lnTo>
                      <a:pt x="70850" y="215850"/>
                    </a:lnTo>
                    <a:lnTo>
                      <a:pt x="70000" y="215850"/>
                    </a:lnTo>
                    <a:close/>
                    <a:moveTo>
                      <a:pt x="72500" y="217500"/>
                    </a:moveTo>
                    <a:lnTo>
                      <a:pt x="73200" y="217500"/>
                    </a:lnTo>
                    <a:lnTo>
                      <a:pt x="73200" y="218200"/>
                    </a:lnTo>
                    <a:lnTo>
                      <a:pt x="72500" y="218200"/>
                    </a:lnTo>
                    <a:close/>
                    <a:moveTo>
                      <a:pt x="75000" y="215000"/>
                    </a:moveTo>
                    <a:lnTo>
                      <a:pt x="75850" y="215000"/>
                    </a:lnTo>
                    <a:lnTo>
                      <a:pt x="75850" y="215850"/>
                    </a:lnTo>
                    <a:lnTo>
                      <a:pt x="75000" y="215850"/>
                    </a:lnTo>
                    <a:close/>
                    <a:moveTo>
                      <a:pt x="77500" y="217500"/>
                    </a:moveTo>
                    <a:lnTo>
                      <a:pt x="78200" y="217500"/>
                    </a:lnTo>
                    <a:lnTo>
                      <a:pt x="78200" y="218200"/>
                    </a:lnTo>
                    <a:lnTo>
                      <a:pt x="77500" y="218200"/>
                    </a:lnTo>
                    <a:close/>
                    <a:moveTo>
                      <a:pt x="80000" y="215000"/>
                    </a:moveTo>
                    <a:lnTo>
                      <a:pt x="80850" y="215000"/>
                    </a:lnTo>
                    <a:lnTo>
                      <a:pt x="80850" y="215850"/>
                    </a:lnTo>
                    <a:lnTo>
                      <a:pt x="80000" y="215850"/>
                    </a:lnTo>
                    <a:close/>
                    <a:moveTo>
                      <a:pt x="82500" y="217500"/>
                    </a:moveTo>
                    <a:lnTo>
                      <a:pt x="83200" y="217500"/>
                    </a:lnTo>
                    <a:lnTo>
                      <a:pt x="83200" y="218200"/>
                    </a:lnTo>
                    <a:lnTo>
                      <a:pt x="82500" y="218200"/>
                    </a:lnTo>
                    <a:close/>
                    <a:moveTo>
                      <a:pt x="85000" y="215000"/>
                    </a:moveTo>
                    <a:lnTo>
                      <a:pt x="85850" y="215000"/>
                    </a:lnTo>
                    <a:lnTo>
                      <a:pt x="85850" y="215850"/>
                    </a:lnTo>
                    <a:lnTo>
                      <a:pt x="85000" y="215850"/>
                    </a:lnTo>
                    <a:close/>
                    <a:moveTo>
                      <a:pt x="87500" y="217500"/>
                    </a:moveTo>
                    <a:lnTo>
                      <a:pt x="88200" y="217500"/>
                    </a:lnTo>
                    <a:lnTo>
                      <a:pt x="88200" y="218200"/>
                    </a:lnTo>
                    <a:lnTo>
                      <a:pt x="87500" y="218200"/>
                    </a:lnTo>
                    <a:close/>
                    <a:moveTo>
                      <a:pt x="90000" y="215000"/>
                    </a:moveTo>
                    <a:lnTo>
                      <a:pt x="90850" y="215000"/>
                    </a:lnTo>
                    <a:lnTo>
                      <a:pt x="90850" y="215850"/>
                    </a:lnTo>
                    <a:lnTo>
                      <a:pt x="90000" y="215850"/>
                    </a:lnTo>
                    <a:close/>
                    <a:moveTo>
                      <a:pt x="92500" y="217500"/>
                    </a:moveTo>
                    <a:lnTo>
                      <a:pt x="93200" y="217500"/>
                    </a:lnTo>
                    <a:lnTo>
                      <a:pt x="93200" y="218200"/>
                    </a:lnTo>
                    <a:lnTo>
                      <a:pt x="92500" y="218200"/>
                    </a:lnTo>
                    <a:close/>
                    <a:moveTo>
                      <a:pt x="95000" y="215000"/>
                    </a:moveTo>
                    <a:lnTo>
                      <a:pt x="95850" y="215000"/>
                    </a:lnTo>
                    <a:lnTo>
                      <a:pt x="95850" y="215850"/>
                    </a:lnTo>
                    <a:lnTo>
                      <a:pt x="95000" y="215850"/>
                    </a:lnTo>
                    <a:close/>
                    <a:moveTo>
                      <a:pt x="97500" y="217500"/>
                    </a:moveTo>
                    <a:lnTo>
                      <a:pt x="98200" y="217500"/>
                    </a:lnTo>
                    <a:lnTo>
                      <a:pt x="98200" y="218200"/>
                    </a:lnTo>
                    <a:lnTo>
                      <a:pt x="97500" y="218200"/>
                    </a:lnTo>
                    <a:close/>
                    <a:moveTo>
                      <a:pt x="100000" y="215000"/>
                    </a:moveTo>
                    <a:lnTo>
                      <a:pt x="100850" y="215000"/>
                    </a:lnTo>
                    <a:lnTo>
                      <a:pt x="100850" y="215850"/>
                    </a:lnTo>
                    <a:lnTo>
                      <a:pt x="100000" y="215850"/>
                    </a:lnTo>
                    <a:close/>
                    <a:moveTo>
                      <a:pt x="102500" y="217500"/>
                    </a:moveTo>
                    <a:lnTo>
                      <a:pt x="103200" y="217500"/>
                    </a:lnTo>
                    <a:lnTo>
                      <a:pt x="103200" y="218200"/>
                    </a:lnTo>
                    <a:lnTo>
                      <a:pt x="102500" y="218200"/>
                    </a:lnTo>
                    <a:close/>
                    <a:moveTo>
                      <a:pt x="105000" y="215000"/>
                    </a:moveTo>
                    <a:lnTo>
                      <a:pt x="105850" y="215000"/>
                    </a:lnTo>
                    <a:lnTo>
                      <a:pt x="105850" y="215850"/>
                    </a:lnTo>
                    <a:lnTo>
                      <a:pt x="105000" y="215850"/>
                    </a:lnTo>
                    <a:close/>
                    <a:moveTo>
                      <a:pt x="107500" y="217500"/>
                    </a:moveTo>
                    <a:lnTo>
                      <a:pt x="108200" y="217500"/>
                    </a:lnTo>
                    <a:lnTo>
                      <a:pt x="108200" y="218200"/>
                    </a:lnTo>
                    <a:lnTo>
                      <a:pt x="107500" y="218200"/>
                    </a:lnTo>
                    <a:close/>
                    <a:moveTo>
                      <a:pt x="110000" y="215000"/>
                    </a:moveTo>
                    <a:lnTo>
                      <a:pt x="110850" y="215000"/>
                    </a:lnTo>
                    <a:lnTo>
                      <a:pt x="110850" y="215850"/>
                    </a:lnTo>
                    <a:lnTo>
                      <a:pt x="110000" y="215850"/>
                    </a:lnTo>
                    <a:close/>
                    <a:moveTo>
                      <a:pt x="112500" y="217500"/>
                    </a:moveTo>
                    <a:lnTo>
                      <a:pt x="113200" y="217500"/>
                    </a:lnTo>
                    <a:lnTo>
                      <a:pt x="113200" y="218200"/>
                    </a:lnTo>
                    <a:lnTo>
                      <a:pt x="112500" y="218200"/>
                    </a:lnTo>
                    <a:close/>
                    <a:moveTo>
                      <a:pt x="115000" y="215000"/>
                    </a:moveTo>
                    <a:lnTo>
                      <a:pt x="115850" y="215000"/>
                    </a:lnTo>
                    <a:lnTo>
                      <a:pt x="115850" y="215850"/>
                    </a:lnTo>
                    <a:lnTo>
                      <a:pt x="115000" y="215850"/>
                    </a:lnTo>
                    <a:close/>
                    <a:moveTo>
                      <a:pt x="117500" y="217500"/>
                    </a:moveTo>
                    <a:lnTo>
                      <a:pt x="118200" y="217500"/>
                    </a:lnTo>
                    <a:lnTo>
                      <a:pt x="118200" y="218200"/>
                    </a:lnTo>
                    <a:lnTo>
                      <a:pt x="117500" y="218200"/>
                    </a:lnTo>
                    <a:close/>
                    <a:moveTo>
                      <a:pt x="120000" y="215000"/>
                    </a:moveTo>
                    <a:lnTo>
                      <a:pt x="120850" y="215000"/>
                    </a:lnTo>
                    <a:lnTo>
                      <a:pt x="120850" y="215850"/>
                    </a:lnTo>
                    <a:lnTo>
                      <a:pt x="120000" y="215850"/>
                    </a:lnTo>
                    <a:close/>
                    <a:moveTo>
                      <a:pt x="122500" y="217500"/>
                    </a:moveTo>
                    <a:lnTo>
                      <a:pt x="123200" y="217500"/>
                    </a:lnTo>
                    <a:lnTo>
                      <a:pt x="123200" y="218200"/>
                    </a:lnTo>
                    <a:lnTo>
                      <a:pt x="122500" y="218200"/>
                    </a:lnTo>
                    <a:close/>
                    <a:moveTo>
                      <a:pt x="125000" y="215000"/>
                    </a:moveTo>
                    <a:lnTo>
                      <a:pt x="125850" y="215000"/>
                    </a:lnTo>
                    <a:lnTo>
                      <a:pt x="125850" y="215850"/>
                    </a:lnTo>
                    <a:lnTo>
                      <a:pt x="125000" y="215850"/>
                    </a:lnTo>
                    <a:close/>
                    <a:moveTo>
                      <a:pt x="127500" y="217500"/>
                    </a:moveTo>
                    <a:lnTo>
                      <a:pt x="128200" y="217500"/>
                    </a:lnTo>
                    <a:lnTo>
                      <a:pt x="128200" y="218200"/>
                    </a:lnTo>
                    <a:lnTo>
                      <a:pt x="127500" y="218200"/>
                    </a:lnTo>
                    <a:close/>
                    <a:moveTo>
                      <a:pt x="130000" y="215000"/>
                    </a:moveTo>
                    <a:lnTo>
                      <a:pt x="130850" y="215000"/>
                    </a:lnTo>
                    <a:lnTo>
                      <a:pt x="130850" y="215850"/>
                    </a:lnTo>
                    <a:lnTo>
                      <a:pt x="130000" y="215850"/>
                    </a:lnTo>
                    <a:close/>
                    <a:moveTo>
                      <a:pt x="132500" y="217500"/>
                    </a:moveTo>
                    <a:lnTo>
                      <a:pt x="133200" y="217500"/>
                    </a:lnTo>
                    <a:lnTo>
                      <a:pt x="133200" y="218200"/>
                    </a:lnTo>
                    <a:lnTo>
                      <a:pt x="132500" y="218200"/>
                    </a:lnTo>
                    <a:close/>
                    <a:moveTo>
                      <a:pt x="135000" y="215000"/>
                    </a:moveTo>
                    <a:lnTo>
                      <a:pt x="135850" y="215000"/>
                    </a:lnTo>
                    <a:lnTo>
                      <a:pt x="135850" y="215850"/>
                    </a:lnTo>
                    <a:lnTo>
                      <a:pt x="135000" y="215850"/>
                    </a:lnTo>
                    <a:close/>
                    <a:moveTo>
                      <a:pt x="137500" y="217500"/>
                    </a:moveTo>
                    <a:lnTo>
                      <a:pt x="138200" y="217500"/>
                    </a:lnTo>
                    <a:lnTo>
                      <a:pt x="138200" y="218200"/>
                    </a:lnTo>
                    <a:lnTo>
                      <a:pt x="137500" y="218200"/>
                    </a:lnTo>
                    <a:close/>
                    <a:moveTo>
                      <a:pt x="140000" y="215000"/>
                    </a:moveTo>
                    <a:lnTo>
                      <a:pt x="140850" y="215000"/>
                    </a:lnTo>
                    <a:lnTo>
                      <a:pt x="140850" y="215850"/>
                    </a:lnTo>
                    <a:lnTo>
                      <a:pt x="140000" y="215850"/>
                    </a:lnTo>
                    <a:close/>
                    <a:moveTo>
                      <a:pt x="142500" y="217500"/>
                    </a:moveTo>
                    <a:lnTo>
                      <a:pt x="143200" y="217500"/>
                    </a:lnTo>
                    <a:lnTo>
                      <a:pt x="143200" y="218200"/>
                    </a:lnTo>
                    <a:lnTo>
                      <a:pt x="142500" y="218200"/>
                    </a:lnTo>
                    <a:close/>
                    <a:moveTo>
                      <a:pt x="145000" y="215000"/>
                    </a:moveTo>
                    <a:lnTo>
                      <a:pt x="145850" y="215000"/>
                    </a:lnTo>
                    <a:lnTo>
                      <a:pt x="145850" y="215850"/>
                    </a:lnTo>
                    <a:lnTo>
                      <a:pt x="145000" y="215850"/>
                    </a:lnTo>
                    <a:close/>
                    <a:moveTo>
                      <a:pt x="147500" y="217500"/>
                    </a:moveTo>
                    <a:lnTo>
                      <a:pt x="148200" y="217500"/>
                    </a:lnTo>
                    <a:lnTo>
                      <a:pt x="148200" y="218200"/>
                    </a:lnTo>
                    <a:lnTo>
                      <a:pt x="147500" y="218200"/>
                    </a:lnTo>
                    <a:close/>
                    <a:moveTo>
                      <a:pt x="150000" y="215000"/>
                    </a:moveTo>
                    <a:lnTo>
                      <a:pt x="150850" y="215000"/>
                    </a:lnTo>
                    <a:lnTo>
                      <a:pt x="150850" y="215850"/>
                    </a:lnTo>
                    <a:lnTo>
                      <a:pt x="150000" y="215850"/>
                    </a:lnTo>
                    <a:close/>
                    <a:moveTo>
                      <a:pt x="152500" y="217500"/>
                    </a:moveTo>
                    <a:lnTo>
                      <a:pt x="153200" y="217500"/>
                    </a:lnTo>
                    <a:lnTo>
                      <a:pt x="153200" y="218200"/>
                    </a:lnTo>
                    <a:lnTo>
                      <a:pt x="152500" y="218200"/>
                    </a:lnTo>
                    <a:close/>
                    <a:moveTo>
                      <a:pt x="155000" y="215000"/>
                    </a:moveTo>
                    <a:lnTo>
                      <a:pt x="155850" y="215000"/>
                    </a:lnTo>
                    <a:lnTo>
                      <a:pt x="155850" y="215850"/>
                    </a:lnTo>
                    <a:lnTo>
                      <a:pt x="155000" y="215850"/>
                    </a:lnTo>
                    <a:close/>
                    <a:moveTo>
                      <a:pt x="157500" y="217500"/>
                    </a:moveTo>
                    <a:lnTo>
                      <a:pt x="158200" y="217500"/>
                    </a:lnTo>
                    <a:lnTo>
                      <a:pt x="158200" y="218200"/>
                    </a:lnTo>
                    <a:lnTo>
                      <a:pt x="157500" y="218200"/>
                    </a:lnTo>
                    <a:close/>
                    <a:moveTo>
                      <a:pt x="160000" y="215000"/>
                    </a:moveTo>
                    <a:lnTo>
                      <a:pt x="160850" y="215000"/>
                    </a:lnTo>
                    <a:lnTo>
                      <a:pt x="160850" y="215850"/>
                    </a:lnTo>
                    <a:lnTo>
                      <a:pt x="160000" y="215850"/>
                    </a:lnTo>
                    <a:close/>
                    <a:moveTo>
                      <a:pt x="162500" y="217500"/>
                    </a:moveTo>
                    <a:lnTo>
                      <a:pt x="163200" y="217500"/>
                    </a:lnTo>
                    <a:lnTo>
                      <a:pt x="163200" y="218200"/>
                    </a:lnTo>
                    <a:lnTo>
                      <a:pt x="162500" y="218200"/>
                    </a:lnTo>
                    <a:close/>
                    <a:moveTo>
                      <a:pt x="165000" y="215000"/>
                    </a:moveTo>
                    <a:lnTo>
                      <a:pt x="165850" y="215000"/>
                    </a:lnTo>
                    <a:lnTo>
                      <a:pt x="165850" y="215850"/>
                    </a:lnTo>
                    <a:lnTo>
                      <a:pt x="165000" y="215850"/>
                    </a:lnTo>
                    <a:close/>
                    <a:moveTo>
                      <a:pt x="167500" y="217500"/>
                    </a:moveTo>
                    <a:lnTo>
                      <a:pt x="168200" y="217500"/>
                    </a:lnTo>
                    <a:lnTo>
                      <a:pt x="168200" y="218200"/>
                    </a:lnTo>
                    <a:lnTo>
                      <a:pt x="167500" y="218200"/>
                    </a:lnTo>
                    <a:close/>
                    <a:moveTo>
                      <a:pt x="170000" y="215000"/>
                    </a:moveTo>
                    <a:lnTo>
                      <a:pt x="170850" y="215000"/>
                    </a:lnTo>
                    <a:lnTo>
                      <a:pt x="170850" y="215850"/>
                    </a:lnTo>
                    <a:lnTo>
                      <a:pt x="170000" y="215850"/>
                    </a:lnTo>
                    <a:close/>
                    <a:moveTo>
                      <a:pt x="172500" y="217500"/>
                    </a:moveTo>
                    <a:lnTo>
                      <a:pt x="173200" y="217500"/>
                    </a:lnTo>
                    <a:lnTo>
                      <a:pt x="173200" y="218200"/>
                    </a:lnTo>
                    <a:lnTo>
                      <a:pt x="172500" y="218200"/>
                    </a:lnTo>
                    <a:close/>
                    <a:moveTo>
                      <a:pt x="175000" y="215000"/>
                    </a:moveTo>
                    <a:lnTo>
                      <a:pt x="175850" y="215000"/>
                    </a:lnTo>
                    <a:lnTo>
                      <a:pt x="175850" y="215850"/>
                    </a:lnTo>
                    <a:lnTo>
                      <a:pt x="175000" y="215850"/>
                    </a:lnTo>
                    <a:close/>
                    <a:moveTo>
                      <a:pt x="177500" y="217500"/>
                    </a:moveTo>
                    <a:lnTo>
                      <a:pt x="178200" y="217500"/>
                    </a:lnTo>
                    <a:lnTo>
                      <a:pt x="178200" y="218200"/>
                    </a:lnTo>
                    <a:lnTo>
                      <a:pt x="177500" y="218200"/>
                    </a:lnTo>
                    <a:close/>
                    <a:moveTo>
                      <a:pt x="180000" y="215000"/>
                    </a:moveTo>
                    <a:lnTo>
                      <a:pt x="180850" y="215000"/>
                    </a:lnTo>
                    <a:lnTo>
                      <a:pt x="180850" y="215850"/>
                    </a:lnTo>
                    <a:lnTo>
                      <a:pt x="180000" y="215850"/>
                    </a:lnTo>
                    <a:close/>
                    <a:moveTo>
                      <a:pt x="182500" y="217500"/>
                    </a:moveTo>
                    <a:lnTo>
                      <a:pt x="183200" y="217500"/>
                    </a:lnTo>
                    <a:lnTo>
                      <a:pt x="183200" y="218200"/>
                    </a:lnTo>
                    <a:lnTo>
                      <a:pt x="182500" y="218200"/>
                    </a:lnTo>
                    <a:close/>
                    <a:moveTo>
                      <a:pt x="185000" y="215000"/>
                    </a:moveTo>
                    <a:lnTo>
                      <a:pt x="185850" y="215000"/>
                    </a:lnTo>
                    <a:lnTo>
                      <a:pt x="185850" y="215850"/>
                    </a:lnTo>
                    <a:lnTo>
                      <a:pt x="185000" y="215850"/>
                    </a:lnTo>
                    <a:close/>
                    <a:moveTo>
                      <a:pt x="187500" y="217500"/>
                    </a:moveTo>
                    <a:lnTo>
                      <a:pt x="188200" y="217500"/>
                    </a:lnTo>
                    <a:lnTo>
                      <a:pt x="188200" y="218200"/>
                    </a:lnTo>
                    <a:lnTo>
                      <a:pt x="187500" y="218200"/>
                    </a:lnTo>
                    <a:close/>
                    <a:moveTo>
                      <a:pt x="190000" y="215000"/>
                    </a:moveTo>
                    <a:lnTo>
                      <a:pt x="190850" y="215000"/>
                    </a:lnTo>
                    <a:lnTo>
                      <a:pt x="190850" y="215850"/>
                    </a:lnTo>
                    <a:lnTo>
                      <a:pt x="190000" y="215850"/>
                    </a:lnTo>
                    <a:close/>
                    <a:moveTo>
                      <a:pt x="192500" y="217500"/>
                    </a:moveTo>
                    <a:lnTo>
                      <a:pt x="193200" y="217500"/>
                    </a:lnTo>
                    <a:lnTo>
                      <a:pt x="193200" y="218200"/>
                    </a:lnTo>
                    <a:lnTo>
                      <a:pt x="192500" y="218200"/>
                    </a:lnTo>
                    <a:close/>
                    <a:moveTo>
                      <a:pt x="195000" y="215000"/>
                    </a:moveTo>
                    <a:lnTo>
                      <a:pt x="195850" y="215000"/>
                    </a:lnTo>
                    <a:lnTo>
                      <a:pt x="195850" y="215850"/>
                    </a:lnTo>
                    <a:lnTo>
                      <a:pt x="195000" y="215850"/>
                    </a:lnTo>
                    <a:close/>
                    <a:moveTo>
                      <a:pt x="197500" y="217500"/>
                    </a:moveTo>
                    <a:lnTo>
                      <a:pt x="198200" y="217500"/>
                    </a:lnTo>
                    <a:lnTo>
                      <a:pt x="198200" y="218200"/>
                    </a:lnTo>
                    <a:lnTo>
                      <a:pt x="197500" y="218200"/>
                    </a:lnTo>
                    <a:close/>
                    <a:moveTo>
                      <a:pt x="200000" y="215000"/>
                    </a:moveTo>
                    <a:lnTo>
                      <a:pt x="200850" y="215000"/>
                    </a:lnTo>
                    <a:lnTo>
                      <a:pt x="200850" y="215850"/>
                    </a:lnTo>
                    <a:lnTo>
                      <a:pt x="200000" y="215850"/>
                    </a:lnTo>
                    <a:close/>
                    <a:moveTo>
                      <a:pt x="202500" y="217500"/>
                    </a:moveTo>
                    <a:lnTo>
                      <a:pt x="203200" y="217500"/>
                    </a:lnTo>
                    <a:lnTo>
                      <a:pt x="203200" y="218200"/>
                    </a:lnTo>
                    <a:lnTo>
                      <a:pt x="202500" y="218200"/>
                    </a:lnTo>
                    <a:close/>
                    <a:moveTo>
                      <a:pt x="205000" y="215000"/>
                    </a:moveTo>
                    <a:lnTo>
                      <a:pt x="205850" y="215000"/>
                    </a:lnTo>
                    <a:lnTo>
                      <a:pt x="205850" y="215850"/>
                    </a:lnTo>
                    <a:lnTo>
                      <a:pt x="205000" y="215850"/>
                    </a:lnTo>
                    <a:close/>
                    <a:moveTo>
                      <a:pt x="207500" y="217500"/>
                    </a:moveTo>
                    <a:lnTo>
                      <a:pt x="208200" y="217500"/>
                    </a:lnTo>
                    <a:lnTo>
                      <a:pt x="208200" y="218200"/>
                    </a:lnTo>
                    <a:lnTo>
                      <a:pt x="207500" y="218200"/>
                    </a:lnTo>
                    <a:close/>
                    <a:moveTo>
                      <a:pt x="210000" y="215000"/>
                    </a:moveTo>
                    <a:lnTo>
                      <a:pt x="210850" y="215000"/>
                    </a:lnTo>
                    <a:lnTo>
                      <a:pt x="210850" y="215850"/>
                    </a:lnTo>
                    <a:lnTo>
                      <a:pt x="210000" y="215850"/>
                    </a:lnTo>
                    <a:close/>
                    <a:moveTo>
                      <a:pt x="212500" y="217500"/>
                    </a:moveTo>
                    <a:lnTo>
                      <a:pt x="213200" y="217500"/>
                    </a:lnTo>
                    <a:lnTo>
                      <a:pt x="213200" y="218200"/>
                    </a:lnTo>
                    <a:lnTo>
                      <a:pt x="212500" y="218200"/>
                    </a:lnTo>
                    <a:close/>
                    <a:moveTo>
                      <a:pt x="215000" y="215000"/>
                    </a:moveTo>
                    <a:lnTo>
                      <a:pt x="215850" y="215000"/>
                    </a:lnTo>
                    <a:lnTo>
                      <a:pt x="215850" y="215850"/>
                    </a:lnTo>
                    <a:lnTo>
                      <a:pt x="215000" y="215850"/>
                    </a:lnTo>
                    <a:close/>
                    <a:moveTo>
                      <a:pt x="217500" y="217500"/>
                    </a:moveTo>
                    <a:lnTo>
                      <a:pt x="218200" y="217500"/>
                    </a:lnTo>
                    <a:lnTo>
                      <a:pt x="218200" y="218200"/>
                    </a:lnTo>
                    <a:lnTo>
                      <a:pt x="217500" y="218200"/>
                    </a:lnTo>
                    <a:close/>
                    <a:moveTo>
                      <a:pt x="220000" y="215000"/>
                    </a:moveTo>
                    <a:lnTo>
                      <a:pt x="220850" y="215000"/>
                    </a:lnTo>
                    <a:lnTo>
                      <a:pt x="220850" y="215850"/>
                    </a:lnTo>
                    <a:lnTo>
                      <a:pt x="220000" y="215850"/>
                    </a:lnTo>
                    <a:close/>
                    <a:moveTo>
                      <a:pt x="222500" y="217500"/>
                    </a:moveTo>
                    <a:lnTo>
                      <a:pt x="223200" y="217500"/>
                    </a:lnTo>
                    <a:lnTo>
                      <a:pt x="223200" y="218200"/>
                    </a:lnTo>
                    <a:lnTo>
                      <a:pt x="222500" y="218200"/>
                    </a:lnTo>
                    <a:close/>
                    <a:moveTo>
                      <a:pt x="225000" y="215000"/>
                    </a:moveTo>
                    <a:lnTo>
                      <a:pt x="225850" y="215000"/>
                    </a:lnTo>
                    <a:lnTo>
                      <a:pt x="225850" y="215850"/>
                    </a:lnTo>
                    <a:lnTo>
                      <a:pt x="225000" y="215850"/>
                    </a:lnTo>
                    <a:close/>
                    <a:moveTo>
                      <a:pt x="227500" y="217500"/>
                    </a:moveTo>
                    <a:lnTo>
                      <a:pt x="228200" y="217500"/>
                    </a:lnTo>
                    <a:lnTo>
                      <a:pt x="228200" y="218200"/>
                    </a:lnTo>
                    <a:lnTo>
                      <a:pt x="227500" y="218200"/>
                    </a:lnTo>
                    <a:close/>
                    <a:moveTo>
                      <a:pt x="230000" y="215000"/>
                    </a:moveTo>
                    <a:lnTo>
                      <a:pt x="230850" y="215000"/>
                    </a:lnTo>
                    <a:lnTo>
                      <a:pt x="230850" y="215850"/>
                    </a:lnTo>
                    <a:lnTo>
                      <a:pt x="230000" y="215850"/>
                    </a:lnTo>
                    <a:close/>
                    <a:moveTo>
                      <a:pt x="232500" y="217500"/>
                    </a:moveTo>
                    <a:lnTo>
                      <a:pt x="233200" y="217500"/>
                    </a:lnTo>
                    <a:lnTo>
                      <a:pt x="233200" y="218200"/>
                    </a:lnTo>
                    <a:lnTo>
                      <a:pt x="232500" y="218200"/>
                    </a:lnTo>
                    <a:close/>
                    <a:moveTo>
                      <a:pt x="235000" y="215000"/>
                    </a:moveTo>
                    <a:lnTo>
                      <a:pt x="235850" y="215000"/>
                    </a:lnTo>
                    <a:lnTo>
                      <a:pt x="235850" y="215850"/>
                    </a:lnTo>
                    <a:lnTo>
                      <a:pt x="235000" y="215850"/>
                    </a:lnTo>
                    <a:close/>
                    <a:moveTo>
                      <a:pt x="237500" y="217500"/>
                    </a:moveTo>
                    <a:lnTo>
                      <a:pt x="238200" y="217500"/>
                    </a:lnTo>
                    <a:lnTo>
                      <a:pt x="238200" y="218200"/>
                    </a:lnTo>
                    <a:lnTo>
                      <a:pt x="237500" y="218200"/>
                    </a:lnTo>
                    <a:close/>
                    <a:moveTo>
                      <a:pt x="240000" y="215000"/>
                    </a:moveTo>
                    <a:lnTo>
                      <a:pt x="240850" y="215000"/>
                    </a:lnTo>
                    <a:lnTo>
                      <a:pt x="240850" y="215850"/>
                    </a:lnTo>
                    <a:lnTo>
                      <a:pt x="240000" y="215850"/>
                    </a:lnTo>
                    <a:close/>
                    <a:moveTo>
                      <a:pt x="242500" y="217500"/>
                    </a:moveTo>
                    <a:lnTo>
                      <a:pt x="243200" y="217500"/>
                    </a:lnTo>
                    <a:lnTo>
                      <a:pt x="243200" y="218200"/>
                    </a:lnTo>
                    <a:lnTo>
                      <a:pt x="242500" y="218200"/>
                    </a:lnTo>
                    <a:close/>
                    <a:moveTo>
                      <a:pt x="245000" y="215000"/>
                    </a:moveTo>
                    <a:lnTo>
                      <a:pt x="245850" y="215000"/>
                    </a:lnTo>
                    <a:lnTo>
                      <a:pt x="245850" y="215850"/>
                    </a:lnTo>
                    <a:lnTo>
                      <a:pt x="245000" y="215850"/>
                    </a:lnTo>
                    <a:close/>
                    <a:moveTo>
                      <a:pt x="247500" y="217500"/>
                    </a:moveTo>
                    <a:lnTo>
                      <a:pt x="248200" y="217500"/>
                    </a:lnTo>
                    <a:lnTo>
                      <a:pt x="248200" y="218200"/>
                    </a:lnTo>
                    <a:lnTo>
                      <a:pt x="247500" y="218200"/>
                    </a:lnTo>
                    <a:close/>
                    <a:moveTo>
                      <a:pt x="250000" y="215000"/>
                    </a:moveTo>
                    <a:lnTo>
                      <a:pt x="250850" y="215000"/>
                    </a:lnTo>
                    <a:lnTo>
                      <a:pt x="250850" y="215850"/>
                    </a:lnTo>
                    <a:lnTo>
                      <a:pt x="250000" y="215850"/>
                    </a:lnTo>
                    <a:close/>
                    <a:moveTo>
                      <a:pt x="252500" y="217500"/>
                    </a:moveTo>
                    <a:lnTo>
                      <a:pt x="253200" y="217500"/>
                    </a:lnTo>
                    <a:lnTo>
                      <a:pt x="253200" y="218200"/>
                    </a:lnTo>
                    <a:lnTo>
                      <a:pt x="252500" y="218200"/>
                    </a:lnTo>
                    <a:close/>
                    <a:moveTo>
                      <a:pt x="255000" y="215000"/>
                    </a:moveTo>
                    <a:lnTo>
                      <a:pt x="255850" y="215000"/>
                    </a:lnTo>
                    <a:lnTo>
                      <a:pt x="255850" y="215850"/>
                    </a:lnTo>
                    <a:lnTo>
                      <a:pt x="255000" y="215850"/>
                    </a:lnTo>
                    <a:close/>
                    <a:moveTo>
                      <a:pt x="257500" y="217500"/>
                    </a:moveTo>
                    <a:lnTo>
                      <a:pt x="258200" y="217500"/>
                    </a:lnTo>
                    <a:lnTo>
                      <a:pt x="258200" y="218200"/>
                    </a:lnTo>
                    <a:lnTo>
                      <a:pt x="257500" y="218200"/>
                    </a:lnTo>
                    <a:close/>
                    <a:moveTo>
                      <a:pt x="260000" y="215000"/>
                    </a:moveTo>
                    <a:lnTo>
                      <a:pt x="260850" y="215000"/>
                    </a:lnTo>
                    <a:lnTo>
                      <a:pt x="260850" y="215850"/>
                    </a:lnTo>
                    <a:lnTo>
                      <a:pt x="260000" y="215850"/>
                    </a:lnTo>
                    <a:close/>
                    <a:moveTo>
                      <a:pt x="262500" y="217500"/>
                    </a:moveTo>
                    <a:lnTo>
                      <a:pt x="263200" y="217500"/>
                    </a:lnTo>
                    <a:lnTo>
                      <a:pt x="263200" y="218200"/>
                    </a:lnTo>
                    <a:lnTo>
                      <a:pt x="262500" y="218200"/>
                    </a:lnTo>
                    <a:close/>
                    <a:moveTo>
                      <a:pt x="265000" y="215000"/>
                    </a:moveTo>
                    <a:lnTo>
                      <a:pt x="265850" y="215000"/>
                    </a:lnTo>
                    <a:lnTo>
                      <a:pt x="265850" y="215850"/>
                    </a:lnTo>
                    <a:lnTo>
                      <a:pt x="265000" y="215850"/>
                    </a:lnTo>
                    <a:close/>
                    <a:moveTo>
                      <a:pt x="267500" y="217500"/>
                    </a:moveTo>
                    <a:lnTo>
                      <a:pt x="268200" y="217500"/>
                    </a:lnTo>
                    <a:lnTo>
                      <a:pt x="268200" y="218200"/>
                    </a:lnTo>
                    <a:lnTo>
                      <a:pt x="267500" y="218200"/>
                    </a:lnTo>
                    <a:close/>
                    <a:moveTo>
                      <a:pt x="270000" y="215000"/>
                    </a:moveTo>
                    <a:lnTo>
                      <a:pt x="270850" y="215000"/>
                    </a:lnTo>
                    <a:lnTo>
                      <a:pt x="270850" y="215850"/>
                    </a:lnTo>
                    <a:lnTo>
                      <a:pt x="270000" y="215850"/>
                    </a:lnTo>
                    <a:close/>
                    <a:moveTo>
                      <a:pt x="272500" y="217500"/>
                    </a:moveTo>
                    <a:lnTo>
                      <a:pt x="273200" y="217500"/>
                    </a:lnTo>
                    <a:lnTo>
                      <a:pt x="273200" y="218200"/>
                    </a:lnTo>
                    <a:lnTo>
                      <a:pt x="272500" y="218200"/>
                    </a:lnTo>
                    <a:close/>
                    <a:moveTo>
                      <a:pt x="275000" y="215000"/>
                    </a:moveTo>
                    <a:lnTo>
                      <a:pt x="275850" y="215000"/>
                    </a:lnTo>
                    <a:lnTo>
                      <a:pt x="275850" y="215850"/>
                    </a:lnTo>
                    <a:lnTo>
                      <a:pt x="275000" y="215850"/>
                    </a:lnTo>
                    <a:close/>
                    <a:moveTo>
                      <a:pt x="277500" y="217500"/>
                    </a:moveTo>
                    <a:lnTo>
                      <a:pt x="278200" y="217500"/>
                    </a:lnTo>
                    <a:lnTo>
                      <a:pt x="278200" y="218200"/>
                    </a:lnTo>
                    <a:lnTo>
                      <a:pt x="277500" y="218200"/>
                    </a:lnTo>
                    <a:close/>
                    <a:moveTo>
                      <a:pt x="280000" y="215000"/>
                    </a:moveTo>
                    <a:lnTo>
                      <a:pt x="280850" y="215000"/>
                    </a:lnTo>
                    <a:lnTo>
                      <a:pt x="280850" y="215850"/>
                    </a:lnTo>
                    <a:lnTo>
                      <a:pt x="280000" y="215850"/>
                    </a:lnTo>
                    <a:close/>
                    <a:moveTo>
                      <a:pt x="282500" y="217500"/>
                    </a:moveTo>
                    <a:lnTo>
                      <a:pt x="283200" y="217500"/>
                    </a:lnTo>
                    <a:lnTo>
                      <a:pt x="283200" y="218200"/>
                    </a:lnTo>
                    <a:lnTo>
                      <a:pt x="282500" y="218200"/>
                    </a:lnTo>
                    <a:close/>
                    <a:moveTo>
                      <a:pt x="285000" y="215000"/>
                    </a:moveTo>
                    <a:lnTo>
                      <a:pt x="285850" y="215000"/>
                    </a:lnTo>
                    <a:lnTo>
                      <a:pt x="285850" y="215850"/>
                    </a:lnTo>
                    <a:lnTo>
                      <a:pt x="285000" y="215850"/>
                    </a:lnTo>
                    <a:close/>
                    <a:moveTo>
                      <a:pt x="287500" y="217500"/>
                    </a:moveTo>
                    <a:lnTo>
                      <a:pt x="288200" y="217500"/>
                    </a:lnTo>
                    <a:lnTo>
                      <a:pt x="288200" y="218200"/>
                    </a:lnTo>
                    <a:lnTo>
                      <a:pt x="287500" y="218200"/>
                    </a:lnTo>
                    <a:close/>
                    <a:moveTo>
                      <a:pt x="0" y="220000"/>
                    </a:moveTo>
                    <a:lnTo>
                      <a:pt x="850" y="220000"/>
                    </a:lnTo>
                    <a:lnTo>
                      <a:pt x="850" y="220850"/>
                    </a:lnTo>
                    <a:lnTo>
                      <a:pt x="0" y="220850"/>
                    </a:lnTo>
                    <a:close/>
                    <a:moveTo>
                      <a:pt x="2500" y="222500"/>
                    </a:moveTo>
                    <a:lnTo>
                      <a:pt x="3200" y="222500"/>
                    </a:lnTo>
                    <a:lnTo>
                      <a:pt x="3200" y="223200"/>
                    </a:lnTo>
                    <a:lnTo>
                      <a:pt x="2500" y="223200"/>
                    </a:lnTo>
                    <a:close/>
                    <a:moveTo>
                      <a:pt x="5000" y="220000"/>
                    </a:moveTo>
                    <a:lnTo>
                      <a:pt x="5850" y="220000"/>
                    </a:lnTo>
                    <a:lnTo>
                      <a:pt x="5850" y="220850"/>
                    </a:lnTo>
                    <a:lnTo>
                      <a:pt x="5000" y="220850"/>
                    </a:lnTo>
                    <a:close/>
                    <a:moveTo>
                      <a:pt x="7500" y="222500"/>
                    </a:moveTo>
                    <a:lnTo>
                      <a:pt x="8200" y="222500"/>
                    </a:lnTo>
                    <a:lnTo>
                      <a:pt x="8200" y="223200"/>
                    </a:lnTo>
                    <a:lnTo>
                      <a:pt x="7500" y="223200"/>
                    </a:lnTo>
                    <a:close/>
                    <a:moveTo>
                      <a:pt x="10000" y="220000"/>
                    </a:moveTo>
                    <a:lnTo>
                      <a:pt x="10850" y="220000"/>
                    </a:lnTo>
                    <a:lnTo>
                      <a:pt x="10850" y="220850"/>
                    </a:lnTo>
                    <a:lnTo>
                      <a:pt x="10000" y="220850"/>
                    </a:lnTo>
                    <a:close/>
                    <a:moveTo>
                      <a:pt x="12500" y="222500"/>
                    </a:moveTo>
                    <a:lnTo>
                      <a:pt x="13200" y="222500"/>
                    </a:lnTo>
                    <a:lnTo>
                      <a:pt x="13200" y="223200"/>
                    </a:lnTo>
                    <a:lnTo>
                      <a:pt x="12500" y="223200"/>
                    </a:lnTo>
                    <a:close/>
                    <a:moveTo>
                      <a:pt x="15000" y="220000"/>
                    </a:moveTo>
                    <a:lnTo>
                      <a:pt x="15850" y="220000"/>
                    </a:lnTo>
                    <a:lnTo>
                      <a:pt x="15850" y="220850"/>
                    </a:lnTo>
                    <a:lnTo>
                      <a:pt x="15000" y="220850"/>
                    </a:lnTo>
                    <a:close/>
                    <a:moveTo>
                      <a:pt x="17500" y="222500"/>
                    </a:moveTo>
                    <a:lnTo>
                      <a:pt x="18200" y="222500"/>
                    </a:lnTo>
                    <a:lnTo>
                      <a:pt x="18200" y="223200"/>
                    </a:lnTo>
                    <a:lnTo>
                      <a:pt x="17500" y="223200"/>
                    </a:lnTo>
                    <a:close/>
                    <a:moveTo>
                      <a:pt x="20000" y="220000"/>
                    </a:moveTo>
                    <a:lnTo>
                      <a:pt x="20850" y="220000"/>
                    </a:lnTo>
                    <a:lnTo>
                      <a:pt x="20850" y="220850"/>
                    </a:lnTo>
                    <a:lnTo>
                      <a:pt x="20000" y="220850"/>
                    </a:lnTo>
                    <a:close/>
                    <a:moveTo>
                      <a:pt x="22500" y="222500"/>
                    </a:moveTo>
                    <a:lnTo>
                      <a:pt x="23200" y="222500"/>
                    </a:lnTo>
                    <a:lnTo>
                      <a:pt x="23200" y="223200"/>
                    </a:lnTo>
                    <a:lnTo>
                      <a:pt x="22500" y="223200"/>
                    </a:lnTo>
                    <a:close/>
                    <a:moveTo>
                      <a:pt x="25000" y="220000"/>
                    </a:moveTo>
                    <a:lnTo>
                      <a:pt x="25850" y="220000"/>
                    </a:lnTo>
                    <a:lnTo>
                      <a:pt x="25850" y="220850"/>
                    </a:lnTo>
                    <a:lnTo>
                      <a:pt x="25000" y="220850"/>
                    </a:lnTo>
                    <a:close/>
                    <a:moveTo>
                      <a:pt x="27500" y="222500"/>
                    </a:moveTo>
                    <a:lnTo>
                      <a:pt x="28200" y="222500"/>
                    </a:lnTo>
                    <a:lnTo>
                      <a:pt x="28200" y="223200"/>
                    </a:lnTo>
                    <a:lnTo>
                      <a:pt x="27500" y="223200"/>
                    </a:lnTo>
                    <a:close/>
                    <a:moveTo>
                      <a:pt x="30000" y="220000"/>
                    </a:moveTo>
                    <a:lnTo>
                      <a:pt x="30850" y="220000"/>
                    </a:lnTo>
                    <a:lnTo>
                      <a:pt x="30850" y="220850"/>
                    </a:lnTo>
                    <a:lnTo>
                      <a:pt x="30000" y="220850"/>
                    </a:lnTo>
                    <a:close/>
                    <a:moveTo>
                      <a:pt x="32500" y="222500"/>
                    </a:moveTo>
                    <a:lnTo>
                      <a:pt x="33200" y="222500"/>
                    </a:lnTo>
                    <a:lnTo>
                      <a:pt x="33200" y="223200"/>
                    </a:lnTo>
                    <a:lnTo>
                      <a:pt x="32500" y="223200"/>
                    </a:lnTo>
                    <a:close/>
                    <a:moveTo>
                      <a:pt x="35000" y="220000"/>
                    </a:moveTo>
                    <a:lnTo>
                      <a:pt x="35850" y="220000"/>
                    </a:lnTo>
                    <a:lnTo>
                      <a:pt x="35850" y="220850"/>
                    </a:lnTo>
                    <a:lnTo>
                      <a:pt x="35000" y="220850"/>
                    </a:lnTo>
                    <a:close/>
                    <a:moveTo>
                      <a:pt x="37500" y="222500"/>
                    </a:moveTo>
                    <a:lnTo>
                      <a:pt x="38200" y="222500"/>
                    </a:lnTo>
                    <a:lnTo>
                      <a:pt x="38200" y="223200"/>
                    </a:lnTo>
                    <a:lnTo>
                      <a:pt x="37500" y="223200"/>
                    </a:lnTo>
                    <a:close/>
                    <a:moveTo>
                      <a:pt x="40000" y="220000"/>
                    </a:moveTo>
                    <a:lnTo>
                      <a:pt x="40850" y="220000"/>
                    </a:lnTo>
                    <a:lnTo>
                      <a:pt x="40850" y="220850"/>
                    </a:lnTo>
                    <a:lnTo>
                      <a:pt x="40000" y="220850"/>
                    </a:lnTo>
                    <a:close/>
                    <a:moveTo>
                      <a:pt x="42500" y="222500"/>
                    </a:moveTo>
                    <a:lnTo>
                      <a:pt x="43200" y="222500"/>
                    </a:lnTo>
                    <a:lnTo>
                      <a:pt x="43200" y="223200"/>
                    </a:lnTo>
                    <a:lnTo>
                      <a:pt x="42500" y="223200"/>
                    </a:lnTo>
                    <a:close/>
                    <a:moveTo>
                      <a:pt x="45000" y="220000"/>
                    </a:moveTo>
                    <a:lnTo>
                      <a:pt x="45850" y="220000"/>
                    </a:lnTo>
                    <a:lnTo>
                      <a:pt x="45850" y="220850"/>
                    </a:lnTo>
                    <a:lnTo>
                      <a:pt x="45000" y="220850"/>
                    </a:lnTo>
                    <a:close/>
                    <a:moveTo>
                      <a:pt x="47500" y="222500"/>
                    </a:moveTo>
                    <a:lnTo>
                      <a:pt x="48200" y="222500"/>
                    </a:lnTo>
                    <a:lnTo>
                      <a:pt x="48200" y="223200"/>
                    </a:lnTo>
                    <a:lnTo>
                      <a:pt x="47500" y="223200"/>
                    </a:lnTo>
                    <a:close/>
                    <a:moveTo>
                      <a:pt x="50000" y="220000"/>
                    </a:moveTo>
                    <a:lnTo>
                      <a:pt x="50850" y="220000"/>
                    </a:lnTo>
                    <a:lnTo>
                      <a:pt x="50850" y="220850"/>
                    </a:lnTo>
                    <a:lnTo>
                      <a:pt x="50000" y="220850"/>
                    </a:lnTo>
                    <a:close/>
                    <a:moveTo>
                      <a:pt x="52500" y="222500"/>
                    </a:moveTo>
                    <a:lnTo>
                      <a:pt x="53200" y="222500"/>
                    </a:lnTo>
                    <a:lnTo>
                      <a:pt x="53200" y="223200"/>
                    </a:lnTo>
                    <a:lnTo>
                      <a:pt x="52500" y="223200"/>
                    </a:lnTo>
                    <a:close/>
                    <a:moveTo>
                      <a:pt x="55000" y="220000"/>
                    </a:moveTo>
                    <a:lnTo>
                      <a:pt x="55850" y="220000"/>
                    </a:lnTo>
                    <a:lnTo>
                      <a:pt x="55850" y="220850"/>
                    </a:lnTo>
                    <a:lnTo>
                      <a:pt x="55000" y="220850"/>
                    </a:lnTo>
                    <a:close/>
                    <a:moveTo>
                      <a:pt x="57500" y="222500"/>
                    </a:moveTo>
                    <a:lnTo>
                      <a:pt x="58200" y="222500"/>
                    </a:lnTo>
                    <a:lnTo>
                      <a:pt x="58200" y="223200"/>
                    </a:lnTo>
                    <a:lnTo>
                      <a:pt x="57500" y="223200"/>
                    </a:lnTo>
                    <a:close/>
                    <a:moveTo>
                      <a:pt x="60000" y="220000"/>
                    </a:moveTo>
                    <a:lnTo>
                      <a:pt x="60850" y="220000"/>
                    </a:lnTo>
                    <a:lnTo>
                      <a:pt x="60850" y="220850"/>
                    </a:lnTo>
                    <a:lnTo>
                      <a:pt x="60000" y="220850"/>
                    </a:lnTo>
                    <a:close/>
                    <a:moveTo>
                      <a:pt x="62500" y="222500"/>
                    </a:moveTo>
                    <a:lnTo>
                      <a:pt x="63200" y="222500"/>
                    </a:lnTo>
                    <a:lnTo>
                      <a:pt x="63200" y="223200"/>
                    </a:lnTo>
                    <a:lnTo>
                      <a:pt x="62500" y="223200"/>
                    </a:lnTo>
                    <a:close/>
                    <a:moveTo>
                      <a:pt x="65000" y="220000"/>
                    </a:moveTo>
                    <a:lnTo>
                      <a:pt x="65850" y="220000"/>
                    </a:lnTo>
                    <a:lnTo>
                      <a:pt x="65850" y="220850"/>
                    </a:lnTo>
                    <a:lnTo>
                      <a:pt x="65000" y="220850"/>
                    </a:lnTo>
                    <a:close/>
                    <a:moveTo>
                      <a:pt x="67500" y="222500"/>
                    </a:moveTo>
                    <a:lnTo>
                      <a:pt x="68200" y="222500"/>
                    </a:lnTo>
                    <a:lnTo>
                      <a:pt x="68200" y="223200"/>
                    </a:lnTo>
                    <a:lnTo>
                      <a:pt x="67500" y="223200"/>
                    </a:lnTo>
                    <a:close/>
                    <a:moveTo>
                      <a:pt x="70000" y="220000"/>
                    </a:moveTo>
                    <a:lnTo>
                      <a:pt x="70850" y="220000"/>
                    </a:lnTo>
                    <a:lnTo>
                      <a:pt x="70850" y="220850"/>
                    </a:lnTo>
                    <a:lnTo>
                      <a:pt x="70000" y="220850"/>
                    </a:lnTo>
                    <a:close/>
                    <a:moveTo>
                      <a:pt x="72500" y="222500"/>
                    </a:moveTo>
                    <a:lnTo>
                      <a:pt x="73200" y="222500"/>
                    </a:lnTo>
                    <a:lnTo>
                      <a:pt x="73200" y="223200"/>
                    </a:lnTo>
                    <a:lnTo>
                      <a:pt x="72500" y="223200"/>
                    </a:lnTo>
                    <a:close/>
                    <a:moveTo>
                      <a:pt x="75000" y="220000"/>
                    </a:moveTo>
                    <a:lnTo>
                      <a:pt x="75850" y="220000"/>
                    </a:lnTo>
                    <a:lnTo>
                      <a:pt x="75850" y="220850"/>
                    </a:lnTo>
                    <a:lnTo>
                      <a:pt x="75000" y="220850"/>
                    </a:lnTo>
                    <a:close/>
                    <a:moveTo>
                      <a:pt x="77500" y="222500"/>
                    </a:moveTo>
                    <a:lnTo>
                      <a:pt x="78200" y="222500"/>
                    </a:lnTo>
                    <a:lnTo>
                      <a:pt x="78200" y="223200"/>
                    </a:lnTo>
                    <a:lnTo>
                      <a:pt x="77500" y="223200"/>
                    </a:lnTo>
                    <a:close/>
                    <a:moveTo>
                      <a:pt x="80000" y="220000"/>
                    </a:moveTo>
                    <a:lnTo>
                      <a:pt x="80850" y="220000"/>
                    </a:lnTo>
                    <a:lnTo>
                      <a:pt x="80850" y="220850"/>
                    </a:lnTo>
                    <a:lnTo>
                      <a:pt x="80000" y="220850"/>
                    </a:lnTo>
                    <a:close/>
                    <a:moveTo>
                      <a:pt x="82500" y="222500"/>
                    </a:moveTo>
                    <a:lnTo>
                      <a:pt x="83200" y="222500"/>
                    </a:lnTo>
                    <a:lnTo>
                      <a:pt x="83200" y="223200"/>
                    </a:lnTo>
                    <a:lnTo>
                      <a:pt x="82500" y="223200"/>
                    </a:lnTo>
                    <a:close/>
                    <a:moveTo>
                      <a:pt x="85000" y="220000"/>
                    </a:moveTo>
                    <a:lnTo>
                      <a:pt x="85850" y="220000"/>
                    </a:lnTo>
                    <a:lnTo>
                      <a:pt x="85850" y="220850"/>
                    </a:lnTo>
                    <a:lnTo>
                      <a:pt x="85000" y="220850"/>
                    </a:lnTo>
                    <a:close/>
                    <a:moveTo>
                      <a:pt x="87500" y="222500"/>
                    </a:moveTo>
                    <a:lnTo>
                      <a:pt x="88200" y="222500"/>
                    </a:lnTo>
                    <a:lnTo>
                      <a:pt x="88200" y="223200"/>
                    </a:lnTo>
                    <a:lnTo>
                      <a:pt x="87500" y="223200"/>
                    </a:lnTo>
                    <a:close/>
                    <a:moveTo>
                      <a:pt x="90000" y="220000"/>
                    </a:moveTo>
                    <a:lnTo>
                      <a:pt x="90850" y="220000"/>
                    </a:lnTo>
                    <a:lnTo>
                      <a:pt x="90850" y="220850"/>
                    </a:lnTo>
                    <a:lnTo>
                      <a:pt x="90000" y="220850"/>
                    </a:lnTo>
                    <a:close/>
                    <a:moveTo>
                      <a:pt x="92500" y="222500"/>
                    </a:moveTo>
                    <a:lnTo>
                      <a:pt x="93200" y="222500"/>
                    </a:lnTo>
                    <a:lnTo>
                      <a:pt x="93200" y="223200"/>
                    </a:lnTo>
                    <a:lnTo>
                      <a:pt x="92500" y="223200"/>
                    </a:lnTo>
                    <a:close/>
                    <a:moveTo>
                      <a:pt x="95000" y="220000"/>
                    </a:moveTo>
                    <a:lnTo>
                      <a:pt x="95850" y="220000"/>
                    </a:lnTo>
                    <a:lnTo>
                      <a:pt x="95850" y="220850"/>
                    </a:lnTo>
                    <a:lnTo>
                      <a:pt x="95000" y="220850"/>
                    </a:lnTo>
                    <a:close/>
                    <a:moveTo>
                      <a:pt x="97500" y="222500"/>
                    </a:moveTo>
                    <a:lnTo>
                      <a:pt x="98200" y="222500"/>
                    </a:lnTo>
                    <a:lnTo>
                      <a:pt x="98200" y="223200"/>
                    </a:lnTo>
                    <a:lnTo>
                      <a:pt x="97500" y="223200"/>
                    </a:lnTo>
                    <a:close/>
                    <a:moveTo>
                      <a:pt x="100000" y="220000"/>
                    </a:moveTo>
                    <a:lnTo>
                      <a:pt x="100850" y="220000"/>
                    </a:lnTo>
                    <a:lnTo>
                      <a:pt x="100850" y="220850"/>
                    </a:lnTo>
                    <a:lnTo>
                      <a:pt x="100000" y="220850"/>
                    </a:lnTo>
                    <a:close/>
                    <a:moveTo>
                      <a:pt x="102500" y="222500"/>
                    </a:moveTo>
                    <a:lnTo>
                      <a:pt x="103200" y="222500"/>
                    </a:lnTo>
                    <a:lnTo>
                      <a:pt x="103200" y="223200"/>
                    </a:lnTo>
                    <a:lnTo>
                      <a:pt x="102500" y="223200"/>
                    </a:lnTo>
                    <a:close/>
                    <a:moveTo>
                      <a:pt x="105000" y="220000"/>
                    </a:moveTo>
                    <a:lnTo>
                      <a:pt x="105850" y="220000"/>
                    </a:lnTo>
                    <a:lnTo>
                      <a:pt x="105850" y="220850"/>
                    </a:lnTo>
                    <a:lnTo>
                      <a:pt x="105000" y="220850"/>
                    </a:lnTo>
                    <a:close/>
                    <a:moveTo>
                      <a:pt x="107500" y="222500"/>
                    </a:moveTo>
                    <a:lnTo>
                      <a:pt x="108200" y="222500"/>
                    </a:lnTo>
                    <a:lnTo>
                      <a:pt x="108200" y="223200"/>
                    </a:lnTo>
                    <a:lnTo>
                      <a:pt x="107500" y="223200"/>
                    </a:lnTo>
                    <a:close/>
                    <a:moveTo>
                      <a:pt x="110000" y="220000"/>
                    </a:moveTo>
                    <a:lnTo>
                      <a:pt x="110850" y="220000"/>
                    </a:lnTo>
                    <a:lnTo>
                      <a:pt x="110850" y="220850"/>
                    </a:lnTo>
                    <a:lnTo>
                      <a:pt x="110000" y="220850"/>
                    </a:lnTo>
                    <a:close/>
                    <a:moveTo>
                      <a:pt x="112500" y="222500"/>
                    </a:moveTo>
                    <a:lnTo>
                      <a:pt x="113200" y="222500"/>
                    </a:lnTo>
                    <a:lnTo>
                      <a:pt x="113200" y="223200"/>
                    </a:lnTo>
                    <a:lnTo>
                      <a:pt x="112500" y="223200"/>
                    </a:lnTo>
                    <a:close/>
                    <a:moveTo>
                      <a:pt x="115000" y="220000"/>
                    </a:moveTo>
                    <a:lnTo>
                      <a:pt x="115850" y="220000"/>
                    </a:lnTo>
                    <a:lnTo>
                      <a:pt x="115850" y="220850"/>
                    </a:lnTo>
                    <a:lnTo>
                      <a:pt x="115000" y="220850"/>
                    </a:lnTo>
                    <a:close/>
                    <a:moveTo>
                      <a:pt x="117500" y="222500"/>
                    </a:moveTo>
                    <a:lnTo>
                      <a:pt x="118200" y="222500"/>
                    </a:lnTo>
                    <a:lnTo>
                      <a:pt x="118200" y="223200"/>
                    </a:lnTo>
                    <a:lnTo>
                      <a:pt x="117500" y="223200"/>
                    </a:lnTo>
                    <a:close/>
                    <a:moveTo>
                      <a:pt x="120000" y="220000"/>
                    </a:moveTo>
                    <a:lnTo>
                      <a:pt x="120850" y="220000"/>
                    </a:lnTo>
                    <a:lnTo>
                      <a:pt x="120850" y="220850"/>
                    </a:lnTo>
                    <a:lnTo>
                      <a:pt x="120000" y="220850"/>
                    </a:lnTo>
                    <a:close/>
                    <a:moveTo>
                      <a:pt x="122500" y="222500"/>
                    </a:moveTo>
                    <a:lnTo>
                      <a:pt x="123200" y="222500"/>
                    </a:lnTo>
                    <a:lnTo>
                      <a:pt x="123200" y="223200"/>
                    </a:lnTo>
                    <a:lnTo>
                      <a:pt x="122500" y="223200"/>
                    </a:lnTo>
                    <a:close/>
                    <a:moveTo>
                      <a:pt x="125000" y="220000"/>
                    </a:moveTo>
                    <a:lnTo>
                      <a:pt x="125850" y="220000"/>
                    </a:lnTo>
                    <a:lnTo>
                      <a:pt x="125850" y="220850"/>
                    </a:lnTo>
                    <a:lnTo>
                      <a:pt x="125000" y="220850"/>
                    </a:lnTo>
                    <a:close/>
                    <a:moveTo>
                      <a:pt x="127500" y="222500"/>
                    </a:moveTo>
                    <a:lnTo>
                      <a:pt x="128200" y="222500"/>
                    </a:lnTo>
                    <a:lnTo>
                      <a:pt x="128200" y="223200"/>
                    </a:lnTo>
                    <a:lnTo>
                      <a:pt x="127500" y="223200"/>
                    </a:lnTo>
                    <a:close/>
                    <a:moveTo>
                      <a:pt x="130000" y="220000"/>
                    </a:moveTo>
                    <a:lnTo>
                      <a:pt x="130850" y="220000"/>
                    </a:lnTo>
                    <a:lnTo>
                      <a:pt x="130850" y="220850"/>
                    </a:lnTo>
                    <a:lnTo>
                      <a:pt x="130000" y="220850"/>
                    </a:lnTo>
                    <a:close/>
                    <a:moveTo>
                      <a:pt x="132500" y="222500"/>
                    </a:moveTo>
                    <a:lnTo>
                      <a:pt x="133200" y="222500"/>
                    </a:lnTo>
                    <a:lnTo>
                      <a:pt x="133200" y="223200"/>
                    </a:lnTo>
                    <a:lnTo>
                      <a:pt x="132500" y="223200"/>
                    </a:lnTo>
                    <a:close/>
                    <a:moveTo>
                      <a:pt x="135000" y="220000"/>
                    </a:moveTo>
                    <a:lnTo>
                      <a:pt x="135850" y="220000"/>
                    </a:lnTo>
                    <a:lnTo>
                      <a:pt x="135850" y="220850"/>
                    </a:lnTo>
                    <a:lnTo>
                      <a:pt x="135000" y="220850"/>
                    </a:lnTo>
                    <a:close/>
                    <a:moveTo>
                      <a:pt x="137500" y="222500"/>
                    </a:moveTo>
                    <a:lnTo>
                      <a:pt x="138200" y="222500"/>
                    </a:lnTo>
                    <a:lnTo>
                      <a:pt x="138200" y="223200"/>
                    </a:lnTo>
                    <a:lnTo>
                      <a:pt x="137500" y="223200"/>
                    </a:lnTo>
                    <a:close/>
                    <a:moveTo>
                      <a:pt x="140000" y="220000"/>
                    </a:moveTo>
                    <a:lnTo>
                      <a:pt x="140850" y="220000"/>
                    </a:lnTo>
                    <a:lnTo>
                      <a:pt x="140850" y="220850"/>
                    </a:lnTo>
                    <a:lnTo>
                      <a:pt x="140000" y="220850"/>
                    </a:lnTo>
                    <a:close/>
                    <a:moveTo>
                      <a:pt x="142500" y="222500"/>
                    </a:moveTo>
                    <a:lnTo>
                      <a:pt x="143200" y="222500"/>
                    </a:lnTo>
                    <a:lnTo>
                      <a:pt x="143200" y="223200"/>
                    </a:lnTo>
                    <a:lnTo>
                      <a:pt x="142500" y="223200"/>
                    </a:lnTo>
                    <a:close/>
                    <a:moveTo>
                      <a:pt x="145000" y="220000"/>
                    </a:moveTo>
                    <a:lnTo>
                      <a:pt x="145850" y="220000"/>
                    </a:lnTo>
                    <a:lnTo>
                      <a:pt x="145850" y="220850"/>
                    </a:lnTo>
                    <a:lnTo>
                      <a:pt x="145000" y="220850"/>
                    </a:lnTo>
                    <a:close/>
                    <a:moveTo>
                      <a:pt x="147500" y="222500"/>
                    </a:moveTo>
                    <a:lnTo>
                      <a:pt x="148200" y="222500"/>
                    </a:lnTo>
                    <a:lnTo>
                      <a:pt x="148200" y="223200"/>
                    </a:lnTo>
                    <a:lnTo>
                      <a:pt x="147500" y="223200"/>
                    </a:lnTo>
                    <a:close/>
                    <a:moveTo>
                      <a:pt x="150000" y="220000"/>
                    </a:moveTo>
                    <a:lnTo>
                      <a:pt x="150850" y="220000"/>
                    </a:lnTo>
                    <a:lnTo>
                      <a:pt x="150850" y="220850"/>
                    </a:lnTo>
                    <a:lnTo>
                      <a:pt x="150000" y="220850"/>
                    </a:lnTo>
                    <a:close/>
                    <a:moveTo>
                      <a:pt x="152500" y="222500"/>
                    </a:moveTo>
                    <a:lnTo>
                      <a:pt x="153200" y="222500"/>
                    </a:lnTo>
                    <a:lnTo>
                      <a:pt x="153200" y="223200"/>
                    </a:lnTo>
                    <a:lnTo>
                      <a:pt x="152500" y="223200"/>
                    </a:lnTo>
                    <a:close/>
                    <a:moveTo>
                      <a:pt x="155000" y="220000"/>
                    </a:moveTo>
                    <a:lnTo>
                      <a:pt x="155850" y="220000"/>
                    </a:lnTo>
                    <a:lnTo>
                      <a:pt x="155850" y="220850"/>
                    </a:lnTo>
                    <a:lnTo>
                      <a:pt x="155000" y="220850"/>
                    </a:lnTo>
                    <a:close/>
                    <a:moveTo>
                      <a:pt x="157500" y="222500"/>
                    </a:moveTo>
                    <a:lnTo>
                      <a:pt x="158200" y="222500"/>
                    </a:lnTo>
                    <a:lnTo>
                      <a:pt x="158200" y="223200"/>
                    </a:lnTo>
                    <a:lnTo>
                      <a:pt x="157500" y="223200"/>
                    </a:lnTo>
                    <a:close/>
                    <a:moveTo>
                      <a:pt x="160000" y="220000"/>
                    </a:moveTo>
                    <a:lnTo>
                      <a:pt x="160850" y="220000"/>
                    </a:lnTo>
                    <a:lnTo>
                      <a:pt x="160850" y="220850"/>
                    </a:lnTo>
                    <a:lnTo>
                      <a:pt x="160000" y="220850"/>
                    </a:lnTo>
                    <a:close/>
                    <a:moveTo>
                      <a:pt x="162500" y="222500"/>
                    </a:moveTo>
                    <a:lnTo>
                      <a:pt x="163200" y="222500"/>
                    </a:lnTo>
                    <a:lnTo>
                      <a:pt x="163200" y="223200"/>
                    </a:lnTo>
                    <a:lnTo>
                      <a:pt x="162500" y="223200"/>
                    </a:lnTo>
                    <a:close/>
                    <a:moveTo>
                      <a:pt x="165000" y="220000"/>
                    </a:moveTo>
                    <a:lnTo>
                      <a:pt x="165850" y="220000"/>
                    </a:lnTo>
                    <a:lnTo>
                      <a:pt x="165850" y="220850"/>
                    </a:lnTo>
                    <a:lnTo>
                      <a:pt x="165000" y="220850"/>
                    </a:lnTo>
                    <a:close/>
                    <a:moveTo>
                      <a:pt x="167500" y="222500"/>
                    </a:moveTo>
                    <a:lnTo>
                      <a:pt x="168200" y="222500"/>
                    </a:lnTo>
                    <a:lnTo>
                      <a:pt x="168200" y="223200"/>
                    </a:lnTo>
                    <a:lnTo>
                      <a:pt x="167500" y="223200"/>
                    </a:lnTo>
                    <a:close/>
                    <a:moveTo>
                      <a:pt x="170000" y="220000"/>
                    </a:moveTo>
                    <a:lnTo>
                      <a:pt x="170850" y="220000"/>
                    </a:lnTo>
                    <a:lnTo>
                      <a:pt x="170850" y="220850"/>
                    </a:lnTo>
                    <a:lnTo>
                      <a:pt x="170000" y="220850"/>
                    </a:lnTo>
                    <a:close/>
                    <a:moveTo>
                      <a:pt x="172500" y="222500"/>
                    </a:moveTo>
                    <a:lnTo>
                      <a:pt x="173200" y="222500"/>
                    </a:lnTo>
                    <a:lnTo>
                      <a:pt x="173200" y="223200"/>
                    </a:lnTo>
                    <a:lnTo>
                      <a:pt x="172500" y="223200"/>
                    </a:lnTo>
                    <a:close/>
                    <a:moveTo>
                      <a:pt x="175000" y="220000"/>
                    </a:moveTo>
                    <a:lnTo>
                      <a:pt x="175850" y="220000"/>
                    </a:lnTo>
                    <a:lnTo>
                      <a:pt x="175850" y="220850"/>
                    </a:lnTo>
                    <a:lnTo>
                      <a:pt x="175000" y="220850"/>
                    </a:lnTo>
                    <a:close/>
                    <a:moveTo>
                      <a:pt x="177500" y="222500"/>
                    </a:moveTo>
                    <a:lnTo>
                      <a:pt x="178200" y="222500"/>
                    </a:lnTo>
                    <a:lnTo>
                      <a:pt x="178200" y="223200"/>
                    </a:lnTo>
                    <a:lnTo>
                      <a:pt x="177500" y="223200"/>
                    </a:lnTo>
                    <a:close/>
                    <a:moveTo>
                      <a:pt x="180000" y="220000"/>
                    </a:moveTo>
                    <a:lnTo>
                      <a:pt x="180850" y="220000"/>
                    </a:lnTo>
                    <a:lnTo>
                      <a:pt x="180850" y="220850"/>
                    </a:lnTo>
                    <a:lnTo>
                      <a:pt x="180000" y="220850"/>
                    </a:lnTo>
                    <a:close/>
                    <a:moveTo>
                      <a:pt x="182500" y="222500"/>
                    </a:moveTo>
                    <a:lnTo>
                      <a:pt x="183200" y="222500"/>
                    </a:lnTo>
                    <a:lnTo>
                      <a:pt x="183200" y="223200"/>
                    </a:lnTo>
                    <a:lnTo>
                      <a:pt x="182500" y="223200"/>
                    </a:lnTo>
                    <a:close/>
                    <a:moveTo>
                      <a:pt x="185000" y="220000"/>
                    </a:moveTo>
                    <a:lnTo>
                      <a:pt x="185850" y="220000"/>
                    </a:lnTo>
                    <a:lnTo>
                      <a:pt x="185850" y="220850"/>
                    </a:lnTo>
                    <a:lnTo>
                      <a:pt x="185000" y="220850"/>
                    </a:lnTo>
                    <a:close/>
                    <a:moveTo>
                      <a:pt x="187500" y="222500"/>
                    </a:moveTo>
                    <a:lnTo>
                      <a:pt x="188200" y="222500"/>
                    </a:lnTo>
                    <a:lnTo>
                      <a:pt x="188200" y="223200"/>
                    </a:lnTo>
                    <a:lnTo>
                      <a:pt x="187500" y="223200"/>
                    </a:lnTo>
                    <a:close/>
                    <a:moveTo>
                      <a:pt x="190000" y="220000"/>
                    </a:moveTo>
                    <a:lnTo>
                      <a:pt x="190850" y="220000"/>
                    </a:lnTo>
                    <a:lnTo>
                      <a:pt x="190850" y="220850"/>
                    </a:lnTo>
                    <a:lnTo>
                      <a:pt x="190000" y="220850"/>
                    </a:lnTo>
                    <a:close/>
                    <a:moveTo>
                      <a:pt x="192500" y="222500"/>
                    </a:moveTo>
                    <a:lnTo>
                      <a:pt x="193200" y="222500"/>
                    </a:lnTo>
                    <a:lnTo>
                      <a:pt x="193200" y="223200"/>
                    </a:lnTo>
                    <a:lnTo>
                      <a:pt x="192500" y="223200"/>
                    </a:lnTo>
                    <a:close/>
                    <a:moveTo>
                      <a:pt x="195000" y="220000"/>
                    </a:moveTo>
                    <a:lnTo>
                      <a:pt x="195850" y="220000"/>
                    </a:lnTo>
                    <a:lnTo>
                      <a:pt x="195850" y="220850"/>
                    </a:lnTo>
                    <a:lnTo>
                      <a:pt x="195000" y="220850"/>
                    </a:lnTo>
                    <a:close/>
                    <a:moveTo>
                      <a:pt x="197500" y="222500"/>
                    </a:moveTo>
                    <a:lnTo>
                      <a:pt x="198200" y="222500"/>
                    </a:lnTo>
                    <a:lnTo>
                      <a:pt x="198200" y="223200"/>
                    </a:lnTo>
                    <a:lnTo>
                      <a:pt x="197500" y="223200"/>
                    </a:lnTo>
                    <a:close/>
                    <a:moveTo>
                      <a:pt x="200000" y="220000"/>
                    </a:moveTo>
                    <a:lnTo>
                      <a:pt x="200850" y="220000"/>
                    </a:lnTo>
                    <a:lnTo>
                      <a:pt x="200850" y="220850"/>
                    </a:lnTo>
                    <a:lnTo>
                      <a:pt x="200000" y="220850"/>
                    </a:lnTo>
                    <a:close/>
                    <a:moveTo>
                      <a:pt x="202500" y="222500"/>
                    </a:moveTo>
                    <a:lnTo>
                      <a:pt x="203200" y="222500"/>
                    </a:lnTo>
                    <a:lnTo>
                      <a:pt x="203200" y="223200"/>
                    </a:lnTo>
                    <a:lnTo>
                      <a:pt x="202500" y="223200"/>
                    </a:lnTo>
                    <a:close/>
                    <a:moveTo>
                      <a:pt x="205000" y="220000"/>
                    </a:moveTo>
                    <a:lnTo>
                      <a:pt x="205850" y="220000"/>
                    </a:lnTo>
                    <a:lnTo>
                      <a:pt x="205850" y="220850"/>
                    </a:lnTo>
                    <a:lnTo>
                      <a:pt x="205000" y="220850"/>
                    </a:lnTo>
                    <a:close/>
                    <a:moveTo>
                      <a:pt x="207500" y="222500"/>
                    </a:moveTo>
                    <a:lnTo>
                      <a:pt x="208200" y="222500"/>
                    </a:lnTo>
                    <a:lnTo>
                      <a:pt x="208200" y="223200"/>
                    </a:lnTo>
                    <a:lnTo>
                      <a:pt x="207500" y="223200"/>
                    </a:lnTo>
                    <a:close/>
                    <a:moveTo>
                      <a:pt x="210000" y="220000"/>
                    </a:moveTo>
                    <a:lnTo>
                      <a:pt x="210850" y="220000"/>
                    </a:lnTo>
                    <a:lnTo>
                      <a:pt x="210850" y="220850"/>
                    </a:lnTo>
                    <a:lnTo>
                      <a:pt x="210000" y="220850"/>
                    </a:lnTo>
                    <a:close/>
                    <a:moveTo>
                      <a:pt x="212500" y="222500"/>
                    </a:moveTo>
                    <a:lnTo>
                      <a:pt x="213200" y="222500"/>
                    </a:lnTo>
                    <a:lnTo>
                      <a:pt x="213200" y="223200"/>
                    </a:lnTo>
                    <a:lnTo>
                      <a:pt x="212500" y="223200"/>
                    </a:lnTo>
                    <a:close/>
                    <a:moveTo>
                      <a:pt x="215000" y="220000"/>
                    </a:moveTo>
                    <a:lnTo>
                      <a:pt x="215850" y="220000"/>
                    </a:lnTo>
                    <a:lnTo>
                      <a:pt x="215850" y="220850"/>
                    </a:lnTo>
                    <a:lnTo>
                      <a:pt x="215000" y="220850"/>
                    </a:lnTo>
                    <a:close/>
                    <a:moveTo>
                      <a:pt x="217500" y="222500"/>
                    </a:moveTo>
                    <a:lnTo>
                      <a:pt x="218200" y="222500"/>
                    </a:lnTo>
                    <a:lnTo>
                      <a:pt x="218200" y="223200"/>
                    </a:lnTo>
                    <a:lnTo>
                      <a:pt x="217500" y="223200"/>
                    </a:lnTo>
                    <a:close/>
                    <a:moveTo>
                      <a:pt x="220000" y="220000"/>
                    </a:moveTo>
                    <a:lnTo>
                      <a:pt x="220850" y="220000"/>
                    </a:lnTo>
                    <a:lnTo>
                      <a:pt x="220850" y="220850"/>
                    </a:lnTo>
                    <a:lnTo>
                      <a:pt x="220000" y="220850"/>
                    </a:lnTo>
                    <a:close/>
                    <a:moveTo>
                      <a:pt x="222500" y="222500"/>
                    </a:moveTo>
                    <a:lnTo>
                      <a:pt x="223200" y="222500"/>
                    </a:lnTo>
                    <a:lnTo>
                      <a:pt x="223200" y="223200"/>
                    </a:lnTo>
                    <a:lnTo>
                      <a:pt x="222500" y="223200"/>
                    </a:lnTo>
                    <a:close/>
                    <a:moveTo>
                      <a:pt x="225000" y="220000"/>
                    </a:moveTo>
                    <a:lnTo>
                      <a:pt x="225850" y="220000"/>
                    </a:lnTo>
                    <a:lnTo>
                      <a:pt x="225850" y="220850"/>
                    </a:lnTo>
                    <a:lnTo>
                      <a:pt x="225000" y="220850"/>
                    </a:lnTo>
                    <a:close/>
                    <a:moveTo>
                      <a:pt x="227500" y="222500"/>
                    </a:moveTo>
                    <a:lnTo>
                      <a:pt x="228200" y="222500"/>
                    </a:lnTo>
                    <a:lnTo>
                      <a:pt x="228200" y="223200"/>
                    </a:lnTo>
                    <a:lnTo>
                      <a:pt x="227500" y="223200"/>
                    </a:lnTo>
                    <a:close/>
                    <a:moveTo>
                      <a:pt x="230000" y="220000"/>
                    </a:moveTo>
                    <a:lnTo>
                      <a:pt x="230850" y="220000"/>
                    </a:lnTo>
                    <a:lnTo>
                      <a:pt x="230850" y="220850"/>
                    </a:lnTo>
                    <a:lnTo>
                      <a:pt x="230000" y="220850"/>
                    </a:lnTo>
                    <a:close/>
                    <a:moveTo>
                      <a:pt x="232500" y="222500"/>
                    </a:moveTo>
                    <a:lnTo>
                      <a:pt x="233200" y="222500"/>
                    </a:lnTo>
                    <a:lnTo>
                      <a:pt x="233200" y="223200"/>
                    </a:lnTo>
                    <a:lnTo>
                      <a:pt x="232500" y="223200"/>
                    </a:lnTo>
                    <a:close/>
                    <a:moveTo>
                      <a:pt x="235000" y="220000"/>
                    </a:moveTo>
                    <a:lnTo>
                      <a:pt x="235850" y="220000"/>
                    </a:lnTo>
                    <a:lnTo>
                      <a:pt x="235850" y="220850"/>
                    </a:lnTo>
                    <a:lnTo>
                      <a:pt x="235000" y="220850"/>
                    </a:lnTo>
                    <a:close/>
                    <a:moveTo>
                      <a:pt x="237500" y="222500"/>
                    </a:moveTo>
                    <a:lnTo>
                      <a:pt x="238200" y="222500"/>
                    </a:lnTo>
                    <a:lnTo>
                      <a:pt x="238200" y="223200"/>
                    </a:lnTo>
                    <a:lnTo>
                      <a:pt x="237500" y="223200"/>
                    </a:lnTo>
                    <a:close/>
                    <a:moveTo>
                      <a:pt x="240000" y="220000"/>
                    </a:moveTo>
                    <a:lnTo>
                      <a:pt x="240850" y="220000"/>
                    </a:lnTo>
                    <a:lnTo>
                      <a:pt x="240850" y="220850"/>
                    </a:lnTo>
                    <a:lnTo>
                      <a:pt x="240000" y="220850"/>
                    </a:lnTo>
                    <a:close/>
                    <a:moveTo>
                      <a:pt x="242500" y="222500"/>
                    </a:moveTo>
                    <a:lnTo>
                      <a:pt x="243200" y="222500"/>
                    </a:lnTo>
                    <a:lnTo>
                      <a:pt x="243200" y="223200"/>
                    </a:lnTo>
                    <a:lnTo>
                      <a:pt x="242500" y="223200"/>
                    </a:lnTo>
                    <a:close/>
                    <a:moveTo>
                      <a:pt x="245000" y="220000"/>
                    </a:moveTo>
                    <a:lnTo>
                      <a:pt x="245850" y="220000"/>
                    </a:lnTo>
                    <a:lnTo>
                      <a:pt x="245850" y="220850"/>
                    </a:lnTo>
                    <a:lnTo>
                      <a:pt x="245000" y="220850"/>
                    </a:lnTo>
                    <a:close/>
                    <a:moveTo>
                      <a:pt x="247500" y="222500"/>
                    </a:moveTo>
                    <a:lnTo>
                      <a:pt x="248200" y="222500"/>
                    </a:lnTo>
                    <a:lnTo>
                      <a:pt x="248200" y="223200"/>
                    </a:lnTo>
                    <a:lnTo>
                      <a:pt x="247500" y="223200"/>
                    </a:lnTo>
                    <a:close/>
                    <a:moveTo>
                      <a:pt x="250000" y="220000"/>
                    </a:moveTo>
                    <a:lnTo>
                      <a:pt x="250850" y="220000"/>
                    </a:lnTo>
                    <a:lnTo>
                      <a:pt x="250850" y="220850"/>
                    </a:lnTo>
                    <a:lnTo>
                      <a:pt x="250000" y="220850"/>
                    </a:lnTo>
                    <a:close/>
                    <a:moveTo>
                      <a:pt x="252500" y="222500"/>
                    </a:moveTo>
                    <a:lnTo>
                      <a:pt x="253200" y="222500"/>
                    </a:lnTo>
                    <a:lnTo>
                      <a:pt x="253200" y="223200"/>
                    </a:lnTo>
                    <a:lnTo>
                      <a:pt x="252500" y="223200"/>
                    </a:lnTo>
                    <a:close/>
                    <a:moveTo>
                      <a:pt x="255000" y="220000"/>
                    </a:moveTo>
                    <a:lnTo>
                      <a:pt x="255850" y="220000"/>
                    </a:lnTo>
                    <a:lnTo>
                      <a:pt x="255850" y="220850"/>
                    </a:lnTo>
                    <a:lnTo>
                      <a:pt x="255000" y="220850"/>
                    </a:lnTo>
                    <a:close/>
                    <a:moveTo>
                      <a:pt x="257500" y="222500"/>
                    </a:moveTo>
                    <a:lnTo>
                      <a:pt x="258200" y="222500"/>
                    </a:lnTo>
                    <a:lnTo>
                      <a:pt x="258200" y="223200"/>
                    </a:lnTo>
                    <a:lnTo>
                      <a:pt x="257500" y="223200"/>
                    </a:lnTo>
                    <a:close/>
                    <a:moveTo>
                      <a:pt x="260000" y="220000"/>
                    </a:moveTo>
                    <a:lnTo>
                      <a:pt x="260850" y="220000"/>
                    </a:lnTo>
                    <a:lnTo>
                      <a:pt x="260850" y="220850"/>
                    </a:lnTo>
                    <a:lnTo>
                      <a:pt x="260000" y="220850"/>
                    </a:lnTo>
                    <a:close/>
                    <a:moveTo>
                      <a:pt x="262500" y="222500"/>
                    </a:moveTo>
                    <a:lnTo>
                      <a:pt x="263200" y="222500"/>
                    </a:lnTo>
                    <a:lnTo>
                      <a:pt x="263200" y="223200"/>
                    </a:lnTo>
                    <a:lnTo>
                      <a:pt x="262500" y="223200"/>
                    </a:lnTo>
                    <a:close/>
                    <a:moveTo>
                      <a:pt x="265000" y="220000"/>
                    </a:moveTo>
                    <a:lnTo>
                      <a:pt x="265850" y="220000"/>
                    </a:lnTo>
                    <a:lnTo>
                      <a:pt x="265850" y="220850"/>
                    </a:lnTo>
                    <a:lnTo>
                      <a:pt x="265000" y="220850"/>
                    </a:lnTo>
                    <a:close/>
                    <a:moveTo>
                      <a:pt x="267500" y="222500"/>
                    </a:moveTo>
                    <a:lnTo>
                      <a:pt x="268200" y="222500"/>
                    </a:lnTo>
                    <a:lnTo>
                      <a:pt x="268200" y="223200"/>
                    </a:lnTo>
                    <a:lnTo>
                      <a:pt x="267500" y="223200"/>
                    </a:lnTo>
                    <a:close/>
                    <a:moveTo>
                      <a:pt x="270000" y="220000"/>
                    </a:moveTo>
                    <a:lnTo>
                      <a:pt x="270850" y="220000"/>
                    </a:lnTo>
                    <a:lnTo>
                      <a:pt x="270850" y="220850"/>
                    </a:lnTo>
                    <a:lnTo>
                      <a:pt x="270000" y="220850"/>
                    </a:lnTo>
                    <a:close/>
                    <a:moveTo>
                      <a:pt x="272500" y="222500"/>
                    </a:moveTo>
                    <a:lnTo>
                      <a:pt x="273200" y="222500"/>
                    </a:lnTo>
                    <a:lnTo>
                      <a:pt x="273200" y="223200"/>
                    </a:lnTo>
                    <a:lnTo>
                      <a:pt x="272500" y="223200"/>
                    </a:lnTo>
                    <a:close/>
                    <a:moveTo>
                      <a:pt x="275000" y="220000"/>
                    </a:moveTo>
                    <a:lnTo>
                      <a:pt x="275850" y="220000"/>
                    </a:lnTo>
                    <a:lnTo>
                      <a:pt x="275850" y="220850"/>
                    </a:lnTo>
                    <a:lnTo>
                      <a:pt x="275000" y="220850"/>
                    </a:lnTo>
                    <a:close/>
                    <a:moveTo>
                      <a:pt x="277500" y="222500"/>
                    </a:moveTo>
                    <a:lnTo>
                      <a:pt x="278200" y="222500"/>
                    </a:lnTo>
                    <a:lnTo>
                      <a:pt x="278200" y="223200"/>
                    </a:lnTo>
                    <a:lnTo>
                      <a:pt x="277500" y="223200"/>
                    </a:lnTo>
                    <a:close/>
                    <a:moveTo>
                      <a:pt x="280000" y="220000"/>
                    </a:moveTo>
                    <a:lnTo>
                      <a:pt x="280850" y="220000"/>
                    </a:lnTo>
                    <a:lnTo>
                      <a:pt x="280850" y="220850"/>
                    </a:lnTo>
                    <a:lnTo>
                      <a:pt x="280000" y="220850"/>
                    </a:lnTo>
                    <a:close/>
                    <a:moveTo>
                      <a:pt x="282500" y="222500"/>
                    </a:moveTo>
                    <a:lnTo>
                      <a:pt x="283200" y="222500"/>
                    </a:lnTo>
                    <a:lnTo>
                      <a:pt x="283200" y="223200"/>
                    </a:lnTo>
                    <a:lnTo>
                      <a:pt x="282500" y="223200"/>
                    </a:lnTo>
                    <a:close/>
                    <a:moveTo>
                      <a:pt x="285000" y="220000"/>
                    </a:moveTo>
                    <a:lnTo>
                      <a:pt x="285850" y="220000"/>
                    </a:lnTo>
                    <a:lnTo>
                      <a:pt x="285850" y="220850"/>
                    </a:lnTo>
                    <a:lnTo>
                      <a:pt x="285000" y="220850"/>
                    </a:lnTo>
                    <a:close/>
                    <a:moveTo>
                      <a:pt x="287500" y="222500"/>
                    </a:moveTo>
                    <a:lnTo>
                      <a:pt x="288200" y="222500"/>
                    </a:lnTo>
                    <a:lnTo>
                      <a:pt x="288200" y="223200"/>
                    </a:lnTo>
                    <a:lnTo>
                      <a:pt x="287500" y="223200"/>
                    </a:lnTo>
                    <a:close/>
                    <a:moveTo>
                      <a:pt x="0" y="225000"/>
                    </a:moveTo>
                    <a:lnTo>
                      <a:pt x="850" y="225000"/>
                    </a:lnTo>
                    <a:lnTo>
                      <a:pt x="850" y="225850"/>
                    </a:lnTo>
                    <a:lnTo>
                      <a:pt x="0" y="225850"/>
                    </a:lnTo>
                    <a:close/>
                    <a:moveTo>
                      <a:pt x="2500" y="227500"/>
                    </a:moveTo>
                    <a:lnTo>
                      <a:pt x="3200" y="227500"/>
                    </a:lnTo>
                    <a:lnTo>
                      <a:pt x="3200" y="228200"/>
                    </a:lnTo>
                    <a:lnTo>
                      <a:pt x="2500" y="228200"/>
                    </a:lnTo>
                    <a:close/>
                    <a:moveTo>
                      <a:pt x="5000" y="225000"/>
                    </a:moveTo>
                    <a:lnTo>
                      <a:pt x="5850" y="225000"/>
                    </a:lnTo>
                    <a:lnTo>
                      <a:pt x="5850" y="225850"/>
                    </a:lnTo>
                    <a:lnTo>
                      <a:pt x="5000" y="225850"/>
                    </a:lnTo>
                    <a:close/>
                    <a:moveTo>
                      <a:pt x="7500" y="227500"/>
                    </a:moveTo>
                    <a:lnTo>
                      <a:pt x="8200" y="227500"/>
                    </a:lnTo>
                    <a:lnTo>
                      <a:pt x="8200" y="228200"/>
                    </a:lnTo>
                    <a:lnTo>
                      <a:pt x="7500" y="228200"/>
                    </a:lnTo>
                    <a:close/>
                    <a:moveTo>
                      <a:pt x="10000" y="225000"/>
                    </a:moveTo>
                    <a:lnTo>
                      <a:pt x="10850" y="225000"/>
                    </a:lnTo>
                    <a:lnTo>
                      <a:pt x="10850" y="225850"/>
                    </a:lnTo>
                    <a:lnTo>
                      <a:pt x="10000" y="225850"/>
                    </a:lnTo>
                    <a:close/>
                    <a:moveTo>
                      <a:pt x="12500" y="227500"/>
                    </a:moveTo>
                    <a:lnTo>
                      <a:pt x="13200" y="227500"/>
                    </a:lnTo>
                    <a:lnTo>
                      <a:pt x="13200" y="228200"/>
                    </a:lnTo>
                    <a:lnTo>
                      <a:pt x="12500" y="228200"/>
                    </a:lnTo>
                    <a:close/>
                    <a:moveTo>
                      <a:pt x="15000" y="225000"/>
                    </a:moveTo>
                    <a:lnTo>
                      <a:pt x="15850" y="225000"/>
                    </a:lnTo>
                    <a:lnTo>
                      <a:pt x="15850" y="225850"/>
                    </a:lnTo>
                    <a:lnTo>
                      <a:pt x="15000" y="225850"/>
                    </a:lnTo>
                    <a:close/>
                    <a:moveTo>
                      <a:pt x="17500" y="227500"/>
                    </a:moveTo>
                    <a:lnTo>
                      <a:pt x="18200" y="227500"/>
                    </a:lnTo>
                    <a:lnTo>
                      <a:pt x="18200" y="228200"/>
                    </a:lnTo>
                    <a:lnTo>
                      <a:pt x="17500" y="228200"/>
                    </a:lnTo>
                    <a:close/>
                    <a:moveTo>
                      <a:pt x="20000" y="225000"/>
                    </a:moveTo>
                    <a:lnTo>
                      <a:pt x="20850" y="225000"/>
                    </a:lnTo>
                    <a:lnTo>
                      <a:pt x="20850" y="225850"/>
                    </a:lnTo>
                    <a:lnTo>
                      <a:pt x="20000" y="225850"/>
                    </a:lnTo>
                    <a:close/>
                    <a:moveTo>
                      <a:pt x="22500" y="227500"/>
                    </a:moveTo>
                    <a:lnTo>
                      <a:pt x="23200" y="227500"/>
                    </a:lnTo>
                    <a:lnTo>
                      <a:pt x="23200" y="228200"/>
                    </a:lnTo>
                    <a:lnTo>
                      <a:pt x="22500" y="228200"/>
                    </a:lnTo>
                    <a:close/>
                    <a:moveTo>
                      <a:pt x="25000" y="225000"/>
                    </a:moveTo>
                    <a:lnTo>
                      <a:pt x="25850" y="225000"/>
                    </a:lnTo>
                    <a:lnTo>
                      <a:pt x="25850" y="225850"/>
                    </a:lnTo>
                    <a:lnTo>
                      <a:pt x="25000" y="225850"/>
                    </a:lnTo>
                    <a:close/>
                    <a:moveTo>
                      <a:pt x="27500" y="227500"/>
                    </a:moveTo>
                    <a:lnTo>
                      <a:pt x="28200" y="227500"/>
                    </a:lnTo>
                    <a:lnTo>
                      <a:pt x="28200" y="228200"/>
                    </a:lnTo>
                    <a:lnTo>
                      <a:pt x="27500" y="228200"/>
                    </a:lnTo>
                    <a:close/>
                    <a:moveTo>
                      <a:pt x="30000" y="225000"/>
                    </a:moveTo>
                    <a:lnTo>
                      <a:pt x="30850" y="225000"/>
                    </a:lnTo>
                    <a:lnTo>
                      <a:pt x="30850" y="225850"/>
                    </a:lnTo>
                    <a:lnTo>
                      <a:pt x="30000" y="225850"/>
                    </a:lnTo>
                    <a:close/>
                    <a:moveTo>
                      <a:pt x="32500" y="227500"/>
                    </a:moveTo>
                    <a:lnTo>
                      <a:pt x="33200" y="227500"/>
                    </a:lnTo>
                    <a:lnTo>
                      <a:pt x="33200" y="228200"/>
                    </a:lnTo>
                    <a:lnTo>
                      <a:pt x="32500" y="228200"/>
                    </a:lnTo>
                    <a:close/>
                    <a:moveTo>
                      <a:pt x="35000" y="225000"/>
                    </a:moveTo>
                    <a:lnTo>
                      <a:pt x="35850" y="225000"/>
                    </a:lnTo>
                    <a:lnTo>
                      <a:pt x="35850" y="225850"/>
                    </a:lnTo>
                    <a:lnTo>
                      <a:pt x="35000" y="225850"/>
                    </a:lnTo>
                    <a:close/>
                    <a:moveTo>
                      <a:pt x="37500" y="227500"/>
                    </a:moveTo>
                    <a:lnTo>
                      <a:pt x="38200" y="227500"/>
                    </a:lnTo>
                    <a:lnTo>
                      <a:pt x="38200" y="228200"/>
                    </a:lnTo>
                    <a:lnTo>
                      <a:pt x="37500" y="228200"/>
                    </a:lnTo>
                    <a:close/>
                    <a:moveTo>
                      <a:pt x="40000" y="225000"/>
                    </a:moveTo>
                    <a:lnTo>
                      <a:pt x="40850" y="225000"/>
                    </a:lnTo>
                    <a:lnTo>
                      <a:pt x="40850" y="225850"/>
                    </a:lnTo>
                    <a:lnTo>
                      <a:pt x="40000" y="225850"/>
                    </a:lnTo>
                    <a:close/>
                    <a:moveTo>
                      <a:pt x="42500" y="227500"/>
                    </a:moveTo>
                    <a:lnTo>
                      <a:pt x="43200" y="227500"/>
                    </a:lnTo>
                    <a:lnTo>
                      <a:pt x="43200" y="228200"/>
                    </a:lnTo>
                    <a:lnTo>
                      <a:pt x="42500" y="228200"/>
                    </a:lnTo>
                    <a:close/>
                    <a:moveTo>
                      <a:pt x="45000" y="225000"/>
                    </a:moveTo>
                    <a:lnTo>
                      <a:pt x="45850" y="225000"/>
                    </a:lnTo>
                    <a:lnTo>
                      <a:pt x="45850" y="225850"/>
                    </a:lnTo>
                    <a:lnTo>
                      <a:pt x="45000" y="225850"/>
                    </a:lnTo>
                    <a:close/>
                    <a:moveTo>
                      <a:pt x="47500" y="227500"/>
                    </a:moveTo>
                    <a:lnTo>
                      <a:pt x="48200" y="227500"/>
                    </a:lnTo>
                    <a:lnTo>
                      <a:pt x="48200" y="228200"/>
                    </a:lnTo>
                    <a:lnTo>
                      <a:pt x="47500" y="228200"/>
                    </a:lnTo>
                    <a:close/>
                    <a:moveTo>
                      <a:pt x="50000" y="225000"/>
                    </a:moveTo>
                    <a:lnTo>
                      <a:pt x="50850" y="225000"/>
                    </a:lnTo>
                    <a:lnTo>
                      <a:pt x="50850" y="225850"/>
                    </a:lnTo>
                    <a:lnTo>
                      <a:pt x="50000" y="225850"/>
                    </a:lnTo>
                    <a:close/>
                    <a:moveTo>
                      <a:pt x="52500" y="227500"/>
                    </a:moveTo>
                    <a:lnTo>
                      <a:pt x="53200" y="227500"/>
                    </a:lnTo>
                    <a:lnTo>
                      <a:pt x="53200" y="228200"/>
                    </a:lnTo>
                    <a:lnTo>
                      <a:pt x="52500" y="228200"/>
                    </a:lnTo>
                    <a:close/>
                    <a:moveTo>
                      <a:pt x="55000" y="225000"/>
                    </a:moveTo>
                    <a:lnTo>
                      <a:pt x="55850" y="225000"/>
                    </a:lnTo>
                    <a:lnTo>
                      <a:pt x="55850" y="225850"/>
                    </a:lnTo>
                    <a:lnTo>
                      <a:pt x="55000" y="225850"/>
                    </a:lnTo>
                    <a:close/>
                    <a:moveTo>
                      <a:pt x="57500" y="227500"/>
                    </a:moveTo>
                    <a:lnTo>
                      <a:pt x="58200" y="227500"/>
                    </a:lnTo>
                    <a:lnTo>
                      <a:pt x="58200" y="228200"/>
                    </a:lnTo>
                    <a:lnTo>
                      <a:pt x="57500" y="228200"/>
                    </a:lnTo>
                    <a:close/>
                    <a:moveTo>
                      <a:pt x="60000" y="225000"/>
                    </a:moveTo>
                    <a:lnTo>
                      <a:pt x="60850" y="225000"/>
                    </a:lnTo>
                    <a:lnTo>
                      <a:pt x="60850" y="225850"/>
                    </a:lnTo>
                    <a:lnTo>
                      <a:pt x="60000" y="225850"/>
                    </a:lnTo>
                    <a:close/>
                    <a:moveTo>
                      <a:pt x="62500" y="227500"/>
                    </a:moveTo>
                    <a:lnTo>
                      <a:pt x="63200" y="227500"/>
                    </a:lnTo>
                    <a:lnTo>
                      <a:pt x="63200" y="228200"/>
                    </a:lnTo>
                    <a:lnTo>
                      <a:pt x="62500" y="228200"/>
                    </a:lnTo>
                    <a:close/>
                    <a:moveTo>
                      <a:pt x="65000" y="225000"/>
                    </a:moveTo>
                    <a:lnTo>
                      <a:pt x="65850" y="225000"/>
                    </a:lnTo>
                    <a:lnTo>
                      <a:pt x="65850" y="225850"/>
                    </a:lnTo>
                    <a:lnTo>
                      <a:pt x="65000" y="225850"/>
                    </a:lnTo>
                    <a:close/>
                    <a:moveTo>
                      <a:pt x="67500" y="227500"/>
                    </a:moveTo>
                    <a:lnTo>
                      <a:pt x="68200" y="227500"/>
                    </a:lnTo>
                    <a:lnTo>
                      <a:pt x="68200" y="228200"/>
                    </a:lnTo>
                    <a:lnTo>
                      <a:pt x="67500" y="228200"/>
                    </a:lnTo>
                    <a:close/>
                    <a:moveTo>
                      <a:pt x="70000" y="225000"/>
                    </a:moveTo>
                    <a:lnTo>
                      <a:pt x="70850" y="225000"/>
                    </a:lnTo>
                    <a:lnTo>
                      <a:pt x="70850" y="225850"/>
                    </a:lnTo>
                    <a:lnTo>
                      <a:pt x="70000" y="225850"/>
                    </a:lnTo>
                    <a:close/>
                    <a:moveTo>
                      <a:pt x="72500" y="227500"/>
                    </a:moveTo>
                    <a:lnTo>
                      <a:pt x="73200" y="227500"/>
                    </a:lnTo>
                    <a:lnTo>
                      <a:pt x="73200" y="228200"/>
                    </a:lnTo>
                    <a:lnTo>
                      <a:pt x="72500" y="228200"/>
                    </a:lnTo>
                    <a:close/>
                    <a:moveTo>
                      <a:pt x="75000" y="225000"/>
                    </a:moveTo>
                    <a:lnTo>
                      <a:pt x="75850" y="225000"/>
                    </a:lnTo>
                    <a:lnTo>
                      <a:pt x="75850" y="225850"/>
                    </a:lnTo>
                    <a:lnTo>
                      <a:pt x="75000" y="225850"/>
                    </a:lnTo>
                    <a:close/>
                    <a:moveTo>
                      <a:pt x="77500" y="227500"/>
                    </a:moveTo>
                    <a:lnTo>
                      <a:pt x="78200" y="227500"/>
                    </a:lnTo>
                    <a:lnTo>
                      <a:pt x="78200" y="228200"/>
                    </a:lnTo>
                    <a:lnTo>
                      <a:pt x="77500" y="228200"/>
                    </a:lnTo>
                    <a:close/>
                    <a:moveTo>
                      <a:pt x="80000" y="225000"/>
                    </a:moveTo>
                    <a:lnTo>
                      <a:pt x="80850" y="225000"/>
                    </a:lnTo>
                    <a:lnTo>
                      <a:pt x="80850" y="225850"/>
                    </a:lnTo>
                    <a:lnTo>
                      <a:pt x="80000" y="225850"/>
                    </a:lnTo>
                    <a:close/>
                    <a:moveTo>
                      <a:pt x="82500" y="227500"/>
                    </a:moveTo>
                    <a:lnTo>
                      <a:pt x="83200" y="227500"/>
                    </a:lnTo>
                    <a:lnTo>
                      <a:pt x="83200" y="228200"/>
                    </a:lnTo>
                    <a:lnTo>
                      <a:pt x="82500" y="228200"/>
                    </a:lnTo>
                    <a:close/>
                    <a:moveTo>
                      <a:pt x="85000" y="225000"/>
                    </a:moveTo>
                    <a:lnTo>
                      <a:pt x="85850" y="225000"/>
                    </a:lnTo>
                    <a:lnTo>
                      <a:pt x="85850" y="225850"/>
                    </a:lnTo>
                    <a:lnTo>
                      <a:pt x="85000" y="225850"/>
                    </a:lnTo>
                    <a:close/>
                    <a:moveTo>
                      <a:pt x="87500" y="227500"/>
                    </a:moveTo>
                    <a:lnTo>
                      <a:pt x="88200" y="227500"/>
                    </a:lnTo>
                    <a:lnTo>
                      <a:pt x="88200" y="228200"/>
                    </a:lnTo>
                    <a:lnTo>
                      <a:pt x="87500" y="228200"/>
                    </a:lnTo>
                    <a:close/>
                    <a:moveTo>
                      <a:pt x="90000" y="225000"/>
                    </a:moveTo>
                    <a:lnTo>
                      <a:pt x="90850" y="225000"/>
                    </a:lnTo>
                    <a:lnTo>
                      <a:pt x="90850" y="225850"/>
                    </a:lnTo>
                    <a:lnTo>
                      <a:pt x="90000" y="225850"/>
                    </a:lnTo>
                    <a:close/>
                    <a:moveTo>
                      <a:pt x="92500" y="227500"/>
                    </a:moveTo>
                    <a:lnTo>
                      <a:pt x="93200" y="227500"/>
                    </a:lnTo>
                    <a:lnTo>
                      <a:pt x="93200" y="228200"/>
                    </a:lnTo>
                    <a:lnTo>
                      <a:pt x="92500" y="228200"/>
                    </a:lnTo>
                    <a:close/>
                    <a:moveTo>
                      <a:pt x="95000" y="225000"/>
                    </a:moveTo>
                    <a:lnTo>
                      <a:pt x="95850" y="225000"/>
                    </a:lnTo>
                    <a:lnTo>
                      <a:pt x="95850" y="225850"/>
                    </a:lnTo>
                    <a:lnTo>
                      <a:pt x="95000" y="225850"/>
                    </a:lnTo>
                    <a:close/>
                    <a:moveTo>
                      <a:pt x="97500" y="227500"/>
                    </a:moveTo>
                    <a:lnTo>
                      <a:pt x="98200" y="227500"/>
                    </a:lnTo>
                    <a:lnTo>
                      <a:pt x="98200" y="228200"/>
                    </a:lnTo>
                    <a:lnTo>
                      <a:pt x="97500" y="228200"/>
                    </a:lnTo>
                    <a:close/>
                    <a:moveTo>
                      <a:pt x="100000" y="225000"/>
                    </a:moveTo>
                    <a:lnTo>
                      <a:pt x="100850" y="225000"/>
                    </a:lnTo>
                    <a:lnTo>
                      <a:pt x="100850" y="225850"/>
                    </a:lnTo>
                    <a:lnTo>
                      <a:pt x="100000" y="225850"/>
                    </a:lnTo>
                    <a:close/>
                    <a:moveTo>
                      <a:pt x="102500" y="227500"/>
                    </a:moveTo>
                    <a:lnTo>
                      <a:pt x="103200" y="227500"/>
                    </a:lnTo>
                    <a:lnTo>
                      <a:pt x="103200" y="228200"/>
                    </a:lnTo>
                    <a:lnTo>
                      <a:pt x="102500" y="228200"/>
                    </a:lnTo>
                    <a:close/>
                    <a:moveTo>
                      <a:pt x="105000" y="225000"/>
                    </a:moveTo>
                    <a:lnTo>
                      <a:pt x="105850" y="225000"/>
                    </a:lnTo>
                    <a:lnTo>
                      <a:pt x="105850" y="225850"/>
                    </a:lnTo>
                    <a:lnTo>
                      <a:pt x="105000" y="225850"/>
                    </a:lnTo>
                    <a:close/>
                    <a:moveTo>
                      <a:pt x="107500" y="227500"/>
                    </a:moveTo>
                    <a:lnTo>
                      <a:pt x="108200" y="227500"/>
                    </a:lnTo>
                    <a:lnTo>
                      <a:pt x="108200" y="228200"/>
                    </a:lnTo>
                    <a:lnTo>
                      <a:pt x="107500" y="228200"/>
                    </a:lnTo>
                    <a:close/>
                    <a:moveTo>
                      <a:pt x="110000" y="225000"/>
                    </a:moveTo>
                    <a:lnTo>
                      <a:pt x="110850" y="225000"/>
                    </a:lnTo>
                    <a:lnTo>
                      <a:pt x="110850" y="225850"/>
                    </a:lnTo>
                    <a:lnTo>
                      <a:pt x="110000" y="225850"/>
                    </a:lnTo>
                    <a:close/>
                    <a:moveTo>
                      <a:pt x="112500" y="227500"/>
                    </a:moveTo>
                    <a:lnTo>
                      <a:pt x="113200" y="227500"/>
                    </a:lnTo>
                    <a:lnTo>
                      <a:pt x="113200" y="228200"/>
                    </a:lnTo>
                    <a:lnTo>
                      <a:pt x="112500" y="228200"/>
                    </a:lnTo>
                    <a:close/>
                    <a:moveTo>
                      <a:pt x="115000" y="225000"/>
                    </a:moveTo>
                    <a:lnTo>
                      <a:pt x="115850" y="225000"/>
                    </a:lnTo>
                    <a:lnTo>
                      <a:pt x="115850" y="225850"/>
                    </a:lnTo>
                    <a:lnTo>
                      <a:pt x="115000" y="225850"/>
                    </a:lnTo>
                    <a:close/>
                    <a:moveTo>
                      <a:pt x="117500" y="227500"/>
                    </a:moveTo>
                    <a:lnTo>
                      <a:pt x="118200" y="227500"/>
                    </a:lnTo>
                    <a:lnTo>
                      <a:pt x="118200" y="228200"/>
                    </a:lnTo>
                    <a:lnTo>
                      <a:pt x="117500" y="228200"/>
                    </a:lnTo>
                    <a:close/>
                    <a:moveTo>
                      <a:pt x="120000" y="225000"/>
                    </a:moveTo>
                    <a:lnTo>
                      <a:pt x="120850" y="225000"/>
                    </a:lnTo>
                    <a:lnTo>
                      <a:pt x="120850" y="225850"/>
                    </a:lnTo>
                    <a:lnTo>
                      <a:pt x="120000" y="225850"/>
                    </a:lnTo>
                    <a:close/>
                    <a:moveTo>
                      <a:pt x="122500" y="227500"/>
                    </a:moveTo>
                    <a:lnTo>
                      <a:pt x="123200" y="227500"/>
                    </a:lnTo>
                    <a:lnTo>
                      <a:pt x="123200" y="228200"/>
                    </a:lnTo>
                    <a:lnTo>
                      <a:pt x="122500" y="228200"/>
                    </a:lnTo>
                    <a:close/>
                    <a:moveTo>
                      <a:pt x="125000" y="225000"/>
                    </a:moveTo>
                    <a:lnTo>
                      <a:pt x="125850" y="225000"/>
                    </a:lnTo>
                    <a:lnTo>
                      <a:pt x="125850" y="225850"/>
                    </a:lnTo>
                    <a:lnTo>
                      <a:pt x="125000" y="225850"/>
                    </a:lnTo>
                    <a:close/>
                    <a:moveTo>
                      <a:pt x="127500" y="227500"/>
                    </a:moveTo>
                    <a:lnTo>
                      <a:pt x="128200" y="227500"/>
                    </a:lnTo>
                    <a:lnTo>
                      <a:pt x="128200" y="228200"/>
                    </a:lnTo>
                    <a:lnTo>
                      <a:pt x="127500" y="228200"/>
                    </a:lnTo>
                    <a:close/>
                    <a:moveTo>
                      <a:pt x="130000" y="225000"/>
                    </a:moveTo>
                    <a:lnTo>
                      <a:pt x="130850" y="225000"/>
                    </a:lnTo>
                    <a:lnTo>
                      <a:pt x="130850" y="225850"/>
                    </a:lnTo>
                    <a:lnTo>
                      <a:pt x="130000" y="225850"/>
                    </a:lnTo>
                    <a:close/>
                    <a:moveTo>
                      <a:pt x="132500" y="227500"/>
                    </a:moveTo>
                    <a:lnTo>
                      <a:pt x="133200" y="227500"/>
                    </a:lnTo>
                    <a:lnTo>
                      <a:pt x="133200" y="228200"/>
                    </a:lnTo>
                    <a:lnTo>
                      <a:pt x="132500" y="228200"/>
                    </a:lnTo>
                    <a:close/>
                    <a:moveTo>
                      <a:pt x="135000" y="225000"/>
                    </a:moveTo>
                    <a:lnTo>
                      <a:pt x="135850" y="225000"/>
                    </a:lnTo>
                    <a:lnTo>
                      <a:pt x="135850" y="225850"/>
                    </a:lnTo>
                    <a:lnTo>
                      <a:pt x="135000" y="225850"/>
                    </a:lnTo>
                    <a:close/>
                    <a:moveTo>
                      <a:pt x="137500" y="227500"/>
                    </a:moveTo>
                    <a:lnTo>
                      <a:pt x="138200" y="227500"/>
                    </a:lnTo>
                    <a:lnTo>
                      <a:pt x="138200" y="228200"/>
                    </a:lnTo>
                    <a:lnTo>
                      <a:pt x="137500" y="228200"/>
                    </a:lnTo>
                    <a:close/>
                    <a:moveTo>
                      <a:pt x="140000" y="225000"/>
                    </a:moveTo>
                    <a:lnTo>
                      <a:pt x="140850" y="225000"/>
                    </a:lnTo>
                    <a:lnTo>
                      <a:pt x="140850" y="225850"/>
                    </a:lnTo>
                    <a:lnTo>
                      <a:pt x="140000" y="225850"/>
                    </a:lnTo>
                    <a:close/>
                    <a:moveTo>
                      <a:pt x="142500" y="227500"/>
                    </a:moveTo>
                    <a:lnTo>
                      <a:pt x="143200" y="227500"/>
                    </a:lnTo>
                    <a:lnTo>
                      <a:pt x="143200" y="228200"/>
                    </a:lnTo>
                    <a:lnTo>
                      <a:pt x="142500" y="228200"/>
                    </a:lnTo>
                    <a:close/>
                    <a:moveTo>
                      <a:pt x="145000" y="225000"/>
                    </a:moveTo>
                    <a:lnTo>
                      <a:pt x="145850" y="225000"/>
                    </a:lnTo>
                    <a:lnTo>
                      <a:pt x="145850" y="225850"/>
                    </a:lnTo>
                    <a:lnTo>
                      <a:pt x="145000" y="225850"/>
                    </a:lnTo>
                    <a:close/>
                    <a:moveTo>
                      <a:pt x="147500" y="227500"/>
                    </a:moveTo>
                    <a:lnTo>
                      <a:pt x="148200" y="227500"/>
                    </a:lnTo>
                    <a:lnTo>
                      <a:pt x="148200" y="228200"/>
                    </a:lnTo>
                    <a:lnTo>
                      <a:pt x="147500" y="228200"/>
                    </a:lnTo>
                    <a:close/>
                    <a:moveTo>
                      <a:pt x="150000" y="225000"/>
                    </a:moveTo>
                    <a:lnTo>
                      <a:pt x="150850" y="225000"/>
                    </a:lnTo>
                    <a:lnTo>
                      <a:pt x="150850" y="225850"/>
                    </a:lnTo>
                    <a:lnTo>
                      <a:pt x="150000" y="225850"/>
                    </a:lnTo>
                    <a:close/>
                    <a:moveTo>
                      <a:pt x="152500" y="227500"/>
                    </a:moveTo>
                    <a:lnTo>
                      <a:pt x="153200" y="227500"/>
                    </a:lnTo>
                    <a:lnTo>
                      <a:pt x="153200" y="228200"/>
                    </a:lnTo>
                    <a:lnTo>
                      <a:pt x="152500" y="228200"/>
                    </a:lnTo>
                    <a:close/>
                    <a:moveTo>
                      <a:pt x="155000" y="225000"/>
                    </a:moveTo>
                    <a:lnTo>
                      <a:pt x="155850" y="225000"/>
                    </a:lnTo>
                    <a:lnTo>
                      <a:pt x="155850" y="225850"/>
                    </a:lnTo>
                    <a:lnTo>
                      <a:pt x="155000" y="225850"/>
                    </a:lnTo>
                    <a:close/>
                    <a:moveTo>
                      <a:pt x="157500" y="227500"/>
                    </a:moveTo>
                    <a:lnTo>
                      <a:pt x="158200" y="227500"/>
                    </a:lnTo>
                    <a:lnTo>
                      <a:pt x="158200" y="228200"/>
                    </a:lnTo>
                    <a:lnTo>
                      <a:pt x="157500" y="228200"/>
                    </a:lnTo>
                    <a:close/>
                    <a:moveTo>
                      <a:pt x="160000" y="225000"/>
                    </a:moveTo>
                    <a:lnTo>
                      <a:pt x="160850" y="225000"/>
                    </a:lnTo>
                    <a:lnTo>
                      <a:pt x="160850" y="225850"/>
                    </a:lnTo>
                    <a:lnTo>
                      <a:pt x="160000" y="225850"/>
                    </a:lnTo>
                    <a:close/>
                    <a:moveTo>
                      <a:pt x="162500" y="227500"/>
                    </a:moveTo>
                    <a:lnTo>
                      <a:pt x="163200" y="227500"/>
                    </a:lnTo>
                    <a:lnTo>
                      <a:pt x="163200" y="228200"/>
                    </a:lnTo>
                    <a:lnTo>
                      <a:pt x="162500" y="228200"/>
                    </a:lnTo>
                    <a:close/>
                    <a:moveTo>
                      <a:pt x="165000" y="225000"/>
                    </a:moveTo>
                    <a:lnTo>
                      <a:pt x="165850" y="225000"/>
                    </a:lnTo>
                    <a:lnTo>
                      <a:pt x="165850" y="225850"/>
                    </a:lnTo>
                    <a:lnTo>
                      <a:pt x="165000" y="225850"/>
                    </a:lnTo>
                    <a:close/>
                    <a:moveTo>
                      <a:pt x="167500" y="227500"/>
                    </a:moveTo>
                    <a:lnTo>
                      <a:pt x="168200" y="227500"/>
                    </a:lnTo>
                    <a:lnTo>
                      <a:pt x="168200" y="228200"/>
                    </a:lnTo>
                    <a:lnTo>
                      <a:pt x="167500" y="228200"/>
                    </a:lnTo>
                    <a:close/>
                    <a:moveTo>
                      <a:pt x="170000" y="225000"/>
                    </a:moveTo>
                    <a:lnTo>
                      <a:pt x="170850" y="225000"/>
                    </a:lnTo>
                    <a:lnTo>
                      <a:pt x="170850" y="225850"/>
                    </a:lnTo>
                    <a:lnTo>
                      <a:pt x="170000" y="225850"/>
                    </a:lnTo>
                    <a:close/>
                    <a:moveTo>
                      <a:pt x="172500" y="227500"/>
                    </a:moveTo>
                    <a:lnTo>
                      <a:pt x="173200" y="227500"/>
                    </a:lnTo>
                    <a:lnTo>
                      <a:pt x="173200" y="228200"/>
                    </a:lnTo>
                    <a:lnTo>
                      <a:pt x="172500" y="228200"/>
                    </a:lnTo>
                    <a:close/>
                    <a:moveTo>
                      <a:pt x="175000" y="225000"/>
                    </a:moveTo>
                    <a:lnTo>
                      <a:pt x="175850" y="225000"/>
                    </a:lnTo>
                    <a:lnTo>
                      <a:pt x="175850" y="225850"/>
                    </a:lnTo>
                    <a:lnTo>
                      <a:pt x="175000" y="225850"/>
                    </a:lnTo>
                    <a:close/>
                    <a:moveTo>
                      <a:pt x="177500" y="227500"/>
                    </a:moveTo>
                    <a:lnTo>
                      <a:pt x="178200" y="227500"/>
                    </a:lnTo>
                    <a:lnTo>
                      <a:pt x="178200" y="228200"/>
                    </a:lnTo>
                    <a:lnTo>
                      <a:pt x="177500" y="228200"/>
                    </a:lnTo>
                    <a:close/>
                    <a:moveTo>
                      <a:pt x="180000" y="225000"/>
                    </a:moveTo>
                    <a:lnTo>
                      <a:pt x="180850" y="225000"/>
                    </a:lnTo>
                    <a:lnTo>
                      <a:pt x="180850" y="225850"/>
                    </a:lnTo>
                    <a:lnTo>
                      <a:pt x="180000" y="225850"/>
                    </a:lnTo>
                    <a:close/>
                    <a:moveTo>
                      <a:pt x="182500" y="227500"/>
                    </a:moveTo>
                    <a:lnTo>
                      <a:pt x="183200" y="227500"/>
                    </a:lnTo>
                    <a:lnTo>
                      <a:pt x="183200" y="228200"/>
                    </a:lnTo>
                    <a:lnTo>
                      <a:pt x="182500" y="228200"/>
                    </a:lnTo>
                    <a:close/>
                    <a:moveTo>
                      <a:pt x="185000" y="225000"/>
                    </a:moveTo>
                    <a:lnTo>
                      <a:pt x="185850" y="225000"/>
                    </a:lnTo>
                    <a:lnTo>
                      <a:pt x="185850" y="225850"/>
                    </a:lnTo>
                    <a:lnTo>
                      <a:pt x="185000" y="225850"/>
                    </a:lnTo>
                    <a:close/>
                    <a:moveTo>
                      <a:pt x="187500" y="227500"/>
                    </a:moveTo>
                    <a:lnTo>
                      <a:pt x="188200" y="227500"/>
                    </a:lnTo>
                    <a:lnTo>
                      <a:pt x="188200" y="228200"/>
                    </a:lnTo>
                    <a:lnTo>
                      <a:pt x="187500" y="228200"/>
                    </a:lnTo>
                    <a:close/>
                    <a:moveTo>
                      <a:pt x="190000" y="225000"/>
                    </a:moveTo>
                    <a:lnTo>
                      <a:pt x="190850" y="225000"/>
                    </a:lnTo>
                    <a:lnTo>
                      <a:pt x="190850" y="225850"/>
                    </a:lnTo>
                    <a:lnTo>
                      <a:pt x="190000" y="225850"/>
                    </a:lnTo>
                    <a:close/>
                    <a:moveTo>
                      <a:pt x="192500" y="227500"/>
                    </a:moveTo>
                    <a:lnTo>
                      <a:pt x="193200" y="227500"/>
                    </a:lnTo>
                    <a:lnTo>
                      <a:pt x="193200" y="228200"/>
                    </a:lnTo>
                    <a:lnTo>
                      <a:pt x="192500" y="228200"/>
                    </a:lnTo>
                    <a:close/>
                    <a:moveTo>
                      <a:pt x="195000" y="225000"/>
                    </a:moveTo>
                    <a:lnTo>
                      <a:pt x="195850" y="225000"/>
                    </a:lnTo>
                    <a:lnTo>
                      <a:pt x="195850" y="225850"/>
                    </a:lnTo>
                    <a:lnTo>
                      <a:pt x="195000" y="225850"/>
                    </a:lnTo>
                    <a:close/>
                    <a:moveTo>
                      <a:pt x="197500" y="227500"/>
                    </a:moveTo>
                    <a:lnTo>
                      <a:pt x="198200" y="227500"/>
                    </a:lnTo>
                    <a:lnTo>
                      <a:pt x="198200" y="228200"/>
                    </a:lnTo>
                    <a:lnTo>
                      <a:pt x="197500" y="228200"/>
                    </a:lnTo>
                    <a:close/>
                    <a:moveTo>
                      <a:pt x="200000" y="225000"/>
                    </a:moveTo>
                    <a:lnTo>
                      <a:pt x="200850" y="225000"/>
                    </a:lnTo>
                    <a:lnTo>
                      <a:pt x="200850" y="225850"/>
                    </a:lnTo>
                    <a:lnTo>
                      <a:pt x="200000" y="225850"/>
                    </a:lnTo>
                    <a:close/>
                    <a:moveTo>
                      <a:pt x="202500" y="227500"/>
                    </a:moveTo>
                    <a:lnTo>
                      <a:pt x="203200" y="227500"/>
                    </a:lnTo>
                    <a:lnTo>
                      <a:pt x="203200" y="228200"/>
                    </a:lnTo>
                    <a:lnTo>
                      <a:pt x="202500" y="228200"/>
                    </a:lnTo>
                    <a:close/>
                    <a:moveTo>
                      <a:pt x="205000" y="225000"/>
                    </a:moveTo>
                    <a:lnTo>
                      <a:pt x="205850" y="225000"/>
                    </a:lnTo>
                    <a:lnTo>
                      <a:pt x="205850" y="225850"/>
                    </a:lnTo>
                    <a:lnTo>
                      <a:pt x="205000" y="225850"/>
                    </a:lnTo>
                    <a:close/>
                    <a:moveTo>
                      <a:pt x="207500" y="227500"/>
                    </a:moveTo>
                    <a:lnTo>
                      <a:pt x="208200" y="227500"/>
                    </a:lnTo>
                    <a:lnTo>
                      <a:pt x="208200" y="228200"/>
                    </a:lnTo>
                    <a:lnTo>
                      <a:pt x="207500" y="228200"/>
                    </a:lnTo>
                    <a:close/>
                    <a:moveTo>
                      <a:pt x="210000" y="225000"/>
                    </a:moveTo>
                    <a:lnTo>
                      <a:pt x="210850" y="225000"/>
                    </a:lnTo>
                    <a:lnTo>
                      <a:pt x="210850" y="225850"/>
                    </a:lnTo>
                    <a:lnTo>
                      <a:pt x="210000" y="225850"/>
                    </a:lnTo>
                    <a:close/>
                    <a:moveTo>
                      <a:pt x="212500" y="227500"/>
                    </a:moveTo>
                    <a:lnTo>
                      <a:pt x="213200" y="227500"/>
                    </a:lnTo>
                    <a:lnTo>
                      <a:pt x="213200" y="228200"/>
                    </a:lnTo>
                    <a:lnTo>
                      <a:pt x="212500" y="228200"/>
                    </a:lnTo>
                    <a:close/>
                    <a:moveTo>
                      <a:pt x="215000" y="225000"/>
                    </a:moveTo>
                    <a:lnTo>
                      <a:pt x="215850" y="225000"/>
                    </a:lnTo>
                    <a:lnTo>
                      <a:pt x="215850" y="225850"/>
                    </a:lnTo>
                    <a:lnTo>
                      <a:pt x="215000" y="225850"/>
                    </a:lnTo>
                    <a:close/>
                    <a:moveTo>
                      <a:pt x="217500" y="227500"/>
                    </a:moveTo>
                    <a:lnTo>
                      <a:pt x="218200" y="227500"/>
                    </a:lnTo>
                    <a:lnTo>
                      <a:pt x="218200" y="228200"/>
                    </a:lnTo>
                    <a:lnTo>
                      <a:pt x="217500" y="228200"/>
                    </a:lnTo>
                    <a:close/>
                    <a:moveTo>
                      <a:pt x="220000" y="225000"/>
                    </a:moveTo>
                    <a:lnTo>
                      <a:pt x="220850" y="225000"/>
                    </a:lnTo>
                    <a:lnTo>
                      <a:pt x="220850" y="225850"/>
                    </a:lnTo>
                    <a:lnTo>
                      <a:pt x="220000" y="225850"/>
                    </a:lnTo>
                    <a:close/>
                    <a:moveTo>
                      <a:pt x="222500" y="227500"/>
                    </a:moveTo>
                    <a:lnTo>
                      <a:pt x="223200" y="227500"/>
                    </a:lnTo>
                    <a:lnTo>
                      <a:pt x="223200" y="228200"/>
                    </a:lnTo>
                    <a:lnTo>
                      <a:pt x="222500" y="228200"/>
                    </a:lnTo>
                    <a:close/>
                    <a:moveTo>
                      <a:pt x="225000" y="225000"/>
                    </a:moveTo>
                    <a:lnTo>
                      <a:pt x="225850" y="225000"/>
                    </a:lnTo>
                    <a:lnTo>
                      <a:pt x="225850" y="225850"/>
                    </a:lnTo>
                    <a:lnTo>
                      <a:pt x="225000" y="225850"/>
                    </a:lnTo>
                    <a:close/>
                    <a:moveTo>
                      <a:pt x="227500" y="227500"/>
                    </a:moveTo>
                    <a:lnTo>
                      <a:pt x="228200" y="227500"/>
                    </a:lnTo>
                    <a:lnTo>
                      <a:pt x="228200" y="228200"/>
                    </a:lnTo>
                    <a:lnTo>
                      <a:pt x="227500" y="228200"/>
                    </a:lnTo>
                    <a:close/>
                    <a:moveTo>
                      <a:pt x="230000" y="225000"/>
                    </a:moveTo>
                    <a:lnTo>
                      <a:pt x="230850" y="225000"/>
                    </a:lnTo>
                    <a:lnTo>
                      <a:pt x="230850" y="225850"/>
                    </a:lnTo>
                    <a:lnTo>
                      <a:pt x="230000" y="225850"/>
                    </a:lnTo>
                    <a:close/>
                    <a:moveTo>
                      <a:pt x="232500" y="227500"/>
                    </a:moveTo>
                    <a:lnTo>
                      <a:pt x="233200" y="227500"/>
                    </a:lnTo>
                    <a:lnTo>
                      <a:pt x="233200" y="228200"/>
                    </a:lnTo>
                    <a:lnTo>
                      <a:pt x="232500" y="228200"/>
                    </a:lnTo>
                    <a:close/>
                    <a:moveTo>
                      <a:pt x="235000" y="225000"/>
                    </a:moveTo>
                    <a:lnTo>
                      <a:pt x="235850" y="225000"/>
                    </a:lnTo>
                    <a:lnTo>
                      <a:pt x="235850" y="225850"/>
                    </a:lnTo>
                    <a:lnTo>
                      <a:pt x="235000" y="225850"/>
                    </a:lnTo>
                    <a:close/>
                    <a:moveTo>
                      <a:pt x="237500" y="227500"/>
                    </a:moveTo>
                    <a:lnTo>
                      <a:pt x="238200" y="227500"/>
                    </a:lnTo>
                    <a:lnTo>
                      <a:pt x="238200" y="228200"/>
                    </a:lnTo>
                    <a:lnTo>
                      <a:pt x="237500" y="228200"/>
                    </a:lnTo>
                    <a:close/>
                    <a:moveTo>
                      <a:pt x="240000" y="225000"/>
                    </a:moveTo>
                    <a:lnTo>
                      <a:pt x="240850" y="225000"/>
                    </a:lnTo>
                    <a:lnTo>
                      <a:pt x="240850" y="225850"/>
                    </a:lnTo>
                    <a:lnTo>
                      <a:pt x="240000" y="225850"/>
                    </a:lnTo>
                    <a:close/>
                    <a:moveTo>
                      <a:pt x="242500" y="227500"/>
                    </a:moveTo>
                    <a:lnTo>
                      <a:pt x="243200" y="227500"/>
                    </a:lnTo>
                    <a:lnTo>
                      <a:pt x="243200" y="228200"/>
                    </a:lnTo>
                    <a:lnTo>
                      <a:pt x="242500" y="228200"/>
                    </a:lnTo>
                    <a:close/>
                    <a:moveTo>
                      <a:pt x="245000" y="225000"/>
                    </a:moveTo>
                    <a:lnTo>
                      <a:pt x="245850" y="225000"/>
                    </a:lnTo>
                    <a:lnTo>
                      <a:pt x="245850" y="225850"/>
                    </a:lnTo>
                    <a:lnTo>
                      <a:pt x="245000" y="225850"/>
                    </a:lnTo>
                    <a:close/>
                    <a:moveTo>
                      <a:pt x="247500" y="227500"/>
                    </a:moveTo>
                    <a:lnTo>
                      <a:pt x="248200" y="227500"/>
                    </a:lnTo>
                    <a:lnTo>
                      <a:pt x="248200" y="228200"/>
                    </a:lnTo>
                    <a:lnTo>
                      <a:pt x="247500" y="228200"/>
                    </a:lnTo>
                    <a:close/>
                    <a:moveTo>
                      <a:pt x="250000" y="225000"/>
                    </a:moveTo>
                    <a:lnTo>
                      <a:pt x="250850" y="225000"/>
                    </a:lnTo>
                    <a:lnTo>
                      <a:pt x="250850" y="225850"/>
                    </a:lnTo>
                    <a:lnTo>
                      <a:pt x="250000" y="225850"/>
                    </a:lnTo>
                    <a:close/>
                    <a:moveTo>
                      <a:pt x="252500" y="227500"/>
                    </a:moveTo>
                    <a:lnTo>
                      <a:pt x="253200" y="227500"/>
                    </a:lnTo>
                    <a:lnTo>
                      <a:pt x="253200" y="228200"/>
                    </a:lnTo>
                    <a:lnTo>
                      <a:pt x="252500" y="228200"/>
                    </a:lnTo>
                    <a:close/>
                    <a:moveTo>
                      <a:pt x="255000" y="225000"/>
                    </a:moveTo>
                    <a:lnTo>
                      <a:pt x="255850" y="225000"/>
                    </a:lnTo>
                    <a:lnTo>
                      <a:pt x="255850" y="225850"/>
                    </a:lnTo>
                    <a:lnTo>
                      <a:pt x="255000" y="225850"/>
                    </a:lnTo>
                    <a:close/>
                    <a:moveTo>
                      <a:pt x="257500" y="227500"/>
                    </a:moveTo>
                    <a:lnTo>
                      <a:pt x="258200" y="227500"/>
                    </a:lnTo>
                    <a:lnTo>
                      <a:pt x="258200" y="228200"/>
                    </a:lnTo>
                    <a:lnTo>
                      <a:pt x="257500" y="228200"/>
                    </a:lnTo>
                    <a:close/>
                    <a:moveTo>
                      <a:pt x="260000" y="225000"/>
                    </a:moveTo>
                    <a:lnTo>
                      <a:pt x="260850" y="225000"/>
                    </a:lnTo>
                    <a:lnTo>
                      <a:pt x="260850" y="225850"/>
                    </a:lnTo>
                    <a:lnTo>
                      <a:pt x="260000" y="225850"/>
                    </a:lnTo>
                    <a:close/>
                    <a:moveTo>
                      <a:pt x="262500" y="227500"/>
                    </a:moveTo>
                    <a:lnTo>
                      <a:pt x="263200" y="227500"/>
                    </a:lnTo>
                    <a:lnTo>
                      <a:pt x="263200" y="228200"/>
                    </a:lnTo>
                    <a:lnTo>
                      <a:pt x="262500" y="228200"/>
                    </a:lnTo>
                    <a:close/>
                    <a:moveTo>
                      <a:pt x="265000" y="225000"/>
                    </a:moveTo>
                    <a:lnTo>
                      <a:pt x="265850" y="225000"/>
                    </a:lnTo>
                    <a:lnTo>
                      <a:pt x="265850" y="225850"/>
                    </a:lnTo>
                    <a:lnTo>
                      <a:pt x="265000" y="225850"/>
                    </a:lnTo>
                    <a:close/>
                    <a:moveTo>
                      <a:pt x="267500" y="227500"/>
                    </a:moveTo>
                    <a:lnTo>
                      <a:pt x="268200" y="227500"/>
                    </a:lnTo>
                    <a:lnTo>
                      <a:pt x="268200" y="228200"/>
                    </a:lnTo>
                    <a:lnTo>
                      <a:pt x="267500" y="228200"/>
                    </a:lnTo>
                    <a:close/>
                    <a:moveTo>
                      <a:pt x="270000" y="225000"/>
                    </a:moveTo>
                    <a:lnTo>
                      <a:pt x="270850" y="225000"/>
                    </a:lnTo>
                    <a:lnTo>
                      <a:pt x="270850" y="225850"/>
                    </a:lnTo>
                    <a:lnTo>
                      <a:pt x="270000" y="225850"/>
                    </a:lnTo>
                    <a:close/>
                    <a:moveTo>
                      <a:pt x="272500" y="227500"/>
                    </a:moveTo>
                    <a:lnTo>
                      <a:pt x="273200" y="227500"/>
                    </a:lnTo>
                    <a:lnTo>
                      <a:pt x="273200" y="228200"/>
                    </a:lnTo>
                    <a:lnTo>
                      <a:pt x="272500" y="228200"/>
                    </a:lnTo>
                    <a:close/>
                    <a:moveTo>
                      <a:pt x="275000" y="225000"/>
                    </a:moveTo>
                    <a:lnTo>
                      <a:pt x="275850" y="225000"/>
                    </a:lnTo>
                    <a:lnTo>
                      <a:pt x="275850" y="225850"/>
                    </a:lnTo>
                    <a:lnTo>
                      <a:pt x="275000" y="225850"/>
                    </a:lnTo>
                    <a:close/>
                    <a:moveTo>
                      <a:pt x="277500" y="227500"/>
                    </a:moveTo>
                    <a:lnTo>
                      <a:pt x="278200" y="227500"/>
                    </a:lnTo>
                    <a:lnTo>
                      <a:pt x="278200" y="228200"/>
                    </a:lnTo>
                    <a:lnTo>
                      <a:pt x="277500" y="228200"/>
                    </a:lnTo>
                    <a:close/>
                    <a:moveTo>
                      <a:pt x="280000" y="225000"/>
                    </a:moveTo>
                    <a:lnTo>
                      <a:pt x="280850" y="225000"/>
                    </a:lnTo>
                    <a:lnTo>
                      <a:pt x="280850" y="225850"/>
                    </a:lnTo>
                    <a:lnTo>
                      <a:pt x="280000" y="225850"/>
                    </a:lnTo>
                    <a:close/>
                    <a:moveTo>
                      <a:pt x="282500" y="227500"/>
                    </a:moveTo>
                    <a:lnTo>
                      <a:pt x="283200" y="227500"/>
                    </a:lnTo>
                    <a:lnTo>
                      <a:pt x="283200" y="228200"/>
                    </a:lnTo>
                    <a:lnTo>
                      <a:pt x="282500" y="228200"/>
                    </a:lnTo>
                    <a:close/>
                    <a:moveTo>
                      <a:pt x="285000" y="225000"/>
                    </a:moveTo>
                    <a:lnTo>
                      <a:pt x="285850" y="225000"/>
                    </a:lnTo>
                    <a:lnTo>
                      <a:pt x="285850" y="225850"/>
                    </a:lnTo>
                    <a:lnTo>
                      <a:pt x="285000" y="225850"/>
                    </a:lnTo>
                    <a:close/>
                    <a:moveTo>
                      <a:pt x="287500" y="227500"/>
                    </a:moveTo>
                    <a:lnTo>
                      <a:pt x="288200" y="227500"/>
                    </a:lnTo>
                    <a:lnTo>
                      <a:pt x="288200" y="228200"/>
                    </a:lnTo>
                    <a:lnTo>
                      <a:pt x="287500" y="228200"/>
                    </a:lnTo>
                    <a:close/>
                    <a:moveTo>
                      <a:pt x="0" y="230000"/>
                    </a:moveTo>
                    <a:lnTo>
                      <a:pt x="850" y="230000"/>
                    </a:lnTo>
                    <a:lnTo>
                      <a:pt x="850" y="230850"/>
                    </a:lnTo>
                    <a:lnTo>
                      <a:pt x="0" y="230850"/>
                    </a:lnTo>
                    <a:close/>
                    <a:moveTo>
                      <a:pt x="2500" y="232500"/>
                    </a:moveTo>
                    <a:lnTo>
                      <a:pt x="3200" y="232500"/>
                    </a:lnTo>
                    <a:lnTo>
                      <a:pt x="3200" y="233200"/>
                    </a:lnTo>
                    <a:lnTo>
                      <a:pt x="2500" y="233200"/>
                    </a:lnTo>
                    <a:close/>
                    <a:moveTo>
                      <a:pt x="5000" y="230000"/>
                    </a:moveTo>
                    <a:lnTo>
                      <a:pt x="5850" y="230000"/>
                    </a:lnTo>
                    <a:lnTo>
                      <a:pt x="5850" y="230850"/>
                    </a:lnTo>
                    <a:lnTo>
                      <a:pt x="5000" y="230850"/>
                    </a:lnTo>
                    <a:close/>
                    <a:moveTo>
                      <a:pt x="7500" y="232500"/>
                    </a:moveTo>
                    <a:lnTo>
                      <a:pt x="8200" y="232500"/>
                    </a:lnTo>
                    <a:lnTo>
                      <a:pt x="8200" y="233200"/>
                    </a:lnTo>
                    <a:lnTo>
                      <a:pt x="7500" y="233200"/>
                    </a:lnTo>
                    <a:close/>
                    <a:moveTo>
                      <a:pt x="10000" y="230000"/>
                    </a:moveTo>
                    <a:lnTo>
                      <a:pt x="10850" y="230000"/>
                    </a:lnTo>
                    <a:lnTo>
                      <a:pt x="10850" y="230850"/>
                    </a:lnTo>
                    <a:lnTo>
                      <a:pt x="10000" y="230850"/>
                    </a:lnTo>
                    <a:close/>
                    <a:moveTo>
                      <a:pt x="12500" y="232500"/>
                    </a:moveTo>
                    <a:lnTo>
                      <a:pt x="13200" y="232500"/>
                    </a:lnTo>
                    <a:lnTo>
                      <a:pt x="13200" y="233200"/>
                    </a:lnTo>
                    <a:lnTo>
                      <a:pt x="12500" y="233200"/>
                    </a:lnTo>
                    <a:close/>
                    <a:moveTo>
                      <a:pt x="15000" y="230000"/>
                    </a:moveTo>
                    <a:lnTo>
                      <a:pt x="15850" y="230000"/>
                    </a:lnTo>
                    <a:lnTo>
                      <a:pt x="15850" y="230850"/>
                    </a:lnTo>
                    <a:lnTo>
                      <a:pt x="15000" y="230850"/>
                    </a:lnTo>
                    <a:close/>
                    <a:moveTo>
                      <a:pt x="17500" y="232500"/>
                    </a:moveTo>
                    <a:lnTo>
                      <a:pt x="18200" y="232500"/>
                    </a:lnTo>
                    <a:lnTo>
                      <a:pt x="18200" y="233200"/>
                    </a:lnTo>
                    <a:lnTo>
                      <a:pt x="17500" y="233200"/>
                    </a:lnTo>
                    <a:close/>
                    <a:moveTo>
                      <a:pt x="20000" y="230000"/>
                    </a:moveTo>
                    <a:lnTo>
                      <a:pt x="20850" y="230000"/>
                    </a:lnTo>
                    <a:lnTo>
                      <a:pt x="20850" y="230850"/>
                    </a:lnTo>
                    <a:lnTo>
                      <a:pt x="20000" y="230850"/>
                    </a:lnTo>
                    <a:close/>
                    <a:moveTo>
                      <a:pt x="22500" y="232500"/>
                    </a:moveTo>
                    <a:lnTo>
                      <a:pt x="23200" y="232500"/>
                    </a:lnTo>
                    <a:lnTo>
                      <a:pt x="23200" y="233200"/>
                    </a:lnTo>
                    <a:lnTo>
                      <a:pt x="22500" y="233200"/>
                    </a:lnTo>
                    <a:close/>
                    <a:moveTo>
                      <a:pt x="25000" y="230000"/>
                    </a:moveTo>
                    <a:lnTo>
                      <a:pt x="25850" y="230000"/>
                    </a:lnTo>
                    <a:lnTo>
                      <a:pt x="25850" y="230850"/>
                    </a:lnTo>
                    <a:lnTo>
                      <a:pt x="25000" y="230850"/>
                    </a:lnTo>
                    <a:close/>
                    <a:moveTo>
                      <a:pt x="27500" y="232500"/>
                    </a:moveTo>
                    <a:lnTo>
                      <a:pt x="28200" y="232500"/>
                    </a:lnTo>
                    <a:lnTo>
                      <a:pt x="28200" y="233200"/>
                    </a:lnTo>
                    <a:lnTo>
                      <a:pt x="27500" y="233200"/>
                    </a:lnTo>
                    <a:close/>
                    <a:moveTo>
                      <a:pt x="30000" y="230000"/>
                    </a:moveTo>
                    <a:lnTo>
                      <a:pt x="30850" y="230000"/>
                    </a:lnTo>
                    <a:lnTo>
                      <a:pt x="30850" y="230850"/>
                    </a:lnTo>
                    <a:lnTo>
                      <a:pt x="30000" y="230850"/>
                    </a:lnTo>
                    <a:close/>
                    <a:moveTo>
                      <a:pt x="32500" y="232500"/>
                    </a:moveTo>
                    <a:lnTo>
                      <a:pt x="33200" y="232500"/>
                    </a:lnTo>
                    <a:lnTo>
                      <a:pt x="33200" y="233200"/>
                    </a:lnTo>
                    <a:lnTo>
                      <a:pt x="32500" y="233200"/>
                    </a:lnTo>
                    <a:close/>
                    <a:moveTo>
                      <a:pt x="35000" y="230000"/>
                    </a:moveTo>
                    <a:lnTo>
                      <a:pt x="35850" y="230000"/>
                    </a:lnTo>
                    <a:lnTo>
                      <a:pt x="35850" y="230850"/>
                    </a:lnTo>
                    <a:lnTo>
                      <a:pt x="35000" y="230850"/>
                    </a:lnTo>
                    <a:close/>
                    <a:moveTo>
                      <a:pt x="37500" y="232500"/>
                    </a:moveTo>
                    <a:lnTo>
                      <a:pt x="38200" y="232500"/>
                    </a:lnTo>
                    <a:lnTo>
                      <a:pt x="38200" y="233200"/>
                    </a:lnTo>
                    <a:lnTo>
                      <a:pt x="37500" y="233200"/>
                    </a:lnTo>
                    <a:close/>
                    <a:moveTo>
                      <a:pt x="40000" y="230000"/>
                    </a:moveTo>
                    <a:lnTo>
                      <a:pt x="40850" y="230000"/>
                    </a:lnTo>
                    <a:lnTo>
                      <a:pt x="40850" y="230850"/>
                    </a:lnTo>
                    <a:lnTo>
                      <a:pt x="40000" y="230850"/>
                    </a:lnTo>
                    <a:close/>
                    <a:moveTo>
                      <a:pt x="42500" y="232500"/>
                    </a:moveTo>
                    <a:lnTo>
                      <a:pt x="43200" y="232500"/>
                    </a:lnTo>
                    <a:lnTo>
                      <a:pt x="43200" y="233200"/>
                    </a:lnTo>
                    <a:lnTo>
                      <a:pt x="42500" y="233200"/>
                    </a:lnTo>
                    <a:close/>
                    <a:moveTo>
                      <a:pt x="45000" y="230000"/>
                    </a:moveTo>
                    <a:lnTo>
                      <a:pt x="45850" y="230000"/>
                    </a:lnTo>
                    <a:lnTo>
                      <a:pt x="45850" y="230850"/>
                    </a:lnTo>
                    <a:lnTo>
                      <a:pt x="45000" y="230850"/>
                    </a:lnTo>
                    <a:close/>
                    <a:moveTo>
                      <a:pt x="47500" y="232500"/>
                    </a:moveTo>
                    <a:lnTo>
                      <a:pt x="48200" y="232500"/>
                    </a:lnTo>
                    <a:lnTo>
                      <a:pt x="48200" y="233200"/>
                    </a:lnTo>
                    <a:lnTo>
                      <a:pt x="47500" y="233200"/>
                    </a:lnTo>
                    <a:close/>
                    <a:moveTo>
                      <a:pt x="50000" y="230000"/>
                    </a:moveTo>
                    <a:lnTo>
                      <a:pt x="50850" y="230000"/>
                    </a:lnTo>
                    <a:lnTo>
                      <a:pt x="50850" y="230850"/>
                    </a:lnTo>
                    <a:lnTo>
                      <a:pt x="50000" y="230850"/>
                    </a:lnTo>
                    <a:close/>
                    <a:moveTo>
                      <a:pt x="52500" y="232500"/>
                    </a:moveTo>
                    <a:lnTo>
                      <a:pt x="53200" y="232500"/>
                    </a:lnTo>
                    <a:lnTo>
                      <a:pt x="53200" y="233200"/>
                    </a:lnTo>
                    <a:lnTo>
                      <a:pt x="52500" y="233200"/>
                    </a:lnTo>
                    <a:close/>
                    <a:moveTo>
                      <a:pt x="55000" y="230000"/>
                    </a:moveTo>
                    <a:lnTo>
                      <a:pt x="55850" y="230000"/>
                    </a:lnTo>
                    <a:lnTo>
                      <a:pt x="55850" y="230850"/>
                    </a:lnTo>
                    <a:lnTo>
                      <a:pt x="55000" y="230850"/>
                    </a:lnTo>
                    <a:close/>
                    <a:moveTo>
                      <a:pt x="57500" y="232500"/>
                    </a:moveTo>
                    <a:lnTo>
                      <a:pt x="58200" y="232500"/>
                    </a:lnTo>
                    <a:lnTo>
                      <a:pt x="58200" y="233200"/>
                    </a:lnTo>
                    <a:lnTo>
                      <a:pt x="57500" y="233200"/>
                    </a:lnTo>
                    <a:close/>
                    <a:moveTo>
                      <a:pt x="60000" y="230000"/>
                    </a:moveTo>
                    <a:lnTo>
                      <a:pt x="60850" y="230000"/>
                    </a:lnTo>
                    <a:lnTo>
                      <a:pt x="60850" y="230850"/>
                    </a:lnTo>
                    <a:lnTo>
                      <a:pt x="60000" y="230850"/>
                    </a:lnTo>
                    <a:close/>
                    <a:moveTo>
                      <a:pt x="62500" y="232500"/>
                    </a:moveTo>
                    <a:lnTo>
                      <a:pt x="63200" y="232500"/>
                    </a:lnTo>
                    <a:lnTo>
                      <a:pt x="63200" y="233200"/>
                    </a:lnTo>
                    <a:lnTo>
                      <a:pt x="62500" y="233200"/>
                    </a:lnTo>
                    <a:close/>
                    <a:moveTo>
                      <a:pt x="65000" y="230000"/>
                    </a:moveTo>
                    <a:lnTo>
                      <a:pt x="65850" y="230000"/>
                    </a:lnTo>
                    <a:lnTo>
                      <a:pt x="65850" y="230850"/>
                    </a:lnTo>
                    <a:lnTo>
                      <a:pt x="65000" y="230850"/>
                    </a:lnTo>
                    <a:close/>
                    <a:moveTo>
                      <a:pt x="67500" y="232500"/>
                    </a:moveTo>
                    <a:lnTo>
                      <a:pt x="68200" y="232500"/>
                    </a:lnTo>
                    <a:lnTo>
                      <a:pt x="68200" y="233200"/>
                    </a:lnTo>
                    <a:lnTo>
                      <a:pt x="67500" y="233200"/>
                    </a:lnTo>
                    <a:close/>
                    <a:moveTo>
                      <a:pt x="70000" y="230000"/>
                    </a:moveTo>
                    <a:lnTo>
                      <a:pt x="70850" y="230000"/>
                    </a:lnTo>
                    <a:lnTo>
                      <a:pt x="70850" y="230850"/>
                    </a:lnTo>
                    <a:lnTo>
                      <a:pt x="70000" y="230850"/>
                    </a:lnTo>
                    <a:close/>
                    <a:moveTo>
                      <a:pt x="72500" y="232500"/>
                    </a:moveTo>
                    <a:lnTo>
                      <a:pt x="73200" y="232500"/>
                    </a:lnTo>
                    <a:lnTo>
                      <a:pt x="73200" y="233200"/>
                    </a:lnTo>
                    <a:lnTo>
                      <a:pt x="72500" y="233200"/>
                    </a:lnTo>
                    <a:close/>
                    <a:moveTo>
                      <a:pt x="75000" y="230000"/>
                    </a:moveTo>
                    <a:lnTo>
                      <a:pt x="75850" y="230000"/>
                    </a:lnTo>
                    <a:lnTo>
                      <a:pt x="75850" y="230850"/>
                    </a:lnTo>
                    <a:lnTo>
                      <a:pt x="75000" y="230850"/>
                    </a:lnTo>
                    <a:close/>
                    <a:moveTo>
                      <a:pt x="77500" y="232500"/>
                    </a:moveTo>
                    <a:lnTo>
                      <a:pt x="78200" y="232500"/>
                    </a:lnTo>
                    <a:lnTo>
                      <a:pt x="78200" y="233200"/>
                    </a:lnTo>
                    <a:lnTo>
                      <a:pt x="77500" y="233200"/>
                    </a:lnTo>
                    <a:close/>
                    <a:moveTo>
                      <a:pt x="80000" y="230000"/>
                    </a:moveTo>
                    <a:lnTo>
                      <a:pt x="80850" y="230000"/>
                    </a:lnTo>
                    <a:lnTo>
                      <a:pt x="80850" y="230850"/>
                    </a:lnTo>
                    <a:lnTo>
                      <a:pt x="80000" y="230850"/>
                    </a:lnTo>
                    <a:close/>
                    <a:moveTo>
                      <a:pt x="82500" y="232500"/>
                    </a:moveTo>
                    <a:lnTo>
                      <a:pt x="83200" y="232500"/>
                    </a:lnTo>
                    <a:lnTo>
                      <a:pt x="83200" y="233200"/>
                    </a:lnTo>
                    <a:lnTo>
                      <a:pt x="82500" y="233200"/>
                    </a:lnTo>
                    <a:close/>
                    <a:moveTo>
                      <a:pt x="85000" y="230000"/>
                    </a:moveTo>
                    <a:lnTo>
                      <a:pt x="85850" y="230000"/>
                    </a:lnTo>
                    <a:lnTo>
                      <a:pt x="85850" y="230850"/>
                    </a:lnTo>
                    <a:lnTo>
                      <a:pt x="85000" y="230850"/>
                    </a:lnTo>
                    <a:close/>
                    <a:moveTo>
                      <a:pt x="87500" y="232500"/>
                    </a:moveTo>
                    <a:lnTo>
                      <a:pt x="88200" y="232500"/>
                    </a:lnTo>
                    <a:lnTo>
                      <a:pt x="88200" y="233200"/>
                    </a:lnTo>
                    <a:lnTo>
                      <a:pt x="87500" y="233200"/>
                    </a:lnTo>
                    <a:close/>
                    <a:moveTo>
                      <a:pt x="90000" y="230000"/>
                    </a:moveTo>
                    <a:lnTo>
                      <a:pt x="90850" y="230000"/>
                    </a:lnTo>
                    <a:lnTo>
                      <a:pt x="90850" y="230850"/>
                    </a:lnTo>
                    <a:lnTo>
                      <a:pt x="90000" y="230850"/>
                    </a:lnTo>
                    <a:close/>
                    <a:moveTo>
                      <a:pt x="92500" y="232500"/>
                    </a:moveTo>
                    <a:lnTo>
                      <a:pt x="93200" y="232500"/>
                    </a:lnTo>
                    <a:lnTo>
                      <a:pt x="93200" y="233200"/>
                    </a:lnTo>
                    <a:lnTo>
                      <a:pt x="92500" y="233200"/>
                    </a:lnTo>
                    <a:close/>
                    <a:moveTo>
                      <a:pt x="95000" y="230000"/>
                    </a:moveTo>
                    <a:lnTo>
                      <a:pt x="95850" y="230000"/>
                    </a:lnTo>
                    <a:lnTo>
                      <a:pt x="95850" y="230850"/>
                    </a:lnTo>
                    <a:lnTo>
                      <a:pt x="95000" y="230850"/>
                    </a:lnTo>
                    <a:close/>
                    <a:moveTo>
                      <a:pt x="97500" y="232500"/>
                    </a:moveTo>
                    <a:lnTo>
                      <a:pt x="98200" y="232500"/>
                    </a:lnTo>
                    <a:lnTo>
                      <a:pt x="98200" y="233200"/>
                    </a:lnTo>
                    <a:lnTo>
                      <a:pt x="97500" y="233200"/>
                    </a:lnTo>
                    <a:close/>
                    <a:moveTo>
                      <a:pt x="100000" y="230000"/>
                    </a:moveTo>
                    <a:lnTo>
                      <a:pt x="100850" y="230000"/>
                    </a:lnTo>
                    <a:lnTo>
                      <a:pt x="100850" y="230850"/>
                    </a:lnTo>
                    <a:lnTo>
                      <a:pt x="100000" y="230850"/>
                    </a:lnTo>
                    <a:close/>
                    <a:moveTo>
                      <a:pt x="102500" y="232500"/>
                    </a:moveTo>
                    <a:lnTo>
                      <a:pt x="103200" y="232500"/>
                    </a:lnTo>
                    <a:lnTo>
                      <a:pt x="103200" y="233200"/>
                    </a:lnTo>
                    <a:lnTo>
                      <a:pt x="102500" y="233200"/>
                    </a:lnTo>
                    <a:close/>
                    <a:moveTo>
                      <a:pt x="105000" y="230000"/>
                    </a:moveTo>
                    <a:lnTo>
                      <a:pt x="105850" y="230000"/>
                    </a:lnTo>
                    <a:lnTo>
                      <a:pt x="105850" y="230850"/>
                    </a:lnTo>
                    <a:lnTo>
                      <a:pt x="105000" y="230850"/>
                    </a:lnTo>
                    <a:close/>
                    <a:moveTo>
                      <a:pt x="107500" y="232500"/>
                    </a:moveTo>
                    <a:lnTo>
                      <a:pt x="108200" y="232500"/>
                    </a:lnTo>
                    <a:lnTo>
                      <a:pt x="108200" y="233200"/>
                    </a:lnTo>
                    <a:lnTo>
                      <a:pt x="107500" y="233200"/>
                    </a:lnTo>
                    <a:close/>
                    <a:moveTo>
                      <a:pt x="110000" y="230000"/>
                    </a:moveTo>
                    <a:lnTo>
                      <a:pt x="110850" y="230000"/>
                    </a:lnTo>
                    <a:lnTo>
                      <a:pt x="110850" y="230850"/>
                    </a:lnTo>
                    <a:lnTo>
                      <a:pt x="110000" y="230850"/>
                    </a:lnTo>
                    <a:close/>
                    <a:moveTo>
                      <a:pt x="112500" y="232500"/>
                    </a:moveTo>
                    <a:lnTo>
                      <a:pt x="113200" y="232500"/>
                    </a:lnTo>
                    <a:lnTo>
                      <a:pt x="113200" y="233200"/>
                    </a:lnTo>
                    <a:lnTo>
                      <a:pt x="112500" y="233200"/>
                    </a:lnTo>
                    <a:close/>
                    <a:moveTo>
                      <a:pt x="115000" y="230000"/>
                    </a:moveTo>
                    <a:lnTo>
                      <a:pt x="115850" y="230000"/>
                    </a:lnTo>
                    <a:lnTo>
                      <a:pt x="115850" y="230850"/>
                    </a:lnTo>
                    <a:lnTo>
                      <a:pt x="115000" y="230850"/>
                    </a:lnTo>
                    <a:close/>
                    <a:moveTo>
                      <a:pt x="117500" y="232500"/>
                    </a:moveTo>
                    <a:lnTo>
                      <a:pt x="118200" y="232500"/>
                    </a:lnTo>
                    <a:lnTo>
                      <a:pt x="118200" y="233200"/>
                    </a:lnTo>
                    <a:lnTo>
                      <a:pt x="117500" y="233200"/>
                    </a:lnTo>
                    <a:close/>
                    <a:moveTo>
                      <a:pt x="120000" y="230000"/>
                    </a:moveTo>
                    <a:lnTo>
                      <a:pt x="120850" y="230000"/>
                    </a:lnTo>
                    <a:lnTo>
                      <a:pt x="120850" y="230850"/>
                    </a:lnTo>
                    <a:lnTo>
                      <a:pt x="120000" y="230850"/>
                    </a:lnTo>
                    <a:close/>
                    <a:moveTo>
                      <a:pt x="122500" y="232500"/>
                    </a:moveTo>
                    <a:lnTo>
                      <a:pt x="123200" y="232500"/>
                    </a:lnTo>
                    <a:lnTo>
                      <a:pt x="123200" y="233200"/>
                    </a:lnTo>
                    <a:lnTo>
                      <a:pt x="122500" y="233200"/>
                    </a:lnTo>
                    <a:close/>
                    <a:moveTo>
                      <a:pt x="125000" y="230000"/>
                    </a:moveTo>
                    <a:lnTo>
                      <a:pt x="125850" y="230000"/>
                    </a:lnTo>
                    <a:lnTo>
                      <a:pt x="125850" y="230850"/>
                    </a:lnTo>
                    <a:lnTo>
                      <a:pt x="125000" y="230850"/>
                    </a:lnTo>
                    <a:close/>
                    <a:moveTo>
                      <a:pt x="127500" y="232500"/>
                    </a:moveTo>
                    <a:lnTo>
                      <a:pt x="128200" y="232500"/>
                    </a:lnTo>
                    <a:lnTo>
                      <a:pt x="128200" y="233200"/>
                    </a:lnTo>
                    <a:lnTo>
                      <a:pt x="127500" y="233200"/>
                    </a:lnTo>
                    <a:close/>
                    <a:moveTo>
                      <a:pt x="130000" y="230000"/>
                    </a:moveTo>
                    <a:lnTo>
                      <a:pt x="130850" y="230000"/>
                    </a:lnTo>
                    <a:lnTo>
                      <a:pt x="130850" y="230850"/>
                    </a:lnTo>
                    <a:lnTo>
                      <a:pt x="130000" y="230850"/>
                    </a:lnTo>
                    <a:close/>
                    <a:moveTo>
                      <a:pt x="132500" y="232500"/>
                    </a:moveTo>
                    <a:lnTo>
                      <a:pt x="133200" y="232500"/>
                    </a:lnTo>
                    <a:lnTo>
                      <a:pt x="133200" y="233200"/>
                    </a:lnTo>
                    <a:lnTo>
                      <a:pt x="132500" y="233200"/>
                    </a:lnTo>
                    <a:close/>
                    <a:moveTo>
                      <a:pt x="135000" y="230000"/>
                    </a:moveTo>
                    <a:lnTo>
                      <a:pt x="135850" y="230000"/>
                    </a:lnTo>
                    <a:lnTo>
                      <a:pt x="135850" y="230850"/>
                    </a:lnTo>
                    <a:lnTo>
                      <a:pt x="135000" y="230850"/>
                    </a:lnTo>
                    <a:close/>
                    <a:moveTo>
                      <a:pt x="137500" y="232500"/>
                    </a:moveTo>
                    <a:lnTo>
                      <a:pt x="138200" y="232500"/>
                    </a:lnTo>
                    <a:lnTo>
                      <a:pt x="138200" y="233200"/>
                    </a:lnTo>
                    <a:lnTo>
                      <a:pt x="137500" y="233200"/>
                    </a:lnTo>
                    <a:close/>
                    <a:moveTo>
                      <a:pt x="140000" y="230000"/>
                    </a:moveTo>
                    <a:lnTo>
                      <a:pt x="140850" y="230000"/>
                    </a:lnTo>
                    <a:lnTo>
                      <a:pt x="140850" y="230850"/>
                    </a:lnTo>
                    <a:lnTo>
                      <a:pt x="140000" y="230850"/>
                    </a:lnTo>
                    <a:close/>
                    <a:moveTo>
                      <a:pt x="142500" y="232500"/>
                    </a:moveTo>
                    <a:lnTo>
                      <a:pt x="143200" y="232500"/>
                    </a:lnTo>
                    <a:lnTo>
                      <a:pt x="143200" y="233200"/>
                    </a:lnTo>
                    <a:lnTo>
                      <a:pt x="142500" y="233200"/>
                    </a:lnTo>
                    <a:close/>
                    <a:moveTo>
                      <a:pt x="145000" y="230000"/>
                    </a:moveTo>
                    <a:lnTo>
                      <a:pt x="145850" y="230000"/>
                    </a:lnTo>
                    <a:lnTo>
                      <a:pt x="145850" y="230850"/>
                    </a:lnTo>
                    <a:lnTo>
                      <a:pt x="145000" y="230850"/>
                    </a:lnTo>
                    <a:close/>
                    <a:moveTo>
                      <a:pt x="147500" y="232500"/>
                    </a:moveTo>
                    <a:lnTo>
                      <a:pt x="148200" y="232500"/>
                    </a:lnTo>
                    <a:lnTo>
                      <a:pt x="148200" y="233200"/>
                    </a:lnTo>
                    <a:lnTo>
                      <a:pt x="147500" y="233200"/>
                    </a:lnTo>
                    <a:close/>
                    <a:moveTo>
                      <a:pt x="150000" y="230000"/>
                    </a:moveTo>
                    <a:lnTo>
                      <a:pt x="150850" y="230000"/>
                    </a:lnTo>
                    <a:lnTo>
                      <a:pt x="150850" y="230850"/>
                    </a:lnTo>
                    <a:lnTo>
                      <a:pt x="150000" y="230850"/>
                    </a:lnTo>
                    <a:close/>
                    <a:moveTo>
                      <a:pt x="152500" y="232500"/>
                    </a:moveTo>
                    <a:lnTo>
                      <a:pt x="153200" y="232500"/>
                    </a:lnTo>
                    <a:lnTo>
                      <a:pt x="153200" y="233200"/>
                    </a:lnTo>
                    <a:lnTo>
                      <a:pt x="152500" y="233200"/>
                    </a:lnTo>
                    <a:close/>
                    <a:moveTo>
                      <a:pt x="155000" y="230000"/>
                    </a:moveTo>
                    <a:lnTo>
                      <a:pt x="155850" y="230000"/>
                    </a:lnTo>
                    <a:lnTo>
                      <a:pt x="155850" y="230850"/>
                    </a:lnTo>
                    <a:lnTo>
                      <a:pt x="155000" y="230850"/>
                    </a:lnTo>
                    <a:close/>
                    <a:moveTo>
                      <a:pt x="157500" y="232500"/>
                    </a:moveTo>
                    <a:lnTo>
                      <a:pt x="158200" y="232500"/>
                    </a:lnTo>
                    <a:lnTo>
                      <a:pt x="158200" y="233200"/>
                    </a:lnTo>
                    <a:lnTo>
                      <a:pt x="157500" y="233200"/>
                    </a:lnTo>
                    <a:close/>
                    <a:moveTo>
                      <a:pt x="160000" y="230000"/>
                    </a:moveTo>
                    <a:lnTo>
                      <a:pt x="160850" y="230000"/>
                    </a:lnTo>
                    <a:lnTo>
                      <a:pt x="160850" y="230850"/>
                    </a:lnTo>
                    <a:lnTo>
                      <a:pt x="160000" y="230850"/>
                    </a:lnTo>
                    <a:close/>
                    <a:moveTo>
                      <a:pt x="162500" y="232500"/>
                    </a:moveTo>
                    <a:lnTo>
                      <a:pt x="163200" y="232500"/>
                    </a:lnTo>
                    <a:lnTo>
                      <a:pt x="163200" y="233200"/>
                    </a:lnTo>
                    <a:lnTo>
                      <a:pt x="162500" y="233200"/>
                    </a:lnTo>
                    <a:close/>
                    <a:moveTo>
                      <a:pt x="165000" y="230000"/>
                    </a:moveTo>
                    <a:lnTo>
                      <a:pt x="165850" y="230000"/>
                    </a:lnTo>
                    <a:lnTo>
                      <a:pt x="165850" y="230850"/>
                    </a:lnTo>
                    <a:lnTo>
                      <a:pt x="165000" y="230850"/>
                    </a:lnTo>
                    <a:close/>
                    <a:moveTo>
                      <a:pt x="167500" y="232500"/>
                    </a:moveTo>
                    <a:lnTo>
                      <a:pt x="168200" y="232500"/>
                    </a:lnTo>
                    <a:lnTo>
                      <a:pt x="168200" y="233200"/>
                    </a:lnTo>
                    <a:lnTo>
                      <a:pt x="167500" y="233200"/>
                    </a:lnTo>
                    <a:close/>
                    <a:moveTo>
                      <a:pt x="170000" y="230000"/>
                    </a:moveTo>
                    <a:lnTo>
                      <a:pt x="170850" y="230000"/>
                    </a:lnTo>
                    <a:lnTo>
                      <a:pt x="170850" y="230850"/>
                    </a:lnTo>
                    <a:lnTo>
                      <a:pt x="170000" y="230850"/>
                    </a:lnTo>
                    <a:close/>
                    <a:moveTo>
                      <a:pt x="172500" y="232500"/>
                    </a:moveTo>
                    <a:lnTo>
                      <a:pt x="173200" y="232500"/>
                    </a:lnTo>
                    <a:lnTo>
                      <a:pt x="173200" y="233200"/>
                    </a:lnTo>
                    <a:lnTo>
                      <a:pt x="172500" y="233200"/>
                    </a:lnTo>
                    <a:close/>
                    <a:moveTo>
                      <a:pt x="175000" y="230000"/>
                    </a:moveTo>
                    <a:lnTo>
                      <a:pt x="175850" y="230000"/>
                    </a:lnTo>
                    <a:lnTo>
                      <a:pt x="175850" y="230850"/>
                    </a:lnTo>
                    <a:lnTo>
                      <a:pt x="175000" y="230850"/>
                    </a:lnTo>
                    <a:close/>
                    <a:moveTo>
                      <a:pt x="177500" y="232500"/>
                    </a:moveTo>
                    <a:lnTo>
                      <a:pt x="178200" y="232500"/>
                    </a:lnTo>
                    <a:lnTo>
                      <a:pt x="178200" y="233200"/>
                    </a:lnTo>
                    <a:lnTo>
                      <a:pt x="177500" y="233200"/>
                    </a:lnTo>
                    <a:close/>
                    <a:moveTo>
                      <a:pt x="180000" y="230000"/>
                    </a:moveTo>
                    <a:lnTo>
                      <a:pt x="180850" y="230000"/>
                    </a:lnTo>
                    <a:lnTo>
                      <a:pt x="180850" y="230850"/>
                    </a:lnTo>
                    <a:lnTo>
                      <a:pt x="180000" y="230850"/>
                    </a:lnTo>
                    <a:close/>
                    <a:moveTo>
                      <a:pt x="182500" y="232500"/>
                    </a:moveTo>
                    <a:lnTo>
                      <a:pt x="183200" y="232500"/>
                    </a:lnTo>
                    <a:lnTo>
                      <a:pt x="183200" y="233200"/>
                    </a:lnTo>
                    <a:lnTo>
                      <a:pt x="182500" y="233200"/>
                    </a:lnTo>
                    <a:close/>
                    <a:moveTo>
                      <a:pt x="185000" y="230000"/>
                    </a:moveTo>
                    <a:lnTo>
                      <a:pt x="185850" y="230000"/>
                    </a:lnTo>
                    <a:lnTo>
                      <a:pt x="185850" y="230850"/>
                    </a:lnTo>
                    <a:lnTo>
                      <a:pt x="185000" y="230850"/>
                    </a:lnTo>
                    <a:close/>
                    <a:moveTo>
                      <a:pt x="187500" y="232500"/>
                    </a:moveTo>
                    <a:lnTo>
                      <a:pt x="188200" y="232500"/>
                    </a:lnTo>
                    <a:lnTo>
                      <a:pt x="188200" y="233200"/>
                    </a:lnTo>
                    <a:lnTo>
                      <a:pt x="187500" y="233200"/>
                    </a:lnTo>
                    <a:close/>
                    <a:moveTo>
                      <a:pt x="190000" y="230000"/>
                    </a:moveTo>
                    <a:lnTo>
                      <a:pt x="190850" y="230000"/>
                    </a:lnTo>
                    <a:lnTo>
                      <a:pt x="190850" y="230850"/>
                    </a:lnTo>
                    <a:lnTo>
                      <a:pt x="190000" y="230850"/>
                    </a:lnTo>
                    <a:close/>
                    <a:moveTo>
                      <a:pt x="192500" y="232500"/>
                    </a:moveTo>
                    <a:lnTo>
                      <a:pt x="193200" y="232500"/>
                    </a:lnTo>
                    <a:lnTo>
                      <a:pt x="193200" y="233200"/>
                    </a:lnTo>
                    <a:lnTo>
                      <a:pt x="192500" y="233200"/>
                    </a:lnTo>
                    <a:close/>
                    <a:moveTo>
                      <a:pt x="195000" y="230000"/>
                    </a:moveTo>
                    <a:lnTo>
                      <a:pt x="195850" y="230000"/>
                    </a:lnTo>
                    <a:lnTo>
                      <a:pt x="195850" y="230850"/>
                    </a:lnTo>
                    <a:lnTo>
                      <a:pt x="195000" y="230850"/>
                    </a:lnTo>
                    <a:close/>
                    <a:moveTo>
                      <a:pt x="197500" y="232500"/>
                    </a:moveTo>
                    <a:lnTo>
                      <a:pt x="198200" y="232500"/>
                    </a:lnTo>
                    <a:lnTo>
                      <a:pt x="198200" y="233200"/>
                    </a:lnTo>
                    <a:lnTo>
                      <a:pt x="197500" y="233200"/>
                    </a:lnTo>
                    <a:close/>
                    <a:moveTo>
                      <a:pt x="200000" y="230000"/>
                    </a:moveTo>
                    <a:lnTo>
                      <a:pt x="200850" y="230000"/>
                    </a:lnTo>
                    <a:lnTo>
                      <a:pt x="200850" y="230850"/>
                    </a:lnTo>
                    <a:lnTo>
                      <a:pt x="200000" y="230850"/>
                    </a:lnTo>
                    <a:close/>
                    <a:moveTo>
                      <a:pt x="202500" y="232500"/>
                    </a:moveTo>
                    <a:lnTo>
                      <a:pt x="203200" y="232500"/>
                    </a:lnTo>
                    <a:lnTo>
                      <a:pt x="203200" y="233200"/>
                    </a:lnTo>
                    <a:lnTo>
                      <a:pt x="202500" y="233200"/>
                    </a:lnTo>
                    <a:close/>
                    <a:moveTo>
                      <a:pt x="205000" y="230000"/>
                    </a:moveTo>
                    <a:lnTo>
                      <a:pt x="205850" y="230000"/>
                    </a:lnTo>
                    <a:lnTo>
                      <a:pt x="205850" y="230850"/>
                    </a:lnTo>
                    <a:lnTo>
                      <a:pt x="205000" y="230850"/>
                    </a:lnTo>
                    <a:close/>
                    <a:moveTo>
                      <a:pt x="207500" y="232500"/>
                    </a:moveTo>
                    <a:lnTo>
                      <a:pt x="208200" y="232500"/>
                    </a:lnTo>
                    <a:lnTo>
                      <a:pt x="208200" y="233200"/>
                    </a:lnTo>
                    <a:lnTo>
                      <a:pt x="207500" y="233200"/>
                    </a:lnTo>
                    <a:close/>
                    <a:moveTo>
                      <a:pt x="210000" y="230000"/>
                    </a:moveTo>
                    <a:lnTo>
                      <a:pt x="210850" y="230000"/>
                    </a:lnTo>
                    <a:lnTo>
                      <a:pt x="210850" y="230850"/>
                    </a:lnTo>
                    <a:lnTo>
                      <a:pt x="210000" y="230850"/>
                    </a:lnTo>
                    <a:close/>
                    <a:moveTo>
                      <a:pt x="212500" y="232500"/>
                    </a:moveTo>
                    <a:lnTo>
                      <a:pt x="213200" y="232500"/>
                    </a:lnTo>
                    <a:lnTo>
                      <a:pt x="213200" y="233200"/>
                    </a:lnTo>
                    <a:lnTo>
                      <a:pt x="212500" y="233200"/>
                    </a:lnTo>
                    <a:close/>
                    <a:moveTo>
                      <a:pt x="215000" y="230000"/>
                    </a:moveTo>
                    <a:lnTo>
                      <a:pt x="215850" y="230000"/>
                    </a:lnTo>
                    <a:lnTo>
                      <a:pt x="215850" y="230850"/>
                    </a:lnTo>
                    <a:lnTo>
                      <a:pt x="215000" y="230850"/>
                    </a:lnTo>
                    <a:close/>
                    <a:moveTo>
                      <a:pt x="217500" y="232500"/>
                    </a:moveTo>
                    <a:lnTo>
                      <a:pt x="218200" y="232500"/>
                    </a:lnTo>
                    <a:lnTo>
                      <a:pt x="218200" y="233200"/>
                    </a:lnTo>
                    <a:lnTo>
                      <a:pt x="217500" y="233200"/>
                    </a:lnTo>
                    <a:close/>
                    <a:moveTo>
                      <a:pt x="220000" y="230000"/>
                    </a:moveTo>
                    <a:lnTo>
                      <a:pt x="220850" y="230000"/>
                    </a:lnTo>
                    <a:lnTo>
                      <a:pt x="220850" y="230850"/>
                    </a:lnTo>
                    <a:lnTo>
                      <a:pt x="220000" y="230850"/>
                    </a:lnTo>
                    <a:close/>
                    <a:moveTo>
                      <a:pt x="222500" y="232500"/>
                    </a:moveTo>
                    <a:lnTo>
                      <a:pt x="223200" y="232500"/>
                    </a:lnTo>
                    <a:lnTo>
                      <a:pt x="223200" y="233200"/>
                    </a:lnTo>
                    <a:lnTo>
                      <a:pt x="222500" y="233200"/>
                    </a:lnTo>
                    <a:close/>
                    <a:moveTo>
                      <a:pt x="225000" y="230000"/>
                    </a:moveTo>
                    <a:lnTo>
                      <a:pt x="225850" y="230000"/>
                    </a:lnTo>
                    <a:lnTo>
                      <a:pt x="225850" y="230850"/>
                    </a:lnTo>
                    <a:lnTo>
                      <a:pt x="225000" y="230850"/>
                    </a:lnTo>
                    <a:close/>
                    <a:moveTo>
                      <a:pt x="227500" y="232500"/>
                    </a:moveTo>
                    <a:lnTo>
                      <a:pt x="228200" y="232500"/>
                    </a:lnTo>
                    <a:lnTo>
                      <a:pt x="228200" y="233200"/>
                    </a:lnTo>
                    <a:lnTo>
                      <a:pt x="227500" y="233200"/>
                    </a:lnTo>
                    <a:close/>
                    <a:moveTo>
                      <a:pt x="230000" y="230000"/>
                    </a:moveTo>
                    <a:lnTo>
                      <a:pt x="230850" y="230000"/>
                    </a:lnTo>
                    <a:lnTo>
                      <a:pt x="230850" y="230850"/>
                    </a:lnTo>
                    <a:lnTo>
                      <a:pt x="230000" y="230850"/>
                    </a:lnTo>
                    <a:close/>
                    <a:moveTo>
                      <a:pt x="232500" y="232500"/>
                    </a:moveTo>
                    <a:lnTo>
                      <a:pt x="233200" y="232500"/>
                    </a:lnTo>
                    <a:lnTo>
                      <a:pt x="233200" y="233200"/>
                    </a:lnTo>
                    <a:lnTo>
                      <a:pt x="232500" y="233200"/>
                    </a:lnTo>
                    <a:close/>
                    <a:moveTo>
                      <a:pt x="235000" y="230000"/>
                    </a:moveTo>
                    <a:lnTo>
                      <a:pt x="235850" y="230000"/>
                    </a:lnTo>
                    <a:lnTo>
                      <a:pt x="235850" y="230850"/>
                    </a:lnTo>
                    <a:lnTo>
                      <a:pt x="235000" y="230850"/>
                    </a:lnTo>
                    <a:close/>
                    <a:moveTo>
                      <a:pt x="237500" y="232500"/>
                    </a:moveTo>
                    <a:lnTo>
                      <a:pt x="238200" y="232500"/>
                    </a:lnTo>
                    <a:lnTo>
                      <a:pt x="238200" y="233200"/>
                    </a:lnTo>
                    <a:lnTo>
                      <a:pt x="237500" y="233200"/>
                    </a:lnTo>
                    <a:close/>
                    <a:moveTo>
                      <a:pt x="240000" y="230000"/>
                    </a:moveTo>
                    <a:lnTo>
                      <a:pt x="240850" y="230000"/>
                    </a:lnTo>
                    <a:lnTo>
                      <a:pt x="240850" y="230850"/>
                    </a:lnTo>
                    <a:lnTo>
                      <a:pt x="240000" y="230850"/>
                    </a:lnTo>
                    <a:close/>
                    <a:moveTo>
                      <a:pt x="242500" y="232500"/>
                    </a:moveTo>
                    <a:lnTo>
                      <a:pt x="243200" y="232500"/>
                    </a:lnTo>
                    <a:lnTo>
                      <a:pt x="243200" y="233200"/>
                    </a:lnTo>
                    <a:lnTo>
                      <a:pt x="242500" y="233200"/>
                    </a:lnTo>
                    <a:close/>
                    <a:moveTo>
                      <a:pt x="245000" y="230000"/>
                    </a:moveTo>
                    <a:lnTo>
                      <a:pt x="245850" y="230000"/>
                    </a:lnTo>
                    <a:lnTo>
                      <a:pt x="245850" y="230850"/>
                    </a:lnTo>
                    <a:lnTo>
                      <a:pt x="245000" y="230850"/>
                    </a:lnTo>
                    <a:close/>
                    <a:moveTo>
                      <a:pt x="247500" y="232500"/>
                    </a:moveTo>
                    <a:lnTo>
                      <a:pt x="248200" y="232500"/>
                    </a:lnTo>
                    <a:lnTo>
                      <a:pt x="248200" y="233200"/>
                    </a:lnTo>
                    <a:lnTo>
                      <a:pt x="247500" y="233200"/>
                    </a:lnTo>
                    <a:close/>
                    <a:moveTo>
                      <a:pt x="250000" y="230000"/>
                    </a:moveTo>
                    <a:lnTo>
                      <a:pt x="250850" y="230000"/>
                    </a:lnTo>
                    <a:lnTo>
                      <a:pt x="250850" y="230850"/>
                    </a:lnTo>
                    <a:lnTo>
                      <a:pt x="250000" y="230850"/>
                    </a:lnTo>
                    <a:close/>
                    <a:moveTo>
                      <a:pt x="252500" y="232500"/>
                    </a:moveTo>
                    <a:lnTo>
                      <a:pt x="253200" y="232500"/>
                    </a:lnTo>
                    <a:lnTo>
                      <a:pt x="253200" y="233200"/>
                    </a:lnTo>
                    <a:lnTo>
                      <a:pt x="252500" y="233200"/>
                    </a:lnTo>
                    <a:close/>
                    <a:moveTo>
                      <a:pt x="255000" y="230000"/>
                    </a:moveTo>
                    <a:lnTo>
                      <a:pt x="255850" y="230000"/>
                    </a:lnTo>
                    <a:lnTo>
                      <a:pt x="255850" y="230850"/>
                    </a:lnTo>
                    <a:lnTo>
                      <a:pt x="255000" y="230850"/>
                    </a:lnTo>
                    <a:close/>
                    <a:moveTo>
                      <a:pt x="257500" y="232500"/>
                    </a:moveTo>
                    <a:lnTo>
                      <a:pt x="258200" y="232500"/>
                    </a:lnTo>
                    <a:lnTo>
                      <a:pt x="258200" y="233200"/>
                    </a:lnTo>
                    <a:lnTo>
                      <a:pt x="257500" y="233200"/>
                    </a:lnTo>
                    <a:close/>
                    <a:moveTo>
                      <a:pt x="260000" y="230000"/>
                    </a:moveTo>
                    <a:lnTo>
                      <a:pt x="260850" y="230000"/>
                    </a:lnTo>
                    <a:lnTo>
                      <a:pt x="260850" y="230850"/>
                    </a:lnTo>
                    <a:lnTo>
                      <a:pt x="260000" y="230850"/>
                    </a:lnTo>
                    <a:close/>
                    <a:moveTo>
                      <a:pt x="262500" y="232500"/>
                    </a:moveTo>
                    <a:lnTo>
                      <a:pt x="263200" y="232500"/>
                    </a:lnTo>
                    <a:lnTo>
                      <a:pt x="263200" y="233200"/>
                    </a:lnTo>
                    <a:lnTo>
                      <a:pt x="262500" y="233200"/>
                    </a:lnTo>
                    <a:close/>
                    <a:moveTo>
                      <a:pt x="265000" y="230000"/>
                    </a:moveTo>
                    <a:lnTo>
                      <a:pt x="265850" y="230000"/>
                    </a:lnTo>
                    <a:lnTo>
                      <a:pt x="265850" y="230850"/>
                    </a:lnTo>
                    <a:lnTo>
                      <a:pt x="265000" y="230850"/>
                    </a:lnTo>
                    <a:close/>
                    <a:moveTo>
                      <a:pt x="267500" y="232500"/>
                    </a:moveTo>
                    <a:lnTo>
                      <a:pt x="268200" y="232500"/>
                    </a:lnTo>
                    <a:lnTo>
                      <a:pt x="268200" y="233200"/>
                    </a:lnTo>
                    <a:lnTo>
                      <a:pt x="267500" y="233200"/>
                    </a:lnTo>
                    <a:close/>
                    <a:moveTo>
                      <a:pt x="270000" y="230000"/>
                    </a:moveTo>
                    <a:lnTo>
                      <a:pt x="270850" y="230000"/>
                    </a:lnTo>
                    <a:lnTo>
                      <a:pt x="270850" y="230850"/>
                    </a:lnTo>
                    <a:lnTo>
                      <a:pt x="270000" y="230850"/>
                    </a:lnTo>
                    <a:close/>
                    <a:moveTo>
                      <a:pt x="272500" y="232500"/>
                    </a:moveTo>
                    <a:lnTo>
                      <a:pt x="273200" y="232500"/>
                    </a:lnTo>
                    <a:lnTo>
                      <a:pt x="273200" y="233200"/>
                    </a:lnTo>
                    <a:lnTo>
                      <a:pt x="272500" y="233200"/>
                    </a:lnTo>
                    <a:close/>
                    <a:moveTo>
                      <a:pt x="275000" y="230000"/>
                    </a:moveTo>
                    <a:lnTo>
                      <a:pt x="275850" y="230000"/>
                    </a:lnTo>
                    <a:lnTo>
                      <a:pt x="275850" y="230850"/>
                    </a:lnTo>
                    <a:lnTo>
                      <a:pt x="275000" y="230850"/>
                    </a:lnTo>
                    <a:close/>
                    <a:moveTo>
                      <a:pt x="277500" y="232500"/>
                    </a:moveTo>
                    <a:lnTo>
                      <a:pt x="278200" y="232500"/>
                    </a:lnTo>
                    <a:lnTo>
                      <a:pt x="278200" y="233200"/>
                    </a:lnTo>
                    <a:lnTo>
                      <a:pt x="277500" y="233200"/>
                    </a:lnTo>
                    <a:close/>
                    <a:moveTo>
                      <a:pt x="280000" y="230000"/>
                    </a:moveTo>
                    <a:lnTo>
                      <a:pt x="280850" y="230000"/>
                    </a:lnTo>
                    <a:lnTo>
                      <a:pt x="280850" y="230850"/>
                    </a:lnTo>
                    <a:lnTo>
                      <a:pt x="280000" y="230850"/>
                    </a:lnTo>
                    <a:close/>
                    <a:moveTo>
                      <a:pt x="282500" y="232500"/>
                    </a:moveTo>
                    <a:lnTo>
                      <a:pt x="283200" y="232500"/>
                    </a:lnTo>
                    <a:lnTo>
                      <a:pt x="283200" y="233200"/>
                    </a:lnTo>
                    <a:lnTo>
                      <a:pt x="282500" y="233200"/>
                    </a:lnTo>
                    <a:close/>
                    <a:moveTo>
                      <a:pt x="285000" y="230000"/>
                    </a:moveTo>
                    <a:lnTo>
                      <a:pt x="285850" y="230000"/>
                    </a:lnTo>
                    <a:lnTo>
                      <a:pt x="285850" y="230850"/>
                    </a:lnTo>
                    <a:lnTo>
                      <a:pt x="285000" y="230850"/>
                    </a:lnTo>
                    <a:close/>
                    <a:moveTo>
                      <a:pt x="287500" y="232500"/>
                    </a:moveTo>
                    <a:lnTo>
                      <a:pt x="288200" y="232500"/>
                    </a:lnTo>
                    <a:lnTo>
                      <a:pt x="288200" y="233200"/>
                    </a:lnTo>
                    <a:lnTo>
                      <a:pt x="287500" y="233200"/>
                    </a:lnTo>
                    <a:close/>
                    <a:moveTo>
                      <a:pt x="0" y="235000"/>
                    </a:moveTo>
                    <a:lnTo>
                      <a:pt x="850" y="235000"/>
                    </a:lnTo>
                    <a:lnTo>
                      <a:pt x="850" y="235850"/>
                    </a:lnTo>
                    <a:lnTo>
                      <a:pt x="0" y="235850"/>
                    </a:lnTo>
                    <a:close/>
                    <a:moveTo>
                      <a:pt x="2500" y="237500"/>
                    </a:moveTo>
                    <a:lnTo>
                      <a:pt x="3200" y="237500"/>
                    </a:lnTo>
                    <a:lnTo>
                      <a:pt x="3200" y="238200"/>
                    </a:lnTo>
                    <a:lnTo>
                      <a:pt x="2500" y="238200"/>
                    </a:lnTo>
                    <a:close/>
                    <a:moveTo>
                      <a:pt x="5000" y="235000"/>
                    </a:moveTo>
                    <a:lnTo>
                      <a:pt x="5850" y="235000"/>
                    </a:lnTo>
                    <a:lnTo>
                      <a:pt x="5850" y="235850"/>
                    </a:lnTo>
                    <a:lnTo>
                      <a:pt x="5000" y="235850"/>
                    </a:lnTo>
                    <a:close/>
                    <a:moveTo>
                      <a:pt x="7500" y="237500"/>
                    </a:moveTo>
                    <a:lnTo>
                      <a:pt x="8200" y="237500"/>
                    </a:lnTo>
                    <a:lnTo>
                      <a:pt x="8200" y="238200"/>
                    </a:lnTo>
                    <a:lnTo>
                      <a:pt x="7500" y="238200"/>
                    </a:lnTo>
                    <a:close/>
                    <a:moveTo>
                      <a:pt x="10000" y="235000"/>
                    </a:moveTo>
                    <a:lnTo>
                      <a:pt x="10850" y="235000"/>
                    </a:lnTo>
                    <a:lnTo>
                      <a:pt x="10850" y="235850"/>
                    </a:lnTo>
                    <a:lnTo>
                      <a:pt x="10000" y="235850"/>
                    </a:lnTo>
                    <a:close/>
                    <a:moveTo>
                      <a:pt x="12500" y="237500"/>
                    </a:moveTo>
                    <a:lnTo>
                      <a:pt x="13200" y="237500"/>
                    </a:lnTo>
                    <a:lnTo>
                      <a:pt x="13200" y="238200"/>
                    </a:lnTo>
                    <a:lnTo>
                      <a:pt x="12500" y="238200"/>
                    </a:lnTo>
                    <a:close/>
                    <a:moveTo>
                      <a:pt x="15000" y="235000"/>
                    </a:moveTo>
                    <a:lnTo>
                      <a:pt x="15850" y="235000"/>
                    </a:lnTo>
                    <a:lnTo>
                      <a:pt x="15850" y="235850"/>
                    </a:lnTo>
                    <a:lnTo>
                      <a:pt x="15000" y="235850"/>
                    </a:lnTo>
                    <a:close/>
                    <a:moveTo>
                      <a:pt x="17500" y="237500"/>
                    </a:moveTo>
                    <a:lnTo>
                      <a:pt x="18200" y="237500"/>
                    </a:lnTo>
                    <a:lnTo>
                      <a:pt x="18200" y="238200"/>
                    </a:lnTo>
                    <a:lnTo>
                      <a:pt x="17500" y="238200"/>
                    </a:lnTo>
                    <a:close/>
                    <a:moveTo>
                      <a:pt x="20000" y="235000"/>
                    </a:moveTo>
                    <a:lnTo>
                      <a:pt x="20850" y="235000"/>
                    </a:lnTo>
                    <a:lnTo>
                      <a:pt x="20850" y="235850"/>
                    </a:lnTo>
                    <a:lnTo>
                      <a:pt x="20000" y="235850"/>
                    </a:lnTo>
                    <a:close/>
                    <a:moveTo>
                      <a:pt x="22500" y="237500"/>
                    </a:moveTo>
                    <a:lnTo>
                      <a:pt x="23200" y="237500"/>
                    </a:lnTo>
                    <a:lnTo>
                      <a:pt x="23200" y="238200"/>
                    </a:lnTo>
                    <a:lnTo>
                      <a:pt x="22500" y="238200"/>
                    </a:lnTo>
                    <a:close/>
                    <a:moveTo>
                      <a:pt x="25000" y="235000"/>
                    </a:moveTo>
                    <a:lnTo>
                      <a:pt x="25850" y="235000"/>
                    </a:lnTo>
                    <a:lnTo>
                      <a:pt x="25850" y="235850"/>
                    </a:lnTo>
                    <a:lnTo>
                      <a:pt x="25000" y="235850"/>
                    </a:lnTo>
                    <a:close/>
                    <a:moveTo>
                      <a:pt x="27500" y="237500"/>
                    </a:moveTo>
                    <a:lnTo>
                      <a:pt x="28200" y="237500"/>
                    </a:lnTo>
                    <a:lnTo>
                      <a:pt x="28200" y="238200"/>
                    </a:lnTo>
                    <a:lnTo>
                      <a:pt x="27500" y="238200"/>
                    </a:lnTo>
                    <a:close/>
                    <a:moveTo>
                      <a:pt x="30000" y="235000"/>
                    </a:moveTo>
                    <a:lnTo>
                      <a:pt x="30850" y="235000"/>
                    </a:lnTo>
                    <a:lnTo>
                      <a:pt x="30850" y="235850"/>
                    </a:lnTo>
                    <a:lnTo>
                      <a:pt x="30000" y="235850"/>
                    </a:lnTo>
                    <a:close/>
                    <a:moveTo>
                      <a:pt x="32500" y="237500"/>
                    </a:moveTo>
                    <a:lnTo>
                      <a:pt x="33200" y="237500"/>
                    </a:lnTo>
                    <a:lnTo>
                      <a:pt x="33200" y="238200"/>
                    </a:lnTo>
                    <a:lnTo>
                      <a:pt x="32500" y="238200"/>
                    </a:lnTo>
                    <a:close/>
                    <a:moveTo>
                      <a:pt x="35000" y="235000"/>
                    </a:moveTo>
                    <a:lnTo>
                      <a:pt x="35850" y="235000"/>
                    </a:lnTo>
                    <a:lnTo>
                      <a:pt x="35850" y="235850"/>
                    </a:lnTo>
                    <a:lnTo>
                      <a:pt x="35000" y="235850"/>
                    </a:lnTo>
                    <a:close/>
                    <a:moveTo>
                      <a:pt x="37500" y="237500"/>
                    </a:moveTo>
                    <a:lnTo>
                      <a:pt x="38200" y="237500"/>
                    </a:lnTo>
                    <a:lnTo>
                      <a:pt x="38200" y="238200"/>
                    </a:lnTo>
                    <a:lnTo>
                      <a:pt x="37500" y="238200"/>
                    </a:lnTo>
                    <a:close/>
                    <a:moveTo>
                      <a:pt x="40000" y="235000"/>
                    </a:moveTo>
                    <a:lnTo>
                      <a:pt x="40850" y="235000"/>
                    </a:lnTo>
                    <a:lnTo>
                      <a:pt x="40850" y="235850"/>
                    </a:lnTo>
                    <a:lnTo>
                      <a:pt x="40000" y="235850"/>
                    </a:lnTo>
                    <a:close/>
                    <a:moveTo>
                      <a:pt x="42500" y="237500"/>
                    </a:moveTo>
                    <a:lnTo>
                      <a:pt x="43200" y="237500"/>
                    </a:lnTo>
                    <a:lnTo>
                      <a:pt x="43200" y="238200"/>
                    </a:lnTo>
                    <a:lnTo>
                      <a:pt x="42500" y="238200"/>
                    </a:lnTo>
                    <a:close/>
                    <a:moveTo>
                      <a:pt x="45000" y="235000"/>
                    </a:moveTo>
                    <a:lnTo>
                      <a:pt x="45850" y="235000"/>
                    </a:lnTo>
                    <a:lnTo>
                      <a:pt x="45850" y="235850"/>
                    </a:lnTo>
                    <a:lnTo>
                      <a:pt x="45000" y="235850"/>
                    </a:lnTo>
                    <a:close/>
                    <a:moveTo>
                      <a:pt x="47500" y="237500"/>
                    </a:moveTo>
                    <a:lnTo>
                      <a:pt x="48200" y="237500"/>
                    </a:lnTo>
                    <a:lnTo>
                      <a:pt x="48200" y="238200"/>
                    </a:lnTo>
                    <a:lnTo>
                      <a:pt x="47500" y="238200"/>
                    </a:lnTo>
                    <a:close/>
                    <a:moveTo>
                      <a:pt x="50000" y="235000"/>
                    </a:moveTo>
                    <a:lnTo>
                      <a:pt x="50850" y="235000"/>
                    </a:lnTo>
                    <a:lnTo>
                      <a:pt x="50850" y="235850"/>
                    </a:lnTo>
                    <a:lnTo>
                      <a:pt x="50000" y="235850"/>
                    </a:lnTo>
                    <a:close/>
                    <a:moveTo>
                      <a:pt x="52500" y="237500"/>
                    </a:moveTo>
                    <a:lnTo>
                      <a:pt x="53200" y="237500"/>
                    </a:lnTo>
                    <a:lnTo>
                      <a:pt x="53200" y="238200"/>
                    </a:lnTo>
                    <a:lnTo>
                      <a:pt x="52500" y="238200"/>
                    </a:lnTo>
                    <a:close/>
                    <a:moveTo>
                      <a:pt x="55000" y="235000"/>
                    </a:moveTo>
                    <a:lnTo>
                      <a:pt x="55850" y="235000"/>
                    </a:lnTo>
                    <a:lnTo>
                      <a:pt x="55850" y="235850"/>
                    </a:lnTo>
                    <a:lnTo>
                      <a:pt x="55000" y="235850"/>
                    </a:lnTo>
                    <a:close/>
                    <a:moveTo>
                      <a:pt x="57500" y="237500"/>
                    </a:moveTo>
                    <a:lnTo>
                      <a:pt x="58200" y="237500"/>
                    </a:lnTo>
                    <a:lnTo>
                      <a:pt x="58200" y="238200"/>
                    </a:lnTo>
                    <a:lnTo>
                      <a:pt x="57500" y="238200"/>
                    </a:lnTo>
                    <a:close/>
                    <a:moveTo>
                      <a:pt x="60000" y="235000"/>
                    </a:moveTo>
                    <a:lnTo>
                      <a:pt x="60850" y="235000"/>
                    </a:lnTo>
                    <a:lnTo>
                      <a:pt x="60850" y="235850"/>
                    </a:lnTo>
                    <a:lnTo>
                      <a:pt x="60000" y="235850"/>
                    </a:lnTo>
                    <a:close/>
                    <a:moveTo>
                      <a:pt x="62500" y="237500"/>
                    </a:moveTo>
                    <a:lnTo>
                      <a:pt x="63200" y="237500"/>
                    </a:lnTo>
                    <a:lnTo>
                      <a:pt x="63200" y="238200"/>
                    </a:lnTo>
                    <a:lnTo>
                      <a:pt x="62500" y="238200"/>
                    </a:lnTo>
                    <a:close/>
                    <a:moveTo>
                      <a:pt x="65000" y="235000"/>
                    </a:moveTo>
                    <a:lnTo>
                      <a:pt x="65850" y="235000"/>
                    </a:lnTo>
                    <a:lnTo>
                      <a:pt x="65850" y="235850"/>
                    </a:lnTo>
                    <a:lnTo>
                      <a:pt x="65000" y="235850"/>
                    </a:lnTo>
                    <a:close/>
                    <a:moveTo>
                      <a:pt x="67500" y="237500"/>
                    </a:moveTo>
                    <a:lnTo>
                      <a:pt x="68200" y="237500"/>
                    </a:lnTo>
                    <a:lnTo>
                      <a:pt x="68200" y="238200"/>
                    </a:lnTo>
                    <a:lnTo>
                      <a:pt x="67500" y="238200"/>
                    </a:lnTo>
                    <a:close/>
                    <a:moveTo>
                      <a:pt x="70000" y="235000"/>
                    </a:moveTo>
                    <a:lnTo>
                      <a:pt x="70850" y="235000"/>
                    </a:lnTo>
                    <a:lnTo>
                      <a:pt x="70850" y="235850"/>
                    </a:lnTo>
                    <a:lnTo>
                      <a:pt x="70000" y="235850"/>
                    </a:lnTo>
                    <a:close/>
                    <a:moveTo>
                      <a:pt x="72500" y="237500"/>
                    </a:moveTo>
                    <a:lnTo>
                      <a:pt x="73200" y="237500"/>
                    </a:lnTo>
                    <a:lnTo>
                      <a:pt x="73200" y="238200"/>
                    </a:lnTo>
                    <a:lnTo>
                      <a:pt x="72500" y="238200"/>
                    </a:lnTo>
                    <a:close/>
                    <a:moveTo>
                      <a:pt x="75000" y="235000"/>
                    </a:moveTo>
                    <a:lnTo>
                      <a:pt x="75850" y="235000"/>
                    </a:lnTo>
                    <a:lnTo>
                      <a:pt x="75850" y="235850"/>
                    </a:lnTo>
                    <a:lnTo>
                      <a:pt x="75000" y="235850"/>
                    </a:lnTo>
                    <a:close/>
                    <a:moveTo>
                      <a:pt x="77500" y="237500"/>
                    </a:moveTo>
                    <a:lnTo>
                      <a:pt x="78200" y="237500"/>
                    </a:lnTo>
                    <a:lnTo>
                      <a:pt x="78200" y="238200"/>
                    </a:lnTo>
                    <a:lnTo>
                      <a:pt x="77500" y="238200"/>
                    </a:lnTo>
                    <a:close/>
                    <a:moveTo>
                      <a:pt x="80000" y="235000"/>
                    </a:moveTo>
                    <a:lnTo>
                      <a:pt x="80850" y="235000"/>
                    </a:lnTo>
                    <a:lnTo>
                      <a:pt x="80850" y="235850"/>
                    </a:lnTo>
                    <a:lnTo>
                      <a:pt x="80000" y="235850"/>
                    </a:lnTo>
                    <a:close/>
                    <a:moveTo>
                      <a:pt x="82500" y="237500"/>
                    </a:moveTo>
                    <a:lnTo>
                      <a:pt x="83200" y="237500"/>
                    </a:lnTo>
                    <a:lnTo>
                      <a:pt x="83200" y="238200"/>
                    </a:lnTo>
                    <a:lnTo>
                      <a:pt x="82500" y="238200"/>
                    </a:lnTo>
                    <a:close/>
                    <a:moveTo>
                      <a:pt x="85000" y="235000"/>
                    </a:moveTo>
                    <a:lnTo>
                      <a:pt x="85850" y="235000"/>
                    </a:lnTo>
                    <a:lnTo>
                      <a:pt x="85850" y="235850"/>
                    </a:lnTo>
                    <a:lnTo>
                      <a:pt x="85000" y="235850"/>
                    </a:lnTo>
                    <a:close/>
                    <a:moveTo>
                      <a:pt x="87500" y="237500"/>
                    </a:moveTo>
                    <a:lnTo>
                      <a:pt x="88200" y="237500"/>
                    </a:lnTo>
                    <a:lnTo>
                      <a:pt x="88200" y="238200"/>
                    </a:lnTo>
                    <a:lnTo>
                      <a:pt x="87500" y="238200"/>
                    </a:lnTo>
                    <a:close/>
                    <a:moveTo>
                      <a:pt x="90000" y="235000"/>
                    </a:moveTo>
                    <a:lnTo>
                      <a:pt x="90850" y="235000"/>
                    </a:lnTo>
                    <a:lnTo>
                      <a:pt x="90850" y="235850"/>
                    </a:lnTo>
                    <a:lnTo>
                      <a:pt x="90000" y="235850"/>
                    </a:lnTo>
                    <a:close/>
                    <a:moveTo>
                      <a:pt x="92500" y="237500"/>
                    </a:moveTo>
                    <a:lnTo>
                      <a:pt x="93200" y="237500"/>
                    </a:lnTo>
                    <a:lnTo>
                      <a:pt x="93200" y="238200"/>
                    </a:lnTo>
                    <a:lnTo>
                      <a:pt x="92500" y="238200"/>
                    </a:lnTo>
                    <a:close/>
                    <a:moveTo>
                      <a:pt x="95000" y="235000"/>
                    </a:moveTo>
                    <a:lnTo>
                      <a:pt x="95850" y="235000"/>
                    </a:lnTo>
                    <a:lnTo>
                      <a:pt x="95850" y="235850"/>
                    </a:lnTo>
                    <a:lnTo>
                      <a:pt x="95000" y="235850"/>
                    </a:lnTo>
                    <a:close/>
                    <a:moveTo>
                      <a:pt x="97500" y="237500"/>
                    </a:moveTo>
                    <a:lnTo>
                      <a:pt x="98200" y="237500"/>
                    </a:lnTo>
                    <a:lnTo>
                      <a:pt x="98200" y="238200"/>
                    </a:lnTo>
                    <a:lnTo>
                      <a:pt x="97500" y="238200"/>
                    </a:lnTo>
                    <a:close/>
                    <a:moveTo>
                      <a:pt x="100000" y="235000"/>
                    </a:moveTo>
                    <a:lnTo>
                      <a:pt x="100850" y="235000"/>
                    </a:lnTo>
                    <a:lnTo>
                      <a:pt x="100850" y="235850"/>
                    </a:lnTo>
                    <a:lnTo>
                      <a:pt x="100000" y="235850"/>
                    </a:lnTo>
                    <a:close/>
                    <a:moveTo>
                      <a:pt x="102500" y="237500"/>
                    </a:moveTo>
                    <a:lnTo>
                      <a:pt x="103200" y="237500"/>
                    </a:lnTo>
                    <a:lnTo>
                      <a:pt x="103200" y="238200"/>
                    </a:lnTo>
                    <a:lnTo>
                      <a:pt x="102500" y="238200"/>
                    </a:lnTo>
                    <a:close/>
                    <a:moveTo>
                      <a:pt x="105000" y="235000"/>
                    </a:moveTo>
                    <a:lnTo>
                      <a:pt x="105850" y="235000"/>
                    </a:lnTo>
                    <a:lnTo>
                      <a:pt x="105850" y="235850"/>
                    </a:lnTo>
                    <a:lnTo>
                      <a:pt x="105000" y="235850"/>
                    </a:lnTo>
                    <a:close/>
                    <a:moveTo>
                      <a:pt x="107500" y="237500"/>
                    </a:moveTo>
                    <a:lnTo>
                      <a:pt x="108200" y="237500"/>
                    </a:lnTo>
                    <a:lnTo>
                      <a:pt x="108200" y="238200"/>
                    </a:lnTo>
                    <a:lnTo>
                      <a:pt x="107500" y="238200"/>
                    </a:lnTo>
                    <a:close/>
                    <a:moveTo>
                      <a:pt x="110000" y="235000"/>
                    </a:moveTo>
                    <a:lnTo>
                      <a:pt x="110850" y="235000"/>
                    </a:lnTo>
                    <a:lnTo>
                      <a:pt x="110850" y="235850"/>
                    </a:lnTo>
                    <a:lnTo>
                      <a:pt x="110000" y="235850"/>
                    </a:lnTo>
                    <a:close/>
                    <a:moveTo>
                      <a:pt x="112500" y="237500"/>
                    </a:moveTo>
                    <a:lnTo>
                      <a:pt x="113200" y="237500"/>
                    </a:lnTo>
                    <a:lnTo>
                      <a:pt x="113200" y="238200"/>
                    </a:lnTo>
                    <a:lnTo>
                      <a:pt x="112500" y="238200"/>
                    </a:lnTo>
                    <a:close/>
                    <a:moveTo>
                      <a:pt x="115000" y="235000"/>
                    </a:moveTo>
                    <a:lnTo>
                      <a:pt x="115850" y="235000"/>
                    </a:lnTo>
                    <a:lnTo>
                      <a:pt x="115850" y="235850"/>
                    </a:lnTo>
                    <a:lnTo>
                      <a:pt x="115000" y="235850"/>
                    </a:lnTo>
                    <a:close/>
                    <a:moveTo>
                      <a:pt x="117500" y="237500"/>
                    </a:moveTo>
                    <a:lnTo>
                      <a:pt x="118200" y="237500"/>
                    </a:lnTo>
                    <a:lnTo>
                      <a:pt x="118200" y="238200"/>
                    </a:lnTo>
                    <a:lnTo>
                      <a:pt x="117500" y="238200"/>
                    </a:lnTo>
                    <a:close/>
                    <a:moveTo>
                      <a:pt x="120000" y="235000"/>
                    </a:moveTo>
                    <a:lnTo>
                      <a:pt x="120850" y="235000"/>
                    </a:lnTo>
                    <a:lnTo>
                      <a:pt x="120850" y="235850"/>
                    </a:lnTo>
                    <a:lnTo>
                      <a:pt x="120000" y="235850"/>
                    </a:lnTo>
                    <a:close/>
                    <a:moveTo>
                      <a:pt x="122500" y="237500"/>
                    </a:moveTo>
                    <a:lnTo>
                      <a:pt x="123200" y="237500"/>
                    </a:lnTo>
                    <a:lnTo>
                      <a:pt x="123200" y="238200"/>
                    </a:lnTo>
                    <a:lnTo>
                      <a:pt x="122500" y="238200"/>
                    </a:lnTo>
                    <a:close/>
                    <a:moveTo>
                      <a:pt x="125000" y="235000"/>
                    </a:moveTo>
                    <a:lnTo>
                      <a:pt x="125850" y="235000"/>
                    </a:lnTo>
                    <a:lnTo>
                      <a:pt x="125850" y="235850"/>
                    </a:lnTo>
                    <a:lnTo>
                      <a:pt x="125000" y="235850"/>
                    </a:lnTo>
                    <a:close/>
                    <a:moveTo>
                      <a:pt x="127500" y="237500"/>
                    </a:moveTo>
                    <a:lnTo>
                      <a:pt x="128200" y="237500"/>
                    </a:lnTo>
                    <a:lnTo>
                      <a:pt x="128200" y="238200"/>
                    </a:lnTo>
                    <a:lnTo>
                      <a:pt x="127500" y="238200"/>
                    </a:lnTo>
                    <a:close/>
                    <a:moveTo>
                      <a:pt x="130000" y="235000"/>
                    </a:moveTo>
                    <a:lnTo>
                      <a:pt x="130850" y="235000"/>
                    </a:lnTo>
                    <a:lnTo>
                      <a:pt x="130850" y="235850"/>
                    </a:lnTo>
                    <a:lnTo>
                      <a:pt x="130000" y="235850"/>
                    </a:lnTo>
                    <a:close/>
                    <a:moveTo>
                      <a:pt x="132500" y="237500"/>
                    </a:moveTo>
                    <a:lnTo>
                      <a:pt x="133200" y="237500"/>
                    </a:lnTo>
                    <a:lnTo>
                      <a:pt x="133200" y="238200"/>
                    </a:lnTo>
                    <a:lnTo>
                      <a:pt x="132500" y="238200"/>
                    </a:lnTo>
                    <a:close/>
                    <a:moveTo>
                      <a:pt x="135000" y="235000"/>
                    </a:moveTo>
                    <a:lnTo>
                      <a:pt x="135850" y="235000"/>
                    </a:lnTo>
                    <a:lnTo>
                      <a:pt x="135850" y="235850"/>
                    </a:lnTo>
                    <a:lnTo>
                      <a:pt x="135000" y="235850"/>
                    </a:lnTo>
                    <a:close/>
                    <a:moveTo>
                      <a:pt x="137500" y="237500"/>
                    </a:moveTo>
                    <a:lnTo>
                      <a:pt x="138200" y="237500"/>
                    </a:lnTo>
                    <a:lnTo>
                      <a:pt x="138200" y="238200"/>
                    </a:lnTo>
                    <a:lnTo>
                      <a:pt x="137500" y="238200"/>
                    </a:lnTo>
                    <a:close/>
                    <a:moveTo>
                      <a:pt x="140000" y="235000"/>
                    </a:moveTo>
                    <a:lnTo>
                      <a:pt x="140850" y="235000"/>
                    </a:lnTo>
                    <a:lnTo>
                      <a:pt x="140850" y="235850"/>
                    </a:lnTo>
                    <a:lnTo>
                      <a:pt x="140000" y="235850"/>
                    </a:lnTo>
                    <a:close/>
                    <a:moveTo>
                      <a:pt x="142500" y="237500"/>
                    </a:moveTo>
                    <a:lnTo>
                      <a:pt x="143200" y="237500"/>
                    </a:lnTo>
                    <a:lnTo>
                      <a:pt x="143200" y="238200"/>
                    </a:lnTo>
                    <a:lnTo>
                      <a:pt x="142500" y="238200"/>
                    </a:lnTo>
                    <a:close/>
                    <a:moveTo>
                      <a:pt x="145000" y="235000"/>
                    </a:moveTo>
                    <a:lnTo>
                      <a:pt x="145850" y="235000"/>
                    </a:lnTo>
                    <a:lnTo>
                      <a:pt x="145850" y="235850"/>
                    </a:lnTo>
                    <a:lnTo>
                      <a:pt x="145000" y="235850"/>
                    </a:lnTo>
                    <a:close/>
                    <a:moveTo>
                      <a:pt x="147500" y="237500"/>
                    </a:moveTo>
                    <a:lnTo>
                      <a:pt x="148200" y="237500"/>
                    </a:lnTo>
                    <a:lnTo>
                      <a:pt x="148200" y="238200"/>
                    </a:lnTo>
                    <a:lnTo>
                      <a:pt x="147500" y="238200"/>
                    </a:lnTo>
                    <a:close/>
                    <a:moveTo>
                      <a:pt x="150000" y="235000"/>
                    </a:moveTo>
                    <a:lnTo>
                      <a:pt x="150850" y="235000"/>
                    </a:lnTo>
                    <a:lnTo>
                      <a:pt x="150850" y="235850"/>
                    </a:lnTo>
                    <a:lnTo>
                      <a:pt x="150000" y="235850"/>
                    </a:lnTo>
                    <a:close/>
                    <a:moveTo>
                      <a:pt x="152500" y="237500"/>
                    </a:moveTo>
                    <a:lnTo>
                      <a:pt x="153200" y="237500"/>
                    </a:lnTo>
                    <a:lnTo>
                      <a:pt x="153200" y="238200"/>
                    </a:lnTo>
                    <a:lnTo>
                      <a:pt x="152500" y="238200"/>
                    </a:lnTo>
                    <a:close/>
                    <a:moveTo>
                      <a:pt x="155000" y="235000"/>
                    </a:moveTo>
                    <a:lnTo>
                      <a:pt x="155850" y="235000"/>
                    </a:lnTo>
                    <a:lnTo>
                      <a:pt x="155850" y="235850"/>
                    </a:lnTo>
                    <a:lnTo>
                      <a:pt x="155000" y="235850"/>
                    </a:lnTo>
                    <a:close/>
                    <a:moveTo>
                      <a:pt x="157500" y="237500"/>
                    </a:moveTo>
                    <a:lnTo>
                      <a:pt x="158200" y="237500"/>
                    </a:lnTo>
                    <a:lnTo>
                      <a:pt x="158200" y="238200"/>
                    </a:lnTo>
                    <a:lnTo>
                      <a:pt x="157500" y="238200"/>
                    </a:lnTo>
                    <a:close/>
                    <a:moveTo>
                      <a:pt x="160000" y="235000"/>
                    </a:moveTo>
                    <a:lnTo>
                      <a:pt x="160850" y="235000"/>
                    </a:lnTo>
                    <a:lnTo>
                      <a:pt x="160850" y="235850"/>
                    </a:lnTo>
                    <a:lnTo>
                      <a:pt x="160000" y="235850"/>
                    </a:lnTo>
                    <a:close/>
                    <a:moveTo>
                      <a:pt x="162500" y="237500"/>
                    </a:moveTo>
                    <a:lnTo>
                      <a:pt x="163200" y="237500"/>
                    </a:lnTo>
                    <a:lnTo>
                      <a:pt x="163200" y="238200"/>
                    </a:lnTo>
                    <a:lnTo>
                      <a:pt x="162500" y="238200"/>
                    </a:lnTo>
                    <a:close/>
                    <a:moveTo>
                      <a:pt x="165000" y="235000"/>
                    </a:moveTo>
                    <a:lnTo>
                      <a:pt x="165850" y="235000"/>
                    </a:lnTo>
                    <a:lnTo>
                      <a:pt x="165850" y="235850"/>
                    </a:lnTo>
                    <a:lnTo>
                      <a:pt x="165000" y="235850"/>
                    </a:lnTo>
                    <a:close/>
                    <a:moveTo>
                      <a:pt x="167500" y="237500"/>
                    </a:moveTo>
                    <a:lnTo>
                      <a:pt x="168200" y="237500"/>
                    </a:lnTo>
                    <a:lnTo>
                      <a:pt x="168200" y="238200"/>
                    </a:lnTo>
                    <a:lnTo>
                      <a:pt x="167500" y="238200"/>
                    </a:lnTo>
                    <a:close/>
                    <a:moveTo>
                      <a:pt x="170000" y="235000"/>
                    </a:moveTo>
                    <a:lnTo>
                      <a:pt x="170850" y="235000"/>
                    </a:lnTo>
                    <a:lnTo>
                      <a:pt x="170850" y="235850"/>
                    </a:lnTo>
                    <a:lnTo>
                      <a:pt x="170000" y="235850"/>
                    </a:lnTo>
                    <a:close/>
                    <a:moveTo>
                      <a:pt x="172500" y="237500"/>
                    </a:moveTo>
                    <a:lnTo>
                      <a:pt x="173200" y="237500"/>
                    </a:lnTo>
                    <a:lnTo>
                      <a:pt x="173200" y="238200"/>
                    </a:lnTo>
                    <a:lnTo>
                      <a:pt x="172500" y="238200"/>
                    </a:lnTo>
                    <a:close/>
                    <a:moveTo>
                      <a:pt x="175000" y="235000"/>
                    </a:moveTo>
                    <a:lnTo>
                      <a:pt x="175850" y="235000"/>
                    </a:lnTo>
                    <a:lnTo>
                      <a:pt x="175850" y="235850"/>
                    </a:lnTo>
                    <a:lnTo>
                      <a:pt x="175000" y="235850"/>
                    </a:lnTo>
                    <a:close/>
                    <a:moveTo>
                      <a:pt x="177500" y="237500"/>
                    </a:moveTo>
                    <a:lnTo>
                      <a:pt x="178200" y="237500"/>
                    </a:lnTo>
                    <a:lnTo>
                      <a:pt x="178200" y="238200"/>
                    </a:lnTo>
                    <a:lnTo>
                      <a:pt x="177500" y="238200"/>
                    </a:lnTo>
                    <a:close/>
                    <a:moveTo>
                      <a:pt x="180000" y="235000"/>
                    </a:moveTo>
                    <a:lnTo>
                      <a:pt x="180850" y="235000"/>
                    </a:lnTo>
                    <a:lnTo>
                      <a:pt x="180850" y="235850"/>
                    </a:lnTo>
                    <a:lnTo>
                      <a:pt x="180000" y="235850"/>
                    </a:lnTo>
                    <a:close/>
                    <a:moveTo>
                      <a:pt x="182500" y="237500"/>
                    </a:moveTo>
                    <a:lnTo>
                      <a:pt x="183200" y="237500"/>
                    </a:lnTo>
                    <a:lnTo>
                      <a:pt x="183200" y="238200"/>
                    </a:lnTo>
                    <a:lnTo>
                      <a:pt x="182500" y="238200"/>
                    </a:lnTo>
                    <a:close/>
                    <a:moveTo>
                      <a:pt x="185000" y="235000"/>
                    </a:moveTo>
                    <a:lnTo>
                      <a:pt x="185850" y="235000"/>
                    </a:lnTo>
                    <a:lnTo>
                      <a:pt x="185850" y="235850"/>
                    </a:lnTo>
                    <a:lnTo>
                      <a:pt x="185000" y="235850"/>
                    </a:lnTo>
                    <a:close/>
                    <a:moveTo>
                      <a:pt x="187500" y="237500"/>
                    </a:moveTo>
                    <a:lnTo>
                      <a:pt x="188200" y="237500"/>
                    </a:lnTo>
                    <a:lnTo>
                      <a:pt x="188200" y="238200"/>
                    </a:lnTo>
                    <a:lnTo>
                      <a:pt x="187500" y="238200"/>
                    </a:lnTo>
                    <a:close/>
                    <a:moveTo>
                      <a:pt x="190000" y="235000"/>
                    </a:moveTo>
                    <a:lnTo>
                      <a:pt x="190850" y="235000"/>
                    </a:lnTo>
                    <a:lnTo>
                      <a:pt x="190850" y="235850"/>
                    </a:lnTo>
                    <a:lnTo>
                      <a:pt x="190000" y="235850"/>
                    </a:lnTo>
                    <a:close/>
                    <a:moveTo>
                      <a:pt x="192500" y="237500"/>
                    </a:moveTo>
                    <a:lnTo>
                      <a:pt x="193200" y="237500"/>
                    </a:lnTo>
                    <a:lnTo>
                      <a:pt x="193200" y="238200"/>
                    </a:lnTo>
                    <a:lnTo>
                      <a:pt x="192500" y="238200"/>
                    </a:lnTo>
                    <a:close/>
                    <a:moveTo>
                      <a:pt x="195000" y="235000"/>
                    </a:moveTo>
                    <a:lnTo>
                      <a:pt x="195850" y="235000"/>
                    </a:lnTo>
                    <a:lnTo>
                      <a:pt x="195850" y="235850"/>
                    </a:lnTo>
                    <a:lnTo>
                      <a:pt x="195000" y="235850"/>
                    </a:lnTo>
                    <a:close/>
                    <a:moveTo>
                      <a:pt x="197500" y="237500"/>
                    </a:moveTo>
                    <a:lnTo>
                      <a:pt x="198200" y="237500"/>
                    </a:lnTo>
                    <a:lnTo>
                      <a:pt x="198200" y="238200"/>
                    </a:lnTo>
                    <a:lnTo>
                      <a:pt x="197500" y="238200"/>
                    </a:lnTo>
                    <a:close/>
                    <a:moveTo>
                      <a:pt x="200000" y="235000"/>
                    </a:moveTo>
                    <a:lnTo>
                      <a:pt x="200850" y="235000"/>
                    </a:lnTo>
                    <a:lnTo>
                      <a:pt x="200850" y="235850"/>
                    </a:lnTo>
                    <a:lnTo>
                      <a:pt x="200000" y="235850"/>
                    </a:lnTo>
                    <a:close/>
                    <a:moveTo>
                      <a:pt x="202500" y="237500"/>
                    </a:moveTo>
                    <a:lnTo>
                      <a:pt x="203200" y="237500"/>
                    </a:lnTo>
                    <a:lnTo>
                      <a:pt x="203200" y="238200"/>
                    </a:lnTo>
                    <a:lnTo>
                      <a:pt x="202500" y="238200"/>
                    </a:lnTo>
                    <a:close/>
                    <a:moveTo>
                      <a:pt x="205000" y="235000"/>
                    </a:moveTo>
                    <a:lnTo>
                      <a:pt x="205850" y="235000"/>
                    </a:lnTo>
                    <a:lnTo>
                      <a:pt x="205850" y="235850"/>
                    </a:lnTo>
                    <a:lnTo>
                      <a:pt x="205000" y="235850"/>
                    </a:lnTo>
                    <a:close/>
                    <a:moveTo>
                      <a:pt x="207500" y="237500"/>
                    </a:moveTo>
                    <a:lnTo>
                      <a:pt x="208200" y="237500"/>
                    </a:lnTo>
                    <a:lnTo>
                      <a:pt x="208200" y="238200"/>
                    </a:lnTo>
                    <a:lnTo>
                      <a:pt x="207500" y="238200"/>
                    </a:lnTo>
                    <a:close/>
                    <a:moveTo>
                      <a:pt x="210000" y="235000"/>
                    </a:moveTo>
                    <a:lnTo>
                      <a:pt x="210850" y="235000"/>
                    </a:lnTo>
                    <a:lnTo>
                      <a:pt x="210850" y="235850"/>
                    </a:lnTo>
                    <a:lnTo>
                      <a:pt x="210000" y="235850"/>
                    </a:lnTo>
                    <a:close/>
                    <a:moveTo>
                      <a:pt x="212500" y="237500"/>
                    </a:moveTo>
                    <a:lnTo>
                      <a:pt x="213200" y="237500"/>
                    </a:lnTo>
                    <a:lnTo>
                      <a:pt x="213200" y="238200"/>
                    </a:lnTo>
                    <a:lnTo>
                      <a:pt x="212500" y="238200"/>
                    </a:lnTo>
                    <a:close/>
                    <a:moveTo>
                      <a:pt x="215000" y="235000"/>
                    </a:moveTo>
                    <a:lnTo>
                      <a:pt x="215850" y="235000"/>
                    </a:lnTo>
                    <a:lnTo>
                      <a:pt x="215850" y="235850"/>
                    </a:lnTo>
                    <a:lnTo>
                      <a:pt x="215000" y="235850"/>
                    </a:lnTo>
                    <a:close/>
                    <a:moveTo>
                      <a:pt x="217500" y="237500"/>
                    </a:moveTo>
                    <a:lnTo>
                      <a:pt x="218200" y="237500"/>
                    </a:lnTo>
                    <a:lnTo>
                      <a:pt x="218200" y="238200"/>
                    </a:lnTo>
                    <a:lnTo>
                      <a:pt x="217500" y="238200"/>
                    </a:lnTo>
                    <a:close/>
                    <a:moveTo>
                      <a:pt x="220000" y="235000"/>
                    </a:moveTo>
                    <a:lnTo>
                      <a:pt x="220850" y="235000"/>
                    </a:lnTo>
                    <a:lnTo>
                      <a:pt x="220850" y="235850"/>
                    </a:lnTo>
                    <a:lnTo>
                      <a:pt x="220000" y="235850"/>
                    </a:lnTo>
                    <a:close/>
                    <a:moveTo>
                      <a:pt x="222500" y="237500"/>
                    </a:moveTo>
                    <a:lnTo>
                      <a:pt x="223200" y="237500"/>
                    </a:lnTo>
                    <a:lnTo>
                      <a:pt x="223200" y="238200"/>
                    </a:lnTo>
                    <a:lnTo>
                      <a:pt x="222500" y="238200"/>
                    </a:lnTo>
                    <a:close/>
                    <a:moveTo>
                      <a:pt x="225000" y="235000"/>
                    </a:moveTo>
                    <a:lnTo>
                      <a:pt x="225850" y="235000"/>
                    </a:lnTo>
                    <a:lnTo>
                      <a:pt x="225850" y="235850"/>
                    </a:lnTo>
                    <a:lnTo>
                      <a:pt x="225000" y="235850"/>
                    </a:lnTo>
                    <a:close/>
                    <a:moveTo>
                      <a:pt x="227500" y="237500"/>
                    </a:moveTo>
                    <a:lnTo>
                      <a:pt x="228200" y="237500"/>
                    </a:lnTo>
                    <a:lnTo>
                      <a:pt x="228200" y="238200"/>
                    </a:lnTo>
                    <a:lnTo>
                      <a:pt x="227500" y="238200"/>
                    </a:lnTo>
                    <a:close/>
                    <a:moveTo>
                      <a:pt x="230000" y="235000"/>
                    </a:moveTo>
                    <a:lnTo>
                      <a:pt x="230850" y="235000"/>
                    </a:lnTo>
                    <a:lnTo>
                      <a:pt x="230850" y="235850"/>
                    </a:lnTo>
                    <a:lnTo>
                      <a:pt x="230000" y="235850"/>
                    </a:lnTo>
                    <a:close/>
                    <a:moveTo>
                      <a:pt x="232500" y="237500"/>
                    </a:moveTo>
                    <a:lnTo>
                      <a:pt x="233200" y="237500"/>
                    </a:lnTo>
                    <a:lnTo>
                      <a:pt x="233200" y="238200"/>
                    </a:lnTo>
                    <a:lnTo>
                      <a:pt x="232500" y="238200"/>
                    </a:lnTo>
                    <a:close/>
                    <a:moveTo>
                      <a:pt x="235000" y="235000"/>
                    </a:moveTo>
                    <a:lnTo>
                      <a:pt x="235850" y="235000"/>
                    </a:lnTo>
                    <a:lnTo>
                      <a:pt x="235850" y="235850"/>
                    </a:lnTo>
                    <a:lnTo>
                      <a:pt x="235000" y="235850"/>
                    </a:lnTo>
                    <a:close/>
                    <a:moveTo>
                      <a:pt x="237500" y="237500"/>
                    </a:moveTo>
                    <a:lnTo>
                      <a:pt x="238200" y="237500"/>
                    </a:lnTo>
                    <a:lnTo>
                      <a:pt x="238200" y="238200"/>
                    </a:lnTo>
                    <a:lnTo>
                      <a:pt x="237500" y="238200"/>
                    </a:lnTo>
                    <a:close/>
                    <a:moveTo>
                      <a:pt x="240000" y="235000"/>
                    </a:moveTo>
                    <a:lnTo>
                      <a:pt x="240850" y="235000"/>
                    </a:lnTo>
                    <a:lnTo>
                      <a:pt x="240850" y="235850"/>
                    </a:lnTo>
                    <a:lnTo>
                      <a:pt x="240000" y="235850"/>
                    </a:lnTo>
                    <a:close/>
                    <a:moveTo>
                      <a:pt x="242500" y="237500"/>
                    </a:moveTo>
                    <a:lnTo>
                      <a:pt x="243200" y="237500"/>
                    </a:lnTo>
                    <a:lnTo>
                      <a:pt x="243200" y="238200"/>
                    </a:lnTo>
                    <a:lnTo>
                      <a:pt x="242500" y="238200"/>
                    </a:lnTo>
                    <a:close/>
                    <a:moveTo>
                      <a:pt x="245000" y="235000"/>
                    </a:moveTo>
                    <a:lnTo>
                      <a:pt x="245850" y="235000"/>
                    </a:lnTo>
                    <a:lnTo>
                      <a:pt x="245850" y="235850"/>
                    </a:lnTo>
                    <a:lnTo>
                      <a:pt x="245000" y="235850"/>
                    </a:lnTo>
                    <a:close/>
                    <a:moveTo>
                      <a:pt x="247500" y="237500"/>
                    </a:moveTo>
                    <a:lnTo>
                      <a:pt x="248200" y="237500"/>
                    </a:lnTo>
                    <a:lnTo>
                      <a:pt x="248200" y="238200"/>
                    </a:lnTo>
                    <a:lnTo>
                      <a:pt x="247500" y="238200"/>
                    </a:lnTo>
                    <a:close/>
                    <a:moveTo>
                      <a:pt x="250000" y="235000"/>
                    </a:moveTo>
                    <a:lnTo>
                      <a:pt x="250850" y="235000"/>
                    </a:lnTo>
                    <a:lnTo>
                      <a:pt x="250850" y="235850"/>
                    </a:lnTo>
                    <a:lnTo>
                      <a:pt x="250000" y="235850"/>
                    </a:lnTo>
                    <a:close/>
                    <a:moveTo>
                      <a:pt x="252500" y="237500"/>
                    </a:moveTo>
                    <a:lnTo>
                      <a:pt x="253200" y="237500"/>
                    </a:lnTo>
                    <a:lnTo>
                      <a:pt x="253200" y="238200"/>
                    </a:lnTo>
                    <a:lnTo>
                      <a:pt x="252500" y="238200"/>
                    </a:lnTo>
                    <a:close/>
                    <a:moveTo>
                      <a:pt x="255000" y="235000"/>
                    </a:moveTo>
                    <a:lnTo>
                      <a:pt x="255850" y="235000"/>
                    </a:lnTo>
                    <a:lnTo>
                      <a:pt x="255850" y="235850"/>
                    </a:lnTo>
                    <a:lnTo>
                      <a:pt x="255000" y="235850"/>
                    </a:lnTo>
                    <a:close/>
                    <a:moveTo>
                      <a:pt x="257500" y="237500"/>
                    </a:moveTo>
                    <a:lnTo>
                      <a:pt x="258200" y="237500"/>
                    </a:lnTo>
                    <a:lnTo>
                      <a:pt x="258200" y="238200"/>
                    </a:lnTo>
                    <a:lnTo>
                      <a:pt x="257500" y="238200"/>
                    </a:lnTo>
                    <a:close/>
                    <a:moveTo>
                      <a:pt x="260000" y="235000"/>
                    </a:moveTo>
                    <a:lnTo>
                      <a:pt x="260850" y="235000"/>
                    </a:lnTo>
                    <a:lnTo>
                      <a:pt x="260850" y="235850"/>
                    </a:lnTo>
                    <a:lnTo>
                      <a:pt x="260000" y="235850"/>
                    </a:lnTo>
                    <a:close/>
                    <a:moveTo>
                      <a:pt x="262500" y="237500"/>
                    </a:moveTo>
                    <a:lnTo>
                      <a:pt x="263200" y="237500"/>
                    </a:lnTo>
                    <a:lnTo>
                      <a:pt x="263200" y="238200"/>
                    </a:lnTo>
                    <a:lnTo>
                      <a:pt x="262500" y="238200"/>
                    </a:lnTo>
                    <a:close/>
                    <a:moveTo>
                      <a:pt x="265000" y="235000"/>
                    </a:moveTo>
                    <a:lnTo>
                      <a:pt x="265850" y="235000"/>
                    </a:lnTo>
                    <a:lnTo>
                      <a:pt x="265850" y="235850"/>
                    </a:lnTo>
                    <a:lnTo>
                      <a:pt x="265000" y="235850"/>
                    </a:lnTo>
                    <a:close/>
                    <a:moveTo>
                      <a:pt x="267500" y="237500"/>
                    </a:moveTo>
                    <a:lnTo>
                      <a:pt x="268200" y="237500"/>
                    </a:lnTo>
                    <a:lnTo>
                      <a:pt x="268200" y="238200"/>
                    </a:lnTo>
                    <a:lnTo>
                      <a:pt x="267500" y="238200"/>
                    </a:lnTo>
                    <a:close/>
                    <a:moveTo>
                      <a:pt x="270000" y="235000"/>
                    </a:moveTo>
                    <a:lnTo>
                      <a:pt x="270850" y="235000"/>
                    </a:lnTo>
                    <a:lnTo>
                      <a:pt x="270850" y="235850"/>
                    </a:lnTo>
                    <a:lnTo>
                      <a:pt x="270000" y="235850"/>
                    </a:lnTo>
                    <a:close/>
                    <a:moveTo>
                      <a:pt x="272500" y="237500"/>
                    </a:moveTo>
                    <a:lnTo>
                      <a:pt x="273200" y="237500"/>
                    </a:lnTo>
                    <a:lnTo>
                      <a:pt x="273200" y="238200"/>
                    </a:lnTo>
                    <a:lnTo>
                      <a:pt x="272500" y="238200"/>
                    </a:lnTo>
                    <a:close/>
                    <a:moveTo>
                      <a:pt x="275000" y="235000"/>
                    </a:moveTo>
                    <a:lnTo>
                      <a:pt x="275850" y="235000"/>
                    </a:lnTo>
                    <a:lnTo>
                      <a:pt x="275850" y="235850"/>
                    </a:lnTo>
                    <a:lnTo>
                      <a:pt x="275000" y="235850"/>
                    </a:lnTo>
                    <a:close/>
                    <a:moveTo>
                      <a:pt x="277500" y="237500"/>
                    </a:moveTo>
                    <a:lnTo>
                      <a:pt x="278200" y="237500"/>
                    </a:lnTo>
                    <a:lnTo>
                      <a:pt x="278200" y="238200"/>
                    </a:lnTo>
                    <a:lnTo>
                      <a:pt x="277500" y="238200"/>
                    </a:lnTo>
                    <a:close/>
                    <a:moveTo>
                      <a:pt x="280000" y="235000"/>
                    </a:moveTo>
                    <a:lnTo>
                      <a:pt x="280850" y="235000"/>
                    </a:lnTo>
                    <a:lnTo>
                      <a:pt x="280850" y="235850"/>
                    </a:lnTo>
                    <a:lnTo>
                      <a:pt x="280000" y="235850"/>
                    </a:lnTo>
                    <a:close/>
                    <a:moveTo>
                      <a:pt x="282500" y="237500"/>
                    </a:moveTo>
                    <a:lnTo>
                      <a:pt x="283200" y="237500"/>
                    </a:lnTo>
                    <a:lnTo>
                      <a:pt x="283200" y="238200"/>
                    </a:lnTo>
                    <a:lnTo>
                      <a:pt x="282500" y="238200"/>
                    </a:lnTo>
                    <a:close/>
                    <a:moveTo>
                      <a:pt x="285000" y="235000"/>
                    </a:moveTo>
                    <a:lnTo>
                      <a:pt x="285850" y="235000"/>
                    </a:lnTo>
                    <a:lnTo>
                      <a:pt x="285850" y="235850"/>
                    </a:lnTo>
                    <a:lnTo>
                      <a:pt x="285000" y="235850"/>
                    </a:lnTo>
                    <a:close/>
                    <a:moveTo>
                      <a:pt x="287500" y="237500"/>
                    </a:moveTo>
                    <a:lnTo>
                      <a:pt x="288200" y="237500"/>
                    </a:lnTo>
                    <a:lnTo>
                      <a:pt x="288200" y="238200"/>
                    </a:lnTo>
                    <a:lnTo>
                      <a:pt x="287500" y="238200"/>
                    </a:lnTo>
                    <a:close/>
                    <a:moveTo>
                      <a:pt x="0" y="240000"/>
                    </a:moveTo>
                    <a:lnTo>
                      <a:pt x="850" y="240000"/>
                    </a:lnTo>
                    <a:lnTo>
                      <a:pt x="850" y="240850"/>
                    </a:lnTo>
                    <a:lnTo>
                      <a:pt x="0" y="240850"/>
                    </a:lnTo>
                    <a:close/>
                    <a:moveTo>
                      <a:pt x="2500" y="242500"/>
                    </a:moveTo>
                    <a:lnTo>
                      <a:pt x="3200" y="242500"/>
                    </a:lnTo>
                    <a:lnTo>
                      <a:pt x="3200" y="243200"/>
                    </a:lnTo>
                    <a:lnTo>
                      <a:pt x="2500" y="243200"/>
                    </a:lnTo>
                    <a:close/>
                    <a:moveTo>
                      <a:pt x="5000" y="240000"/>
                    </a:moveTo>
                    <a:lnTo>
                      <a:pt x="5850" y="240000"/>
                    </a:lnTo>
                    <a:lnTo>
                      <a:pt x="5850" y="240850"/>
                    </a:lnTo>
                    <a:lnTo>
                      <a:pt x="5000" y="240850"/>
                    </a:lnTo>
                    <a:close/>
                    <a:moveTo>
                      <a:pt x="7500" y="242500"/>
                    </a:moveTo>
                    <a:lnTo>
                      <a:pt x="8200" y="242500"/>
                    </a:lnTo>
                    <a:lnTo>
                      <a:pt x="8200" y="243200"/>
                    </a:lnTo>
                    <a:lnTo>
                      <a:pt x="7500" y="243200"/>
                    </a:lnTo>
                    <a:close/>
                    <a:moveTo>
                      <a:pt x="10000" y="240000"/>
                    </a:moveTo>
                    <a:lnTo>
                      <a:pt x="10850" y="240000"/>
                    </a:lnTo>
                    <a:lnTo>
                      <a:pt x="10850" y="240850"/>
                    </a:lnTo>
                    <a:lnTo>
                      <a:pt x="10000" y="240850"/>
                    </a:lnTo>
                    <a:close/>
                    <a:moveTo>
                      <a:pt x="12500" y="242500"/>
                    </a:moveTo>
                    <a:lnTo>
                      <a:pt x="13200" y="242500"/>
                    </a:lnTo>
                    <a:lnTo>
                      <a:pt x="13200" y="243200"/>
                    </a:lnTo>
                    <a:lnTo>
                      <a:pt x="12500" y="243200"/>
                    </a:lnTo>
                    <a:close/>
                    <a:moveTo>
                      <a:pt x="15000" y="240000"/>
                    </a:moveTo>
                    <a:lnTo>
                      <a:pt x="15850" y="240000"/>
                    </a:lnTo>
                    <a:lnTo>
                      <a:pt x="15850" y="240850"/>
                    </a:lnTo>
                    <a:lnTo>
                      <a:pt x="15000" y="240850"/>
                    </a:lnTo>
                    <a:close/>
                    <a:moveTo>
                      <a:pt x="17500" y="242500"/>
                    </a:moveTo>
                    <a:lnTo>
                      <a:pt x="18200" y="242500"/>
                    </a:lnTo>
                    <a:lnTo>
                      <a:pt x="18200" y="243200"/>
                    </a:lnTo>
                    <a:lnTo>
                      <a:pt x="17500" y="243200"/>
                    </a:lnTo>
                    <a:close/>
                    <a:moveTo>
                      <a:pt x="20000" y="240000"/>
                    </a:moveTo>
                    <a:lnTo>
                      <a:pt x="20850" y="240000"/>
                    </a:lnTo>
                    <a:lnTo>
                      <a:pt x="20850" y="240850"/>
                    </a:lnTo>
                    <a:lnTo>
                      <a:pt x="20000" y="240850"/>
                    </a:lnTo>
                    <a:close/>
                    <a:moveTo>
                      <a:pt x="22500" y="242500"/>
                    </a:moveTo>
                    <a:lnTo>
                      <a:pt x="23200" y="242500"/>
                    </a:lnTo>
                    <a:lnTo>
                      <a:pt x="23200" y="243200"/>
                    </a:lnTo>
                    <a:lnTo>
                      <a:pt x="22500" y="243200"/>
                    </a:lnTo>
                    <a:close/>
                    <a:moveTo>
                      <a:pt x="25000" y="240000"/>
                    </a:moveTo>
                    <a:lnTo>
                      <a:pt x="25850" y="240000"/>
                    </a:lnTo>
                    <a:lnTo>
                      <a:pt x="25850" y="240850"/>
                    </a:lnTo>
                    <a:lnTo>
                      <a:pt x="25000" y="240850"/>
                    </a:lnTo>
                    <a:close/>
                    <a:moveTo>
                      <a:pt x="27500" y="242500"/>
                    </a:moveTo>
                    <a:lnTo>
                      <a:pt x="28200" y="242500"/>
                    </a:lnTo>
                    <a:lnTo>
                      <a:pt x="28200" y="243200"/>
                    </a:lnTo>
                    <a:lnTo>
                      <a:pt x="27500" y="243200"/>
                    </a:lnTo>
                    <a:close/>
                    <a:moveTo>
                      <a:pt x="30000" y="240000"/>
                    </a:moveTo>
                    <a:lnTo>
                      <a:pt x="30850" y="240000"/>
                    </a:lnTo>
                    <a:lnTo>
                      <a:pt x="30850" y="240850"/>
                    </a:lnTo>
                    <a:lnTo>
                      <a:pt x="30000" y="240850"/>
                    </a:lnTo>
                    <a:close/>
                    <a:moveTo>
                      <a:pt x="32500" y="242500"/>
                    </a:moveTo>
                    <a:lnTo>
                      <a:pt x="33200" y="242500"/>
                    </a:lnTo>
                    <a:lnTo>
                      <a:pt x="33200" y="243200"/>
                    </a:lnTo>
                    <a:lnTo>
                      <a:pt x="32500" y="243200"/>
                    </a:lnTo>
                    <a:close/>
                    <a:moveTo>
                      <a:pt x="35000" y="240000"/>
                    </a:moveTo>
                    <a:lnTo>
                      <a:pt x="35850" y="240000"/>
                    </a:lnTo>
                    <a:lnTo>
                      <a:pt x="35850" y="240850"/>
                    </a:lnTo>
                    <a:lnTo>
                      <a:pt x="35000" y="240850"/>
                    </a:lnTo>
                    <a:close/>
                    <a:moveTo>
                      <a:pt x="37500" y="242500"/>
                    </a:moveTo>
                    <a:lnTo>
                      <a:pt x="38200" y="242500"/>
                    </a:lnTo>
                    <a:lnTo>
                      <a:pt x="38200" y="243200"/>
                    </a:lnTo>
                    <a:lnTo>
                      <a:pt x="37500" y="243200"/>
                    </a:lnTo>
                    <a:close/>
                    <a:moveTo>
                      <a:pt x="40000" y="240000"/>
                    </a:moveTo>
                    <a:lnTo>
                      <a:pt x="40850" y="240000"/>
                    </a:lnTo>
                    <a:lnTo>
                      <a:pt x="40850" y="240850"/>
                    </a:lnTo>
                    <a:lnTo>
                      <a:pt x="40000" y="240850"/>
                    </a:lnTo>
                    <a:close/>
                    <a:moveTo>
                      <a:pt x="42500" y="242500"/>
                    </a:moveTo>
                    <a:lnTo>
                      <a:pt x="43200" y="242500"/>
                    </a:lnTo>
                    <a:lnTo>
                      <a:pt x="43200" y="243200"/>
                    </a:lnTo>
                    <a:lnTo>
                      <a:pt x="42500" y="243200"/>
                    </a:lnTo>
                    <a:close/>
                    <a:moveTo>
                      <a:pt x="45000" y="240000"/>
                    </a:moveTo>
                    <a:lnTo>
                      <a:pt x="45850" y="240000"/>
                    </a:lnTo>
                    <a:lnTo>
                      <a:pt x="45850" y="240850"/>
                    </a:lnTo>
                    <a:lnTo>
                      <a:pt x="45000" y="240850"/>
                    </a:lnTo>
                    <a:close/>
                    <a:moveTo>
                      <a:pt x="47500" y="242500"/>
                    </a:moveTo>
                    <a:lnTo>
                      <a:pt x="48200" y="242500"/>
                    </a:lnTo>
                    <a:lnTo>
                      <a:pt x="48200" y="243200"/>
                    </a:lnTo>
                    <a:lnTo>
                      <a:pt x="47500" y="243200"/>
                    </a:lnTo>
                    <a:close/>
                    <a:moveTo>
                      <a:pt x="50000" y="240000"/>
                    </a:moveTo>
                    <a:lnTo>
                      <a:pt x="50850" y="240000"/>
                    </a:lnTo>
                    <a:lnTo>
                      <a:pt x="50850" y="240850"/>
                    </a:lnTo>
                    <a:lnTo>
                      <a:pt x="50000" y="240850"/>
                    </a:lnTo>
                    <a:close/>
                    <a:moveTo>
                      <a:pt x="52500" y="242500"/>
                    </a:moveTo>
                    <a:lnTo>
                      <a:pt x="53200" y="242500"/>
                    </a:lnTo>
                    <a:lnTo>
                      <a:pt x="53200" y="243200"/>
                    </a:lnTo>
                    <a:lnTo>
                      <a:pt x="52500" y="243200"/>
                    </a:lnTo>
                    <a:close/>
                    <a:moveTo>
                      <a:pt x="55000" y="240000"/>
                    </a:moveTo>
                    <a:lnTo>
                      <a:pt x="55850" y="240000"/>
                    </a:lnTo>
                    <a:lnTo>
                      <a:pt x="55850" y="240850"/>
                    </a:lnTo>
                    <a:lnTo>
                      <a:pt x="55000" y="240850"/>
                    </a:lnTo>
                    <a:close/>
                    <a:moveTo>
                      <a:pt x="57500" y="242500"/>
                    </a:moveTo>
                    <a:lnTo>
                      <a:pt x="58200" y="242500"/>
                    </a:lnTo>
                    <a:lnTo>
                      <a:pt x="58200" y="243200"/>
                    </a:lnTo>
                    <a:lnTo>
                      <a:pt x="57500" y="243200"/>
                    </a:lnTo>
                    <a:close/>
                    <a:moveTo>
                      <a:pt x="60000" y="240000"/>
                    </a:moveTo>
                    <a:lnTo>
                      <a:pt x="60850" y="240000"/>
                    </a:lnTo>
                    <a:lnTo>
                      <a:pt x="60850" y="240850"/>
                    </a:lnTo>
                    <a:lnTo>
                      <a:pt x="60000" y="240850"/>
                    </a:lnTo>
                    <a:close/>
                    <a:moveTo>
                      <a:pt x="62500" y="242500"/>
                    </a:moveTo>
                    <a:lnTo>
                      <a:pt x="63200" y="242500"/>
                    </a:lnTo>
                    <a:lnTo>
                      <a:pt x="63200" y="243200"/>
                    </a:lnTo>
                    <a:lnTo>
                      <a:pt x="62500" y="243200"/>
                    </a:lnTo>
                    <a:close/>
                    <a:moveTo>
                      <a:pt x="65000" y="240000"/>
                    </a:moveTo>
                    <a:lnTo>
                      <a:pt x="65850" y="240000"/>
                    </a:lnTo>
                    <a:lnTo>
                      <a:pt x="65850" y="240850"/>
                    </a:lnTo>
                    <a:lnTo>
                      <a:pt x="65000" y="240850"/>
                    </a:lnTo>
                    <a:close/>
                    <a:moveTo>
                      <a:pt x="67500" y="242500"/>
                    </a:moveTo>
                    <a:lnTo>
                      <a:pt x="68200" y="242500"/>
                    </a:lnTo>
                    <a:lnTo>
                      <a:pt x="68200" y="243200"/>
                    </a:lnTo>
                    <a:lnTo>
                      <a:pt x="67500" y="243200"/>
                    </a:lnTo>
                    <a:close/>
                    <a:moveTo>
                      <a:pt x="70000" y="240000"/>
                    </a:moveTo>
                    <a:lnTo>
                      <a:pt x="70850" y="240000"/>
                    </a:lnTo>
                    <a:lnTo>
                      <a:pt x="70850" y="240850"/>
                    </a:lnTo>
                    <a:lnTo>
                      <a:pt x="70000" y="240850"/>
                    </a:lnTo>
                    <a:close/>
                    <a:moveTo>
                      <a:pt x="72500" y="242500"/>
                    </a:moveTo>
                    <a:lnTo>
                      <a:pt x="73200" y="242500"/>
                    </a:lnTo>
                    <a:lnTo>
                      <a:pt x="73200" y="243200"/>
                    </a:lnTo>
                    <a:lnTo>
                      <a:pt x="72500" y="243200"/>
                    </a:lnTo>
                    <a:close/>
                    <a:moveTo>
                      <a:pt x="75000" y="240000"/>
                    </a:moveTo>
                    <a:lnTo>
                      <a:pt x="75850" y="240000"/>
                    </a:lnTo>
                    <a:lnTo>
                      <a:pt x="75850" y="240850"/>
                    </a:lnTo>
                    <a:lnTo>
                      <a:pt x="75000" y="240850"/>
                    </a:lnTo>
                    <a:close/>
                    <a:moveTo>
                      <a:pt x="77500" y="242500"/>
                    </a:moveTo>
                    <a:lnTo>
                      <a:pt x="78200" y="242500"/>
                    </a:lnTo>
                    <a:lnTo>
                      <a:pt x="78200" y="243200"/>
                    </a:lnTo>
                    <a:lnTo>
                      <a:pt x="77500" y="243200"/>
                    </a:lnTo>
                    <a:close/>
                    <a:moveTo>
                      <a:pt x="80000" y="240000"/>
                    </a:moveTo>
                    <a:lnTo>
                      <a:pt x="80850" y="240000"/>
                    </a:lnTo>
                    <a:lnTo>
                      <a:pt x="80850" y="240850"/>
                    </a:lnTo>
                    <a:lnTo>
                      <a:pt x="80000" y="240850"/>
                    </a:lnTo>
                    <a:close/>
                    <a:moveTo>
                      <a:pt x="82500" y="242500"/>
                    </a:moveTo>
                    <a:lnTo>
                      <a:pt x="83200" y="242500"/>
                    </a:lnTo>
                    <a:lnTo>
                      <a:pt x="83200" y="243200"/>
                    </a:lnTo>
                    <a:lnTo>
                      <a:pt x="82500" y="243200"/>
                    </a:lnTo>
                    <a:close/>
                    <a:moveTo>
                      <a:pt x="85000" y="240000"/>
                    </a:moveTo>
                    <a:lnTo>
                      <a:pt x="85850" y="240000"/>
                    </a:lnTo>
                    <a:lnTo>
                      <a:pt x="85850" y="240850"/>
                    </a:lnTo>
                    <a:lnTo>
                      <a:pt x="85000" y="240850"/>
                    </a:lnTo>
                    <a:close/>
                    <a:moveTo>
                      <a:pt x="87500" y="242500"/>
                    </a:moveTo>
                    <a:lnTo>
                      <a:pt x="88200" y="242500"/>
                    </a:lnTo>
                    <a:lnTo>
                      <a:pt x="88200" y="243200"/>
                    </a:lnTo>
                    <a:lnTo>
                      <a:pt x="87500" y="243200"/>
                    </a:lnTo>
                    <a:close/>
                    <a:moveTo>
                      <a:pt x="90000" y="240000"/>
                    </a:moveTo>
                    <a:lnTo>
                      <a:pt x="90850" y="240000"/>
                    </a:lnTo>
                    <a:lnTo>
                      <a:pt x="90850" y="240850"/>
                    </a:lnTo>
                    <a:lnTo>
                      <a:pt x="90000" y="240850"/>
                    </a:lnTo>
                    <a:close/>
                    <a:moveTo>
                      <a:pt x="92500" y="242500"/>
                    </a:moveTo>
                    <a:lnTo>
                      <a:pt x="93200" y="242500"/>
                    </a:lnTo>
                    <a:lnTo>
                      <a:pt x="93200" y="243200"/>
                    </a:lnTo>
                    <a:lnTo>
                      <a:pt x="92500" y="243200"/>
                    </a:lnTo>
                    <a:close/>
                    <a:moveTo>
                      <a:pt x="95000" y="240000"/>
                    </a:moveTo>
                    <a:lnTo>
                      <a:pt x="95850" y="240000"/>
                    </a:lnTo>
                    <a:lnTo>
                      <a:pt x="95850" y="240850"/>
                    </a:lnTo>
                    <a:lnTo>
                      <a:pt x="95000" y="240850"/>
                    </a:lnTo>
                    <a:close/>
                    <a:moveTo>
                      <a:pt x="97500" y="242500"/>
                    </a:moveTo>
                    <a:lnTo>
                      <a:pt x="98200" y="242500"/>
                    </a:lnTo>
                    <a:lnTo>
                      <a:pt x="98200" y="243200"/>
                    </a:lnTo>
                    <a:lnTo>
                      <a:pt x="97500" y="243200"/>
                    </a:lnTo>
                    <a:close/>
                    <a:moveTo>
                      <a:pt x="100000" y="240000"/>
                    </a:moveTo>
                    <a:lnTo>
                      <a:pt x="100850" y="240000"/>
                    </a:lnTo>
                    <a:lnTo>
                      <a:pt x="100850" y="240850"/>
                    </a:lnTo>
                    <a:lnTo>
                      <a:pt x="100000" y="240850"/>
                    </a:lnTo>
                    <a:close/>
                    <a:moveTo>
                      <a:pt x="102500" y="242500"/>
                    </a:moveTo>
                    <a:lnTo>
                      <a:pt x="103200" y="242500"/>
                    </a:lnTo>
                    <a:lnTo>
                      <a:pt x="103200" y="243200"/>
                    </a:lnTo>
                    <a:lnTo>
                      <a:pt x="102500" y="243200"/>
                    </a:lnTo>
                    <a:close/>
                    <a:moveTo>
                      <a:pt x="105000" y="240000"/>
                    </a:moveTo>
                    <a:lnTo>
                      <a:pt x="105850" y="240000"/>
                    </a:lnTo>
                    <a:lnTo>
                      <a:pt x="105850" y="240850"/>
                    </a:lnTo>
                    <a:lnTo>
                      <a:pt x="105000" y="240850"/>
                    </a:lnTo>
                    <a:close/>
                    <a:moveTo>
                      <a:pt x="107500" y="242500"/>
                    </a:moveTo>
                    <a:lnTo>
                      <a:pt x="108200" y="242500"/>
                    </a:lnTo>
                    <a:lnTo>
                      <a:pt x="108200" y="243200"/>
                    </a:lnTo>
                    <a:lnTo>
                      <a:pt x="107500" y="243200"/>
                    </a:lnTo>
                    <a:close/>
                    <a:moveTo>
                      <a:pt x="110000" y="240000"/>
                    </a:moveTo>
                    <a:lnTo>
                      <a:pt x="110850" y="240000"/>
                    </a:lnTo>
                    <a:lnTo>
                      <a:pt x="110850" y="240850"/>
                    </a:lnTo>
                    <a:lnTo>
                      <a:pt x="110000" y="240850"/>
                    </a:lnTo>
                    <a:close/>
                    <a:moveTo>
                      <a:pt x="112500" y="242500"/>
                    </a:moveTo>
                    <a:lnTo>
                      <a:pt x="113200" y="242500"/>
                    </a:lnTo>
                    <a:lnTo>
                      <a:pt x="113200" y="243200"/>
                    </a:lnTo>
                    <a:lnTo>
                      <a:pt x="112500" y="243200"/>
                    </a:lnTo>
                    <a:close/>
                    <a:moveTo>
                      <a:pt x="115000" y="240000"/>
                    </a:moveTo>
                    <a:lnTo>
                      <a:pt x="115850" y="240000"/>
                    </a:lnTo>
                    <a:lnTo>
                      <a:pt x="115850" y="240850"/>
                    </a:lnTo>
                    <a:lnTo>
                      <a:pt x="115000" y="240850"/>
                    </a:lnTo>
                    <a:close/>
                    <a:moveTo>
                      <a:pt x="117500" y="242500"/>
                    </a:moveTo>
                    <a:lnTo>
                      <a:pt x="118200" y="242500"/>
                    </a:lnTo>
                    <a:lnTo>
                      <a:pt x="118200" y="243200"/>
                    </a:lnTo>
                    <a:lnTo>
                      <a:pt x="117500" y="243200"/>
                    </a:lnTo>
                    <a:close/>
                    <a:moveTo>
                      <a:pt x="120000" y="240000"/>
                    </a:moveTo>
                    <a:lnTo>
                      <a:pt x="120850" y="240000"/>
                    </a:lnTo>
                    <a:lnTo>
                      <a:pt x="120850" y="240850"/>
                    </a:lnTo>
                    <a:lnTo>
                      <a:pt x="120000" y="240850"/>
                    </a:lnTo>
                    <a:close/>
                    <a:moveTo>
                      <a:pt x="122500" y="242500"/>
                    </a:moveTo>
                    <a:lnTo>
                      <a:pt x="123200" y="242500"/>
                    </a:lnTo>
                    <a:lnTo>
                      <a:pt x="123200" y="243200"/>
                    </a:lnTo>
                    <a:lnTo>
                      <a:pt x="122500" y="243200"/>
                    </a:lnTo>
                    <a:close/>
                    <a:moveTo>
                      <a:pt x="125000" y="240000"/>
                    </a:moveTo>
                    <a:lnTo>
                      <a:pt x="125850" y="240000"/>
                    </a:lnTo>
                    <a:lnTo>
                      <a:pt x="125850" y="240850"/>
                    </a:lnTo>
                    <a:lnTo>
                      <a:pt x="125000" y="240850"/>
                    </a:lnTo>
                    <a:close/>
                    <a:moveTo>
                      <a:pt x="127500" y="242500"/>
                    </a:moveTo>
                    <a:lnTo>
                      <a:pt x="128200" y="242500"/>
                    </a:lnTo>
                    <a:lnTo>
                      <a:pt x="128200" y="243200"/>
                    </a:lnTo>
                    <a:lnTo>
                      <a:pt x="127500" y="243200"/>
                    </a:lnTo>
                    <a:close/>
                    <a:moveTo>
                      <a:pt x="130000" y="240000"/>
                    </a:moveTo>
                    <a:lnTo>
                      <a:pt x="130850" y="240000"/>
                    </a:lnTo>
                    <a:lnTo>
                      <a:pt x="130850" y="240850"/>
                    </a:lnTo>
                    <a:lnTo>
                      <a:pt x="130000" y="240850"/>
                    </a:lnTo>
                    <a:close/>
                    <a:moveTo>
                      <a:pt x="132500" y="242500"/>
                    </a:moveTo>
                    <a:lnTo>
                      <a:pt x="133200" y="242500"/>
                    </a:lnTo>
                    <a:lnTo>
                      <a:pt x="133200" y="243200"/>
                    </a:lnTo>
                    <a:lnTo>
                      <a:pt x="132500" y="243200"/>
                    </a:lnTo>
                    <a:close/>
                    <a:moveTo>
                      <a:pt x="135000" y="240000"/>
                    </a:moveTo>
                    <a:lnTo>
                      <a:pt x="135850" y="240000"/>
                    </a:lnTo>
                    <a:lnTo>
                      <a:pt x="135850" y="240850"/>
                    </a:lnTo>
                    <a:lnTo>
                      <a:pt x="135000" y="240850"/>
                    </a:lnTo>
                    <a:close/>
                    <a:moveTo>
                      <a:pt x="137500" y="242500"/>
                    </a:moveTo>
                    <a:lnTo>
                      <a:pt x="138200" y="242500"/>
                    </a:lnTo>
                    <a:lnTo>
                      <a:pt x="138200" y="243200"/>
                    </a:lnTo>
                    <a:lnTo>
                      <a:pt x="137500" y="243200"/>
                    </a:lnTo>
                    <a:close/>
                    <a:moveTo>
                      <a:pt x="140000" y="240000"/>
                    </a:moveTo>
                    <a:lnTo>
                      <a:pt x="140850" y="240000"/>
                    </a:lnTo>
                    <a:lnTo>
                      <a:pt x="140850" y="240850"/>
                    </a:lnTo>
                    <a:lnTo>
                      <a:pt x="140000" y="240850"/>
                    </a:lnTo>
                    <a:close/>
                    <a:moveTo>
                      <a:pt x="142500" y="242500"/>
                    </a:moveTo>
                    <a:lnTo>
                      <a:pt x="143200" y="242500"/>
                    </a:lnTo>
                    <a:lnTo>
                      <a:pt x="143200" y="243200"/>
                    </a:lnTo>
                    <a:lnTo>
                      <a:pt x="142500" y="243200"/>
                    </a:lnTo>
                    <a:close/>
                    <a:moveTo>
                      <a:pt x="145000" y="240000"/>
                    </a:moveTo>
                    <a:lnTo>
                      <a:pt x="145850" y="240000"/>
                    </a:lnTo>
                    <a:lnTo>
                      <a:pt x="145850" y="240850"/>
                    </a:lnTo>
                    <a:lnTo>
                      <a:pt x="145000" y="240850"/>
                    </a:lnTo>
                    <a:close/>
                    <a:moveTo>
                      <a:pt x="147500" y="242500"/>
                    </a:moveTo>
                    <a:lnTo>
                      <a:pt x="148200" y="242500"/>
                    </a:lnTo>
                    <a:lnTo>
                      <a:pt x="148200" y="243200"/>
                    </a:lnTo>
                    <a:lnTo>
                      <a:pt x="147500" y="243200"/>
                    </a:lnTo>
                    <a:close/>
                    <a:moveTo>
                      <a:pt x="150000" y="240000"/>
                    </a:moveTo>
                    <a:lnTo>
                      <a:pt x="150850" y="240000"/>
                    </a:lnTo>
                    <a:lnTo>
                      <a:pt x="150850" y="240850"/>
                    </a:lnTo>
                    <a:lnTo>
                      <a:pt x="150000" y="240850"/>
                    </a:lnTo>
                    <a:close/>
                    <a:moveTo>
                      <a:pt x="152500" y="242500"/>
                    </a:moveTo>
                    <a:lnTo>
                      <a:pt x="153200" y="242500"/>
                    </a:lnTo>
                    <a:lnTo>
                      <a:pt x="153200" y="243200"/>
                    </a:lnTo>
                    <a:lnTo>
                      <a:pt x="152500" y="243200"/>
                    </a:lnTo>
                    <a:close/>
                    <a:moveTo>
                      <a:pt x="155000" y="240000"/>
                    </a:moveTo>
                    <a:lnTo>
                      <a:pt x="155850" y="240000"/>
                    </a:lnTo>
                    <a:lnTo>
                      <a:pt x="155850" y="240850"/>
                    </a:lnTo>
                    <a:lnTo>
                      <a:pt x="155000" y="240850"/>
                    </a:lnTo>
                    <a:close/>
                    <a:moveTo>
                      <a:pt x="157500" y="242500"/>
                    </a:moveTo>
                    <a:lnTo>
                      <a:pt x="158200" y="242500"/>
                    </a:lnTo>
                    <a:lnTo>
                      <a:pt x="158200" y="243200"/>
                    </a:lnTo>
                    <a:lnTo>
                      <a:pt x="157500" y="243200"/>
                    </a:lnTo>
                    <a:close/>
                    <a:moveTo>
                      <a:pt x="160000" y="240000"/>
                    </a:moveTo>
                    <a:lnTo>
                      <a:pt x="160850" y="240000"/>
                    </a:lnTo>
                    <a:lnTo>
                      <a:pt x="160850" y="240850"/>
                    </a:lnTo>
                    <a:lnTo>
                      <a:pt x="160000" y="240850"/>
                    </a:lnTo>
                    <a:close/>
                    <a:moveTo>
                      <a:pt x="162500" y="242500"/>
                    </a:moveTo>
                    <a:lnTo>
                      <a:pt x="163200" y="242500"/>
                    </a:lnTo>
                    <a:lnTo>
                      <a:pt x="163200" y="243200"/>
                    </a:lnTo>
                    <a:lnTo>
                      <a:pt x="162500" y="243200"/>
                    </a:lnTo>
                    <a:close/>
                    <a:moveTo>
                      <a:pt x="165000" y="240000"/>
                    </a:moveTo>
                    <a:lnTo>
                      <a:pt x="165850" y="240000"/>
                    </a:lnTo>
                    <a:lnTo>
                      <a:pt x="165850" y="240850"/>
                    </a:lnTo>
                    <a:lnTo>
                      <a:pt x="165000" y="240850"/>
                    </a:lnTo>
                    <a:close/>
                    <a:moveTo>
                      <a:pt x="167500" y="242500"/>
                    </a:moveTo>
                    <a:lnTo>
                      <a:pt x="168200" y="242500"/>
                    </a:lnTo>
                    <a:lnTo>
                      <a:pt x="168200" y="243200"/>
                    </a:lnTo>
                    <a:lnTo>
                      <a:pt x="167500" y="243200"/>
                    </a:lnTo>
                    <a:close/>
                    <a:moveTo>
                      <a:pt x="170000" y="240000"/>
                    </a:moveTo>
                    <a:lnTo>
                      <a:pt x="170850" y="240000"/>
                    </a:lnTo>
                    <a:lnTo>
                      <a:pt x="170850" y="240850"/>
                    </a:lnTo>
                    <a:lnTo>
                      <a:pt x="170000" y="240850"/>
                    </a:lnTo>
                    <a:close/>
                    <a:moveTo>
                      <a:pt x="172500" y="242500"/>
                    </a:moveTo>
                    <a:lnTo>
                      <a:pt x="173200" y="242500"/>
                    </a:lnTo>
                    <a:lnTo>
                      <a:pt x="173200" y="243200"/>
                    </a:lnTo>
                    <a:lnTo>
                      <a:pt x="172500" y="243200"/>
                    </a:lnTo>
                    <a:close/>
                    <a:moveTo>
                      <a:pt x="175000" y="240000"/>
                    </a:moveTo>
                    <a:lnTo>
                      <a:pt x="175850" y="240000"/>
                    </a:lnTo>
                    <a:lnTo>
                      <a:pt x="175850" y="240850"/>
                    </a:lnTo>
                    <a:lnTo>
                      <a:pt x="175000" y="240850"/>
                    </a:lnTo>
                    <a:close/>
                    <a:moveTo>
                      <a:pt x="177500" y="242500"/>
                    </a:moveTo>
                    <a:lnTo>
                      <a:pt x="178200" y="242500"/>
                    </a:lnTo>
                    <a:lnTo>
                      <a:pt x="178200" y="243200"/>
                    </a:lnTo>
                    <a:lnTo>
                      <a:pt x="177500" y="243200"/>
                    </a:lnTo>
                    <a:close/>
                    <a:moveTo>
                      <a:pt x="180000" y="240000"/>
                    </a:moveTo>
                    <a:lnTo>
                      <a:pt x="180850" y="240000"/>
                    </a:lnTo>
                    <a:lnTo>
                      <a:pt x="180850" y="240850"/>
                    </a:lnTo>
                    <a:lnTo>
                      <a:pt x="180000" y="240850"/>
                    </a:lnTo>
                    <a:close/>
                    <a:moveTo>
                      <a:pt x="182500" y="242500"/>
                    </a:moveTo>
                    <a:lnTo>
                      <a:pt x="183200" y="242500"/>
                    </a:lnTo>
                    <a:lnTo>
                      <a:pt x="183200" y="243200"/>
                    </a:lnTo>
                    <a:lnTo>
                      <a:pt x="182500" y="243200"/>
                    </a:lnTo>
                    <a:close/>
                    <a:moveTo>
                      <a:pt x="185000" y="240000"/>
                    </a:moveTo>
                    <a:lnTo>
                      <a:pt x="185850" y="240000"/>
                    </a:lnTo>
                    <a:lnTo>
                      <a:pt x="185850" y="240850"/>
                    </a:lnTo>
                    <a:lnTo>
                      <a:pt x="185000" y="240850"/>
                    </a:lnTo>
                    <a:close/>
                    <a:moveTo>
                      <a:pt x="187500" y="242500"/>
                    </a:moveTo>
                    <a:lnTo>
                      <a:pt x="188200" y="242500"/>
                    </a:lnTo>
                    <a:lnTo>
                      <a:pt x="188200" y="243200"/>
                    </a:lnTo>
                    <a:lnTo>
                      <a:pt x="187500" y="243200"/>
                    </a:lnTo>
                    <a:close/>
                    <a:moveTo>
                      <a:pt x="190000" y="240000"/>
                    </a:moveTo>
                    <a:lnTo>
                      <a:pt x="190850" y="240000"/>
                    </a:lnTo>
                    <a:lnTo>
                      <a:pt x="190850" y="240850"/>
                    </a:lnTo>
                    <a:lnTo>
                      <a:pt x="190000" y="240850"/>
                    </a:lnTo>
                    <a:close/>
                    <a:moveTo>
                      <a:pt x="192500" y="242500"/>
                    </a:moveTo>
                    <a:lnTo>
                      <a:pt x="193200" y="242500"/>
                    </a:lnTo>
                    <a:lnTo>
                      <a:pt x="193200" y="243200"/>
                    </a:lnTo>
                    <a:lnTo>
                      <a:pt x="192500" y="243200"/>
                    </a:lnTo>
                    <a:close/>
                    <a:moveTo>
                      <a:pt x="195000" y="240000"/>
                    </a:moveTo>
                    <a:lnTo>
                      <a:pt x="195850" y="240000"/>
                    </a:lnTo>
                    <a:lnTo>
                      <a:pt x="195850" y="240850"/>
                    </a:lnTo>
                    <a:lnTo>
                      <a:pt x="195000" y="240850"/>
                    </a:lnTo>
                    <a:close/>
                    <a:moveTo>
                      <a:pt x="197500" y="242500"/>
                    </a:moveTo>
                    <a:lnTo>
                      <a:pt x="198200" y="242500"/>
                    </a:lnTo>
                    <a:lnTo>
                      <a:pt x="198200" y="243200"/>
                    </a:lnTo>
                    <a:lnTo>
                      <a:pt x="197500" y="243200"/>
                    </a:lnTo>
                    <a:close/>
                    <a:moveTo>
                      <a:pt x="200000" y="240000"/>
                    </a:moveTo>
                    <a:lnTo>
                      <a:pt x="200850" y="240000"/>
                    </a:lnTo>
                    <a:lnTo>
                      <a:pt x="200850" y="240850"/>
                    </a:lnTo>
                    <a:lnTo>
                      <a:pt x="200000" y="240850"/>
                    </a:lnTo>
                    <a:close/>
                    <a:moveTo>
                      <a:pt x="202500" y="242500"/>
                    </a:moveTo>
                    <a:lnTo>
                      <a:pt x="203200" y="242500"/>
                    </a:lnTo>
                    <a:lnTo>
                      <a:pt x="203200" y="243200"/>
                    </a:lnTo>
                    <a:lnTo>
                      <a:pt x="202500" y="243200"/>
                    </a:lnTo>
                    <a:close/>
                    <a:moveTo>
                      <a:pt x="205000" y="240000"/>
                    </a:moveTo>
                    <a:lnTo>
                      <a:pt x="205850" y="240000"/>
                    </a:lnTo>
                    <a:lnTo>
                      <a:pt x="205850" y="240850"/>
                    </a:lnTo>
                    <a:lnTo>
                      <a:pt x="205000" y="240850"/>
                    </a:lnTo>
                    <a:close/>
                    <a:moveTo>
                      <a:pt x="207500" y="242500"/>
                    </a:moveTo>
                    <a:lnTo>
                      <a:pt x="208200" y="242500"/>
                    </a:lnTo>
                    <a:lnTo>
                      <a:pt x="208200" y="243200"/>
                    </a:lnTo>
                    <a:lnTo>
                      <a:pt x="207500" y="243200"/>
                    </a:lnTo>
                    <a:close/>
                    <a:moveTo>
                      <a:pt x="210000" y="240000"/>
                    </a:moveTo>
                    <a:lnTo>
                      <a:pt x="210850" y="240000"/>
                    </a:lnTo>
                    <a:lnTo>
                      <a:pt x="210850" y="240850"/>
                    </a:lnTo>
                    <a:lnTo>
                      <a:pt x="210000" y="240850"/>
                    </a:lnTo>
                    <a:close/>
                    <a:moveTo>
                      <a:pt x="212500" y="242500"/>
                    </a:moveTo>
                    <a:lnTo>
                      <a:pt x="213200" y="242500"/>
                    </a:lnTo>
                    <a:lnTo>
                      <a:pt x="213200" y="243200"/>
                    </a:lnTo>
                    <a:lnTo>
                      <a:pt x="212500" y="243200"/>
                    </a:lnTo>
                    <a:close/>
                    <a:moveTo>
                      <a:pt x="215000" y="240000"/>
                    </a:moveTo>
                    <a:lnTo>
                      <a:pt x="215850" y="240000"/>
                    </a:lnTo>
                    <a:lnTo>
                      <a:pt x="215850" y="240850"/>
                    </a:lnTo>
                    <a:lnTo>
                      <a:pt x="215000" y="240850"/>
                    </a:lnTo>
                    <a:close/>
                    <a:moveTo>
                      <a:pt x="217500" y="242500"/>
                    </a:moveTo>
                    <a:lnTo>
                      <a:pt x="218200" y="242500"/>
                    </a:lnTo>
                    <a:lnTo>
                      <a:pt x="218200" y="243200"/>
                    </a:lnTo>
                    <a:lnTo>
                      <a:pt x="217500" y="243200"/>
                    </a:lnTo>
                    <a:close/>
                    <a:moveTo>
                      <a:pt x="220000" y="240000"/>
                    </a:moveTo>
                    <a:lnTo>
                      <a:pt x="220850" y="240000"/>
                    </a:lnTo>
                    <a:lnTo>
                      <a:pt x="220850" y="240850"/>
                    </a:lnTo>
                    <a:lnTo>
                      <a:pt x="220000" y="240850"/>
                    </a:lnTo>
                    <a:close/>
                    <a:moveTo>
                      <a:pt x="222500" y="242500"/>
                    </a:moveTo>
                    <a:lnTo>
                      <a:pt x="223200" y="242500"/>
                    </a:lnTo>
                    <a:lnTo>
                      <a:pt x="223200" y="243200"/>
                    </a:lnTo>
                    <a:lnTo>
                      <a:pt x="222500" y="243200"/>
                    </a:lnTo>
                    <a:close/>
                    <a:moveTo>
                      <a:pt x="225000" y="240000"/>
                    </a:moveTo>
                    <a:lnTo>
                      <a:pt x="225850" y="240000"/>
                    </a:lnTo>
                    <a:lnTo>
                      <a:pt x="225850" y="240850"/>
                    </a:lnTo>
                    <a:lnTo>
                      <a:pt x="225000" y="240850"/>
                    </a:lnTo>
                    <a:close/>
                    <a:moveTo>
                      <a:pt x="227500" y="242500"/>
                    </a:moveTo>
                    <a:lnTo>
                      <a:pt x="228200" y="242500"/>
                    </a:lnTo>
                    <a:lnTo>
                      <a:pt x="228200" y="243200"/>
                    </a:lnTo>
                    <a:lnTo>
                      <a:pt x="227500" y="243200"/>
                    </a:lnTo>
                    <a:close/>
                    <a:moveTo>
                      <a:pt x="230000" y="240000"/>
                    </a:moveTo>
                    <a:lnTo>
                      <a:pt x="230850" y="240000"/>
                    </a:lnTo>
                    <a:lnTo>
                      <a:pt x="230850" y="240850"/>
                    </a:lnTo>
                    <a:lnTo>
                      <a:pt x="230000" y="240850"/>
                    </a:lnTo>
                    <a:close/>
                    <a:moveTo>
                      <a:pt x="232500" y="242500"/>
                    </a:moveTo>
                    <a:lnTo>
                      <a:pt x="233200" y="242500"/>
                    </a:lnTo>
                    <a:lnTo>
                      <a:pt x="233200" y="243200"/>
                    </a:lnTo>
                    <a:lnTo>
                      <a:pt x="232500" y="243200"/>
                    </a:lnTo>
                    <a:close/>
                    <a:moveTo>
                      <a:pt x="235000" y="240000"/>
                    </a:moveTo>
                    <a:lnTo>
                      <a:pt x="235850" y="240000"/>
                    </a:lnTo>
                    <a:lnTo>
                      <a:pt x="235850" y="240850"/>
                    </a:lnTo>
                    <a:lnTo>
                      <a:pt x="235000" y="240850"/>
                    </a:lnTo>
                    <a:close/>
                    <a:moveTo>
                      <a:pt x="237500" y="242500"/>
                    </a:moveTo>
                    <a:lnTo>
                      <a:pt x="238200" y="242500"/>
                    </a:lnTo>
                    <a:lnTo>
                      <a:pt x="238200" y="243200"/>
                    </a:lnTo>
                    <a:lnTo>
                      <a:pt x="237500" y="243200"/>
                    </a:lnTo>
                    <a:close/>
                    <a:moveTo>
                      <a:pt x="240000" y="240000"/>
                    </a:moveTo>
                    <a:lnTo>
                      <a:pt x="240850" y="240000"/>
                    </a:lnTo>
                    <a:lnTo>
                      <a:pt x="240850" y="240850"/>
                    </a:lnTo>
                    <a:lnTo>
                      <a:pt x="240000" y="240850"/>
                    </a:lnTo>
                    <a:close/>
                    <a:moveTo>
                      <a:pt x="242500" y="242500"/>
                    </a:moveTo>
                    <a:lnTo>
                      <a:pt x="243200" y="242500"/>
                    </a:lnTo>
                    <a:lnTo>
                      <a:pt x="243200" y="243200"/>
                    </a:lnTo>
                    <a:lnTo>
                      <a:pt x="242500" y="243200"/>
                    </a:lnTo>
                    <a:close/>
                    <a:moveTo>
                      <a:pt x="245000" y="240000"/>
                    </a:moveTo>
                    <a:lnTo>
                      <a:pt x="245850" y="240000"/>
                    </a:lnTo>
                    <a:lnTo>
                      <a:pt x="245850" y="240850"/>
                    </a:lnTo>
                    <a:lnTo>
                      <a:pt x="245000" y="240850"/>
                    </a:lnTo>
                    <a:close/>
                    <a:moveTo>
                      <a:pt x="247500" y="242500"/>
                    </a:moveTo>
                    <a:lnTo>
                      <a:pt x="248200" y="242500"/>
                    </a:lnTo>
                    <a:lnTo>
                      <a:pt x="248200" y="243200"/>
                    </a:lnTo>
                    <a:lnTo>
                      <a:pt x="247500" y="243200"/>
                    </a:lnTo>
                    <a:close/>
                    <a:moveTo>
                      <a:pt x="250000" y="240000"/>
                    </a:moveTo>
                    <a:lnTo>
                      <a:pt x="250850" y="240000"/>
                    </a:lnTo>
                    <a:lnTo>
                      <a:pt x="250850" y="240850"/>
                    </a:lnTo>
                    <a:lnTo>
                      <a:pt x="250000" y="240850"/>
                    </a:lnTo>
                    <a:close/>
                    <a:moveTo>
                      <a:pt x="252500" y="242500"/>
                    </a:moveTo>
                    <a:lnTo>
                      <a:pt x="253200" y="242500"/>
                    </a:lnTo>
                    <a:lnTo>
                      <a:pt x="253200" y="243200"/>
                    </a:lnTo>
                    <a:lnTo>
                      <a:pt x="252500" y="243200"/>
                    </a:lnTo>
                    <a:close/>
                    <a:moveTo>
                      <a:pt x="255000" y="240000"/>
                    </a:moveTo>
                    <a:lnTo>
                      <a:pt x="255850" y="240000"/>
                    </a:lnTo>
                    <a:lnTo>
                      <a:pt x="255850" y="240850"/>
                    </a:lnTo>
                    <a:lnTo>
                      <a:pt x="255000" y="240850"/>
                    </a:lnTo>
                    <a:close/>
                    <a:moveTo>
                      <a:pt x="257500" y="242500"/>
                    </a:moveTo>
                    <a:lnTo>
                      <a:pt x="258200" y="242500"/>
                    </a:lnTo>
                    <a:lnTo>
                      <a:pt x="258200" y="243200"/>
                    </a:lnTo>
                    <a:lnTo>
                      <a:pt x="257500" y="243200"/>
                    </a:lnTo>
                    <a:close/>
                    <a:moveTo>
                      <a:pt x="260000" y="240000"/>
                    </a:moveTo>
                    <a:lnTo>
                      <a:pt x="260850" y="240000"/>
                    </a:lnTo>
                    <a:lnTo>
                      <a:pt x="260850" y="240850"/>
                    </a:lnTo>
                    <a:lnTo>
                      <a:pt x="260000" y="240850"/>
                    </a:lnTo>
                    <a:close/>
                    <a:moveTo>
                      <a:pt x="262500" y="242500"/>
                    </a:moveTo>
                    <a:lnTo>
                      <a:pt x="263200" y="242500"/>
                    </a:lnTo>
                    <a:lnTo>
                      <a:pt x="263200" y="243200"/>
                    </a:lnTo>
                    <a:lnTo>
                      <a:pt x="262500" y="243200"/>
                    </a:lnTo>
                    <a:close/>
                    <a:moveTo>
                      <a:pt x="265000" y="240000"/>
                    </a:moveTo>
                    <a:lnTo>
                      <a:pt x="265850" y="240000"/>
                    </a:lnTo>
                    <a:lnTo>
                      <a:pt x="265850" y="240850"/>
                    </a:lnTo>
                    <a:lnTo>
                      <a:pt x="265000" y="240850"/>
                    </a:lnTo>
                    <a:close/>
                    <a:moveTo>
                      <a:pt x="267500" y="242500"/>
                    </a:moveTo>
                    <a:lnTo>
                      <a:pt x="268200" y="242500"/>
                    </a:lnTo>
                    <a:lnTo>
                      <a:pt x="268200" y="243200"/>
                    </a:lnTo>
                    <a:lnTo>
                      <a:pt x="267500" y="243200"/>
                    </a:lnTo>
                    <a:close/>
                    <a:moveTo>
                      <a:pt x="270000" y="240000"/>
                    </a:moveTo>
                    <a:lnTo>
                      <a:pt x="270850" y="240000"/>
                    </a:lnTo>
                    <a:lnTo>
                      <a:pt x="270850" y="240850"/>
                    </a:lnTo>
                    <a:lnTo>
                      <a:pt x="270000" y="240850"/>
                    </a:lnTo>
                    <a:close/>
                    <a:moveTo>
                      <a:pt x="272500" y="242500"/>
                    </a:moveTo>
                    <a:lnTo>
                      <a:pt x="273200" y="242500"/>
                    </a:lnTo>
                    <a:lnTo>
                      <a:pt x="273200" y="243200"/>
                    </a:lnTo>
                    <a:lnTo>
                      <a:pt x="272500" y="243200"/>
                    </a:lnTo>
                    <a:close/>
                    <a:moveTo>
                      <a:pt x="275000" y="240000"/>
                    </a:moveTo>
                    <a:lnTo>
                      <a:pt x="275850" y="240000"/>
                    </a:lnTo>
                    <a:lnTo>
                      <a:pt x="275850" y="240850"/>
                    </a:lnTo>
                    <a:lnTo>
                      <a:pt x="275000" y="240850"/>
                    </a:lnTo>
                    <a:close/>
                    <a:moveTo>
                      <a:pt x="277500" y="242500"/>
                    </a:moveTo>
                    <a:lnTo>
                      <a:pt x="278200" y="242500"/>
                    </a:lnTo>
                    <a:lnTo>
                      <a:pt x="278200" y="243200"/>
                    </a:lnTo>
                    <a:lnTo>
                      <a:pt x="277500" y="243200"/>
                    </a:lnTo>
                    <a:close/>
                    <a:moveTo>
                      <a:pt x="280000" y="240000"/>
                    </a:moveTo>
                    <a:lnTo>
                      <a:pt x="280850" y="240000"/>
                    </a:lnTo>
                    <a:lnTo>
                      <a:pt x="280850" y="240850"/>
                    </a:lnTo>
                    <a:lnTo>
                      <a:pt x="280000" y="240850"/>
                    </a:lnTo>
                    <a:close/>
                    <a:moveTo>
                      <a:pt x="282500" y="242500"/>
                    </a:moveTo>
                    <a:lnTo>
                      <a:pt x="283200" y="242500"/>
                    </a:lnTo>
                    <a:lnTo>
                      <a:pt x="283200" y="243200"/>
                    </a:lnTo>
                    <a:lnTo>
                      <a:pt x="282500" y="243200"/>
                    </a:lnTo>
                    <a:close/>
                    <a:moveTo>
                      <a:pt x="285000" y="240000"/>
                    </a:moveTo>
                    <a:lnTo>
                      <a:pt x="285850" y="240000"/>
                    </a:lnTo>
                    <a:lnTo>
                      <a:pt x="285850" y="240850"/>
                    </a:lnTo>
                    <a:lnTo>
                      <a:pt x="285000" y="240850"/>
                    </a:lnTo>
                    <a:close/>
                    <a:moveTo>
                      <a:pt x="287500" y="242500"/>
                    </a:moveTo>
                    <a:lnTo>
                      <a:pt x="288200" y="242500"/>
                    </a:lnTo>
                    <a:lnTo>
                      <a:pt x="288200" y="243200"/>
                    </a:lnTo>
                    <a:lnTo>
                      <a:pt x="287500" y="243200"/>
                    </a:lnTo>
                    <a:close/>
                    <a:moveTo>
                      <a:pt x="0" y="245000"/>
                    </a:moveTo>
                    <a:lnTo>
                      <a:pt x="850" y="245000"/>
                    </a:lnTo>
                    <a:lnTo>
                      <a:pt x="850" y="245850"/>
                    </a:lnTo>
                    <a:lnTo>
                      <a:pt x="0" y="245850"/>
                    </a:lnTo>
                    <a:close/>
                    <a:moveTo>
                      <a:pt x="2500" y="247500"/>
                    </a:moveTo>
                    <a:lnTo>
                      <a:pt x="3200" y="247500"/>
                    </a:lnTo>
                    <a:lnTo>
                      <a:pt x="3200" y="248200"/>
                    </a:lnTo>
                    <a:lnTo>
                      <a:pt x="2500" y="248200"/>
                    </a:lnTo>
                    <a:close/>
                    <a:moveTo>
                      <a:pt x="5000" y="245000"/>
                    </a:moveTo>
                    <a:lnTo>
                      <a:pt x="5850" y="245000"/>
                    </a:lnTo>
                    <a:lnTo>
                      <a:pt x="5850" y="245850"/>
                    </a:lnTo>
                    <a:lnTo>
                      <a:pt x="5000" y="245850"/>
                    </a:lnTo>
                    <a:close/>
                    <a:moveTo>
                      <a:pt x="7500" y="247500"/>
                    </a:moveTo>
                    <a:lnTo>
                      <a:pt x="8200" y="247500"/>
                    </a:lnTo>
                    <a:lnTo>
                      <a:pt x="8200" y="248200"/>
                    </a:lnTo>
                    <a:lnTo>
                      <a:pt x="7500" y="248200"/>
                    </a:lnTo>
                    <a:close/>
                    <a:moveTo>
                      <a:pt x="10000" y="245000"/>
                    </a:moveTo>
                    <a:lnTo>
                      <a:pt x="10850" y="245000"/>
                    </a:lnTo>
                    <a:lnTo>
                      <a:pt x="10850" y="245850"/>
                    </a:lnTo>
                    <a:lnTo>
                      <a:pt x="10000" y="245850"/>
                    </a:lnTo>
                    <a:close/>
                    <a:moveTo>
                      <a:pt x="12500" y="247500"/>
                    </a:moveTo>
                    <a:lnTo>
                      <a:pt x="13200" y="247500"/>
                    </a:lnTo>
                    <a:lnTo>
                      <a:pt x="13200" y="248200"/>
                    </a:lnTo>
                    <a:lnTo>
                      <a:pt x="12500" y="248200"/>
                    </a:lnTo>
                    <a:close/>
                    <a:moveTo>
                      <a:pt x="15000" y="245000"/>
                    </a:moveTo>
                    <a:lnTo>
                      <a:pt x="15850" y="245000"/>
                    </a:lnTo>
                    <a:lnTo>
                      <a:pt x="15850" y="245850"/>
                    </a:lnTo>
                    <a:lnTo>
                      <a:pt x="15000" y="245850"/>
                    </a:lnTo>
                    <a:close/>
                    <a:moveTo>
                      <a:pt x="17500" y="247500"/>
                    </a:moveTo>
                    <a:lnTo>
                      <a:pt x="18200" y="247500"/>
                    </a:lnTo>
                    <a:lnTo>
                      <a:pt x="18200" y="248200"/>
                    </a:lnTo>
                    <a:lnTo>
                      <a:pt x="17500" y="248200"/>
                    </a:lnTo>
                    <a:close/>
                    <a:moveTo>
                      <a:pt x="20000" y="245000"/>
                    </a:moveTo>
                    <a:lnTo>
                      <a:pt x="20850" y="245000"/>
                    </a:lnTo>
                    <a:lnTo>
                      <a:pt x="20850" y="245850"/>
                    </a:lnTo>
                    <a:lnTo>
                      <a:pt x="20000" y="245850"/>
                    </a:lnTo>
                    <a:close/>
                    <a:moveTo>
                      <a:pt x="22500" y="247500"/>
                    </a:moveTo>
                    <a:lnTo>
                      <a:pt x="23200" y="247500"/>
                    </a:lnTo>
                    <a:lnTo>
                      <a:pt x="23200" y="248200"/>
                    </a:lnTo>
                    <a:lnTo>
                      <a:pt x="22500" y="248200"/>
                    </a:lnTo>
                    <a:close/>
                    <a:moveTo>
                      <a:pt x="25000" y="245000"/>
                    </a:moveTo>
                    <a:lnTo>
                      <a:pt x="25850" y="245000"/>
                    </a:lnTo>
                    <a:lnTo>
                      <a:pt x="25850" y="245850"/>
                    </a:lnTo>
                    <a:lnTo>
                      <a:pt x="25000" y="245850"/>
                    </a:lnTo>
                    <a:close/>
                    <a:moveTo>
                      <a:pt x="27500" y="247500"/>
                    </a:moveTo>
                    <a:lnTo>
                      <a:pt x="28200" y="247500"/>
                    </a:lnTo>
                    <a:lnTo>
                      <a:pt x="28200" y="248200"/>
                    </a:lnTo>
                    <a:lnTo>
                      <a:pt x="27500" y="248200"/>
                    </a:lnTo>
                    <a:close/>
                    <a:moveTo>
                      <a:pt x="30000" y="245000"/>
                    </a:moveTo>
                    <a:lnTo>
                      <a:pt x="30850" y="245000"/>
                    </a:lnTo>
                    <a:lnTo>
                      <a:pt x="30850" y="245850"/>
                    </a:lnTo>
                    <a:lnTo>
                      <a:pt x="30000" y="245850"/>
                    </a:lnTo>
                    <a:close/>
                    <a:moveTo>
                      <a:pt x="32500" y="247500"/>
                    </a:moveTo>
                    <a:lnTo>
                      <a:pt x="33200" y="247500"/>
                    </a:lnTo>
                    <a:lnTo>
                      <a:pt x="33200" y="248200"/>
                    </a:lnTo>
                    <a:lnTo>
                      <a:pt x="32500" y="248200"/>
                    </a:lnTo>
                    <a:close/>
                    <a:moveTo>
                      <a:pt x="35000" y="245000"/>
                    </a:moveTo>
                    <a:lnTo>
                      <a:pt x="35850" y="245000"/>
                    </a:lnTo>
                    <a:lnTo>
                      <a:pt x="35850" y="245850"/>
                    </a:lnTo>
                    <a:lnTo>
                      <a:pt x="35000" y="245850"/>
                    </a:lnTo>
                    <a:close/>
                    <a:moveTo>
                      <a:pt x="37500" y="247500"/>
                    </a:moveTo>
                    <a:lnTo>
                      <a:pt x="38200" y="247500"/>
                    </a:lnTo>
                    <a:lnTo>
                      <a:pt x="38200" y="248200"/>
                    </a:lnTo>
                    <a:lnTo>
                      <a:pt x="37500" y="248200"/>
                    </a:lnTo>
                    <a:close/>
                    <a:moveTo>
                      <a:pt x="40000" y="245000"/>
                    </a:moveTo>
                    <a:lnTo>
                      <a:pt x="40850" y="245000"/>
                    </a:lnTo>
                    <a:lnTo>
                      <a:pt x="40850" y="245850"/>
                    </a:lnTo>
                    <a:lnTo>
                      <a:pt x="40000" y="245850"/>
                    </a:lnTo>
                    <a:close/>
                    <a:moveTo>
                      <a:pt x="42500" y="247500"/>
                    </a:moveTo>
                    <a:lnTo>
                      <a:pt x="43200" y="247500"/>
                    </a:lnTo>
                    <a:lnTo>
                      <a:pt x="43200" y="248200"/>
                    </a:lnTo>
                    <a:lnTo>
                      <a:pt x="42500" y="248200"/>
                    </a:lnTo>
                    <a:close/>
                    <a:moveTo>
                      <a:pt x="45000" y="245000"/>
                    </a:moveTo>
                    <a:lnTo>
                      <a:pt x="45850" y="245000"/>
                    </a:lnTo>
                    <a:lnTo>
                      <a:pt x="45850" y="245850"/>
                    </a:lnTo>
                    <a:lnTo>
                      <a:pt x="45000" y="245850"/>
                    </a:lnTo>
                    <a:close/>
                    <a:moveTo>
                      <a:pt x="47500" y="247500"/>
                    </a:moveTo>
                    <a:lnTo>
                      <a:pt x="48200" y="247500"/>
                    </a:lnTo>
                    <a:lnTo>
                      <a:pt x="48200" y="248200"/>
                    </a:lnTo>
                    <a:lnTo>
                      <a:pt x="47500" y="248200"/>
                    </a:lnTo>
                    <a:close/>
                    <a:moveTo>
                      <a:pt x="50000" y="245000"/>
                    </a:moveTo>
                    <a:lnTo>
                      <a:pt x="50850" y="245000"/>
                    </a:lnTo>
                    <a:lnTo>
                      <a:pt x="50850" y="245850"/>
                    </a:lnTo>
                    <a:lnTo>
                      <a:pt x="50000" y="245850"/>
                    </a:lnTo>
                    <a:close/>
                    <a:moveTo>
                      <a:pt x="52500" y="247500"/>
                    </a:moveTo>
                    <a:lnTo>
                      <a:pt x="53200" y="247500"/>
                    </a:lnTo>
                    <a:lnTo>
                      <a:pt x="53200" y="248200"/>
                    </a:lnTo>
                    <a:lnTo>
                      <a:pt x="52500" y="248200"/>
                    </a:lnTo>
                    <a:close/>
                    <a:moveTo>
                      <a:pt x="55000" y="245000"/>
                    </a:moveTo>
                    <a:lnTo>
                      <a:pt x="55850" y="245000"/>
                    </a:lnTo>
                    <a:lnTo>
                      <a:pt x="55850" y="245850"/>
                    </a:lnTo>
                    <a:lnTo>
                      <a:pt x="55000" y="245850"/>
                    </a:lnTo>
                    <a:close/>
                    <a:moveTo>
                      <a:pt x="57500" y="247500"/>
                    </a:moveTo>
                    <a:lnTo>
                      <a:pt x="58200" y="247500"/>
                    </a:lnTo>
                    <a:lnTo>
                      <a:pt x="58200" y="248200"/>
                    </a:lnTo>
                    <a:lnTo>
                      <a:pt x="57500" y="248200"/>
                    </a:lnTo>
                    <a:close/>
                    <a:moveTo>
                      <a:pt x="60000" y="245000"/>
                    </a:moveTo>
                    <a:lnTo>
                      <a:pt x="60850" y="245000"/>
                    </a:lnTo>
                    <a:lnTo>
                      <a:pt x="60850" y="245850"/>
                    </a:lnTo>
                    <a:lnTo>
                      <a:pt x="60000" y="245850"/>
                    </a:lnTo>
                    <a:close/>
                    <a:moveTo>
                      <a:pt x="62500" y="247500"/>
                    </a:moveTo>
                    <a:lnTo>
                      <a:pt x="63200" y="247500"/>
                    </a:lnTo>
                    <a:lnTo>
                      <a:pt x="63200" y="248200"/>
                    </a:lnTo>
                    <a:lnTo>
                      <a:pt x="62500" y="248200"/>
                    </a:lnTo>
                    <a:close/>
                    <a:moveTo>
                      <a:pt x="65000" y="245000"/>
                    </a:moveTo>
                    <a:lnTo>
                      <a:pt x="65850" y="245000"/>
                    </a:lnTo>
                    <a:lnTo>
                      <a:pt x="65850" y="245850"/>
                    </a:lnTo>
                    <a:lnTo>
                      <a:pt x="65000" y="245850"/>
                    </a:lnTo>
                    <a:close/>
                    <a:moveTo>
                      <a:pt x="67500" y="247500"/>
                    </a:moveTo>
                    <a:lnTo>
                      <a:pt x="68200" y="247500"/>
                    </a:lnTo>
                    <a:lnTo>
                      <a:pt x="68200" y="248200"/>
                    </a:lnTo>
                    <a:lnTo>
                      <a:pt x="67500" y="248200"/>
                    </a:lnTo>
                    <a:close/>
                    <a:moveTo>
                      <a:pt x="70000" y="245000"/>
                    </a:moveTo>
                    <a:lnTo>
                      <a:pt x="70850" y="245000"/>
                    </a:lnTo>
                    <a:lnTo>
                      <a:pt x="70850" y="245850"/>
                    </a:lnTo>
                    <a:lnTo>
                      <a:pt x="70000" y="245850"/>
                    </a:lnTo>
                    <a:close/>
                    <a:moveTo>
                      <a:pt x="72500" y="247500"/>
                    </a:moveTo>
                    <a:lnTo>
                      <a:pt x="73200" y="247500"/>
                    </a:lnTo>
                    <a:lnTo>
                      <a:pt x="73200" y="248200"/>
                    </a:lnTo>
                    <a:lnTo>
                      <a:pt x="72500" y="248200"/>
                    </a:lnTo>
                    <a:close/>
                    <a:moveTo>
                      <a:pt x="75000" y="245000"/>
                    </a:moveTo>
                    <a:lnTo>
                      <a:pt x="75850" y="245000"/>
                    </a:lnTo>
                    <a:lnTo>
                      <a:pt x="75850" y="245850"/>
                    </a:lnTo>
                    <a:lnTo>
                      <a:pt x="75000" y="245850"/>
                    </a:lnTo>
                    <a:close/>
                    <a:moveTo>
                      <a:pt x="77500" y="247500"/>
                    </a:moveTo>
                    <a:lnTo>
                      <a:pt x="78200" y="247500"/>
                    </a:lnTo>
                    <a:lnTo>
                      <a:pt x="78200" y="248200"/>
                    </a:lnTo>
                    <a:lnTo>
                      <a:pt x="77500" y="248200"/>
                    </a:lnTo>
                    <a:close/>
                    <a:moveTo>
                      <a:pt x="80000" y="245000"/>
                    </a:moveTo>
                    <a:lnTo>
                      <a:pt x="80850" y="245000"/>
                    </a:lnTo>
                    <a:lnTo>
                      <a:pt x="80850" y="245850"/>
                    </a:lnTo>
                    <a:lnTo>
                      <a:pt x="80000" y="245850"/>
                    </a:lnTo>
                    <a:close/>
                    <a:moveTo>
                      <a:pt x="82500" y="247500"/>
                    </a:moveTo>
                    <a:lnTo>
                      <a:pt x="83200" y="247500"/>
                    </a:lnTo>
                    <a:lnTo>
                      <a:pt x="83200" y="248200"/>
                    </a:lnTo>
                    <a:lnTo>
                      <a:pt x="82500" y="248200"/>
                    </a:lnTo>
                    <a:close/>
                    <a:moveTo>
                      <a:pt x="85000" y="245000"/>
                    </a:moveTo>
                    <a:lnTo>
                      <a:pt x="85850" y="245000"/>
                    </a:lnTo>
                    <a:lnTo>
                      <a:pt x="85850" y="245850"/>
                    </a:lnTo>
                    <a:lnTo>
                      <a:pt x="85000" y="245850"/>
                    </a:lnTo>
                    <a:close/>
                    <a:moveTo>
                      <a:pt x="87500" y="247500"/>
                    </a:moveTo>
                    <a:lnTo>
                      <a:pt x="88200" y="247500"/>
                    </a:lnTo>
                    <a:lnTo>
                      <a:pt x="88200" y="248200"/>
                    </a:lnTo>
                    <a:lnTo>
                      <a:pt x="87500" y="248200"/>
                    </a:lnTo>
                    <a:close/>
                    <a:moveTo>
                      <a:pt x="90000" y="245000"/>
                    </a:moveTo>
                    <a:lnTo>
                      <a:pt x="90850" y="245000"/>
                    </a:lnTo>
                    <a:lnTo>
                      <a:pt x="90850" y="245850"/>
                    </a:lnTo>
                    <a:lnTo>
                      <a:pt x="90000" y="245850"/>
                    </a:lnTo>
                    <a:close/>
                    <a:moveTo>
                      <a:pt x="92500" y="247500"/>
                    </a:moveTo>
                    <a:lnTo>
                      <a:pt x="93200" y="247500"/>
                    </a:lnTo>
                    <a:lnTo>
                      <a:pt x="93200" y="248200"/>
                    </a:lnTo>
                    <a:lnTo>
                      <a:pt x="92500" y="248200"/>
                    </a:lnTo>
                    <a:close/>
                    <a:moveTo>
                      <a:pt x="95000" y="245000"/>
                    </a:moveTo>
                    <a:lnTo>
                      <a:pt x="95850" y="245000"/>
                    </a:lnTo>
                    <a:lnTo>
                      <a:pt x="95850" y="245850"/>
                    </a:lnTo>
                    <a:lnTo>
                      <a:pt x="95000" y="245850"/>
                    </a:lnTo>
                    <a:close/>
                    <a:moveTo>
                      <a:pt x="97500" y="247500"/>
                    </a:moveTo>
                    <a:lnTo>
                      <a:pt x="98200" y="247500"/>
                    </a:lnTo>
                    <a:lnTo>
                      <a:pt x="98200" y="248200"/>
                    </a:lnTo>
                    <a:lnTo>
                      <a:pt x="97500" y="248200"/>
                    </a:lnTo>
                    <a:close/>
                    <a:moveTo>
                      <a:pt x="100000" y="245000"/>
                    </a:moveTo>
                    <a:lnTo>
                      <a:pt x="100850" y="245000"/>
                    </a:lnTo>
                    <a:lnTo>
                      <a:pt x="100850" y="245850"/>
                    </a:lnTo>
                    <a:lnTo>
                      <a:pt x="100000" y="245850"/>
                    </a:lnTo>
                    <a:close/>
                    <a:moveTo>
                      <a:pt x="102500" y="247500"/>
                    </a:moveTo>
                    <a:lnTo>
                      <a:pt x="103200" y="247500"/>
                    </a:lnTo>
                    <a:lnTo>
                      <a:pt x="103200" y="248200"/>
                    </a:lnTo>
                    <a:lnTo>
                      <a:pt x="102500" y="248200"/>
                    </a:lnTo>
                    <a:close/>
                    <a:moveTo>
                      <a:pt x="105000" y="245000"/>
                    </a:moveTo>
                    <a:lnTo>
                      <a:pt x="105850" y="245000"/>
                    </a:lnTo>
                    <a:lnTo>
                      <a:pt x="105850" y="245850"/>
                    </a:lnTo>
                    <a:lnTo>
                      <a:pt x="105000" y="245850"/>
                    </a:lnTo>
                    <a:close/>
                    <a:moveTo>
                      <a:pt x="107500" y="247500"/>
                    </a:moveTo>
                    <a:lnTo>
                      <a:pt x="108200" y="247500"/>
                    </a:lnTo>
                    <a:lnTo>
                      <a:pt x="108200" y="248200"/>
                    </a:lnTo>
                    <a:lnTo>
                      <a:pt x="107500" y="248200"/>
                    </a:lnTo>
                    <a:close/>
                    <a:moveTo>
                      <a:pt x="110000" y="245000"/>
                    </a:moveTo>
                    <a:lnTo>
                      <a:pt x="110850" y="245000"/>
                    </a:lnTo>
                    <a:lnTo>
                      <a:pt x="110850" y="245850"/>
                    </a:lnTo>
                    <a:lnTo>
                      <a:pt x="110000" y="245850"/>
                    </a:lnTo>
                    <a:close/>
                    <a:moveTo>
                      <a:pt x="112500" y="247500"/>
                    </a:moveTo>
                    <a:lnTo>
                      <a:pt x="113200" y="247500"/>
                    </a:lnTo>
                    <a:lnTo>
                      <a:pt x="113200" y="248200"/>
                    </a:lnTo>
                    <a:lnTo>
                      <a:pt x="112500" y="248200"/>
                    </a:lnTo>
                    <a:close/>
                    <a:moveTo>
                      <a:pt x="115000" y="245000"/>
                    </a:moveTo>
                    <a:lnTo>
                      <a:pt x="115850" y="245000"/>
                    </a:lnTo>
                    <a:lnTo>
                      <a:pt x="115850" y="245850"/>
                    </a:lnTo>
                    <a:lnTo>
                      <a:pt x="115000" y="245850"/>
                    </a:lnTo>
                    <a:close/>
                    <a:moveTo>
                      <a:pt x="117500" y="247500"/>
                    </a:moveTo>
                    <a:lnTo>
                      <a:pt x="118200" y="247500"/>
                    </a:lnTo>
                    <a:lnTo>
                      <a:pt x="118200" y="248200"/>
                    </a:lnTo>
                    <a:lnTo>
                      <a:pt x="117500" y="248200"/>
                    </a:lnTo>
                    <a:close/>
                    <a:moveTo>
                      <a:pt x="120000" y="245000"/>
                    </a:moveTo>
                    <a:lnTo>
                      <a:pt x="120850" y="245000"/>
                    </a:lnTo>
                    <a:lnTo>
                      <a:pt x="120850" y="245850"/>
                    </a:lnTo>
                    <a:lnTo>
                      <a:pt x="120000" y="245850"/>
                    </a:lnTo>
                    <a:close/>
                    <a:moveTo>
                      <a:pt x="122500" y="247500"/>
                    </a:moveTo>
                    <a:lnTo>
                      <a:pt x="123200" y="247500"/>
                    </a:lnTo>
                    <a:lnTo>
                      <a:pt x="123200" y="248200"/>
                    </a:lnTo>
                    <a:lnTo>
                      <a:pt x="122500" y="248200"/>
                    </a:lnTo>
                    <a:close/>
                    <a:moveTo>
                      <a:pt x="125000" y="245000"/>
                    </a:moveTo>
                    <a:lnTo>
                      <a:pt x="125850" y="245000"/>
                    </a:lnTo>
                    <a:lnTo>
                      <a:pt x="125850" y="245850"/>
                    </a:lnTo>
                    <a:lnTo>
                      <a:pt x="125000" y="245850"/>
                    </a:lnTo>
                    <a:close/>
                    <a:moveTo>
                      <a:pt x="127500" y="247500"/>
                    </a:moveTo>
                    <a:lnTo>
                      <a:pt x="128200" y="247500"/>
                    </a:lnTo>
                    <a:lnTo>
                      <a:pt x="128200" y="248200"/>
                    </a:lnTo>
                    <a:lnTo>
                      <a:pt x="127500" y="248200"/>
                    </a:lnTo>
                    <a:close/>
                    <a:moveTo>
                      <a:pt x="130000" y="245000"/>
                    </a:moveTo>
                    <a:lnTo>
                      <a:pt x="130850" y="245000"/>
                    </a:lnTo>
                    <a:lnTo>
                      <a:pt x="130850" y="245850"/>
                    </a:lnTo>
                    <a:lnTo>
                      <a:pt x="130000" y="245850"/>
                    </a:lnTo>
                    <a:close/>
                    <a:moveTo>
                      <a:pt x="132500" y="247500"/>
                    </a:moveTo>
                    <a:lnTo>
                      <a:pt x="133200" y="247500"/>
                    </a:lnTo>
                    <a:lnTo>
                      <a:pt x="133200" y="248200"/>
                    </a:lnTo>
                    <a:lnTo>
                      <a:pt x="132500" y="248200"/>
                    </a:lnTo>
                    <a:close/>
                    <a:moveTo>
                      <a:pt x="135000" y="245000"/>
                    </a:moveTo>
                    <a:lnTo>
                      <a:pt x="135850" y="245000"/>
                    </a:lnTo>
                    <a:lnTo>
                      <a:pt x="135850" y="245850"/>
                    </a:lnTo>
                    <a:lnTo>
                      <a:pt x="135000" y="245850"/>
                    </a:lnTo>
                    <a:close/>
                    <a:moveTo>
                      <a:pt x="137500" y="247500"/>
                    </a:moveTo>
                    <a:lnTo>
                      <a:pt x="138200" y="247500"/>
                    </a:lnTo>
                    <a:lnTo>
                      <a:pt x="138200" y="248200"/>
                    </a:lnTo>
                    <a:lnTo>
                      <a:pt x="137500" y="248200"/>
                    </a:lnTo>
                    <a:close/>
                    <a:moveTo>
                      <a:pt x="140000" y="245000"/>
                    </a:moveTo>
                    <a:lnTo>
                      <a:pt x="140850" y="245000"/>
                    </a:lnTo>
                    <a:lnTo>
                      <a:pt x="140850" y="245850"/>
                    </a:lnTo>
                    <a:lnTo>
                      <a:pt x="140000" y="245850"/>
                    </a:lnTo>
                    <a:close/>
                    <a:moveTo>
                      <a:pt x="142500" y="247500"/>
                    </a:moveTo>
                    <a:lnTo>
                      <a:pt x="143200" y="247500"/>
                    </a:lnTo>
                    <a:lnTo>
                      <a:pt x="143200" y="248200"/>
                    </a:lnTo>
                    <a:lnTo>
                      <a:pt x="142500" y="248200"/>
                    </a:lnTo>
                    <a:close/>
                    <a:moveTo>
                      <a:pt x="145000" y="245000"/>
                    </a:moveTo>
                    <a:lnTo>
                      <a:pt x="145850" y="245000"/>
                    </a:lnTo>
                    <a:lnTo>
                      <a:pt x="145850" y="245850"/>
                    </a:lnTo>
                    <a:lnTo>
                      <a:pt x="145000" y="245850"/>
                    </a:lnTo>
                    <a:close/>
                    <a:moveTo>
                      <a:pt x="147500" y="247500"/>
                    </a:moveTo>
                    <a:lnTo>
                      <a:pt x="148200" y="247500"/>
                    </a:lnTo>
                    <a:lnTo>
                      <a:pt x="148200" y="248200"/>
                    </a:lnTo>
                    <a:lnTo>
                      <a:pt x="147500" y="248200"/>
                    </a:lnTo>
                    <a:close/>
                    <a:moveTo>
                      <a:pt x="150000" y="245000"/>
                    </a:moveTo>
                    <a:lnTo>
                      <a:pt x="150850" y="245000"/>
                    </a:lnTo>
                    <a:lnTo>
                      <a:pt x="150850" y="245850"/>
                    </a:lnTo>
                    <a:lnTo>
                      <a:pt x="150000" y="245850"/>
                    </a:lnTo>
                    <a:close/>
                    <a:moveTo>
                      <a:pt x="152500" y="247500"/>
                    </a:moveTo>
                    <a:lnTo>
                      <a:pt x="153200" y="247500"/>
                    </a:lnTo>
                    <a:lnTo>
                      <a:pt x="153200" y="248200"/>
                    </a:lnTo>
                    <a:lnTo>
                      <a:pt x="152500" y="248200"/>
                    </a:lnTo>
                    <a:close/>
                    <a:moveTo>
                      <a:pt x="155000" y="245000"/>
                    </a:moveTo>
                    <a:lnTo>
                      <a:pt x="155850" y="245000"/>
                    </a:lnTo>
                    <a:lnTo>
                      <a:pt x="155850" y="245850"/>
                    </a:lnTo>
                    <a:lnTo>
                      <a:pt x="155000" y="245850"/>
                    </a:lnTo>
                    <a:close/>
                    <a:moveTo>
                      <a:pt x="157500" y="247500"/>
                    </a:moveTo>
                    <a:lnTo>
                      <a:pt x="158200" y="247500"/>
                    </a:lnTo>
                    <a:lnTo>
                      <a:pt x="158200" y="248200"/>
                    </a:lnTo>
                    <a:lnTo>
                      <a:pt x="157500" y="248200"/>
                    </a:lnTo>
                    <a:close/>
                    <a:moveTo>
                      <a:pt x="160000" y="245000"/>
                    </a:moveTo>
                    <a:lnTo>
                      <a:pt x="160850" y="245000"/>
                    </a:lnTo>
                    <a:lnTo>
                      <a:pt x="160850" y="245850"/>
                    </a:lnTo>
                    <a:lnTo>
                      <a:pt x="160000" y="245850"/>
                    </a:lnTo>
                    <a:close/>
                    <a:moveTo>
                      <a:pt x="162500" y="247500"/>
                    </a:moveTo>
                    <a:lnTo>
                      <a:pt x="163200" y="247500"/>
                    </a:lnTo>
                    <a:lnTo>
                      <a:pt x="163200" y="248200"/>
                    </a:lnTo>
                    <a:lnTo>
                      <a:pt x="162500" y="248200"/>
                    </a:lnTo>
                    <a:close/>
                    <a:moveTo>
                      <a:pt x="165000" y="245000"/>
                    </a:moveTo>
                    <a:lnTo>
                      <a:pt x="165850" y="245000"/>
                    </a:lnTo>
                    <a:lnTo>
                      <a:pt x="165850" y="245850"/>
                    </a:lnTo>
                    <a:lnTo>
                      <a:pt x="165000" y="245850"/>
                    </a:lnTo>
                    <a:close/>
                    <a:moveTo>
                      <a:pt x="167500" y="247500"/>
                    </a:moveTo>
                    <a:lnTo>
                      <a:pt x="168200" y="247500"/>
                    </a:lnTo>
                    <a:lnTo>
                      <a:pt x="168200" y="248200"/>
                    </a:lnTo>
                    <a:lnTo>
                      <a:pt x="167500" y="248200"/>
                    </a:lnTo>
                    <a:close/>
                    <a:moveTo>
                      <a:pt x="170000" y="245000"/>
                    </a:moveTo>
                    <a:lnTo>
                      <a:pt x="170850" y="245000"/>
                    </a:lnTo>
                    <a:lnTo>
                      <a:pt x="170850" y="245850"/>
                    </a:lnTo>
                    <a:lnTo>
                      <a:pt x="170000" y="245850"/>
                    </a:lnTo>
                    <a:close/>
                    <a:moveTo>
                      <a:pt x="172500" y="247500"/>
                    </a:moveTo>
                    <a:lnTo>
                      <a:pt x="173200" y="247500"/>
                    </a:lnTo>
                    <a:lnTo>
                      <a:pt x="173200" y="248200"/>
                    </a:lnTo>
                    <a:lnTo>
                      <a:pt x="172500" y="248200"/>
                    </a:lnTo>
                    <a:close/>
                    <a:moveTo>
                      <a:pt x="175000" y="245000"/>
                    </a:moveTo>
                    <a:lnTo>
                      <a:pt x="175850" y="245000"/>
                    </a:lnTo>
                    <a:lnTo>
                      <a:pt x="175850" y="245850"/>
                    </a:lnTo>
                    <a:lnTo>
                      <a:pt x="175000" y="245850"/>
                    </a:lnTo>
                    <a:close/>
                    <a:moveTo>
                      <a:pt x="177500" y="247500"/>
                    </a:moveTo>
                    <a:lnTo>
                      <a:pt x="178200" y="247500"/>
                    </a:lnTo>
                    <a:lnTo>
                      <a:pt x="178200" y="248200"/>
                    </a:lnTo>
                    <a:lnTo>
                      <a:pt x="177500" y="248200"/>
                    </a:lnTo>
                    <a:close/>
                    <a:moveTo>
                      <a:pt x="180000" y="245000"/>
                    </a:moveTo>
                    <a:lnTo>
                      <a:pt x="180850" y="245000"/>
                    </a:lnTo>
                    <a:lnTo>
                      <a:pt x="180850" y="245850"/>
                    </a:lnTo>
                    <a:lnTo>
                      <a:pt x="180000" y="245850"/>
                    </a:lnTo>
                    <a:close/>
                    <a:moveTo>
                      <a:pt x="182500" y="247500"/>
                    </a:moveTo>
                    <a:lnTo>
                      <a:pt x="183200" y="247500"/>
                    </a:lnTo>
                    <a:lnTo>
                      <a:pt x="183200" y="248200"/>
                    </a:lnTo>
                    <a:lnTo>
                      <a:pt x="182500" y="248200"/>
                    </a:lnTo>
                    <a:close/>
                    <a:moveTo>
                      <a:pt x="185000" y="245000"/>
                    </a:moveTo>
                    <a:lnTo>
                      <a:pt x="185850" y="245000"/>
                    </a:lnTo>
                    <a:lnTo>
                      <a:pt x="185850" y="245850"/>
                    </a:lnTo>
                    <a:lnTo>
                      <a:pt x="185000" y="245850"/>
                    </a:lnTo>
                    <a:close/>
                    <a:moveTo>
                      <a:pt x="187500" y="247500"/>
                    </a:moveTo>
                    <a:lnTo>
                      <a:pt x="188200" y="247500"/>
                    </a:lnTo>
                    <a:lnTo>
                      <a:pt x="188200" y="248200"/>
                    </a:lnTo>
                    <a:lnTo>
                      <a:pt x="187500" y="248200"/>
                    </a:lnTo>
                    <a:close/>
                    <a:moveTo>
                      <a:pt x="190000" y="245000"/>
                    </a:moveTo>
                    <a:lnTo>
                      <a:pt x="190850" y="245000"/>
                    </a:lnTo>
                    <a:lnTo>
                      <a:pt x="190850" y="245850"/>
                    </a:lnTo>
                    <a:lnTo>
                      <a:pt x="190000" y="245850"/>
                    </a:lnTo>
                    <a:close/>
                    <a:moveTo>
                      <a:pt x="192500" y="247500"/>
                    </a:moveTo>
                    <a:lnTo>
                      <a:pt x="193200" y="247500"/>
                    </a:lnTo>
                    <a:lnTo>
                      <a:pt x="193200" y="248200"/>
                    </a:lnTo>
                    <a:lnTo>
                      <a:pt x="192500" y="248200"/>
                    </a:lnTo>
                    <a:close/>
                    <a:moveTo>
                      <a:pt x="195000" y="245000"/>
                    </a:moveTo>
                    <a:lnTo>
                      <a:pt x="195850" y="245000"/>
                    </a:lnTo>
                    <a:lnTo>
                      <a:pt x="195850" y="245850"/>
                    </a:lnTo>
                    <a:lnTo>
                      <a:pt x="195000" y="245850"/>
                    </a:lnTo>
                    <a:close/>
                    <a:moveTo>
                      <a:pt x="197500" y="247500"/>
                    </a:moveTo>
                    <a:lnTo>
                      <a:pt x="198200" y="247500"/>
                    </a:lnTo>
                    <a:lnTo>
                      <a:pt x="198200" y="248200"/>
                    </a:lnTo>
                    <a:lnTo>
                      <a:pt x="197500" y="248200"/>
                    </a:lnTo>
                    <a:close/>
                    <a:moveTo>
                      <a:pt x="200000" y="245000"/>
                    </a:moveTo>
                    <a:lnTo>
                      <a:pt x="200850" y="245000"/>
                    </a:lnTo>
                    <a:lnTo>
                      <a:pt x="200850" y="245850"/>
                    </a:lnTo>
                    <a:lnTo>
                      <a:pt x="200000" y="245850"/>
                    </a:lnTo>
                    <a:close/>
                    <a:moveTo>
                      <a:pt x="202500" y="247500"/>
                    </a:moveTo>
                    <a:lnTo>
                      <a:pt x="203200" y="247500"/>
                    </a:lnTo>
                    <a:lnTo>
                      <a:pt x="203200" y="248200"/>
                    </a:lnTo>
                    <a:lnTo>
                      <a:pt x="202500" y="248200"/>
                    </a:lnTo>
                    <a:close/>
                    <a:moveTo>
                      <a:pt x="205000" y="245000"/>
                    </a:moveTo>
                    <a:lnTo>
                      <a:pt x="205850" y="245000"/>
                    </a:lnTo>
                    <a:lnTo>
                      <a:pt x="205850" y="245850"/>
                    </a:lnTo>
                    <a:lnTo>
                      <a:pt x="205000" y="245850"/>
                    </a:lnTo>
                    <a:close/>
                    <a:moveTo>
                      <a:pt x="207500" y="247500"/>
                    </a:moveTo>
                    <a:lnTo>
                      <a:pt x="208200" y="247500"/>
                    </a:lnTo>
                    <a:lnTo>
                      <a:pt x="208200" y="248200"/>
                    </a:lnTo>
                    <a:lnTo>
                      <a:pt x="207500" y="248200"/>
                    </a:lnTo>
                    <a:close/>
                    <a:moveTo>
                      <a:pt x="210000" y="245000"/>
                    </a:moveTo>
                    <a:lnTo>
                      <a:pt x="210850" y="245000"/>
                    </a:lnTo>
                    <a:lnTo>
                      <a:pt x="210850" y="245850"/>
                    </a:lnTo>
                    <a:lnTo>
                      <a:pt x="210000" y="245850"/>
                    </a:lnTo>
                    <a:close/>
                    <a:moveTo>
                      <a:pt x="212500" y="247500"/>
                    </a:moveTo>
                    <a:lnTo>
                      <a:pt x="213200" y="247500"/>
                    </a:lnTo>
                    <a:lnTo>
                      <a:pt x="213200" y="248200"/>
                    </a:lnTo>
                    <a:lnTo>
                      <a:pt x="212500" y="248200"/>
                    </a:lnTo>
                    <a:close/>
                    <a:moveTo>
                      <a:pt x="215000" y="245000"/>
                    </a:moveTo>
                    <a:lnTo>
                      <a:pt x="215850" y="245000"/>
                    </a:lnTo>
                    <a:lnTo>
                      <a:pt x="215850" y="245850"/>
                    </a:lnTo>
                    <a:lnTo>
                      <a:pt x="215000" y="245850"/>
                    </a:lnTo>
                    <a:close/>
                    <a:moveTo>
                      <a:pt x="217500" y="247500"/>
                    </a:moveTo>
                    <a:lnTo>
                      <a:pt x="218200" y="247500"/>
                    </a:lnTo>
                    <a:lnTo>
                      <a:pt x="218200" y="248200"/>
                    </a:lnTo>
                    <a:lnTo>
                      <a:pt x="217500" y="248200"/>
                    </a:lnTo>
                    <a:close/>
                    <a:moveTo>
                      <a:pt x="220000" y="245000"/>
                    </a:moveTo>
                    <a:lnTo>
                      <a:pt x="220850" y="245000"/>
                    </a:lnTo>
                    <a:lnTo>
                      <a:pt x="220850" y="245850"/>
                    </a:lnTo>
                    <a:lnTo>
                      <a:pt x="220000" y="245850"/>
                    </a:lnTo>
                    <a:close/>
                    <a:moveTo>
                      <a:pt x="222500" y="247500"/>
                    </a:moveTo>
                    <a:lnTo>
                      <a:pt x="223200" y="247500"/>
                    </a:lnTo>
                    <a:lnTo>
                      <a:pt x="223200" y="248200"/>
                    </a:lnTo>
                    <a:lnTo>
                      <a:pt x="222500" y="248200"/>
                    </a:lnTo>
                    <a:close/>
                    <a:moveTo>
                      <a:pt x="225000" y="245000"/>
                    </a:moveTo>
                    <a:lnTo>
                      <a:pt x="225850" y="245000"/>
                    </a:lnTo>
                    <a:lnTo>
                      <a:pt x="225850" y="245850"/>
                    </a:lnTo>
                    <a:lnTo>
                      <a:pt x="225000" y="245850"/>
                    </a:lnTo>
                    <a:close/>
                    <a:moveTo>
                      <a:pt x="227500" y="247500"/>
                    </a:moveTo>
                    <a:lnTo>
                      <a:pt x="228200" y="247500"/>
                    </a:lnTo>
                    <a:lnTo>
                      <a:pt x="228200" y="248200"/>
                    </a:lnTo>
                    <a:lnTo>
                      <a:pt x="227500" y="248200"/>
                    </a:lnTo>
                    <a:close/>
                    <a:moveTo>
                      <a:pt x="230000" y="245000"/>
                    </a:moveTo>
                    <a:lnTo>
                      <a:pt x="230850" y="245000"/>
                    </a:lnTo>
                    <a:lnTo>
                      <a:pt x="230850" y="245850"/>
                    </a:lnTo>
                    <a:lnTo>
                      <a:pt x="230000" y="245850"/>
                    </a:lnTo>
                    <a:close/>
                    <a:moveTo>
                      <a:pt x="232500" y="247500"/>
                    </a:moveTo>
                    <a:lnTo>
                      <a:pt x="233200" y="247500"/>
                    </a:lnTo>
                    <a:lnTo>
                      <a:pt x="233200" y="248200"/>
                    </a:lnTo>
                    <a:lnTo>
                      <a:pt x="232500" y="248200"/>
                    </a:lnTo>
                    <a:close/>
                    <a:moveTo>
                      <a:pt x="235000" y="245000"/>
                    </a:moveTo>
                    <a:lnTo>
                      <a:pt x="235850" y="245000"/>
                    </a:lnTo>
                    <a:lnTo>
                      <a:pt x="235850" y="245850"/>
                    </a:lnTo>
                    <a:lnTo>
                      <a:pt x="235000" y="245850"/>
                    </a:lnTo>
                    <a:close/>
                    <a:moveTo>
                      <a:pt x="237500" y="247500"/>
                    </a:moveTo>
                    <a:lnTo>
                      <a:pt x="238200" y="247500"/>
                    </a:lnTo>
                    <a:lnTo>
                      <a:pt x="238200" y="248200"/>
                    </a:lnTo>
                    <a:lnTo>
                      <a:pt x="237500" y="248200"/>
                    </a:lnTo>
                    <a:close/>
                    <a:moveTo>
                      <a:pt x="240000" y="245000"/>
                    </a:moveTo>
                    <a:lnTo>
                      <a:pt x="240850" y="245000"/>
                    </a:lnTo>
                    <a:lnTo>
                      <a:pt x="240850" y="245850"/>
                    </a:lnTo>
                    <a:lnTo>
                      <a:pt x="240000" y="245850"/>
                    </a:lnTo>
                    <a:close/>
                    <a:moveTo>
                      <a:pt x="242500" y="247500"/>
                    </a:moveTo>
                    <a:lnTo>
                      <a:pt x="243200" y="247500"/>
                    </a:lnTo>
                    <a:lnTo>
                      <a:pt x="243200" y="248200"/>
                    </a:lnTo>
                    <a:lnTo>
                      <a:pt x="242500" y="248200"/>
                    </a:lnTo>
                    <a:close/>
                    <a:moveTo>
                      <a:pt x="245000" y="245000"/>
                    </a:moveTo>
                    <a:lnTo>
                      <a:pt x="245850" y="245000"/>
                    </a:lnTo>
                    <a:lnTo>
                      <a:pt x="245850" y="245850"/>
                    </a:lnTo>
                    <a:lnTo>
                      <a:pt x="245000" y="245850"/>
                    </a:lnTo>
                    <a:close/>
                    <a:moveTo>
                      <a:pt x="247500" y="247500"/>
                    </a:moveTo>
                    <a:lnTo>
                      <a:pt x="248200" y="247500"/>
                    </a:lnTo>
                    <a:lnTo>
                      <a:pt x="248200" y="248200"/>
                    </a:lnTo>
                    <a:lnTo>
                      <a:pt x="247500" y="248200"/>
                    </a:lnTo>
                    <a:close/>
                    <a:moveTo>
                      <a:pt x="250000" y="245000"/>
                    </a:moveTo>
                    <a:lnTo>
                      <a:pt x="250850" y="245000"/>
                    </a:lnTo>
                    <a:lnTo>
                      <a:pt x="250850" y="245850"/>
                    </a:lnTo>
                    <a:lnTo>
                      <a:pt x="250000" y="245850"/>
                    </a:lnTo>
                    <a:close/>
                    <a:moveTo>
                      <a:pt x="252500" y="247500"/>
                    </a:moveTo>
                    <a:lnTo>
                      <a:pt x="253200" y="247500"/>
                    </a:lnTo>
                    <a:lnTo>
                      <a:pt x="253200" y="248200"/>
                    </a:lnTo>
                    <a:lnTo>
                      <a:pt x="252500" y="248200"/>
                    </a:lnTo>
                    <a:close/>
                    <a:moveTo>
                      <a:pt x="255000" y="245000"/>
                    </a:moveTo>
                    <a:lnTo>
                      <a:pt x="255850" y="245000"/>
                    </a:lnTo>
                    <a:lnTo>
                      <a:pt x="255850" y="245850"/>
                    </a:lnTo>
                    <a:lnTo>
                      <a:pt x="255000" y="245850"/>
                    </a:lnTo>
                    <a:close/>
                    <a:moveTo>
                      <a:pt x="257500" y="247500"/>
                    </a:moveTo>
                    <a:lnTo>
                      <a:pt x="258200" y="247500"/>
                    </a:lnTo>
                    <a:lnTo>
                      <a:pt x="258200" y="248200"/>
                    </a:lnTo>
                    <a:lnTo>
                      <a:pt x="257500" y="248200"/>
                    </a:lnTo>
                    <a:close/>
                    <a:moveTo>
                      <a:pt x="260000" y="245000"/>
                    </a:moveTo>
                    <a:lnTo>
                      <a:pt x="260850" y="245000"/>
                    </a:lnTo>
                    <a:lnTo>
                      <a:pt x="260850" y="245850"/>
                    </a:lnTo>
                    <a:lnTo>
                      <a:pt x="260000" y="245850"/>
                    </a:lnTo>
                    <a:close/>
                    <a:moveTo>
                      <a:pt x="262500" y="247500"/>
                    </a:moveTo>
                    <a:lnTo>
                      <a:pt x="263200" y="247500"/>
                    </a:lnTo>
                    <a:lnTo>
                      <a:pt x="263200" y="248200"/>
                    </a:lnTo>
                    <a:lnTo>
                      <a:pt x="262500" y="248200"/>
                    </a:lnTo>
                    <a:close/>
                    <a:moveTo>
                      <a:pt x="265000" y="245000"/>
                    </a:moveTo>
                    <a:lnTo>
                      <a:pt x="265850" y="245000"/>
                    </a:lnTo>
                    <a:lnTo>
                      <a:pt x="265850" y="245850"/>
                    </a:lnTo>
                    <a:lnTo>
                      <a:pt x="265000" y="245850"/>
                    </a:lnTo>
                    <a:close/>
                    <a:moveTo>
                      <a:pt x="267500" y="247500"/>
                    </a:moveTo>
                    <a:lnTo>
                      <a:pt x="268200" y="247500"/>
                    </a:lnTo>
                    <a:lnTo>
                      <a:pt x="268200" y="248200"/>
                    </a:lnTo>
                    <a:lnTo>
                      <a:pt x="267500" y="248200"/>
                    </a:lnTo>
                    <a:close/>
                    <a:moveTo>
                      <a:pt x="270000" y="245000"/>
                    </a:moveTo>
                    <a:lnTo>
                      <a:pt x="270850" y="245000"/>
                    </a:lnTo>
                    <a:lnTo>
                      <a:pt x="270850" y="245850"/>
                    </a:lnTo>
                    <a:lnTo>
                      <a:pt x="270000" y="245850"/>
                    </a:lnTo>
                    <a:close/>
                    <a:moveTo>
                      <a:pt x="272500" y="247500"/>
                    </a:moveTo>
                    <a:lnTo>
                      <a:pt x="273200" y="247500"/>
                    </a:lnTo>
                    <a:lnTo>
                      <a:pt x="273200" y="248200"/>
                    </a:lnTo>
                    <a:lnTo>
                      <a:pt x="272500" y="248200"/>
                    </a:lnTo>
                    <a:close/>
                    <a:moveTo>
                      <a:pt x="275000" y="245000"/>
                    </a:moveTo>
                    <a:lnTo>
                      <a:pt x="275850" y="245000"/>
                    </a:lnTo>
                    <a:lnTo>
                      <a:pt x="275850" y="245850"/>
                    </a:lnTo>
                    <a:lnTo>
                      <a:pt x="275000" y="245850"/>
                    </a:lnTo>
                    <a:close/>
                    <a:moveTo>
                      <a:pt x="277500" y="247500"/>
                    </a:moveTo>
                    <a:lnTo>
                      <a:pt x="278200" y="247500"/>
                    </a:lnTo>
                    <a:lnTo>
                      <a:pt x="278200" y="248200"/>
                    </a:lnTo>
                    <a:lnTo>
                      <a:pt x="277500" y="248200"/>
                    </a:lnTo>
                    <a:close/>
                    <a:moveTo>
                      <a:pt x="280000" y="245000"/>
                    </a:moveTo>
                    <a:lnTo>
                      <a:pt x="280850" y="245000"/>
                    </a:lnTo>
                    <a:lnTo>
                      <a:pt x="280850" y="245850"/>
                    </a:lnTo>
                    <a:lnTo>
                      <a:pt x="280000" y="245850"/>
                    </a:lnTo>
                    <a:close/>
                    <a:moveTo>
                      <a:pt x="282500" y="247500"/>
                    </a:moveTo>
                    <a:lnTo>
                      <a:pt x="283200" y="247500"/>
                    </a:lnTo>
                    <a:lnTo>
                      <a:pt x="283200" y="248200"/>
                    </a:lnTo>
                    <a:lnTo>
                      <a:pt x="282500" y="248200"/>
                    </a:lnTo>
                    <a:close/>
                    <a:moveTo>
                      <a:pt x="285000" y="245000"/>
                    </a:moveTo>
                    <a:lnTo>
                      <a:pt x="285850" y="245000"/>
                    </a:lnTo>
                    <a:lnTo>
                      <a:pt x="285850" y="245850"/>
                    </a:lnTo>
                    <a:lnTo>
                      <a:pt x="285000" y="245850"/>
                    </a:lnTo>
                    <a:close/>
                    <a:moveTo>
                      <a:pt x="287500" y="247500"/>
                    </a:moveTo>
                    <a:lnTo>
                      <a:pt x="288200" y="247500"/>
                    </a:lnTo>
                    <a:lnTo>
                      <a:pt x="288200" y="248200"/>
                    </a:lnTo>
                    <a:lnTo>
                      <a:pt x="287500" y="248200"/>
                    </a:lnTo>
                    <a:close/>
                    <a:moveTo>
                      <a:pt x="0" y="250000"/>
                    </a:moveTo>
                    <a:lnTo>
                      <a:pt x="850" y="250000"/>
                    </a:lnTo>
                    <a:lnTo>
                      <a:pt x="850" y="250850"/>
                    </a:lnTo>
                    <a:lnTo>
                      <a:pt x="0" y="250850"/>
                    </a:lnTo>
                    <a:close/>
                    <a:moveTo>
                      <a:pt x="2500" y="252500"/>
                    </a:moveTo>
                    <a:lnTo>
                      <a:pt x="3200" y="252500"/>
                    </a:lnTo>
                    <a:lnTo>
                      <a:pt x="3200" y="253200"/>
                    </a:lnTo>
                    <a:lnTo>
                      <a:pt x="2500" y="253200"/>
                    </a:lnTo>
                    <a:close/>
                    <a:moveTo>
                      <a:pt x="5000" y="250000"/>
                    </a:moveTo>
                    <a:lnTo>
                      <a:pt x="5850" y="250000"/>
                    </a:lnTo>
                    <a:lnTo>
                      <a:pt x="5850" y="250850"/>
                    </a:lnTo>
                    <a:lnTo>
                      <a:pt x="5000" y="250850"/>
                    </a:lnTo>
                    <a:close/>
                    <a:moveTo>
                      <a:pt x="7500" y="252500"/>
                    </a:moveTo>
                    <a:lnTo>
                      <a:pt x="8200" y="252500"/>
                    </a:lnTo>
                    <a:lnTo>
                      <a:pt x="8200" y="253200"/>
                    </a:lnTo>
                    <a:lnTo>
                      <a:pt x="7500" y="253200"/>
                    </a:lnTo>
                    <a:close/>
                    <a:moveTo>
                      <a:pt x="10000" y="250000"/>
                    </a:moveTo>
                    <a:lnTo>
                      <a:pt x="10850" y="250000"/>
                    </a:lnTo>
                    <a:lnTo>
                      <a:pt x="10850" y="250850"/>
                    </a:lnTo>
                    <a:lnTo>
                      <a:pt x="10000" y="250850"/>
                    </a:lnTo>
                    <a:close/>
                    <a:moveTo>
                      <a:pt x="12500" y="252500"/>
                    </a:moveTo>
                    <a:lnTo>
                      <a:pt x="13200" y="252500"/>
                    </a:lnTo>
                    <a:lnTo>
                      <a:pt x="13200" y="253200"/>
                    </a:lnTo>
                    <a:lnTo>
                      <a:pt x="12500" y="253200"/>
                    </a:lnTo>
                    <a:close/>
                    <a:moveTo>
                      <a:pt x="15000" y="250000"/>
                    </a:moveTo>
                    <a:lnTo>
                      <a:pt x="15850" y="250000"/>
                    </a:lnTo>
                    <a:lnTo>
                      <a:pt x="15850" y="250850"/>
                    </a:lnTo>
                    <a:lnTo>
                      <a:pt x="15000" y="250850"/>
                    </a:lnTo>
                    <a:close/>
                    <a:moveTo>
                      <a:pt x="17500" y="252500"/>
                    </a:moveTo>
                    <a:lnTo>
                      <a:pt x="18200" y="252500"/>
                    </a:lnTo>
                    <a:lnTo>
                      <a:pt x="18200" y="253200"/>
                    </a:lnTo>
                    <a:lnTo>
                      <a:pt x="17500" y="253200"/>
                    </a:lnTo>
                    <a:close/>
                    <a:moveTo>
                      <a:pt x="20000" y="250000"/>
                    </a:moveTo>
                    <a:lnTo>
                      <a:pt x="20850" y="250000"/>
                    </a:lnTo>
                    <a:lnTo>
                      <a:pt x="20850" y="250850"/>
                    </a:lnTo>
                    <a:lnTo>
                      <a:pt x="20000" y="250850"/>
                    </a:lnTo>
                    <a:close/>
                    <a:moveTo>
                      <a:pt x="22500" y="252500"/>
                    </a:moveTo>
                    <a:lnTo>
                      <a:pt x="23200" y="252500"/>
                    </a:lnTo>
                    <a:lnTo>
                      <a:pt x="23200" y="253200"/>
                    </a:lnTo>
                    <a:lnTo>
                      <a:pt x="22500" y="253200"/>
                    </a:lnTo>
                    <a:close/>
                    <a:moveTo>
                      <a:pt x="25000" y="250000"/>
                    </a:moveTo>
                    <a:lnTo>
                      <a:pt x="25850" y="250000"/>
                    </a:lnTo>
                    <a:lnTo>
                      <a:pt x="25850" y="250850"/>
                    </a:lnTo>
                    <a:lnTo>
                      <a:pt x="25000" y="250850"/>
                    </a:lnTo>
                    <a:close/>
                    <a:moveTo>
                      <a:pt x="27500" y="252500"/>
                    </a:moveTo>
                    <a:lnTo>
                      <a:pt x="28200" y="252500"/>
                    </a:lnTo>
                    <a:lnTo>
                      <a:pt x="28200" y="253200"/>
                    </a:lnTo>
                    <a:lnTo>
                      <a:pt x="27500" y="253200"/>
                    </a:lnTo>
                    <a:close/>
                    <a:moveTo>
                      <a:pt x="30000" y="250000"/>
                    </a:moveTo>
                    <a:lnTo>
                      <a:pt x="30850" y="250000"/>
                    </a:lnTo>
                    <a:lnTo>
                      <a:pt x="30850" y="250850"/>
                    </a:lnTo>
                    <a:lnTo>
                      <a:pt x="30000" y="250850"/>
                    </a:lnTo>
                    <a:close/>
                    <a:moveTo>
                      <a:pt x="32500" y="252500"/>
                    </a:moveTo>
                    <a:lnTo>
                      <a:pt x="33200" y="252500"/>
                    </a:lnTo>
                    <a:lnTo>
                      <a:pt x="33200" y="253200"/>
                    </a:lnTo>
                    <a:lnTo>
                      <a:pt x="32500" y="253200"/>
                    </a:lnTo>
                    <a:close/>
                    <a:moveTo>
                      <a:pt x="35000" y="250000"/>
                    </a:moveTo>
                    <a:lnTo>
                      <a:pt x="35850" y="250000"/>
                    </a:lnTo>
                    <a:lnTo>
                      <a:pt x="35850" y="250850"/>
                    </a:lnTo>
                    <a:lnTo>
                      <a:pt x="35000" y="250850"/>
                    </a:lnTo>
                    <a:close/>
                    <a:moveTo>
                      <a:pt x="37500" y="252500"/>
                    </a:moveTo>
                    <a:lnTo>
                      <a:pt x="38200" y="252500"/>
                    </a:lnTo>
                    <a:lnTo>
                      <a:pt x="38200" y="253200"/>
                    </a:lnTo>
                    <a:lnTo>
                      <a:pt x="37500" y="253200"/>
                    </a:lnTo>
                    <a:close/>
                    <a:moveTo>
                      <a:pt x="40000" y="250000"/>
                    </a:moveTo>
                    <a:lnTo>
                      <a:pt x="40850" y="250000"/>
                    </a:lnTo>
                    <a:lnTo>
                      <a:pt x="40850" y="250850"/>
                    </a:lnTo>
                    <a:lnTo>
                      <a:pt x="40000" y="250850"/>
                    </a:lnTo>
                    <a:close/>
                    <a:moveTo>
                      <a:pt x="42500" y="252500"/>
                    </a:moveTo>
                    <a:lnTo>
                      <a:pt x="43200" y="252500"/>
                    </a:lnTo>
                    <a:lnTo>
                      <a:pt x="43200" y="253200"/>
                    </a:lnTo>
                    <a:lnTo>
                      <a:pt x="42500" y="253200"/>
                    </a:lnTo>
                    <a:close/>
                    <a:moveTo>
                      <a:pt x="45000" y="250000"/>
                    </a:moveTo>
                    <a:lnTo>
                      <a:pt x="45850" y="250000"/>
                    </a:lnTo>
                    <a:lnTo>
                      <a:pt x="45850" y="250850"/>
                    </a:lnTo>
                    <a:lnTo>
                      <a:pt x="45000" y="250850"/>
                    </a:lnTo>
                    <a:close/>
                    <a:moveTo>
                      <a:pt x="47500" y="252500"/>
                    </a:moveTo>
                    <a:lnTo>
                      <a:pt x="48200" y="252500"/>
                    </a:lnTo>
                    <a:lnTo>
                      <a:pt x="48200" y="253200"/>
                    </a:lnTo>
                    <a:lnTo>
                      <a:pt x="47500" y="253200"/>
                    </a:lnTo>
                    <a:close/>
                    <a:moveTo>
                      <a:pt x="50000" y="250000"/>
                    </a:moveTo>
                    <a:lnTo>
                      <a:pt x="50850" y="250000"/>
                    </a:lnTo>
                    <a:lnTo>
                      <a:pt x="50850" y="250850"/>
                    </a:lnTo>
                    <a:lnTo>
                      <a:pt x="50000" y="250850"/>
                    </a:lnTo>
                    <a:close/>
                    <a:moveTo>
                      <a:pt x="52500" y="252500"/>
                    </a:moveTo>
                    <a:lnTo>
                      <a:pt x="53200" y="252500"/>
                    </a:lnTo>
                    <a:lnTo>
                      <a:pt x="53200" y="253200"/>
                    </a:lnTo>
                    <a:lnTo>
                      <a:pt x="52500" y="253200"/>
                    </a:lnTo>
                    <a:close/>
                    <a:moveTo>
                      <a:pt x="55000" y="250000"/>
                    </a:moveTo>
                    <a:lnTo>
                      <a:pt x="55850" y="250000"/>
                    </a:lnTo>
                    <a:lnTo>
                      <a:pt x="55850" y="250850"/>
                    </a:lnTo>
                    <a:lnTo>
                      <a:pt x="55000" y="250850"/>
                    </a:lnTo>
                    <a:close/>
                    <a:moveTo>
                      <a:pt x="57500" y="252500"/>
                    </a:moveTo>
                    <a:lnTo>
                      <a:pt x="58200" y="252500"/>
                    </a:lnTo>
                    <a:lnTo>
                      <a:pt x="58200" y="253200"/>
                    </a:lnTo>
                    <a:lnTo>
                      <a:pt x="57500" y="253200"/>
                    </a:lnTo>
                    <a:close/>
                    <a:moveTo>
                      <a:pt x="60000" y="250000"/>
                    </a:moveTo>
                    <a:lnTo>
                      <a:pt x="60850" y="250000"/>
                    </a:lnTo>
                    <a:lnTo>
                      <a:pt x="60850" y="250850"/>
                    </a:lnTo>
                    <a:lnTo>
                      <a:pt x="60000" y="250850"/>
                    </a:lnTo>
                    <a:close/>
                    <a:moveTo>
                      <a:pt x="62500" y="252500"/>
                    </a:moveTo>
                    <a:lnTo>
                      <a:pt x="63200" y="252500"/>
                    </a:lnTo>
                    <a:lnTo>
                      <a:pt x="63200" y="253200"/>
                    </a:lnTo>
                    <a:lnTo>
                      <a:pt x="62500" y="253200"/>
                    </a:lnTo>
                    <a:close/>
                    <a:moveTo>
                      <a:pt x="65000" y="250000"/>
                    </a:moveTo>
                    <a:lnTo>
                      <a:pt x="65850" y="250000"/>
                    </a:lnTo>
                    <a:lnTo>
                      <a:pt x="65850" y="250850"/>
                    </a:lnTo>
                    <a:lnTo>
                      <a:pt x="65000" y="250850"/>
                    </a:lnTo>
                    <a:close/>
                    <a:moveTo>
                      <a:pt x="67500" y="252500"/>
                    </a:moveTo>
                    <a:lnTo>
                      <a:pt x="68200" y="252500"/>
                    </a:lnTo>
                    <a:lnTo>
                      <a:pt x="68200" y="253200"/>
                    </a:lnTo>
                    <a:lnTo>
                      <a:pt x="67500" y="253200"/>
                    </a:lnTo>
                    <a:close/>
                    <a:moveTo>
                      <a:pt x="70000" y="250000"/>
                    </a:moveTo>
                    <a:lnTo>
                      <a:pt x="70850" y="250000"/>
                    </a:lnTo>
                    <a:lnTo>
                      <a:pt x="70850" y="250850"/>
                    </a:lnTo>
                    <a:lnTo>
                      <a:pt x="70000" y="250850"/>
                    </a:lnTo>
                    <a:close/>
                    <a:moveTo>
                      <a:pt x="72500" y="252500"/>
                    </a:moveTo>
                    <a:lnTo>
                      <a:pt x="73200" y="252500"/>
                    </a:lnTo>
                    <a:lnTo>
                      <a:pt x="73200" y="253200"/>
                    </a:lnTo>
                    <a:lnTo>
                      <a:pt x="72500" y="253200"/>
                    </a:lnTo>
                    <a:close/>
                    <a:moveTo>
                      <a:pt x="75000" y="250000"/>
                    </a:moveTo>
                    <a:lnTo>
                      <a:pt x="75850" y="250000"/>
                    </a:lnTo>
                    <a:lnTo>
                      <a:pt x="75850" y="250850"/>
                    </a:lnTo>
                    <a:lnTo>
                      <a:pt x="75000" y="250850"/>
                    </a:lnTo>
                    <a:close/>
                    <a:moveTo>
                      <a:pt x="77500" y="252500"/>
                    </a:moveTo>
                    <a:lnTo>
                      <a:pt x="78200" y="252500"/>
                    </a:lnTo>
                    <a:lnTo>
                      <a:pt x="78200" y="253200"/>
                    </a:lnTo>
                    <a:lnTo>
                      <a:pt x="77500" y="253200"/>
                    </a:lnTo>
                    <a:close/>
                    <a:moveTo>
                      <a:pt x="80000" y="250000"/>
                    </a:moveTo>
                    <a:lnTo>
                      <a:pt x="80850" y="250000"/>
                    </a:lnTo>
                    <a:lnTo>
                      <a:pt x="80850" y="250850"/>
                    </a:lnTo>
                    <a:lnTo>
                      <a:pt x="80000" y="250850"/>
                    </a:lnTo>
                    <a:close/>
                    <a:moveTo>
                      <a:pt x="82500" y="252500"/>
                    </a:moveTo>
                    <a:lnTo>
                      <a:pt x="83200" y="252500"/>
                    </a:lnTo>
                    <a:lnTo>
                      <a:pt x="83200" y="253200"/>
                    </a:lnTo>
                    <a:lnTo>
                      <a:pt x="82500" y="253200"/>
                    </a:lnTo>
                    <a:close/>
                    <a:moveTo>
                      <a:pt x="85000" y="250000"/>
                    </a:moveTo>
                    <a:lnTo>
                      <a:pt x="85850" y="250000"/>
                    </a:lnTo>
                    <a:lnTo>
                      <a:pt x="85850" y="250850"/>
                    </a:lnTo>
                    <a:lnTo>
                      <a:pt x="85000" y="250850"/>
                    </a:lnTo>
                    <a:close/>
                    <a:moveTo>
                      <a:pt x="87500" y="252500"/>
                    </a:moveTo>
                    <a:lnTo>
                      <a:pt x="88200" y="252500"/>
                    </a:lnTo>
                    <a:lnTo>
                      <a:pt x="88200" y="253200"/>
                    </a:lnTo>
                    <a:lnTo>
                      <a:pt x="87500" y="253200"/>
                    </a:lnTo>
                    <a:close/>
                    <a:moveTo>
                      <a:pt x="90000" y="250000"/>
                    </a:moveTo>
                    <a:lnTo>
                      <a:pt x="90850" y="250000"/>
                    </a:lnTo>
                    <a:lnTo>
                      <a:pt x="90850" y="250850"/>
                    </a:lnTo>
                    <a:lnTo>
                      <a:pt x="90000" y="250850"/>
                    </a:lnTo>
                    <a:close/>
                    <a:moveTo>
                      <a:pt x="92500" y="252500"/>
                    </a:moveTo>
                    <a:lnTo>
                      <a:pt x="93200" y="252500"/>
                    </a:lnTo>
                    <a:lnTo>
                      <a:pt x="93200" y="253200"/>
                    </a:lnTo>
                    <a:lnTo>
                      <a:pt x="92500" y="253200"/>
                    </a:lnTo>
                    <a:close/>
                    <a:moveTo>
                      <a:pt x="95000" y="250000"/>
                    </a:moveTo>
                    <a:lnTo>
                      <a:pt x="95850" y="250000"/>
                    </a:lnTo>
                    <a:lnTo>
                      <a:pt x="95850" y="250850"/>
                    </a:lnTo>
                    <a:lnTo>
                      <a:pt x="95000" y="250850"/>
                    </a:lnTo>
                    <a:close/>
                    <a:moveTo>
                      <a:pt x="97500" y="252500"/>
                    </a:moveTo>
                    <a:lnTo>
                      <a:pt x="98200" y="252500"/>
                    </a:lnTo>
                    <a:lnTo>
                      <a:pt x="98200" y="253200"/>
                    </a:lnTo>
                    <a:lnTo>
                      <a:pt x="97500" y="253200"/>
                    </a:lnTo>
                    <a:close/>
                    <a:moveTo>
                      <a:pt x="100000" y="250000"/>
                    </a:moveTo>
                    <a:lnTo>
                      <a:pt x="100850" y="250000"/>
                    </a:lnTo>
                    <a:lnTo>
                      <a:pt x="100850" y="250850"/>
                    </a:lnTo>
                    <a:lnTo>
                      <a:pt x="100000" y="250850"/>
                    </a:lnTo>
                    <a:close/>
                    <a:moveTo>
                      <a:pt x="102500" y="252500"/>
                    </a:moveTo>
                    <a:lnTo>
                      <a:pt x="103200" y="252500"/>
                    </a:lnTo>
                    <a:lnTo>
                      <a:pt x="103200" y="253200"/>
                    </a:lnTo>
                    <a:lnTo>
                      <a:pt x="102500" y="253200"/>
                    </a:lnTo>
                    <a:close/>
                    <a:moveTo>
                      <a:pt x="105000" y="250000"/>
                    </a:moveTo>
                    <a:lnTo>
                      <a:pt x="105850" y="250000"/>
                    </a:lnTo>
                    <a:lnTo>
                      <a:pt x="105850" y="250850"/>
                    </a:lnTo>
                    <a:lnTo>
                      <a:pt x="105000" y="250850"/>
                    </a:lnTo>
                    <a:close/>
                    <a:moveTo>
                      <a:pt x="107500" y="252500"/>
                    </a:moveTo>
                    <a:lnTo>
                      <a:pt x="108200" y="252500"/>
                    </a:lnTo>
                    <a:lnTo>
                      <a:pt x="108200" y="253200"/>
                    </a:lnTo>
                    <a:lnTo>
                      <a:pt x="107500" y="253200"/>
                    </a:lnTo>
                    <a:close/>
                    <a:moveTo>
                      <a:pt x="110000" y="250000"/>
                    </a:moveTo>
                    <a:lnTo>
                      <a:pt x="110850" y="250000"/>
                    </a:lnTo>
                    <a:lnTo>
                      <a:pt x="110850" y="250850"/>
                    </a:lnTo>
                    <a:lnTo>
                      <a:pt x="110000" y="250850"/>
                    </a:lnTo>
                    <a:close/>
                    <a:moveTo>
                      <a:pt x="112500" y="252500"/>
                    </a:moveTo>
                    <a:lnTo>
                      <a:pt x="113200" y="252500"/>
                    </a:lnTo>
                    <a:lnTo>
                      <a:pt x="113200" y="253200"/>
                    </a:lnTo>
                    <a:lnTo>
                      <a:pt x="112500" y="253200"/>
                    </a:lnTo>
                    <a:close/>
                    <a:moveTo>
                      <a:pt x="115000" y="250000"/>
                    </a:moveTo>
                    <a:lnTo>
                      <a:pt x="115850" y="250000"/>
                    </a:lnTo>
                    <a:lnTo>
                      <a:pt x="115850" y="250850"/>
                    </a:lnTo>
                    <a:lnTo>
                      <a:pt x="115000" y="250850"/>
                    </a:lnTo>
                    <a:close/>
                    <a:moveTo>
                      <a:pt x="117500" y="252500"/>
                    </a:moveTo>
                    <a:lnTo>
                      <a:pt x="118200" y="252500"/>
                    </a:lnTo>
                    <a:lnTo>
                      <a:pt x="118200" y="253200"/>
                    </a:lnTo>
                    <a:lnTo>
                      <a:pt x="117500" y="253200"/>
                    </a:lnTo>
                    <a:close/>
                    <a:moveTo>
                      <a:pt x="120000" y="250000"/>
                    </a:moveTo>
                    <a:lnTo>
                      <a:pt x="120850" y="250000"/>
                    </a:lnTo>
                    <a:lnTo>
                      <a:pt x="120850" y="250850"/>
                    </a:lnTo>
                    <a:lnTo>
                      <a:pt x="120000" y="250850"/>
                    </a:lnTo>
                    <a:close/>
                    <a:moveTo>
                      <a:pt x="122500" y="252500"/>
                    </a:moveTo>
                    <a:lnTo>
                      <a:pt x="123200" y="252500"/>
                    </a:lnTo>
                    <a:lnTo>
                      <a:pt x="123200" y="253200"/>
                    </a:lnTo>
                    <a:lnTo>
                      <a:pt x="122500" y="253200"/>
                    </a:lnTo>
                    <a:close/>
                    <a:moveTo>
                      <a:pt x="125000" y="250000"/>
                    </a:moveTo>
                    <a:lnTo>
                      <a:pt x="125850" y="250000"/>
                    </a:lnTo>
                    <a:lnTo>
                      <a:pt x="125850" y="250850"/>
                    </a:lnTo>
                    <a:lnTo>
                      <a:pt x="125000" y="250850"/>
                    </a:lnTo>
                    <a:close/>
                    <a:moveTo>
                      <a:pt x="127500" y="252500"/>
                    </a:moveTo>
                    <a:lnTo>
                      <a:pt x="128200" y="252500"/>
                    </a:lnTo>
                    <a:lnTo>
                      <a:pt x="128200" y="253200"/>
                    </a:lnTo>
                    <a:lnTo>
                      <a:pt x="127500" y="253200"/>
                    </a:lnTo>
                    <a:close/>
                    <a:moveTo>
                      <a:pt x="130000" y="250000"/>
                    </a:moveTo>
                    <a:lnTo>
                      <a:pt x="130850" y="250000"/>
                    </a:lnTo>
                    <a:lnTo>
                      <a:pt x="130850" y="250850"/>
                    </a:lnTo>
                    <a:lnTo>
                      <a:pt x="130000" y="250850"/>
                    </a:lnTo>
                    <a:close/>
                    <a:moveTo>
                      <a:pt x="132500" y="252500"/>
                    </a:moveTo>
                    <a:lnTo>
                      <a:pt x="133200" y="252500"/>
                    </a:lnTo>
                    <a:lnTo>
                      <a:pt x="133200" y="253200"/>
                    </a:lnTo>
                    <a:lnTo>
                      <a:pt x="132500" y="253200"/>
                    </a:lnTo>
                    <a:close/>
                    <a:moveTo>
                      <a:pt x="135000" y="250000"/>
                    </a:moveTo>
                    <a:lnTo>
                      <a:pt x="135850" y="250000"/>
                    </a:lnTo>
                    <a:lnTo>
                      <a:pt x="135850" y="250850"/>
                    </a:lnTo>
                    <a:lnTo>
                      <a:pt x="135000" y="250850"/>
                    </a:lnTo>
                    <a:close/>
                    <a:moveTo>
                      <a:pt x="137500" y="252500"/>
                    </a:moveTo>
                    <a:lnTo>
                      <a:pt x="138200" y="252500"/>
                    </a:lnTo>
                    <a:lnTo>
                      <a:pt x="138200" y="253200"/>
                    </a:lnTo>
                    <a:lnTo>
                      <a:pt x="137500" y="253200"/>
                    </a:lnTo>
                    <a:close/>
                    <a:moveTo>
                      <a:pt x="140000" y="250000"/>
                    </a:moveTo>
                    <a:lnTo>
                      <a:pt x="140850" y="250000"/>
                    </a:lnTo>
                    <a:lnTo>
                      <a:pt x="140850" y="250850"/>
                    </a:lnTo>
                    <a:lnTo>
                      <a:pt x="140000" y="250850"/>
                    </a:lnTo>
                    <a:close/>
                    <a:moveTo>
                      <a:pt x="142500" y="252500"/>
                    </a:moveTo>
                    <a:lnTo>
                      <a:pt x="143200" y="252500"/>
                    </a:lnTo>
                    <a:lnTo>
                      <a:pt x="143200" y="253200"/>
                    </a:lnTo>
                    <a:lnTo>
                      <a:pt x="142500" y="253200"/>
                    </a:lnTo>
                    <a:close/>
                    <a:moveTo>
                      <a:pt x="145000" y="250000"/>
                    </a:moveTo>
                    <a:lnTo>
                      <a:pt x="145850" y="250000"/>
                    </a:lnTo>
                    <a:lnTo>
                      <a:pt x="145850" y="250850"/>
                    </a:lnTo>
                    <a:lnTo>
                      <a:pt x="145000" y="250850"/>
                    </a:lnTo>
                    <a:close/>
                    <a:moveTo>
                      <a:pt x="147500" y="252500"/>
                    </a:moveTo>
                    <a:lnTo>
                      <a:pt x="148200" y="252500"/>
                    </a:lnTo>
                    <a:lnTo>
                      <a:pt x="148200" y="253200"/>
                    </a:lnTo>
                    <a:lnTo>
                      <a:pt x="147500" y="253200"/>
                    </a:lnTo>
                    <a:close/>
                    <a:moveTo>
                      <a:pt x="150000" y="250000"/>
                    </a:moveTo>
                    <a:lnTo>
                      <a:pt x="150850" y="250000"/>
                    </a:lnTo>
                    <a:lnTo>
                      <a:pt x="150850" y="250850"/>
                    </a:lnTo>
                    <a:lnTo>
                      <a:pt x="150000" y="250850"/>
                    </a:lnTo>
                    <a:close/>
                    <a:moveTo>
                      <a:pt x="152500" y="252500"/>
                    </a:moveTo>
                    <a:lnTo>
                      <a:pt x="153200" y="252500"/>
                    </a:lnTo>
                    <a:lnTo>
                      <a:pt x="153200" y="253200"/>
                    </a:lnTo>
                    <a:lnTo>
                      <a:pt x="152500" y="253200"/>
                    </a:lnTo>
                    <a:close/>
                    <a:moveTo>
                      <a:pt x="155000" y="250000"/>
                    </a:moveTo>
                    <a:lnTo>
                      <a:pt x="155850" y="250000"/>
                    </a:lnTo>
                    <a:lnTo>
                      <a:pt x="155850" y="250850"/>
                    </a:lnTo>
                    <a:lnTo>
                      <a:pt x="155000" y="250850"/>
                    </a:lnTo>
                    <a:close/>
                    <a:moveTo>
                      <a:pt x="157500" y="252500"/>
                    </a:moveTo>
                    <a:lnTo>
                      <a:pt x="158200" y="252500"/>
                    </a:lnTo>
                    <a:lnTo>
                      <a:pt x="158200" y="253200"/>
                    </a:lnTo>
                    <a:lnTo>
                      <a:pt x="157500" y="253200"/>
                    </a:lnTo>
                    <a:close/>
                    <a:moveTo>
                      <a:pt x="160000" y="250000"/>
                    </a:moveTo>
                    <a:lnTo>
                      <a:pt x="160850" y="250000"/>
                    </a:lnTo>
                    <a:lnTo>
                      <a:pt x="160850" y="250850"/>
                    </a:lnTo>
                    <a:lnTo>
                      <a:pt x="160000" y="250850"/>
                    </a:lnTo>
                    <a:close/>
                    <a:moveTo>
                      <a:pt x="162500" y="252500"/>
                    </a:moveTo>
                    <a:lnTo>
                      <a:pt x="163200" y="252500"/>
                    </a:lnTo>
                    <a:lnTo>
                      <a:pt x="163200" y="253200"/>
                    </a:lnTo>
                    <a:lnTo>
                      <a:pt x="162500" y="253200"/>
                    </a:lnTo>
                    <a:close/>
                    <a:moveTo>
                      <a:pt x="165000" y="250000"/>
                    </a:moveTo>
                    <a:lnTo>
                      <a:pt x="165850" y="250000"/>
                    </a:lnTo>
                    <a:lnTo>
                      <a:pt x="165850" y="250850"/>
                    </a:lnTo>
                    <a:lnTo>
                      <a:pt x="165000" y="250850"/>
                    </a:lnTo>
                    <a:close/>
                    <a:moveTo>
                      <a:pt x="167500" y="252500"/>
                    </a:moveTo>
                    <a:lnTo>
                      <a:pt x="168200" y="252500"/>
                    </a:lnTo>
                    <a:lnTo>
                      <a:pt x="168200" y="253200"/>
                    </a:lnTo>
                    <a:lnTo>
                      <a:pt x="167500" y="253200"/>
                    </a:lnTo>
                    <a:close/>
                    <a:moveTo>
                      <a:pt x="170000" y="250000"/>
                    </a:moveTo>
                    <a:lnTo>
                      <a:pt x="170850" y="250000"/>
                    </a:lnTo>
                    <a:lnTo>
                      <a:pt x="170850" y="250850"/>
                    </a:lnTo>
                    <a:lnTo>
                      <a:pt x="170000" y="250850"/>
                    </a:lnTo>
                    <a:close/>
                    <a:moveTo>
                      <a:pt x="172500" y="252500"/>
                    </a:moveTo>
                    <a:lnTo>
                      <a:pt x="173200" y="252500"/>
                    </a:lnTo>
                    <a:lnTo>
                      <a:pt x="173200" y="253200"/>
                    </a:lnTo>
                    <a:lnTo>
                      <a:pt x="172500" y="253200"/>
                    </a:lnTo>
                    <a:close/>
                    <a:moveTo>
                      <a:pt x="175000" y="250000"/>
                    </a:moveTo>
                    <a:lnTo>
                      <a:pt x="175850" y="250000"/>
                    </a:lnTo>
                    <a:lnTo>
                      <a:pt x="175850" y="250850"/>
                    </a:lnTo>
                    <a:lnTo>
                      <a:pt x="175000" y="250850"/>
                    </a:lnTo>
                    <a:close/>
                    <a:moveTo>
                      <a:pt x="177500" y="252500"/>
                    </a:moveTo>
                    <a:lnTo>
                      <a:pt x="178200" y="252500"/>
                    </a:lnTo>
                    <a:lnTo>
                      <a:pt x="178200" y="253200"/>
                    </a:lnTo>
                    <a:lnTo>
                      <a:pt x="177500" y="253200"/>
                    </a:lnTo>
                    <a:close/>
                    <a:moveTo>
                      <a:pt x="180000" y="250000"/>
                    </a:moveTo>
                    <a:lnTo>
                      <a:pt x="180850" y="250000"/>
                    </a:lnTo>
                    <a:lnTo>
                      <a:pt x="180850" y="250850"/>
                    </a:lnTo>
                    <a:lnTo>
                      <a:pt x="180000" y="250850"/>
                    </a:lnTo>
                    <a:close/>
                    <a:moveTo>
                      <a:pt x="182500" y="252500"/>
                    </a:moveTo>
                    <a:lnTo>
                      <a:pt x="183200" y="252500"/>
                    </a:lnTo>
                    <a:lnTo>
                      <a:pt x="183200" y="253200"/>
                    </a:lnTo>
                    <a:lnTo>
                      <a:pt x="182500" y="253200"/>
                    </a:lnTo>
                    <a:close/>
                    <a:moveTo>
                      <a:pt x="185000" y="250000"/>
                    </a:moveTo>
                    <a:lnTo>
                      <a:pt x="185850" y="250000"/>
                    </a:lnTo>
                    <a:lnTo>
                      <a:pt x="185850" y="250850"/>
                    </a:lnTo>
                    <a:lnTo>
                      <a:pt x="185000" y="250850"/>
                    </a:lnTo>
                    <a:close/>
                    <a:moveTo>
                      <a:pt x="187500" y="252500"/>
                    </a:moveTo>
                    <a:lnTo>
                      <a:pt x="188200" y="252500"/>
                    </a:lnTo>
                    <a:lnTo>
                      <a:pt x="188200" y="253200"/>
                    </a:lnTo>
                    <a:lnTo>
                      <a:pt x="187500" y="253200"/>
                    </a:lnTo>
                    <a:close/>
                    <a:moveTo>
                      <a:pt x="190000" y="250000"/>
                    </a:moveTo>
                    <a:lnTo>
                      <a:pt x="190850" y="250000"/>
                    </a:lnTo>
                    <a:lnTo>
                      <a:pt x="190850" y="250850"/>
                    </a:lnTo>
                    <a:lnTo>
                      <a:pt x="190000" y="250850"/>
                    </a:lnTo>
                    <a:close/>
                    <a:moveTo>
                      <a:pt x="192500" y="252500"/>
                    </a:moveTo>
                    <a:lnTo>
                      <a:pt x="193200" y="252500"/>
                    </a:lnTo>
                    <a:lnTo>
                      <a:pt x="193200" y="253200"/>
                    </a:lnTo>
                    <a:lnTo>
                      <a:pt x="192500" y="253200"/>
                    </a:lnTo>
                    <a:close/>
                    <a:moveTo>
                      <a:pt x="195000" y="250000"/>
                    </a:moveTo>
                    <a:lnTo>
                      <a:pt x="195850" y="250000"/>
                    </a:lnTo>
                    <a:lnTo>
                      <a:pt x="195850" y="250850"/>
                    </a:lnTo>
                    <a:lnTo>
                      <a:pt x="195000" y="250850"/>
                    </a:lnTo>
                    <a:close/>
                    <a:moveTo>
                      <a:pt x="197500" y="252500"/>
                    </a:moveTo>
                    <a:lnTo>
                      <a:pt x="198200" y="252500"/>
                    </a:lnTo>
                    <a:lnTo>
                      <a:pt x="198200" y="253200"/>
                    </a:lnTo>
                    <a:lnTo>
                      <a:pt x="197500" y="253200"/>
                    </a:lnTo>
                    <a:close/>
                    <a:moveTo>
                      <a:pt x="200000" y="250000"/>
                    </a:moveTo>
                    <a:lnTo>
                      <a:pt x="200850" y="250000"/>
                    </a:lnTo>
                    <a:lnTo>
                      <a:pt x="200850" y="250850"/>
                    </a:lnTo>
                    <a:lnTo>
                      <a:pt x="200000" y="250850"/>
                    </a:lnTo>
                    <a:close/>
                    <a:moveTo>
                      <a:pt x="202500" y="252500"/>
                    </a:moveTo>
                    <a:lnTo>
                      <a:pt x="203200" y="252500"/>
                    </a:lnTo>
                    <a:lnTo>
                      <a:pt x="203200" y="253200"/>
                    </a:lnTo>
                    <a:lnTo>
                      <a:pt x="202500" y="253200"/>
                    </a:lnTo>
                    <a:close/>
                    <a:moveTo>
                      <a:pt x="205000" y="250000"/>
                    </a:moveTo>
                    <a:lnTo>
                      <a:pt x="205850" y="250000"/>
                    </a:lnTo>
                    <a:lnTo>
                      <a:pt x="205850" y="250850"/>
                    </a:lnTo>
                    <a:lnTo>
                      <a:pt x="205000" y="250850"/>
                    </a:lnTo>
                    <a:close/>
                    <a:moveTo>
                      <a:pt x="207500" y="252500"/>
                    </a:moveTo>
                    <a:lnTo>
                      <a:pt x="208200" y="252500"/>
                    </a:lnTo>
                    <a:lnTo>
                      <a:pt x="208200" y="253200"/>
                    </a:lnTo>
                    <a:lnTo>
                      <a:pt x="207500" y="253200"/>
                    </a:lnTo>
                    <a:close/>
                    <a:moveTo>
                      <a:pt x="210000" y="250000"/>
                    </a:moveTo>
                    <a:lnTo>
                      <a:pt x="210850" y="250000"/>
                    </a:lnTo>
                    <a:lnTo>
                      <a:pt x="210850" y="250850"/>
                    </a:lnTo>
                    <a:lnTo>
                      <a:pt x="210000" y="250850"/>
                    </a:lnTo>
                    <a:close/>
                    <a:moveTo>
                      <a:pt x="212500" y="252500"/>
                    </a:moveTo>
                    <a:lnTo>
                      <a:pt x="213200" y="252500"/>
                    </a:lnTo>
                    <a:lnTo>
                      <a:pt x="213200" y="253200"/>
                    </a:lnTo>
                    <a:lnTo>
                      <a:pt x="212500" y="253200"/>
                    </a:lnTo>
                    <a:close/>
                    <a:moveTo>
                      <a:pt x="215000" y="250000"/>
                    </a:moveTo>
                    <a:lnTo>
                      <a:pt x="215850" y="250000"/>
                    </a:lnTo>
                    <a:lnTo>
                      <a:pt x="215850" y="250850"/>
                    </a:lnTo>
                    <a:lnTo>
                      <a:pt x="215000" y="250850"/>
                    </a:lnTo>
                    <a:close/>
                    <a:moveTo>
                      <a:pt x="217500" y="252500"/>
                    </a:moveTo>
                    <a:lnTo>
                      <a:pt x="218200" y="252500"/>
                    </a:lnTo>
                    <a:lnTo>
                      <a:pt x="218200" y="253200"/>
                    </a:lnTo>
                    <a:lnTo>
                      <a:pt x="217500" y="253200"/>
                    </a:lnTo>
                    <a:close/>
                    <a:moveTo>
                      <a:pt x="220000" y="250000"/>
                    </a:moveTo>
                    <a:lnTo>
                      <a:pt x="220850" y="250000"/>
                    </a:lnTo>
                    <a:lnTo>
                      <a:pt x="220850" y="250850"/>
                    </a:lnTo>
                    <a:lnTo>
                      <a:pt x="220000" y="250850"/>
                    </a:lnTo>
                    <a:close/>
                    <a:moveTo>
                      <a:pt x="222500" y="252500"/>
                    </a:moveTo>
                    <a:lnTo>
                      <a:pt x="223200" y="252500"/>
                    </a:lnTo>
                    <a:lnTo>
                      <a:pt x="223200" y="253200"/>
                    </a:lnTo>
                    <a:lnTo>
                      <a:pt x="222500" y="253200"/>
                    </a:lnTo>
                    <a:close/>
                    <a:moveTo>
                      <a:pt x="225000" y="250000"/>
                    </a:moveTo>
                    <a:lnTo>
                      <a:pt x="225850" y="250000"/>
                    </a:lnTo>
                    <a:lnTo>
                      <a:pt x="225850" y="250850"/>
                    </a:lnTo>
                    <a:lnTo>
                      <a:pt x="225000" y="250850"/>
                    </a:lnTo>
                    <a:close/>
                    <a:moveTo>
                      <a:pt x="227500" y="252500"/>
                    </a:moveTo>
                    <a:lnTo>
                      <a:pt x="228200" y="252500"/>
                    </a:lnTo>
                    <a:lnTo>
                      <a:pt x="228200" y="253200"/>
                    </a:lnTo>
                    <a:lnTo>
                      <a:pt x="227500" y="253200"/>
                    </a:lnTo>
                    <a:close/>
                    <a:moveTo>
                      <a:pt x="230000" y="250000"/>
                    </a:moveTo>
                    <a:lnTo>
                      <a:pt x="230850" y="250000"/>
                    </a:lnTo>
                    <a:lnTo>
                      <a:pt x="230850" y="250850"/>
                    </a:lnTo>
                    <a:lnTo>
                      <a:pt x="230000" y="250850"/>
                    </a:lnTo>
                    <a:close/>
                    <a:moveTo>
                      <a:pt x="232500" y="252500"/>
                    </a:moveTo>
                    <a:lnTo>
                      <a:pt x="233200" y="252500"/>
                    </a:lnTo>
                    <a:lnTo>
                      <a:pt x="233200" y="253200"/>
                    </a:lnTo>
                    <a:lnTo>
                      <a:pt x="232500" y="253200"/>
                    </a:lnTo>
                    <a:close/>
                    <a:moveTo>
                      <a:pt x="235000" y="250000"/>
                    </a:moveTo>
                    <a:lnTo>
                      <a:pt x="235850" y="250000"/>
                    </a:lnTo>
                    <a:lnTo>
                      <a:pt x="235850" y="250850"/>
                    </a:lnTo>
                    <a:lnTo>
                      <a:pt x="235000" y="250850"/>
                    </a:lnTo>
                    <a:close/>
                    <a:moveTo>
                      <a:pt x="237500" y="252500"/>
                    </a:moveTo>
                    <a:lnTo>
                      <a:pt x="238200" y="252500"/>
                    </a:lnTo>
                    <a:lnTo>
                      <a:pt x="238200" y="253200"/>
                    </a:lnTo>
                    <a:lnTo>
                      <a:pt x="237500" y="253200"/>
                    </a:lnTo>
                    <a:close/>
                    <a:moveTo>
                      <a:pt x="240000" y="250000"/>
                    </a:moveTo>
                    <a:lnTo>
                      <a:pt x="240850" y="250000"/>
                    </a:lnTo>
                    <a:lnTo>
                      <a:pt x="240850" y="250850"/>
                    </a:lnTo>
                    <a:lnTo>
                      <a:pt x="240000" y="250850"/>
                    </a:lnTo>
                    <a:close/>
                    <a:moveTo>
                      <a:pt x="242500" y="252500"/>
                    </a:moveTo>
                    <a:lnTo>
                      <a:pt x="243200" y="252500"/>
                    </a:lnTo>
                    <a:lnTo>
                      <a:pt x="243200" y="253200"/>
                    </a:lnTo>
                    <a:lnTo>
                      <a:pt x="242500" y="253200"/>
                    </a:lnTo>
                    <a:close/>
                    <a:moveTo>
                      <a:pt x="245000" y="250000"/>
                    </a:moveTo>
                    <a:lnTo>
                      <a:pt x="245850" y="250000"/>
                    </a:lnTo>
                    <a:lnTo>
                      <a:pt x="245850" y="250850"/>
                    </a:lnTo>
                    <a:lnTo>
                      <a:pt x="245000" y="250850"/>
                    </a:lnTo>
                    <a:close/>
                    <a:moveTo>
                      <a:pt x="247500" y="252500"/>
                    </a:moveTo>
                    <a:lnTo>
                      <a:pt x="248200" y="252500"/>
                    </a:lnTo>
                    <a:lnTo>
                      <a:pt x="248200" y="253200"/>
                    </a:lnTo>
                    <a:lnTo>
                      <a:pt x="247500" y="253200"/>
                    </a:lnTo>
                    <a:close/>
                    <a:moveTo>
                      <a:pt x="250000" y="250000"/>
                    </a:moveTo>
                    <a:lnTo>
                      <a:pt x="250850" y="250000"/>
                    </a:lnTo>
                    <a:lnTo>
                      <a:pt x="250850" y="250850"/>
                    </a:lnTo>
                    <a:lnTo>
                      <a:pt x="250000" y="250850"/>
                    </a:lnTo>
                    <a:close/>
                    <a:moveTo>
                      <a:pt x="252500" y="252500"/>
                    </a:moveTo>
                    <a:lnTo>
                      <a:pt x="253200" y="252500"/>
                    </a:lnTo>
                    <a:lnTo>
                      <a:pt x="253200" y="253200"/>
                    </a:lnTo>
                    <a:lnTo>
                      <a:pt x="252500" y="253200"/>
                    </a:lnTo>
                    <a:close/>
                    <a:moveTo>
                      <a:pt x="255000" y="250000"/>
                    </a:moveTo>
                    <a:lnTo>
                      <a:pt x="255850" y="250000"/>
                    </a:lnTo>
                    <a:lnTo>
                      <a:pt x="255850" y="250850"/>
                    </a:lnTo>
                    <a:lnTo>
                      <a:pt x="255000" y="250850"/>
                    </a:lnTo>
                    <a:close/>
                    <a:moveTo>
                      <a:pt x="257500" y="252500"/>
                    </a:moveTo>
                    <a:lnTo>
                      <a:pt x="258200" y="252500"/>
                    </a:lnTo>
                    <a:lnTo>
                      <a:pt x="258200" y="253200"/>
                    </a:lnTo>
                    <a:lnTo>
                      <a:pt x="257500" y="253200"/>
                    </a:lnTo>
                    <a:close/>
                    <a:moveTo>
                      <a:pt x="260000" y="250000"/>
                    </a:moveTo>
                    <a:lnTo>
                      <a:pt x="260850" y="250000"/>
                    </a:lnTo>
                    <a:lnTo>
                      <a:pt x="260850" y="250850"/>
                    </a:lnTo>
                    <a:lnTo>
                      <a:pt x="260000" y="250850"/>
                    </a:lnTo>
                    <a:close/>
                    <a:moveTo>
                      <a:pt x="262500" y="252500"/>
                    </a:moveTo>
                    <a:lnTo>
                      <a:pt x="263200" y="252500"/>
                    </a:lnTo>
                    <a:lnTo>
                      <a:pt x="263200" y="253200"/>
                    </a:lnTo>
                    <a:lnTo>
                      <a:pt x="262500" y="253200"/>
                    </a:lnTo>
                    <a:close/>
                    <a:moveTo>
                      <a:pt x="265000" y="250000"/>
                    </a:moveTo>
                    <a:lnTo>
                      <a:pt x="265850" y="250000"/>
                    </a:lnTo>
                    <a:lnTo>
                      <a:pt x="265850" y="250850"/>
                    </a:lnTo>
                    <a:lnTo>
                      <a:pt x="265000" y="250850"/>
                    </a:lnTo>
                    <a:close/>
                    <a:moveTo>
                      <a:pt x="267500" y="252500"/>
                    </a:moveTo>
                    <a:lnTo>
                      <a:pt x="268200" y="252500"/>
                    </a:lnTo>
                    <a:lnTo>
                      <a:pt x="268200" y="253200"/>
                    </a:lnTo>
                    <a:lnTo>
                      <a:pt x="267500" y="253200"/>
                    </a:lnTo>
                    <a:close/>
                    <a:moveTo>
                      <a:pt x="270000" y="250000"/>
                    </a:moveTo>
                    <a:lnTo>
                      <a:pt x="270850" y="250000"/>
                    </a:lnTo>
                    <a:lnTo>
                      <a:pt x="270850" y="250850"/>
                    </a:lnTo>
                    <a:lnTo>
                      <a:pt x="270000" y="250850"/>
                    </a:lnTo>
                    <a:close/>
                    <a:moveTo>
                      <a:pt x="272500" y="252500"/>
                    </a:moveTo>
                    <a:lnTo>
                      <a:pt x="273200" y="252500"/>
                    </a:lnTo>
                    <a:lnTo>
                      <a:pt x="273200" y="253200"/>
                    </a:lnTo>
                    <a:lnTo>
                      <a:pt x="272500" y="253200"/>
                    </a:lnTo>
                    <a:close/>
                    <a:moveTo>
                      <a:pt x="275000" y="250000"/>
                    </a:moveTo>
                    <a:lnTo>
                      <a:pt x="275850" y="250000"/>
                    </a:lnTo>
                    <a:lnTo>
                      <a:pt x="275850" y="250850"/>
                    </a:lnTo>
                    <a:lnTo>
                      <a:pt x="275000" y="250850"/>
                    </a:lnTo>
                    <a:close/>
                    <a:moveTo>
                      <a:pt x="277500" y="252500"/>
                    </a:moveTo>
                    <a:lnTo>
                      <a:pt x="278200" y="252500"/>
                    </a:lnTo>
                    <a:lnTo>
                      <a:pt x="278200" y="253200"/>
                    </a:lnTo>
                    <a:lnTo>
                      <a:pt x="277500" y="253200"/>
                    </a:lnTo>
                    <a:close/>
                    <a:moveTo>
                      <a:pt x="280000" y="250000"/>
                    </a:moveTo>
                    <a:lnTo>
                      <a:pt x="280850" y="250000"/>
                    </a:lnTo>
                    <a:lnTo>
                      <a:pt x="280850" y="250850"/>
                    </a:lnTo>
                    <a:lnTo>
                      <a:pt x="280000" y="250850"/>
                    </a:lnTo>
                    <a:close/>
                    <a:moveTo>
                      <a:pt x="282500" y="252500"/>
                    </a:moveTo>
                    <a:lnTo>
                      <a:pt x="283200" y="252500"/>
                    </a:lnTo>
                    <a:lnTo>
                      <a:pt x="283200" y="253200"/>
                    </a:lnTo>
                    <a:lnTo>
                      <a:pt x="282500" y="253200"/>
                    </a:lnTo>
                    <a:close/>
                    <a:moveTo>
                      <a:pt x="285000" y="250000"/>
                    </a:moveTo>
                    <a:lnTo>
                      <a:pt x="285850" y="250000"/>
                    </a:lnTo>
                    <a:lnTo>
                      <a:pt x="285850" y="250850"/>
                    </a:lnTo>
                    <a:lnTo>
                      <a:pt x="285000" y="250850"/>
                    </a:lnTo>
                    <a:close/>
                    <a:moveTo>
                      <a:pt x="287500" y="252500"/>
                    </a:moveTo>
                    <a:lnTo>
                      <a:pt x="288200" y="252500"/>
                    </a:lnTo>
                    <a:lnTo>
                      <a:pt x="288200" y="253200"/>
                    </a:lnTo>
                    <a:lnTo>
                      <a:pt x="287500" y="253200"/>
                    </a:lnTo>
                    <a:close/>
                    <a:moveTo>
                      <a:pt x="0" y="255000"/>
                    </a:moveTo>
                    <a:lnTo>
                      <a:pt x="850" y="255000"/>
                    </a:lnTo>
                    <a:lnTo>
                      <a:pt x="850" y="255850"/>
                    </a:lnTo>
                    <a:lnTo>
                      <a:pt x="0" y="255850"/>
                    </a:lnTo>
                    <a:close/>
                    <a:moveTo>
                      <a:pt x="2500" y="257500"/>
                    </a:moveTo>
                    <a:lnTo>
                      <a:pt x="3200" y="257500"/>
                    </a:lnTo>
                    <a:lnTo>
                      <a:pt x="3200" y="258200"/>
                    </a:lnTo>
                    <a:lnTo>
                      <a:pt x="2500" y="258200"/>
                    </a:lnTo>
                    <a:close/>
                    <a:moveTo>
                      <a:pt x="5000" y="255000"/>
                    </a:moveTo>
                    <a:lnTo>
                      <a:pt x="5850" y="255000"/>
                    </a:lnTo>
                    <a:lnTo>
                      <a:pt x="5850" y="255850"/>
                    </a:lnTo>
                    <a:lnTo>
                      <a:pt x="5000" y="255850"/>
                    </a:lnTo>
                    <a:close/>
                    <a:moveTo>
                      <a:pt x="7500" y="257500"/>
                    </a:moveTo>
                    <a:lnTo>
                      <a:pt x="8200" y="257500"/>
                    </a:lnTo>
                    <a:lnTo>
                      <a:pt x="8200" y="258200"/>
                    </a:lnTo>
                    <a:lnTo>
                      <a:pt x="7500" y="258200"/>
                    </a:lnTo>
                    <a:close/>
                    <a:moveTo>
                      <a:pt x="10000" y="255000"/>
                    </a:moveTo>
                    <a:lnTo>
                      <a:pt x="10850" y="255000"/>
                    </a:lnTo>
                    <a:lnTo>
                      <a:pt x="10850" y="255850"/>
                    </a:lnTo>
                    <a:lnTo>
                      <a:pt x="10000" y="255850"/>
                    </a:lnTo>
                    <a:close/>
                    <a:moveTo>
                      <a:pt x="12500" y="257500"/>
                    </a:moveTo>
                    <a:lnTo>
                      <a:pt x="13200" y="257500"/>
                    </a:lnTo>
                    <a:lnTo>
                      <a:pt x="13200" y="258200"/>
                    </a:lnTo>
                    <a:lnTo>
                      <a:pt x="12500" y="258200"/>
                    </a:lnTo>
                    <a:close/>
                    <a:moveTo>
                      <a:pt x="15000" y="255000"/>
                    </a:moveTo>
                    <a:lnTo>
                      <a:pt x="15850" y="255000"/>
                    </a:lnTo>
                    <a:lnTo>
                      <a:pt x="15850" y="255850"/>
                    </a:lnTo>
                    <a:lnTo>
                      <a:pt x="15000" y="255850"/>
                    </a:lnTo>
                    <a:close/>
                    <a:moveTo>
                      <a:pt x="17500" y="257500"/>
                    </a:moveTo>
                    <a:lnTo>
                      <a:pt x="18200" y="257500"/>
                    </a:lnTo>
                    <a:lnTo>
                      <a:pt x="18200" y="258200"/>
                    </a:lnTo>
                    <a:lnTo>
                      <a:pt x="17500" y="258200"/>
                    </a:lnTo>
                    <a:close/>
                    <a:moveTo>
                      <a:pt x="20000" y="255000"/>
                    </a:moveTo>
                    <a:lnTo>
                      <a:pt x="20850" y="255000"/>
                    </a:lnTo>
                    <a:lnTo>
                      <a:pt x="20850" y="255850"/>
                    </a:lnTo>
                    <a:lnTo>
                      <a:pt x="20000" y="255850"/>
                    </a:lnTo>
                    <a:close/>
                    <a:moveTo>
                      <a:pt x="22500" y="257500"/>
                    </a:moveTo>
                    <a:lnTo>
                      <a:pt x="23200" y="257500"/>
                    </a:lnTo>
                    <a:lnTo>
                      <a:pt x="23200" y="258200"/>
                    </a:lnTo>
                    <a:lnTo>
                      <a:pt x="22500" y="258200"/>
                    </a:lnTo>
                    <a:close/>
                    <a:moveTo>
                      <a:pt x="25000" y="255000"/>
                    </a:moveTo>
                    <a:lnTo>
                      <a:pt x="25850" y="255000"/>
                    </a:lnTo>
                    <a:lnTo>
                      <a:pt x="25850" y="255850"/>
                    </a:lnTo>
                    <a:lnTo>
                      <a:pt x="25000" y="255850"/>
                    </a:lnTo>
                    <a:close/>
                    <a:moveTo>
                      <a:pt x="27500" y="257500"/>
                    </a:moveTo>
                    <a:lnTo>
                      <a:pt x="28200" y="257500"/>
                    </a:lnTo>
                    <a:lnTo>
                      <a:pt x="28200" y="258200"/>
                    </a:lnTo>
                    <a:lnTo>
                      <a:pt x="27500" y="258200"/>
                    </a:lnTo>
                    <a:close/>
                    <a:moveTo>
                      <a:pt x="30000" y="255000"/>
                    </a:moveTo>
                    <a:lnTo>
                      <a:pt x="30850" y="255000"/>
                    </a:lnTo>
                    <a:lnTo>
                      <a:pt x="30850" y="255850"/>
                    </a:lnTo>
                    <a:lnTo>
                      <a:pt x="30000" y="255850"/>
                    </a:lnTo>
                    <a:close/>
                    <a:moveTo>
                      <a:pt x="32500" y="257500"/>
                    </a:moveTo>
                    <a:lnTo>
                      <a:pt x="33200" y="257500"/>
                    </a:lnTo>
                    <a:lnTo>
                      <a:pt x="33200" y="258200"/>
                    </a:lnTo>
                    <a:lnTo>
                      <a:pt x="32500" y="258200"/>
                    </a:lnTo>
                    <a:close/>
                    <a:moveTo>
                      <a:pt x="35000" y="255000"/>
                    </a:moveTo>
                    <a:lnTo>
                      <a:pt x="35850" y="255000"/>
                    </a:lnTo>
                    <a:lnTo>
                      <a:pt x="35850" y="255850"/>
                    </a:lnTo>
                    <a:lnTo>
                      <a:pt x="35000" y="255850"/>
                    </a:lnTo>
                    <a:close/>
                    <a:moveTo>
                      <a:pt x="37500" y="257500"/>
                    </a:moveTo>
                    <a:lnTo>
                      <a:pt x="38200" y="257500"/>
                    </a:lnTo>
                    <a:lnTo>
                      <a:pt x="38200" y="258200"/>
                    </a:lnTo>
                    <a:lnTo>
                      <a:pt x="37500" y="258200"/>
                    </a:lnTo>
                    <a:close/>
                    <a:moveTo>
                      <a:pt x="40000" y="255000"/>
                    </a:moveTo>
                    <a:lnTo>
                      <a:pt x="40850" y="255000"/>
                    </a:lnTo>
                    <a:lnTo>
                      <a:pt x="40850" y="255850"/>
                    </a:lnTo>
                    <a:lnTo>
                      <a:pt x="40000" y="255850"/>
                    </a:lnTo>
                    <a:close/>
                    <a:moveTo>
                      <a:pt x="42500" y="257500"/>
                    </a:moveTo>
                    <a:lnTo>
                      <a:pt x="43200" y="257500"/>
                    </a:lnTo>
                    <a:lnTo>
                      <a:pt x="43200" y="258200"/>
                    </a:lnTo>
                    <a:lnTo>
                      <a:pt x="42500" y="258200"/>
                    </a:lnTo>
                    <a:close/>
                    <a:moveTo>
                      <a:pt x="45000" y="255000"/>
                    </a:moveTo>
                    <a:lnTo>
                      <a:pt x="45850" y="255000"/>
                    </a:lnTo>
                    <a:lnTo>
                      <a:pt x="45850" y="255850"/>
                    </a:lnTo>
                    <a:lnTo>
                      <a:pt x="45000" y="255850"/>
                    </a:lnTo>
                    <a:close/>
                    <a:moveTo>
                      <a:pt x="47500" y="257500"/>
                    </a:moveTo>
                    <a:lnTo>
                      <a:pt x="48200" y="257500"/>
                    </a:lnTo>
                    <a:lnTo>
                      <a:pt x="48200" y="258200"/>
                    </a:lnTo>
                    <a:lnTo>
                      <a:pt x="47500" y="258200"/>
                    </a:lnTo>
                    <a:close/>
                    <a:moveTo>
                      <a:pt x="50000" y="255000"/>
                    </a:moveTo>
                    <a:lnTo>
                      <a:pt x="50850" y="255000"/>
                    </a:lnTo>
                    <a:lnTo>
                      <a:pt x="50850" y="255850"/>
                    </a:lnTo>
                    <a:lnTo>
                      <a:pt x="50000" y="255850"/>
                    </a:lnTo>
                    <a:close/>
                    <a:moveTo>
                      <a:pt x="52500" y="257500"/>
                    </a:moveTo>
                    <a:lnTo>
                      <a:pt x="53200" y="257500"/>
                    </a:lnTo>
                    <a:lnTo>
                      <a:pt x="53200" y="258200"/>
                    </a:lnTo>
                    <a:lnTo>
                      <a:pt x="52500" y="258200"/>
                    </a:lnTo>
                    <a:close/>
                    <a:moveTo>
                      <a:pt x="55000" y="255000"/>
                    </a:moveTo>
                    <a:lnTo>
                      <a:pt x="55850" y="255000"/>
                    </a:lnTo>
                    <a:lnTo>
                      <a:pt x="55850" y="255850"/>
                    </a:lnTo>
                    <a:lnTo>
                      <a:pt x="55000" y="255850"/>
                    </a:lnTo>
                    <a:close/>
                    <a:moveTo>
                      <a:pt x="57500" y="257500"/>
                    </a:moveTo>
                    <a:lnTo>
                      <a:pt x="58200" y="257500"/>
                    </a:lnTo>
                    <a:lnTo>
                      <a:pt x="58200" y="258200"/>
                    </a:lnTo>
                    <a:lnTo>
                      <a:pt x="57500" y="258200"/>
                    </a:lnTo>
                    <a:close/>
                    <a:moveTo>
                      <a:pt x="60000" y="255000"/>
                    </a:moveTo>
                    <a:lnTo>
                      <a:pt x="60850" y="255000"/>
                    </a:lnTo>
                    <a:lnTo>
                      <a:pt x="60850" y="255850"/>
                    </a:lnTo>
                    <a:lnTo>
                      <a:pt x="60000" y="255850"/>
                    </a:lnTo>
                    <a:close/>
                    <a:moveTo>
                      <a:pt x="62500" y="257500"/>
                    </a:moveTo>
                    <a:lnTo>
                      <a:pt x="63200" y="257500"/>
                    </a:lnTo>
                    <a:lnTo>
                      <a:pt x="63200" y="258200"/>
                    </a:lnTo>
                    <a:lnTo>
                      <a:pt x="62500" y="258200"/>
                    </a:lnTo>
                    <a:close/>
                    <a:moveTo>
                      <a:pt x="65000" y="255000"/>
                    </a:moveTo>
                    <a:lnTo>
                      <a:pt x="65850" y="255000"/>
                    </a:lnTo>
                    <a:lnTo>
                      <a:pt x="65850" y="255850"/>
                    </a:lnTo>
                    <a:lnTo>
                      <a:pt x="65000" y="255850"/>
                    </a:lnTo>
                    <a:close/>
                    <a:moveTo>
                      <a:pt x="67500" y="257500"/>
                    </a:moveTo>
                    <a:lnTo>
                      <a:pt x="68200" y="257500"/>
                    </a:lnTo>
                    <a:lnTo>
                      <a:pt x="68200" y="258200"/>
                    </a:lnTo>
                    <a:lnTo>
                      <a:pt x="67500" y="258200"/>
                    </a:lnTo>
                    <a:close/>
                    <a:moveTo>
                      <a:pt x="70000" y="255000"/>
                    </a:moveTo>
                    <a:lnTo>
                      <a:pt x="70850" y="255000"/>
                    </a:lnTo>
                    <a:lnTo>
                      <a:pt x="70850" y="255850"/>
                    </a:lnTo>
                    <a:lnTo>
                      <a:pt x="70000" y="255850"/>
                    </a:lnTo>
                    <a:close/>
                    <a:moveTo>
                      <a:pt x="72500" y="257500"/>
                    </a:moveTo>
                    <a:lnTo>
                      <a:pt x="73200" y="257500"/>
                    </a:lnTo>
                    <a:lnTo>
                      <a:pt x="73200" y="258200"/>
                    </a:lnTo>
                    <a:lnTo>
                      <a:pt x="72500" y="258200"/>
                    </a:lnTo>
                    <a:close/>
                    <a:moveTo>
                      <a:pt x="75000" y="255000"/>
                    </a:moveTo>
                    <a:lnTo>
                      <a:pt x="75850" y="255000"/>
                    </a:lnTo>
                    <a:lnTo>
                      <a:pt x="75850" y="255850"/>
                    </a:lnTo>
                    <a:lnTo>
                      <a:pt x="75000" y="255850"/>
                    </a:lnTo>
                    <a:close/>
                    <a:moveTo>
                      <a:pt x="77500" y="257500"/>
                    </a:moveTo>
                    <a:lnTo>
                      <a:pt x="78200" y="257500"/>
                    </a:lnTo>
                    <a:lnTo>
                      <a:pt x="78200" y="258200"/>
                    </a:lnTo>
                    <a:lnTo>
                      <a:pt x="77500" y="258200"/>
                    </a:lnTo>
                    <a:close/>
                    <a:moveTo>
                      <a:pt x="80000" y="255000"/>
                    </a:moveTo>
                    <a:lnTo>
                      <a:pt x="80850" y="255000"/>
                    </a:lnTo>
                    <a:lnTo>
                      <a:pt x="80850" y="255850"/>
                    </a:lnTo>
                    <a:lnTo>
                      <a:pt x="80000" y="255850"/>
                    </a:lnTo>
                    <a:close/>
                    <a:moveTo>
                      <a:pt x="82500" y="257500"/>
                    </a:moveTo>
                    <a:lnTo>
                      <a:pt x="83200" y="257500"/>
                    </a:lnTo>
                    <a:lnTo>
                      <a:pt x="83200" y="258200"/>
                    </a:lnTo>
                    <a:lnTo>
                      <a:pt x="82500" y="258200"/>
                    </a:lnTo>
                    <a:close/>
                    <a:moveTo>
                      <a:pt x="85000" y="255000"/>
                    </a:moveTo>
                    <a:lnTo>
                      <a:pt x="85850" y="255000"/>
                    </a:lnTo>
                    <a:lnTo>
                      <a:pt x="85850" y="255850"/>
                    </a:lnTo>
                    <a:lnTo>
                      <a:pt x="85000" y="255850"/>
                    </a:lnTo>
                    <a:close/>
                    <a:moveTo>
                      <a:pt x="87500" y="257500"/>
                    </a:moveTo>
                    <a:lnTo>
                      <a:pt x="88200" y="257500"/>
                    </a:lnTo>
                    <a:lnTo>
                      <a:pt x="88200" y="258200"/>
                    </a:lnTo>
                    <a:lnTo>
                      <a:pt x="87500" y="258200"/>
                    </a:lnTo>
                    <a:close/>
                    <a:moveTo>
                      <a:pt x="90000" y="255000"/>
                    </a:moveTo>
                    <a:lnTo>
                      <a:pt x="90850" y="255000"/>
                    </a:lnTo>
                    <a:lnTo>
                      <a:pt x="90850" y="255850"/>
                    </a:lnTo>
                    <a:lnTo>
                      <a:pt x="90000" y="255850"/>
                    </a:lnTo>
                    <a:close/>
                    <a:moveTo>
                      <a:pt x="92500" y="257500"/>
                    </a:moveTo>
                    <a:lnTo>
                      <a:pt x="93200" y="257500"/>
                    </a:lnTo>
                    <a:lnTo>
                      <a:pt x="93200" y="258200"/>
                    </a:lnTo>
                    <a:lnTo>
                      <a:pt x="92500" y="258200"/>
                    </a:lnTo>
                    <a:close/>
                    <a:moveTo>
                      <a:pt x="95000" y="255000"/>
                    </a:moveTo>
                    <a:lnTo>
                      <a:pt x="95850" y="255000"/>
                    </a:lnTo>
                    <a:lnTo>
                      <a:pt x="95850" y="255850"/>
                    </a:lnTo>
                    <a:lnTo>
                      <a:pt x="95000" y="255850"/>
                    </a:lnTo>
                    <a:close/>
                    <a:moveTo>
                      <a:pt x="97500" y="257500"/>
                    </a:moveTo>
                    <a:lnTo>
                      <a:pt x="98200" y="257500"/>
                    </a:lnTo>
                    <a:lnTo>
                      <a:pt x="98200" y="258200"/>
                    </a:lnTo>
                    <a:lnTo>
                      <a:pt x="97500" y="258200"/>
                    </a:lnTo>
                    <a:close/>
                    <a:moveTo>
                      <a:pt x="100000" y="255000"/>
                    </a:moveTo>
                    <a:lnTo>
                      <a:pt x="100850" y="255000"/>
                    </a:lnTo>
                    <a:lnTo>
                      <a:pt x="100850" y="255850"/>
                    </a:lnTo>
                    <a:lnTo>
                      <a:pt x="100000" y="255850"/>
                    </a:lnTo>
                    <a:close/>
                    <a:moveTo>
                      <a:pt x="102500" y="257500"/>
                    </a:moveTo>
                    <a:lnTo>
                      <a:pt x="103200" y="257500"/>
                    </a:lnTo>
                    <a:lnTo>
                      <a:pt x="103200" y="258200"/>
                    </a:lnTo>
                    <a:lnTo>
                      <a:pt x="102500" y="258200"/>
                    </a:lnTo>
                    <a:close/>
                    <a:moveTo>
                      <a:pt x="105000" y="255000"/>
                    </a:moveTo>
                    <a:lnTo>
                      <a:pt x="105850" y="255000"/>
                    </a:lnTo>
                    <a:lnTo>
                      <a:pt x="105850" y="255850"/>
                    </a:lnTo>
                    <a:lnTo>
                      <a:pt x="105000" y="255850"/>
                    </a:lnTo>
                    <a:close/>
                    <a:moveTo>
                      <a:pt x="107500" y="257500"/>
                    </a:moveTo>
                    <a:lnTo>
                      <a:pt x="108200" y="257500"/>
                    </a:lnTo>
                    <a:lnTo>
                      <a:pt x="108200" y="258200"/>
                    </a:lnTo>
                    <a:lnTo>
                      <a:pt x="107500" y="258200"/>
                    </a:lnTo>
                    <a:close/>
                    <a:moveTo>
                      <a:pt x="110000" y="255000"/>
                    </a:moveTo>
                    <a:lnTo>
                      <a:pt x="110850" y="255000"/>
                    </a:lnTo>
                    <a:lnTo>
                      <a:pt x="110850" y="255850"/>
                    </a:lnTo>
                    <a:lnTo>
                      <a:pt x="110000" y="255850"/>
                    </a:lnTo>
                    <a:close/>
                    <a:moveTo>
                      <a:pt x="112500" y="257500"/>
                    </a:moveTo>
                    <a:lnTo>
                      <a:pt x="113200" y="257500"/>
                    </a:lnTo>
                    <a:lnTo>
                      <a:pt x="113200" y="258200"/>
                    </a:lnTo>
                    <a:lnTo>
                      <a:pt x="112500" y="258200"/>
                    </a:lnTo>
                    <a:close/>
                    <a:moveTo>
                      <a:pt x="115000" y="255000"/>
                    </a:moveTo>
                    <a:lnTo>
                      <a:pt x="115850" y="255000"/>
                    </a:lnTo>
                    <a:lnTo>
                      <a:pt x="115850" y="255850"/>
                    </a:lnTo>
                    <a:lnTo>
                      <a:pt x="115000" y="255850"/>
                    </a:lnTo>
                    <a:close/>
                    <a:moveTo>
                      <a:pt x="117500" y="257500"/>
                    </a:moveTo>
                    <a:lnTo>
                      <a:pt x="118200" y="257500"/>
                    </a:lnTo>
                    <a:lnTo>
                      <a:pt x="118200" y="258200"/>
                    </a:lnTo>
                    <a:lnTo>
                      <a:pt x="117500" y="258200"/>
                    </a:lnTo>
                    <a:close/>
                    <a:moveTo>
                      <a:pt x="120000" y="255000"/>
                    </a:moveTo>
                    <a:lnTo>
                      <a:pt x="120850" y="255000"/>
                    </a:lnTo>
                    <a:lnTo>
                      <a:pt x="120850" y="255850"/>
                    </a:lnTo>
                    <a:lnTo>
                      <a:pt x="120000" y="255850"/>
                    </a:lnTo>
                    <a:close/>
                    <a:moveTo>
                      <a:pt x="122500" y="257500"/>
                    </a:moveTo>
                    <a:lnTo>
                      <a:pt x="123200" y="257500"/>
                    </a:lnTo>
                    <a:lnTo>
                      <a:pt x="123200" y="258200"/>
                    </a:lnTo>
                    <a:lnTo>
                      <a:pt x="122500" y="258200"/>
                    </a:lnTo>
                    <a:close/>
                    <a:moveTo>
                      <a:pt x="125000" y="255000"/>
                    </a:moveTo>
                    <a:lnTo>
                      <a:pt x="125850" y="255000"/>
                    </a:lnTo>
                    <a:lnTo>
                      <a:pt x="125850" y="255850"/>
                    </a:lnTo>
                    <a:lnTo>
                      <a:pt x="125000" y="255850"/>
                    </a:lnTo>
                    <a:close/>
                    <a:moveTo>
                      <a:pt x="127500" y="257500"/>
                    </a:moveTo>
                    <a:lnTo>
                      <a:pt x="128200" y="257500"/>
                    </a:lnTo>
                    <a:lnTo>
                      <a:pt x="128200" y="258200"/>
                    </a:lnTo>
                    <a:lnTo>
                      <a:pt x="127500" y="258200"/>
                    </a:lnTo>
                    <a:close/>
                    <a:moveTo>
                      <a:pt x="130000" y="255000"/>
                    </a:moveTo>
                    <a:lnTo>
                      <a:pt x="130850" y="255000"/>
                    </a:lnTo>
                    <a:lnTo>
                      <a:pt x="130850" y="255850"/>
                    </a:lnTo>
                    <a:lnTo>
                      <a:pt x="130000" y="255850"/>
                    </a:lnTo>
                    <a:close/>
                    <a:moveTo>
                      <a:pt x="132500" y="257500"/>
                    </a:moveTo>
                    <a:lnTo>
                      <a:pt x="133200" y="257500"/>
                    </a:lnTo>
                    <a:lnTo>
                      <a:pt x="133200" y="258200"/>
                    </a:lnTo>
                    <a:lnTo>
                      <a:pt x="132500" y="258200"/>
                    </a:lnTo>
                    <a:close/>
                    <a:moveTo>
                      <a:pt x="135000" y="255000"/>
                    </a:moveTo>
                    <a:lnTo>
                      <a:pt x="135850" y="255000"/>
                    </a:lnTo>
                    <a:lnTo>
                      <a:pt x="135850" y="255850"/>
                    </a:lnTo>
                    <a:lnTo>
                      <a:pt x="135000" y="255850"/>
                    </a:lnTo>
                    <a:close/>
                    <a:moveTo>
                      <a:pt x="137500" y="257500"/>
                    </a:moveTo>
                    <a:lnTo>
                      <a:pt x="138200" y="257500"/>
                    </a:lnTo>
                    <a:lnTo>
                      <a:pt x="138200" y="258200"/>
                    </a:lnTo>
                    <a:lnTo>
                      <a:pt x="137500" y="258200"/>
                    </a:lnTo>
                    <a:close/>
                    <a:moveTo>
                      <a:pt x="140000" y="255000"/>
                    </a:moveTo>
                    <a:lnTo>
                      <a:pt x="140850" y="255000"/>
                    </a:lnTo>
                    <a:lnTo>
                      <a:pt x="140850" y="255850"/>
                    </a:lnTo>
                    <a:lnTo>
                      <a:pt x="140000" y="255850"/>
                    </a:lnTo>
                    <a:close/>
                    <a:moveTo>
                      <a:pt x="142500" y="257500"/>
                    </a:moveTo>
                    <a:lnTo>
                      <a:pt x="143200" y="257500"/>
                    </a:lnTo>
                    <a:lnTo>
                      <a:pt x="143200" y="258200"/>
                    </a:lnTo>
                    <a:lnTo>
                      <a:pt x="142500" y="258200"/>
                    </a:lnTo>
                    <a:close/>
                    <a:moveTo>
                      <a:pt x="145000" y="255000"/>
                    </a:moveTo>
                    <a:lnTo>
                      <a:pt x="145850" y="255000"/>
                    </a:lnTo>
                    <a:lnTo>
                      <a:pt x="145850" y="255850"/>
                    </a:lnTo>
                    <a:lnTo>
                      <a:pt x="145000" y="255850"/>
                    </a:lnTo>
                    <a:close/>
                    <a:moveTo>
                      <a:pt x="147500" y="257500"/>
                    </a:moveTo>
                    <a:lnTo>
                      <a:pt x="148200" y="257500"/>
                    </a:lnTo>
                    <a:lnTo>
                      <a:pt x="148200" y="258200"/>
                    </a:lnTo>
                    <a:lnTo>
                      <a:pt x="147500" y="258200"/>
                    </a:lnTo>
                    <a:close/>
                    <a:moveTo>
                      <a:pt x="150000" y="255000"/>
                    </a:moveTo>
                    <a:lnTo>
                      <a:pt x="150850" y="255000"/>
                    </a:lnTo>
                    <a:lnTo>
                      <a:pt x="150850" y="255850"/>
                    </a:lnTo>
                    <a:lnTo>
                      <a:pt x="150000" y="255850"/>
                    </a:lnTo>
                    <a:close/>
                    <a:moveTo>
                      <a:pt x="152500" y="257500"/>
                    </a:moveTo>
                    <a:lnTo>
                      <a:pt x="153200" y="257500"/>
                    </a:lnTo>
                    <a:lnTo>
                      <a:pt x="153200" y="258200"/>
                    </a:lnTo>
                    <a:lnTo>
                      <a:pt x="152500" y="258200"/>
                    </a:lnTo>
                    <a:close/>
                    <a:moveTo>
                      <a:pt x="155000" y="255000"/>
                    </a:moveTo>
                    <a:lnTo>
                      <a:pt x="155850" y="255000"/>
                    </a:lnTo>
                    <a:lnTo>
                      <a:pt x="155850" y="255850"/>
                    </a:lnTo>
                    <a:lnTo>
                      <a:pt x="155000" y="255850"/>
                    </a:lnTo>
                    <a:close/>
                    <a:moveTo>
                      <a:pt x="157500" y="257500"/>
                    </a:moveTo>
                    <a:lnTo>
                      <a:pt x="158200" y="257500"/>
                    </a:lnTo>
                    <a:lnTo>
                      <a:pt x="158200" y="258200"/>
                    </a:lnTo>
                    <a:lnTo>
                      <a:pt x="157500" y="258200"/>
                    </a:lnTo>
                    <a:close/>
                    <a:moveTo>
                      <a:pt x="160000" y="255000"/>
                    </a:moveTo>
                    <a:lnTo>
                      <a:pt x="160850" y="255000"/>
                    </a:lnTo>
                    <a:lnTo>
                      <a:pt x="160850" y="255850"/>
                    </a:lnTo>
                    <a:lnTo>
                      <a:pt x="160000" y="255850"/>
                    </a:lnTo>
                    <a:close/>
                    <a:moveTo>
                      <a:pt x="162500" y="257500"/>
                    </a:moveTo>
                    <a:lnTo>
                      <a:pt x="163200" y="257500"/>
                    </a:lnTo>
                    <a:lnTo>
                      <a:pt x="163200" y="258200"/>
                    </a:lnTo>
                    <a:lnTo>
                      <a:pt x="162500" y="258200"/>
                    </a:lnTo>
                    <a:close/>
                    <a:moveTo>
                      <a:pt x="165000" y="255000"/>
                    </a:moveTo>
                    <a:lnTo>
                      <a:pt x="165850" y="255000"/>
                    </a:lnTo>
                    <a:lnTo>
                      <a:pt x="165850" y="255850"/>
                    </a:lnTo>
                    <a:lnTo>
                      <a:pt x="165000" y="255850"/>
                    </a:lnTo>
                    <a:close/>
                    <a:moveTo>
                      <a:pt x="167500" y="257500"/>
                    </a:moveTo>
                    <a:lnTo>
                      <a:pt x="168200" y="257500"/>
                    </a:lnTo>
                    <a:lnTo>
                      <a:pt x="168200" y="258200"/>
                    </a:lnTo>
                    <a:lnTo>
                      <a:pt x="167500" y="258200"/>
                    </a:lnTo>
                    <a:close/>
                    <a:moveTo>
                      <a:pt x="170000" y="255000"/>
                    </a:moveTo>
                    <a:lnTo>
                      <a:pt x="170850" y="255000"/>
                    </a:lnTo>
                    <a:lnTo>
                      <a:pt x="170850" y="255850"/>
                    </a:lnTo>
                    <a:lnTo>
                      <a:pt x="170000" y="255850"/>
                    </a:lnTo>
                    <a:close/>
                    <a:moveTo>
                      <a:pt x="172500" y="257500"/>
                    </a:moveTo>
                    <a:lnTo>
                      <a:pt x="173200" y="257500"/>
                    </a:lnTo>
                    <a:lnTo>
                      <a:pt x="173200" y="258200"/>
                    </a:lnTo>
                    <a:lnTo>
                      <a:pt x="172500" y="258200"/>
                    </a:lnTo>
                    <a:close/>
                    <a:moveTo>
                      <a:pt x="175000" y="255000"/>
                    </a:moveTo>
                    <a:lnTo>
                      <a:pt x="175850" y="255000"/>
                    </a:lnTo>
                    <a:lnTo>
                      <a:pt x="175850" y="255850"/>
                    </a:lnTo>
                    <a:lnTo>
                      <a:pt x="175000" y="255850"/>
                    </a:lnTo>
                    <a:close/>
                    <a:moveTo>
                      <a:pt x="177500" y="257500"/>
                    </a:moveTo>
                    <a:lnTo>
                      <a:pt x="178200" y="257500"/>
                    </a:lnTo>
                    <a:lnTo>
                      <a:pt x="178200" y="258200"/>
                    </a:lnTo>
                    <a:lnTo>
                      <a:pt x="177500" y="258200"/>
                    </a:lnTo>
                    <a:close/>
                    <a:moveTo>
                      <a:pt x="180000" y="255000"/>
                    </a:moveTo>
                    <a:lnTo>
                      <a:pt x="180850" y="255000"/>
                    </a:lnTo>
                    <a:lnTo>
                      <a:pt x="180850" y="255850"/>
                    </a:lnTo>
                    <a:lnTo>
                      <a:pt x="180000" y="255850"/>
                    </a:lnTo>
                    <a:close/>
                    <a:moveTo>
                      <a:pt x="182500" y="257500"/>
                    </a:moveTo>
                    <a:lnTo>
                      <a:pt x="183200" y="257500"/>
                    </a:lnTo>
                    <a:lnTo>
                      <a:pt x="183200" y="258200"/>
                    </a:lnTo>
                    <a:lnTo>
                      <a:pt x="182500" y="258200"/>
                    </a:lnTo>
                    <a:close/>
                    <a:moveTo>
                      <a:pt x="185000" y="255000"/>
                    </a:moveTo>
                    <a:lnTo>
                      <a:pt x="185850" y="255000"/>
                    </a:lnTo>
                    <a:lnTo>
                      <a:pt x="185850" y="255850"/>
                    </a:lnTo>
                    <a:lnTo>
                      <a:pt x="185000" y="255850"/>
                    </a:lnTo>
                    <a:close/>
                    <a:moveTo>
                      <a:pt x="187500" y="257500"/>
                    </a:moveTo>
                    <a:lnTo>
                      <a:pt x="188200" y="257500"/>
                    </a:lnTo>
                    <a:lnTo>
                      <a:pt x="188200" y="258200"/>
                    </a:lnTo>
                    <a:lnTo>
                      <a:pt x="187500" y="258200"/>
                    </a:lnTo>
                    <a:close/>
                    <a:moveTo>
                      <a:pt x="190000" y="255000"/>
                    </a:moveTo>
                    <a:lnTo>
                      <a:pt x="190850" y="255000"/>
                    </a:lnTo>
                    <a:lnTo>
                      <a:pt x="190850" y="255850"/>
                    </a:lnTo>
                    <a:lnTo>
                      <a:pt x="190000" y="255850"/>
                    </a:lnTo>
                    <a:close/>
                    <a:moveTo>
                      <a:pt x="192500" y="257500"/>
                    </a:moveTo>
                    <a:lnTo>
                      <a:pt x="193200" y="257500"/>
                    </a:lnTo>
                    <a:lnTo>
                      <a:pt x="193200" y="258200"/>
                    </a:lnTo>
                    <a:lnTo>
                      <a:pt x="192500" y="258200"/>
                    </a:lnTo>
                    <a:close/>
                    <a:moveTo>
                      <a:pt x="195000" y="255000"/>
                    </a:moveTo>
                    <a:lnTo>
                      <a:pt x="195850" y="255000"/>
                    </a:lnTo>
                    <a:lnTo>
                      <a:pt x="195850" y="255850"/>
                    </a:lnTo>
                    <a:lnTo>
                      <a:pt x="195000" y="255850"/>
                    </a:lnTo>
                    <a:close/>
                    <a:moveTo>
                      <a:pt x="197500" y="257500"/>
                    </a:moveTo>
                    <a:lnTo>
                      <a:pt x="198200" y="257500"/>
                    </a:lnTo>
                    <a:lnTo>
                      <a:pt x="198200" y="258200"/>
                    </a:lnTo>
                    <a:lnTo>
                      <a:pt x="197500" y="258200"/>
                    </a:lnTo>
                    <a:close/>
                    <a:moveTo>
                      <a:pt x="200000" y="255000"/>
                    </a:moveTo>
                    <a:lnTo>
                      <a:pt x="200850" y="255000"/>
                    </a:lnTo>
                    <a:lnTo>
                      <a:pt x="200850" y="255850"/>
                    </a:lnTo>
                    <a:lnTo>
                      <a:pt x="200000" y="255850"/>
                    </a:lnTo>
                    <a:close/>
                    <a:moveTo>
                      <a:pt x="202500" y="257500"/>
                    </a:moveTo>
                    <a:lnTo>
                      <a:pt x="203200" y="257500"/>
                    </a:lnTo>
                    <a:lnTo>
                      <a:pt x="203200" y="258200"/>
                    </a:lnTo>
                    <a:lnTo>
                      <a:pt x="202500" y="258200"/>
                    </a:lnTo>
                    <a:close/>
                    <a:moveTo>
                      <a:pt x="205000" y="255000"/>
                    </a:moveTo>
                    <a:lnTo>
                      <a:pt x="205850" y="255000"/>
                    </a:lnTo>
                    <a:lnTo>
                      <a:pt x="205850" y="255850"/>
                    </a:lnTo>
                    <a:lnTo>
                      <a:pt x="205000" y="255850"/>
                    </a:lnTo>
                    <a:close/>
                    <a:moveTo>
                      <a:pt x="207500" y="257500"/>
                    </a:moveTo>
                    <a:lnTo>
                      <a:pt x="208200" y="257500"/>
                    </a:lnTo>
                    <a:lnTo>
                      <a:pt x="208200" y="258200"/>
                    </a:lnTo>
                    <a:lnTo>
                      <a:pt x="207500" y="258200"/>
                    </a:lnTo>
                    <a:close/>
                    <a:moveTo>
                      <a:pt x="210000" y="255000"/>
                    </a:moveTo>
                    <a:lnTo>
                      <a:pt x="210850" y="255000"/>
                    </a:lnTo>
                    <a:lnTo>
                      <a:pt x="210850" y="255850"/>
                    </a:lnTo>
                    <a:lnTo>
                      <a:pt x="210000" y="255850"/>
                    </a:lnTo>
                    <a:close/>
                    <a:moveTo>
                      <a:pt x="212500" y="257500"/>
                    </a:moveTo>
                    <a:lnTo>
                      <a:pt x="213200" y="257500"/>
                    </a:lnTo>
                    <a:lnTo>
                      <a:pt x="213200" y="258200"/>
                    </a:lnTo>
                    <a:lnTo>
                      <a:pt x="212500" y="258200"/>
                    </a:lnTo>
                    <a:close/>
                    <a:moveTo>
                      <a:pt x="215000" y="255000"/>
                    </a:moveTo>
                    <a:lnTo>
                      <a:pt x="215850" y="255000"/>
                    </a:lnTo>
                    <a:lnTo>
                      <a:pt x="215850" y="255850"/>
                    </a:lnTo>
                    <a:lnTo>
                      <a:pt x="215000" y="255850"/>
                    </a:lnTo>
                    <a:close/>
                    <a:moveTo>
                      <a:pt x="217500" y="257500"/>
                    </a:moveTo>
                    <a:lnTo>
                      <a:pt x="218200" y="257500"/>
                    </a:lnTo>
                    <a:lnTo>
                      <a:pt x="218200" y="258200"/>
                    </a:lnTo>
                    <a:lnTo>
                      <a:pt x="217500" y="258200"/>
                    </a:lnTo>
                    <a:close/>
                    <a:moveTo>
                      <a:pt x="220000" y="255000"/>
                    </a:moveTo>
                    <a:lnTo>
                      <a:pt x="220850" y="255000"/>
                    </a:lnTo>
                    <a:lnTo>
                      <a:pt x="220850" y="255850"/>
                    </a:lnTo>
                    <a:lnTo>
                      <a:pt x="220000" y="255850"/>
                    </a:lnTo>
                    <a:close/>
                    <a:moveTo>
                      <a:pt x="222500" y="257500"/>
                    </a:moveTo>
                    <a:lnTo>
                      <a:pt x="223200" y="257500"/>
                    </a:lnTo>
                    <a:lnTo>
                      <a:pt x="223200" y="258200"/>
                    </a:lnTo>
                    <a:lnTo>
                      <a:pt x="222500" y="258200"/>
                    </a:lnTo>
                    <a:close/>
                    <a:moveTo>
                      <a:pt x="225000" y="255000"/>
                    </a:moveTo>
                    <a:lnTo>
                      <a:pt x="225850" y="255000"/>
                    </a:lnTo>
                    <a:lnTo>
                      <a:pt x="225850" y="255850"/>
                    </a:lnTo>
                    <a:lnTo>
                      <a:pt x="225000" y="255850"/>
                    </a:lnTo>
                    <a:close/>
                    <a:moveTo>
                      <a:pt x="227500" y="257500"/>
                    </a:moveTo>
                    <a:lnTo>
                      <a:pt x="228200" y="257500"/>
                    </a:lnTo>
                    <a:lnTo>
                      <a:pt x="228200" y="258200"/>
                    </a:lnTo>
                    <a:lnTo>
                      <a:pt x="227500" y="258200"/>
                    </a:lnTo>
                    <a:close/>
                    <a:moveTo>
                      <a:pt x="230000" y="255000"/>
                    </a:moveTo>
                    <a:lnTo>
                      <a:pt x="230850" y="255000"/>
                    </a:lnTo>
                    <a:lnTo>
                      <a:pt x="230850" y="255850"/>
                    </a:lnTo>
                    <a:lnTo>
                      <a:pt x="230000" y="255850"/>
                    </a:lnTo>
                    <a:close/>
                    <a:moveTo>
                      <a:pt x="232500" y="257500"/>
                    </a:moveTo>
                    <a:lnTo>
                      <a:pt x="233200" y="257500"/>
                    </a:lnTo>
                    <a:lnTo>
                      <a:pt x="233200" y="258200"/>
                    </a:lnTo>
                    <a:lnTo>
                      <a:pt x="232500" y="258200"/>
                    </a:lnTo>
                    <a:close/>
                    <a:moveTo>
                      <a:pt x="235000" y="255000"/>
                    </a:moveTo>
                    <a:lnTo>
                      <a:pt x="235850" y="255000"/>
                    </a:lnTo>
                    <a:lnTo>
                      <a:pt x="235850" y="255850"/>
                    </a:lnTo>
                    <a:lnTo>
                      <a:pt x="235000" y="255850"/>
                    </a:lnTo>
                    <a:close/>
                    <a:moveTo>
                      <a:pt x="237500" y="257500"/>
                    </a:moveTo>
                    <a:lnTo>
                      <a:pt x="238200" y="257500"/>
                    </a:lnTo>
                    <a:lnTo>
                      <a:pt x="238200" y="258200"/>
                    </a:lnTo>
                    <a:lnTo>
                      <a:pt x="237500" y="258200"/>
                    </a:lnTo>
                    <a:close/>
                    <a:moveTo>
                      <a:pt x="240000" y="255000"/>
                    </a:moveTo>
                    <a:lnTo>
                      <a:pt x="240850" y="255000"/>
                    </a:lnTo>
                    <a:lnTo>
                      <a:pt x="240850" y="255850"/>
                    </a:lnTo>
                    <a:lnTo>
                      <a:pt x="240000" y="255850"/>
                    </a:lnTo>
                    <a:close/>
                    <a:moveTo>
                      <a:pt x="242500" y="257500"/>
                    </a:moveTo>
                    <a:lnTo>
                      <a:pt x="243200" y="257500"/>
                    </a:lnTo>
                    <a:lnTo>
                      <a:pt x="243200" y="258200"/>
                    </a:lnTo>
                    <a:lnTo>
                      <a:pt x="242500" y="258200"/>
                    </a:lnTo>
                    <a:close/>
                    <a:moveTo>
                      <a:pt x="245000" y="255000"/>
                    </a:moveTo>
                    <a:lnTo>
                      <a:pt x="245850" y="255000"/>
                    </a:lnTo>
                    <a:lnTo>
                      <a:pt x="245850" y="255850"/>
                    </a:lnTo>
                    <a:lnTo>
                      <a:pt x="245000" y="255850"/>
                    </a:lnTo>
                    <a:close/>
                    <a:moveTo>
                      <a:pt x="247500" y="257500"/>
                    </a:moveTo>
                    <a:lnTo>
                      <a:pt x="248200" y="257500"/>
                    </a:lnTo>
                    <a:lnTo>
                      <a:pt x="248200" y="258200"/>
                    </a:lnTo>
                    <a:lnTo>
                      <a:pt x="247500" y="258200"/>
                    </a:lnTo>
                    <a:close/>
                    <a:moveTo>
                      <a:pt x="250000" y="255000"/>
                    </a:moveTo>
                    <a:lnTo>
                      <a:pt x="250850" y="255000"/>
                    </a:lnTo>
                    <a:lnTo>
                      <a:pt x="250850" y="255850"/>
                    </a:lnTo>
                    <a:lnTo>
                      <a:pt x="250000" y="255850"/>
                    </a:lnTo>
                    <a:close/>
                    <a:moveTo>
                      <a:pt x="252500" y="257500"/>
                    </a:moveTo>
                    <a:lnTo>
                      <a:pt x="253200" y="257500"/>
                    </a:lnTo>
                    <a:lnTo>
                      <a:pt x="253200" y="258200"/>
                    </a:lnTo>
                    <a:lnTo>
                      <a:pt x="252500" y="258200"/>
                    </a:lnTo>
                    <a:close/>
                    <a:moveTo>
                      <a:pt x="255000" y="255000"/>
                    </a:moveTo>
                    <a:lnTo>
                      <a:pt x="255850" y="255000"/>
                    </a:lnTo>
                    <a:lnTo>
                      <a:pt x="255850" y="255850"/>
                    </a:lnTo>
                    <a:lnTo>
                      <a:pt x="255000" y="255850"/>
                    </a:lnTo>
                    <a:close/>
                    <a:moveTo>
                      <a:pt x="257500" y="257500"/>
                    </a:moveTo>
                    <a:lnTo>
                      <a:pt x="258200" y="257500"/>
                    </a:lnTo>
                    <a:lnTo>
                      <a:pt x="258200" y="258200"/>
                    </a:lnTo>
                    <a:lnTo>
                      <a:pt x="257500" y="258200"/>
                    </a:lnTo>
                    <a:close/>
                    <a:moveTo>
                      <a:pt x="260000" y="255000"/>
                    </a:moveTo>
                    <a:lnTo>
                      <a:pt x="260850" y="255000"/>
                    </a:lnTo>
                    <a:lnTo>
                      <a:pt x="260850" y="255850"/>
                    </a:lnTo>
                    <a:lnTo>
                      <a:pt x="260000" y="255850"/>
                    </a:lnTo>
                    <a:close/>
                    <a:moveTo>
                      <a:pt x="262500" y="257500"/>
                    </a:moveTo>
                    <a:lnTo>
                      <a:pt x="263200" y="257500"/>
                    </a:lnTo>
                    <a:lnTo>
                      <a:pt x="263200" y="258200"/>
                    </a:lnTo>
                    <a:lnTo>
                      <a:pt x="262500" y="258200"/>
                    </a:lnTo>
                    <a:close/>
                    <a:moveTo>
                      <a:pt x="265000" y="255000"/>
                    </a:moveTo>
                    <a:lnTo>
                      <a:pt x="265850" y="255000"/>
                    </a:lnTo>
                    <a:lnTo>
                      <a:pt x="265850" y="255850"/>
                    </a:lnTo>
                    <a:lnTo>
                      <a:pt x="265000" y="255850"/>
                    </a:lnTo>
                    <a:close/>
                    <a:moveTo>
                      <a:pt x="267500" y="257500"/>
                    </a:moveTo>
                    <a:lnTo>
                      <a:pt x="268200" y="257500"/>
                    </a:lnTo>
                    <a:lnTo>
                      <a:pt x="268200" y="258200"/>
                    </a:lnTo>
                    <a:lnTo>
                      <a:pt x="267500" y="258200"/>
                    </a:lnTo>
                    <a:close/>
                    <a:moveTo>
                      <a:pt x="270000" y="255000"/>
                    </a:moveTo>
                    <a:lnTo>
                      <a:pt x="270850" y="255000"/>
                    </a:lnTo>
                    <a:lnTo>
                      <a:pt x="270850" y="255850"/>
                    </a:lnTo>
                    <a:lnTo>
                      <a:pt x="270000" y="255850"/>
                    </a:lnTo>
                    <a:close/>
                    <a:moveTo>
                      <a:pt x="272500" y="257500"/>
                    </a:moveTo>
                    <a:lnTo>
                      <a:pt x="273200" y="257500"/>
                    </a:lnTo>
                    <a:lnTo>
                      <a:pt x="273200" y="258200"/>
                    </a:lnTo>
                    <a:lnTo>
                      <a:pt x="272500" y="258200"/>
                    </a:lnTo>
                    <a:close/>
                    <a:moveTo>
                      <a:pt x="275000" y="255000"/>
                    </a:moveTo>
                    <a:lnTo>
                      <a:pt x="275850" y="255000"/>
                    </a:lnTo>
                    <a:lnTo>
                      <a:pt x="275850" y="255850"/>
                    </a:lnTo>
                    <a:lnTo>
                      <a:pt x="275000" y="255850"/>
                    </a:lnTo>
                    <a:close/>
                    <a:moveTo>
                      <a:pt x="277500" y="257500"/>
                    </a:moveTo>
                    <a:lnTo>
                      <a:pt x="278200" y="257500"/>
                    </a:lnTo>
                    <a:lnTo>
                      <a:pt x="278200" y="258200"/>
                    </a:lnTo>
                    <a:lnTo>
                      <a:pt x="277500" y="258200"/>
                    </a:lnTo>
                    <a:close/>
                    <a:moveTo>
                      <a:pt x="280000" y="255000"/>
                    </a:moveTo>
                    <a:lnTo>
                      <a:pt x="280850" y="255000"/>
                    </a:lnTo>
                    <a:lnTo>
                      <a:pt x="280850" y="255850"/>
                    </a:lnTo>
                    <a:lnTo>
                      <a:pt x="280000" y="255850"/>
                    </a:lnTo>
                    <a:close/>
                    <a:moveTo>
                      <a:pt x="282500" y="257500"/>
                    </a:moveTo>
                    <a:lnTo>
                      <a:pt x="283200" y="257500"/>
                    </a:lnTo>
                    <a:lnTo>
                      <a:pt x="283200" y="258200"/>
                    </a:lnTo>
                    <a:lnTo>
                      <a:pt x="282500" y="258200"/>
                    </a:lnTo>
                    <a:close/>
                    <a:moveTo>
                      <a:pt x="285000" y="255000"/>
                    </a:moveTo>
                    <a:lnTo>
                      <a:pt x="285850" y="255000"/>
                    </a:lnTo>
                    <a:lnTo>
                      <a:pt x="285850" y="255850"/>
                    </a:lnTo>
                    <a:lnTo>
                      <a:pt x="285000" y="255850"/>
                    </a:lnTo>
                    <a:close/>
                    <a:moveTo>
                      <a:pt x="287500" y="257500"/>
                    </a:moveTo>
                    <a:lnTo>
                      <a:pt x="288200" y="257500"/>
                    </a:lnTo>
                    <a:lnTo>
                      <a:pt x="288200" y="258200"/>
                    </a:lnTo>
                    <a:lnTo>
                      <a:pt x="287500" y="258200"/>
                    </a:lnTo>
                    <a:close/>
                    <a:moveTo>
                      <a:pt x="0" y="260000"/>
                    </a:moveTo>
                    <a:lnTo>
                      <a:pt x="850" y="260000"/>
                    </a:lnTo>
                    <a:lnTo>
                      <a:pt x="850" y="260850"/>
                    </a:lnTo>
                    <a:lnTo>
                      <a:pt x="0" y="260850"/>
                    </a:lnTo>
                    <a:close/>
                    <a:moveTo>
                      <a:pt x="2500" y="262500"/>
                    </a:moveTo>
                    <a:lnTo>
                      <a:pt x="3200" y="262500"/>
                    </a:lnTo>
                    <a:lnTo>
                      <a:pt x="3200" y="263200"/>
                    </a:lnTo>
                    <a:lnTo>
                      <a:pt x="2500" y="263200"/>
                    </a:lnTo>
                    <a:close/>
                    <a:moveTo>
                      <a:pt x="5000" y="260000"/>
                    </a:moveTo>
                    <a:lnTo>
                      <a:pt x="5850" y="260000"/>
                    </a:lnTo>
                    <a:lnTo>
                      <a:pt x="5850" y="260850"/>
                    </a:lnTo>
                    <a:lnTo>
                      <a:pt x="5000" y="260850"/>
                    </a:lnTo>
                    <a:close/>
                    <a:moveTo>
                      <a:pt x="7500" y="262500"/>
                    </a:moveTo>
                    <a:lnTo>
                      <a:pt x="8200" y="262500"/>
                    </a:lnTo>
                    <a:lnTo>
                      <a:pt x="8200" y="263200"/>
                    </a:lnTo>
                    <a:lnTo>
                      <a:pt x="7500" y="263200"/>
                    </a:lnTo>
                    <a:close/>
                    <a:moveTo>
                      <a:pt x="10000" y="260000"/>
                    </a:moveTo>
                    <a:lnTo>
                      <a:pt x="10850" y="260000"/>
                    </a:lnTo>
                    <a:lnTo>
                      <a:pt x="10850" y="260850"/>
                    </a:lnTo>
                    <a:lnTo>
                      <a:pt x="10000" y="260850"/>
                    </a:lnTo>
                    <a:close/>
                    <a:moveTo>
                      <a:pt x="12500" y="262500"/>
                    </a:moveTo>
                    <a:lnTo>
                      <a:pt x="13200" y="262500"/>
                    </a:lnTo>
                    <a:lnTo>
                      <a:pt x="13200" y="263200"/>
                    </a:lnTo>
                    <a:lnTo>
                      <a:pt x="12500" y="263200"/>
                    </a:lnTo>
                    <a:close/>
                    <a:moveTo>
                      <a:pt x="15000" y="260000"/>
                    </a:moveTo>
                    <a:lnTo>
                      <a:pt x="15850" y="260000"/>
                    </a:lnTo>
                    <a:lnTo>
                      <a:pt x="15850" y="260850"/>
                    </a:lnTo>
                    <a:lnTo>
                      <a:pt x="15000" y="260850"/>
                    </a:lnTo>
                    <a:close/>
                    <a:moveTo>
                      <a:pt x="17500" y="262500"/>
                    </a:moveTo>
                    <a:lnTo>
                      <a:pt x="18200" y="262500"/>
                    </a:lnTo>
                    <a:lnTo>
                      <a:pt x="18200" y="263200"/>
                    </a:lnTo>
                    <a:lnTo>
                      <a:pt x="17500" y="263200"/>
                    </a:lnTo>
                    <a:close/>
                    <a:moveTo>
                      <a:pt x="20000" y="260000"/>
                    </a:moveTo>
                    <a:lnTo>
                      <a:pt x="20850" y="260000"/>
                    </a:lnTo>
                    <a:lnTo>
                      <a:pt x="20850" y="260850"/>
                    </a:lnTo>
                    <a:lnTo>
                      <a:pt x="20000" y="260850"/>
                    </a:lnTo>
                    <a:close/>
                    <a:moveTo>
                      <a:pt x="22500" y="262500"/>
                    </a:moveTo>
                    <a:lnTo>
                      <a:pt x="23200" y="262500"/>
                    </a:lnTo>
                    <a:lnTo>
                      <a:pt x="23200" y="263200"/>
                    </a:lnTo>
                    <a:lnTo>
                      <a:pt x="22500" y="263200"/>
                    </a:lnTo>
                    <a:close/>
                    <a:moveTo>
                      <a:pt x="25000" y="260000"/>
                    </a:moveTo>
                    <a:lnTo>
                      <a:pt x="25850" y="260000"/>
                    </a:lnTo>
                    <a:lnTo>
                      <a:pt x="25850" y="260850"/>
                    </a:lnTo>
                    <a:lnTo>
                      <a:pt x="25000" y="260850"/>
                    </a:lnTo>
                    <a:close/>
                    <a:moveTo>
                      <a:pt x="27500" y="262500"/>
                    </a:moveTo>
                    <a:lnTo>
                      <a:pt x="28200" y="262500"/>
                    </a:lnTo>
                    <a:lnTo>
                      <a:pt x="28200" y="263200"/>
                    </a:lnTo>
                    <a:lnTo>
                      <a:pt x="27500" y="263200"/>
                    </a:lnTo>
                    <a:close/>
                    <a:moveTo>
                      <a:pt x="30000" y="260000"/>
                    </a:moveTo>
                    <a:lnTo>
                      <a:pt x="30850" y="260000"/>
                    </a:lnTo>
                    <a:lnTo>
                      <a:pt x="30850" y="260850"/>
                    </a:lnTo>
                    <a:lnTo>
                      <a:pt x="30000" y="260850"/>
                    </a:lnTo>
                    <a:close/>
                    <a:moveTo>
                      <a:pt x="32500" y="262500"/>
                    </a:moveTo>
                    <a:lnTo>
                      <a:pt x="33200" y="262500"/>
                    </a:lnTo>
                    <a:lnTo>
                      <a:pt x="33200" y="263200"/>
                    </a:lnTo>
                    <a:lnTo>
                      <a:pt x="32500" y="263200"/>
                    </a:lnTo>
                    <a:close/>
                    <a:moveTo>
                      <a:pt x="35000" y="260000"/>
                    </a:moveTo>
                    <a:lnTo>
                      <a:pt x="35850" y="260000"/>
                    </a:lnTo>
                    <a:lnTo>
                      <a:pt x="35850" y="260850"/>
                    </a:lnTo>
                    <a:lnTo>
                      <a:pt x="35000" y="260850"/>
                    </a:lnTo>
                    <a:close/>
                    <a:moveTo>
                      <a:pt x="37500" y="262500"/>
                    </a:moveTo>
                    <a:lnTo>
                      <a:pt x="38200" y="262500"/>
                    </a:lnTo>
                    <a:lnTo>
                      <a:pt x="38200" y="263200"/>
                    </a:lnTo>
                    <a:lnTo>
                      <a:pt x="37500" y="263200"/>
                    </a:lnTo>
                    <a:close/>
                    <a:moveTo>
                      <a:pt x="40000" y="260000"/>
                    </a:moveTo>
                    <a:lnTo>
                      <a:pt x="40850" y="260000"/>
                    </a:lnTo>
                    <a:lnTo>
                      <a:pt x="40850" y="260850"/>
                    </a:lnTo>
                    <a:lnTo>
                      <a:pt x="40000" y="260850"/>
                    </a:lnTo>
                    <a:close/>
                    <a:moveTo>
                      <a:pt x="42500" y="262500"/>
                    </a:moveTo>
                    <a:lnTo>
                      <a:pt x="43200" y="262500"/>
                    </a:lnTo>
                    <a:lnTo>
                      <a:pt x="43200" y="263200"/>
                    </a:lnTo>
                    <a:lnTo>
                      <a:pt x="42500" y="263200"/>
                    </a:lnTo>
                    <a:close/>
                    <a:moveTo>
                      <a:pt x="45000" y="260000"/>
                    </a:moveTo>
                    <a:lnTo>
                      <a:pt x="45850" y="260000"/>
                    </a:lnTo>
                    <a:lnTo>
                      <a:pt x="45850" y="260850"/>
                    </a:lnTo>
                    <a:lnTo>
                      <a:pt x="45000" y="260850"/>
                    </a:lnTo>
                    <a:close/>
                    <a:moveTo>
                      <a:pt x="47500" y="262500"/>
                    </a:moveTo>
                    <a:lnTo>
                      <a:pt x="48200" y="262500"/>
                    </a:lnTo>
                    <a:lnTo>
                      <a:pt x="48200" y="263200"/>
                    </a:lnTo>
                    <a:lnTo>
                      <a:pt x="47500" y="263200"/>
                    </a:lnTo>
                    <a:close/>
                    <a:moveTo>
                      <a:pt x="50000" y="260000"/>
                    </a:moveTo>
                    <a:lnTo>
                      <a:pt x="50850" y="260000"/>
                    </a:lnTo>
                    <a:lnTo>
                      <a:pt x="50850" y="260850"/>
                    </a:lnTo>
                    <a:lnTo>
                      <a:pt x="50000" y="260850"/>
                    </a:lnTo>
                    <a:close/>
                    <a:moveTo>
                      <a:pt x="52500" y="262500"/>
                    </a:moveTo>
                    <a:lnTo>
                      <a:pt x="53200" y="262500"/>
                    </a:lnTo>
                    <a:lnTo>
                      <a:pt x="53200" y="263200"/>
                    </a:lnTo>
                    <a:lnTo>
                      <a:pt x="52500" y="263200"/>
                    </a:lnTo>
                    <a:close/>
                    <a:moveTo>
                      <a:pt x="55000" y="260000"/>
                    </a:moveTo>
                    <a:lnTo>
                      <a:pt x="55850" y="260000"/>
                    </a:lnTo>
                    <a:lnTo>
                      <a:pt x="55850" y="260850"/>
                    </a:lnTo>
                    <a:lnTo>
                      <a:pt x="55000" y="260850"/>
                    </a:lnTo>
                    <a:close/>
                    <a:moveTo>
                      <a:pt x="57500" y="262500"/>
                    </a:moveTo>
                    <a:lnTo>
                      <a:pt x="58200" y="262500"/>
                    </a:lnTo>
                    <a:lnTo>
                      <a:pt x="58200" y="263200"/>
                    </a:lnTo>
                    <a:lnTo>
                      <a:pt x="57500" y="263200"/>
                    </a:lnTo>
                    <a:close/>
                    <a:moveTo>
                      <a:pt x="60000" y="260000"/>
                    </a:moveTo>
                    <a:lnTo>
                      <a:pt x="60850" y="260000"/>
                    </a:lnTo>
                    <a:lnTo>
                      <a:pt x="60850" y="260850"/>
                    </a:lnTo>
                    <a:lnTo>
                      <a:pt x="60000" y="260850"/>
                    </a:lnTo>
                    <a:close/>
                    <a:moveTo>
                      <a:pt x="62500" y="262500"/>
                    </a:moveTo>
                    <a:lnTo>
                      <a:pt x="63200" y="262500"/>
                    </a:lnTo>
                    <a:lnTo>
                      <a:pt x="63200" y="263200"/>
                    </a:lnTo>
                    <a:lnTo>
                      <a:pt x="62500" y="263200"/>
                    </a:lnTo>
                    <a:close/>
                    <a:moveTo>
                      <a:pt x="65000" y="260000"/>
                    </a:moveTo>
                    <a:lnTo>
                      <a:pt x="65850" y="260000"/>
                    </a:lnTo>
                    <a:lnTo>
                      <a:pt x="65850" y="260850"/>
                    </a:lnTo>
                    <a:lnTo>
                      <a:pt x="65000" y="260850"/>
                    </a:lnTo>
                    <a:close/>
                    <a:moveTo>
                      <a:pt x="67500" y="262500"/>
                    </a:moveTo>
                    <a:lnTo>
                      <a:pt x="68200" y="262500"/>
                    </a:lnTo>
                    <a:lnTo>
                      <a:pt x="68200" y="263200"/>
                    </a:lnTo>
                    <a:lnTo>
                      <a:pt x="67500" y="263200"/>
                    </a:lnTo>
                    <a:close/>
                    <a:moveTo>
                      <a:pt x="70000" y="260000"/>
                    </a:moveTo>
                    <a:lnTo>
                      <a:pt x="70850" y="260000"/>
                    </a:lnTo>
                    <a:lnTo>
                      <a:pt x="70850" y="260850"/>
                    </a:lnTo>
                    <a:lnTo>
                      <a:pt x="70000" y="260850"/>
                    </a:lnTo>
                    <a:close/>
                    <a:moveTo>
                      <a:pt x="72500" y="262500"/>
                    </a:moveTo>
                    <a:lnTo>
                      <a:pt x="73200" y="262500"/>
                    </a:lnTo>
                    <a:lnTo>
                      <a:pt x="73200" y="263200"/>
                    </a:lnTo>
                    <a:lnTo>
                      <a:pt x="72500" y="263200"/>
                    </a:lnTo>
                    <a:close/>
                    <a:moveTo>
                      <a:pt x="75000" y="260000"/>
                    </a:moveTo>
                    <a:lnTo>
                      <a:pt x="75850" y="260000"/>
                    </a:lnTo>
                    <a:lnTo>
                      <a:pt x="75850" y="260850"/>
                    </a:lnTo>
                    <a:lnTo>
                      <a:pt x="75000" y="260850"/>
                    </a:lnTo>
                    <a:close/>
                    <a:moveTo>
                      <a:pt x="77500" y="262500"/>
                    </a:moveTo>
                    <a:lnTo>
                      <a:pt x="78200" y="262500"/>
                    </a:lnTo>
                    <a:lnTo>
                      <a:pt x="78200" y="263200"/>
                    </a:lnTo>
                    <a:lnTo>
                      <a:pt x="77500" y="263200"/>
                    </a:lnTo>
                    <a:close/>
                    <a:moveTo>
                      <a:pt x="80000" y="260000"/>
                    </a:moveTo>
                    <a:lnTo>
                      <a:pt x="80850" y="260000"/>
                    </a:lnTo>
                    <a:lnTo>
                      <a:pt x="80850" y="260850"/>
                    </a:lnTo>
                    <a:lnTo>
                      <a:pt x="80000" y="260850"/>
                    </a:lnTo>
                    <a:close/>
                    <a:moveTo>
                      <a:pt x="82500" y="262500"/>
                    </a:moveTo>
                    <a:lnTo>
                      <a:pt x="83200" y="262500"/>
                    </a:lnTo>
                    <a:lnTo>
                      <a:pt x="83200" y="263200"/>
                    </a:lnTo>
                    <a:lnTo>
                      <a:pt x="82500" y="263200"/>
                    </a:lnTo>
                    <a:close/>
                    <a:moveTo>
                      <a:pt x="85000" y="260000"/>
                    </a:moveTo>
                    <a:lnTo>
                      <a:pt x="85850" y="260000"/>
                    </a:lnTo>
                    <a:lnTo>
                      <a:pt x="85850" y="260850"/>
                    </a:lnTo>
                    <a:lnTo>
                      <a:pt x="85000" y="260850"/>
                    </a:lnTo>
                    <a:close/>
                    <a:moveTo>
                      <a:pt x="87500" y="262500"/>
                    </a:moveTo>
                    <a:lnTo>
                      <a:pt x="88200" y="262500"/>
                    </a:lnTo>
                    <a:lnTo>
                      <a:pt x="88200" y="263200"/>
                    </a:lnTo>
                    <a:lnTo>
                      <a:pt x="87500" y="263200"/>
                    </a:lnTo>
                    <a:close/>
                    <a:moveTo>
                      <a:pt x="90000" y="260000"/>
                    </a:moveTo>
                    <a:lnTo>
                      <a:pt x="90850" y="260000"/>
                    </a:lnTo>
                    <a:lnTo>
                      <a:pt x="90850" y="260850"/>
                    </a:lnTo>
                    <a:lnTo>
                      <a:pt x="90000" y="260850"/>
                    </a:lnTo>
                    <a:close/>
                    <a:moveTo>
                      <a:pt x="92500" y="262500"/>
                    </a:moveTo>
                    <a:lnTo>
                      <a:pt x="93200" y="262500"/>
                    </a:lnTo>
                    <a:lnTo>
                      <a:pt x="93200" y="263200"/>
                    </a:lnTo>
                    <a:lnTo>
                      <a:pt x="92500" y="263200"/>
                    </a:lnTo>
                    <a:close/>
                    <a:moveTo>
                      <a:pt x="95000" y="260000"/>
                    </a:moveTo>
                    <a:lnTo>
                      <a:pt x="95850" y="260000"/>
                    </a:lnTo>
                    <a:lnTo>
                      <a:pt x="95850" y="260850"/>
                    </a:lnTo>
                    <a:lnTo>
                      <a:pt x="95000" y="260850"/>
                    </a:lnTo>
                    <a:close/>
                    <a:moveTo>
                      <a:pt x="97500" y="262500"/>
                    </a:moveTo>
                    <a:lnTo>
                      <a:pt x="98200" y="262500"/>
                    </a:lnTo>
                    <a:lnTo>
                      <a:pt x="98200" y="263200"/>
                    </a:lnTo>
                    <a:lnTo>
                      <a:pt x="97500" y="263200"/>
                    </a:lnTo>
                    <a:close/>
                    <a:moveTo>
                      <a:pt x="100000" y="260000"/>
                    </a:moveTo>
                    <a:lnTo>
                      <a:pt x="100850" y="260000"/>
                    </a:lnTo>
                    <a:lnTo>
                      <a:pt x="100850" y="260850"/>
                    </a:lnTo>
                    <a:lnTo>
                      <a:pt x="100000" y="260850"/>
                    </a:lnTo>
                    <a:close/>
                    <a:moveTo>
                      <a:pt x="102500" y="262500"/>
                    </a:moveTo>
                    <a:lnTo>
                      <a:pt x="103200" y="262500"/>
                    </a:lnTo>
                    <a:lnTo>
                      <a:pt x="103200" y="263200"/>
                    </a:lnTo>
                    <a:lnTo>
                      <a:pt x="102500" y="263200"/>
                    </a:lnTo>
                    <a:close/>
                    <a:moveTo>
                      <a:pt x="105000" y="260000"/>
                    </a:moveTo>
                    <a:lnTo>
                      <a:pt x="105850" y="260000"/>
                    </a:lnTo>
                    <a:lnTo>
                      <a:pt x="105850" y="260850"/>
                    </a:lnTo>
                    <a:lnTo>
                      <a:pt x="105000" y="260850"/>
                    </a:lnTo>
                    <a:close/>
                    <a:moveTo>
                      <a:pt x="107500" y="262500"/>
                    </a:moveTo>
                    <a:lnTo>
                      <a:pt x="108200" y="262500"/>
                    </a:lnTo>
                    <a:lnTo>
                      <a:pt x="108200" y="263200"/>
                    </a:lnTo>
                    <a:lnTo>
                      <a:pt x="107500" y="263200"/>
                    </a:lnTo>
                    <a:close/>
                    <a:moveTo>
                      <a:pt x="110000" y="260000"/>
                    </a:moveTo>
                    <a:lnTo>
                      <a:pt x="110850" y="260000"/>
                    </a:lnTo>
                    <a:lnTo>
                      <a:pt x="110850" y="260850"/>
                    </a:lnTo>
                    <a:lnTo>
                      <a:pt x="110000" y="260850"/>
                    </a:lnTo>
                    <a:close/>
                    <a:moveTo>
                      <a:pt x="112500" y="262500"/>
                    </a:moveTo>
                    <a:lnTo>
                      <a:pt x="113200" y="262500"/>
                    </a:lnTo>
                    <a:lnTo>
                      <a:pt x="113200" y="263200"/>
                    </a:lnTo>
                    <a:lnTo>
                      <a:pt x="112500" y="263200"/>
                    </a:lnTo>
                    <a:close/>
                    <a:moveTo>
                      <a:pt x="115000" y="260000"/>
                    </a:moveTo>
                    <a:lnTo>
                      <a:pt x="115850" y="260000"/>
                    </a:lnTo>
                    <a:lnTo>
                      <a:pt x="115850" y="260850"/>
                    </a:lnTo>
                    <a:lnTo>
                      <a:pt x="115000" y="260850"/>
                    </a:lnTo>
                    <a:close/>
                    <a:moveTo>
                      <a:pt x="117500" y="262500"/>
                    </a:moveTo>
                    <a:lnTo>
                      <a:pt x="118200" y="262500"/>
                    </a:lnTo>
                    <a:lnTo>
                      <a:pt x="118200" y="263200"/>
                    </a:lnTo>
                    <a:lnTo>
                      <a:pt x="117500" y="263200"/>
                    </a:lnTo>
                    <a:close/>
                    <a:moveTo>
                      <a:pt x="120000" y="260000"/>
                    </a:moveTo>
                    <a:lnTo>
                      <a:pt x="120850" y="260000"/>
                    </a:lnTo>
                    <a:lnTo>
                      <a:pt x="120850" y="260850"/>
                    </a:lnTo>
                    <a:lnTo>
                      <a:pt x="120000" y="260850"/>
                    </a:lnTo>
                    <a:close/>
                    <a:moveTo>
                      <a:pt x="122500" y="262500"/>
                    </a:moveTo>
                    <a:lnTo>
                      <a:pt x="123200" y="262500"/>
                    </a:lnTo>
                    <a:lnTo>
                      <a:pt x="123200" y="263200"/>
                    </a:lnTo>
                    <a:lnTo>
                      <a:pt x="122500" y="263200"/>
                    </a:lnTo>
                    <a:close/>
                    <a:moveTo>
                      <a:pt x="125000" y="260000"/>
                    </a:moveTo>
                    <a:lnTo>
                      <a:pt x="125850" y="260000"/>
                    </a:lnTo>
                    <a:lnTo>
                      <a:pt x="125850" y="260850"/>
                    </a:lnTo>
                    <a:lnTo>
                      <a:pt x="125000" y="260850"/>
                    </a:lnTo>
                    <a:close/>
                    <a:moveTo>
                      <a:pt x="127500" y="262500"/>
                    </a:moveTo>
                    <a:lnTo>
                      <a:pt x="128200" y="262500"/>
                    </a:lnTo>
                    <a:lnTo>
                      <a:pt x="128200" y="263200"/>
                    </a:lnTo>
                    <a:lnTo>
                      <a:pt x="127500" y="263200"/>
                    </a:lnTo>
                    <a:close/>
                    <a:moveTo>
                      <a:pt x="130000" y="260000"/>
                    </a:moveTo>
                    <a:lnTo>
                      <a:pt x="130850" y="260000"/>
                    </a:lnTo>
                    <a:lnTo>
                      <a:pt x="130850" y="260850"/>
                    </a:lnTo>
                    <a:lnTo>
                      <a:pt x="130000" y="260850"/>
                    </a:lnTo>
                    <a:close/>
                    <a:moveTo>
                      <a:pt x="132500" y="262500"/>
                    </a:moveTo>
                    <a:lnTo>
                      <a:pt x="133200" y="262500"/>
                    </a:lnTo>
                    <a:lnTo>
                      <a:pt x="133200" y="263200"/>
                    </a:lnTo>
                    <a:lnTo>
                      <a:pt x="132500" y="263200"/>
                    </a:lnTo>
                    <a:close/>
                    <a:moveTo>
                      <a:pt x="135000" y="260000"/>
                    </a:moveTo>
                    <a:lnTo>
                      <a:pt x="135850" y="260000"/>
                    </a:lnTo>
                    <a:lnTo>
                      <a:pt x="135850" y="260850"/>
                    </a:lnTo>
                    <a:lnTo>
                      <a:pt x="135000" y="260850"/>
                    </a:lnTo>
                    <a:close/>
                    <a:moveTo>
                      <a:pt x="137500" y="262500"/>
                    </a:moveTo>
                    <a:lnTo>
                      <a:pt x="138200" y="262500"/>
                    </a:lnTo>
                    <a:lnTo>
                      <a:pt x="138200" y="263200"/>
                    </a:lnTo>
                    <a:lnTo>
                      <a:pt x="137500" y="263200"/>
                    </a:lnTo>
                    <a:close/>
                    <a:moveTo>
                      <a:pt x="140000" y="260000"/>
                    </a:moveTo>
                    <a:lnTo>
                      <a:pt x="140850" y="260000"/>
                    </a:lnTo>
                    <a:lnTo>
                      <a:pt x="140850" y="260850"/>
                    </a:lnTo>
                    <a:lnTo>
                      <a:pt x="140000" y="260850"/>
                    </a:lnTo>
                    <a:close/>
                    <a:moveTo>
                      <a:pt x="142500" y="262500"/>
                    </a:moveTo>
                    <a:lnTo>
                      <a:pt x="143200" y="262500"/>
                    </a:lnTo>
                    <a:lnTo>
                      <a:pt x="143200" y="263200"/>
                    </a:lnTo>
                    <a:lnTo>
                      <a:pt x="142500" y="263200"/>
                    </a:lnTo>
                    <a:close/>
                    <a:moveTo>
                      <a:pt x="145000" y="260000"/>
                    </a:moveTo>
                    <a:lnTo>
                      <a:pt x="145850" y="260000"/>
                    </a:lnTo>
                    <a:lnTo>
                      <a:pt x="145850" y="260850"/>
                    </a:lnTo>
                    <a:lnTo>
                      <a:pt x="145000" y="260850"/>
                    </a:lnTo>
                    <a:close/>
                    <a:moveTo>
                      <a:pt x="147500" y="262500"/>
                    </a:moveTo>
                    <a:lnTo>
                      <a:pt x="148200" y="262500"/>
                    </a:lnTo>
                    <a:lnTo>
                      <a:pt x="148200" y="263200"/>
                    </a:lnTo>
                    <a:lnTo>
                      <a:pt x="147500" y="263200"/>
                    </a:lnTo>
                    <a:close/>
                    <a:moveTo>
                      <a:pt x="150000" y="260000"/>
                    </a:moveTo>
                    <a:lnTo>
                      <a:pt x="150850" y="260000"/>
                    </a:lnTo>
                    <a:lnTo>
                      <a:pt x="150850" y="260850"/>
                    </a:lnTo>
                    <a:lnTo>
                      <a:pt x="150000" y="260850"/>
                    </a:lnTo>
                    <a:close/>
                    <a:moveTo>
                      <a:pt x="152500" y="262500"/>
                    </a:moveTo>
                    <a:lnTo>
                      <a:pt x="153200" y="262500"/>
                    </a:lnTo>
                    <a:lnTo>
                      <a:pt x="153200" y="263200"/>
                    </a:lnTo>
                    <a:lnTo>
                      <a:pt x="152500" y="263200"/>
                    </a:lnTo>
                    <a:close/>
                    <a:moveTo>
                      <a:pt x="155000" y="260000"/>
                    </a:moveTo>
                    <a:lnTo>
                      <a:pt x="155850" y="260000"/>
                    </a:lnTo>
                    <a:lnTo>
                      <a:pt x="155850" y="260850"/>
                    </a:lnTo>
                    <a:lnTo>
                      <a:pt x="155000" y="260850"/>
                    </a:lnTo>
                    <a:close/>
                    <a:moveTo>
                      <a:pt x="157500" y="262500"/>
                    </a:moveTo>
                    <a:lnTo>
                      <a:pt x="158200" y="262500"/>
                    </a:lnTo>
                    <a:lnTo>
                      <a:pt x="158200" y="263200"/>
                    </a:lnTo>
                    <a:lnTo>
                      <a:pt x="157500" y="263200"/>
                    </a:lnTo>
                    <a:close/>
                    <a:moveTo>
                      <a:pt x="160000" y="260000"/>
                    </a:moveTo>
                    <a:lnTo>
                      <a:pt x="160850" y="260000"/>
                    </a:lnTo>
                    <a:lnTo>
                      <a:pt x="160850" y="260850"/>
                    </a:lnTo>
                    <a:lnTo>
                      <a:pt x="160000" y="260850"/>
                    </a:lnTo>
                    <a:close/>
                    <a:moveTo>
                      <a:pt x="162500" y="262500"/>
                    </a:moveTo>
                    <a:lnTo>
                      <a:pt x="163200" y="262500"/>
                    </a:lnTo>
                    <a:lnTo>
                      <a:pt x="163200" y="263200"/>
                    </a:lnTo>
                    <a:lnTo>
                      <a:pt x="162500" y="263200"/>
                    </a:lnTo>
                    <a:close/>
                    <a:moveTo>
                      <a:pt x="165000" y="260000"/>
                    </a:moveTo>
                    <a:lnTo>
                      <a:pt x="165850" y="260000"/>
                    </a:lnTo>
                    <a:lnTo>
                      <a:pt x="165850" y="260850"/>
                    </a:lnTo>
                    <a:lnTo>
                      <a:pt x="165000" y="260850"/>
                    </a:lnTo>
                    <a:close/>
                    <a:moveTo>
                      <a:pt x="167500" y="262500"/>
                    </a:moveTo>
                    <a:lnTo>
                      <a:pt x="168200" y="262500"/>
                    </a:lnTo>
                    <a:lnTo>
                      <a:pt x="168200" y="263200"/>
                    </a:lnTo>
                    <a:lnTo>
                      <a:pt x="167500" y="263200"/>
                    </a:lnTo>
                    <a:close/>
                    <a:moveTo>
                      <a:pt x="170000" y="260000"/>
                    </a:moveTo>
                    <a:lnTo>
                      <a:pt x="170850" y="260000"/>
                    </a:lnTo>
                    <a:lnTo>
                      <a:pt x="170850" y="260850"/>
                    </a:lnTo>
                    <a:lnTo>
                      <a:pt x="170000" y="260850"/>
                    </a:lnTo>
                    <a:close/>
                    <a:moveTo>
                      <a:pt x="172500" y="262500"/>
                    </a:moveTo>
                    <a:lnTo>
                      <a:pt x="173200" y="262500"/>
                    </a:lnTo>
                    <a:lnTo>
                      <a:pt x="173200" y="263200"/>
                    </a:lnTo>
                    <a:lnTo>
                      <a:pt x="172500" y="263200"/>
                    </a:lnTo>
                    <a:close/>
                    <a:moveTo>
                      <a:pt x="175000" y="260000"/>
                    </a:moveTo>
                    <a:lnTo>
                      <a:pt x="175850" y="260000"/>
                    </a:lnTo>
                    <a:lnTo>
                      <a:pt x="175850" y="260850"/>
                    </a:lnTo>
                    <a:lnTo>
                      <a:pt x="175000" y="260850"/>
                    </a:lnTo>
                    <a:close/>
                    <a:moveTo>
                      <a:pt x="177500" y="262500"/>
                    </a:moveTo>
                    <a:lnTo>
                      <a:pt x="178200" y="262500"/>
                    </a:lnTo>
                    <a:lnTo>
                      <a:pt x="178200" y="263200"/>
                    </a:lnTo>
                    <a:lnTo>
                      <a:pt x="177500" y="263200"/>
                    </a:lnTo>
                    <a:close/>
                    <a:moveTo>
                      <a:pt x="180000" y="260000"/>
                    </a:moveTo>
                    <a:lnTo>
                      <a:pt x="180850" y="260000"/>
                    </a:lnTo>
                    <a:lnTo>
                      <a:pt x="180850" y="260850"/>
                    </a:lnTo>
                    <a:lnTo>
                      <a:pt x="180000" y="260850"/>
                    </a:lnTo>
                    <a:close/>
                    <a:moveTo>
                      <a:pt x="182500" y="262500"/>
                    </a:moveTo>
                    <a:lnTo>
                      <a:pt x="183200" y="262500"/>
                    </a:lnTo>
                    <a:lnTo>
                      <a:pt x="183200" y="263200"/>
                    </a:lnTo>
                    <a:lnTo>
                      <a:pt x="182500" y="263200"/>
                    </a:lnTo>
                    <a:close/>
                    <a:moveTo>
                      <a:pt x="185000" y="260000"/>
                    </a:moveTo>
                    <a:lnTo>
                      <a:pt x="185850" y="260000"/>
                    </a:lnTo>
                    <a:lnTo>
                      <a:pt x="185850" y="260850"/>
                    </a:lnTo>
                    <a:lnTo>
                      <a:pt x="185000" y="260850"/>
                    </a:lnTo>
                    <a:close/>
                    <a:moveTo>
                      <a:pt x="187500" y="262500"/>
                    </a:moveTo>
                    <a:lnTo>
                      <a:pt x="188200" y="262500"/>
                    </a:lnTo>
                    <a:lnTo>
                      <a:pt x="188200" y="263200"/>
                    </a:lnTo>
                    <a:lnTo>
                      <a:pt x="187500" y="263200"/>
                    </a:lnTo>
                    <a:close/>
                    <a:moveTo>
                      <a:pt x="190000" y="260000"/>
                    </a:moveTo>
                    <a:lnTo>
                      <a:pt x="190850" y="260000"/>
                    </a:lnTo>
                    <a:lnTo>
                      <a:pt x="190850" y="260850"/>
                    </a:lnTo>
                    <a:lnTo>
                      <a:pt x="190000" y="260850"/>
                    </a:lnTo>
                    <a:close/>
                    <a:moveTo>
                      <a:pt x="192500" y="262500"/>
                    </a:moveTo>
                    <a:lnTo>
                      <a:pt x="193200" y="262500"/>
                    </a:lnTo>
                    <a:lnTo>
                      <a:pt x="193200" y="263200"/>
                    </a:lnTo>
                    <a:lnTo>
                      <a:pt x="192500" y="263200"/>
                    </a:lnTo>
                    <a:close/>
                    <a:moveTo>
                      <a:pt x="195000" y="260000"/>
                    </a:moveTo>
                    <a:lnTo>
                      <a:pt x="195850" y="260000"/>
                    </a:lnTo>
                    <a:lnTo>
                      <a:pt x="195850" y="260850"/>
                    </a:lnTo>
                    <a:lnTo>
                      <a:pt x="195000" y="260850"/>
                    </a:lnTo>
                    <a:close/>
                    <a:moveTo>
                      <a:pt x="197500" y="262500"/>
                    </a:moveTo>
                    <a:lnTo>
                      <a:pt x="198200" y="262500"/>
                    </a:lnTo>
                    <a:lnTo>
                      <a:pt x="198200" y="263200"/>
                    </a:lnTo>
                    <a:lnTo>
                      <a:pt x="197500" y="263200"/>
                    </a:lnTo>
                    <a:close/>
                    <a:moveTo>
                      <a:pt x="200000" y="260000"/>
                    </a:moveTo>
                    <a:lnTo>
                      <a:pt x="200850" y="260000"/>
                    </a:lnTo>
                    <a:lnTo>
                      <a:pt x="200850" y="260850"/>
                    </a:lnTo>
                    <a:lnTo>
                      <a:pt x="200000" y="260850"/>
                    </a:lnTo>
                    <a:close/>
                    <a:moveTo>
                      <a:pt x="202500" y="262500"/>
                    </a:moveTo>
                    <a:lnTo>
                      <a:pt x="203200" y="262500"/>
                    </a:lnTo>
                    <a:lnTo>
                      <a:pt x="203200" y="263200"/>
                    </a:lnTo>
                    <a:lnTo>
                      <a:pt x="202500" y="263200"/>
                    </a:lnTo>
                    <a:close/>
                    <a:moveTo>
                      <a:pt x="205000" y="260000"/>
                    </a:moveTo>
                    <a:lnTo>
                      <a:pt x="205850" y="260000"/>
                    </a:lnTo>
                    <a:lnTo>
                      <a:pt x="205850" y="260850"/>
                    </a:lnTo>
                    <a:lnTo>
                      <a:pt x="205000" y="260850"/>
                    </a:lnTo>
                    <a:close/>
                    <a:moveTo>
                      <a:pt x="207500" y="262500"/>
                    </a:moveTo>
                    <a:lnTo>
                      <a:pt x="208200" y="262500"/>
                    </a:lnTo>
                    <a:lnTo>
                      <a:pt x="208200" y="263200"/>
                    </a:lnTo>
                    <a:lnTo>
                      <a:pt x="207500" y="263200"/>
                    </a:lnTo>
                    <a:close/>
                    <a:moveTo>
                      <a:pt x="210000" y="260000"/>
                    </a:moveTo>
                    <a:lnTo>
                      <a:pt x="210850" y="260000"/>
                    </a:lnTo>
                    <a:lnTo>
                      <a:pt x="210850" y="260850"/>
                    </a:lnTo>
                    <a:lnTo>
                      <a:pt x="210000" y="260850"/>
                    </a:lnTo>
                    <a:close/>
                    <a:moveTo>
                      <a:pt x="212500" y="262500"/>
                    </a:moveTo>
                    <a:lnTo>
                      <a:pt x="213200" y="262500"/>
                    </a:lnTo>
                    <a:lnTo>
                      <a:pt x="213200" y="263200"/>
                    </a:lnTo>
                    <a:lnTo>
                      <a:pt x="212500" y="263200"/>
                    </a:lnTo>
                    <a:close/>
                    <a:moveTo>
                      <a:pt x="215000" y="260000"/>
                    </a:moveTo>
                    <a:lnTo>
                      <a:pt x="215850" y="260000"/>
                    </a:lnTo>
                    <a:lnTo>
                      <a:pt x="215850" y="260850"/>
                    </a:lnTo>
                    <a:lnTo>
                      <a:pt x="215000" y="260850"/>
                    </a:lnTo>
                    <a:close/>
                    <a:moveTo>
                      <a:pt x="217500" y="262500"/>
                    </a:moveTo>
                    <a:lnTo>
                      <a:pt x="218200" y="262500"/>
                    </a:lnTo>
                    <a:lnTo>
                      <a:pt x="218200" y="263200"/>
                    </a:lnTo>
                    <a:lnTo>
                      <a:pt x="217500" y="263200"/>
                    </a:lnTo>
                    <a:close/>
                    <a:moveTo>
                      <a:pt x="220000" y="260000"/>
                    </a:moveTo>
                    <a:lnTo>
                      <a:pt x="220850" y="260000"/>
                    </a:lnTo>
                    <a:lnTo>
                      <a:pt x="220850" y="260850"/>
                    </a:lnTo>
                    <a:lnTo>
                      <a:pt x="220000" y="260850"/>
                    </a:lnTo>
                    <a:close/>
                    <a:moveTo>
                      <a:pt x="222500" y="262500"/>
                    </a:moveTo>
                    <a:lnTo>
                      <a:pt x="223200" y="262500"/>
                    </a:lnTo>
                    <a:lnTo>
                      <a:pt x="223200" y="263200"/>
                    </a:lnTo>
                    <a:lnTo>
                      <a:pt x="222500" y="263200"/>
                    </a:lnTo>
                    <a:close/>
                    <a:moveTo>
                      <a:pt x="225000" y="260000"/>
                    </a:moveTo>
                    <a:lnTo>
                      <a:pt x="225850" y="260000"/>
                    </a:lnTo>
                    <a:lnTo>
                      <a:pt x="225850" y="260850"/>
                    </a:lnTo>
                    <a:lnTo>
                      <a:pt x="225000" y="260850"/>
                    </a:lnTo>
                    <a:close/>
                    <a:moveTo>
                      <a:pt x="227500" y="262500"/>
                    </a:moveTo>
                    <a:lnTo>
                      <a:pt x="228200" y="262500"/>
                    </a:lnTo>
                    <a:lnTo>
                      <a:pt x="228200" y="263200"/>
                    </a:lnTo>
                    <a:lnTo>
                      <a:pt x="227500" y="263200"/>
                    </a:lnTo>
                    <a:close/>
                    <a:moveTo>
                      <a:pt x="230000" y="260000"/>
                    </a:moveTo>
                    <a:lnTo>
                      <a:pt x="230850" y="260000"/>
                    </a:lnTo>
                    <a:lnTo>
                      <a:pt x="230850" y="260850"/>
                    </a:lnTo>
                    <a:lnTo>
                      <a:pt x="230000" y="260850"/>
                    </a:lnTo>
                    <a:close/>
                    <a:moveTo>
                      <a:pt x="232500" y="262500"/>
                    </a:moveTo>
                    <a:lnTo>
                      <a:pt x="233200" y="262500"/>
                    </a:lnTo>
                    <a:lnTo>
                      <a:pt x="233200" y="263200"/>
                    </a:lnTo>
                    <a:lnTo>
                      <a:pt x="232500" y="263200"/>
                    </a:lnTo>
                    <a:close/>
                    <a:moveTo>
                      <a:pt x="235000" y="260000"/>
                    </a:moveTo>
                    <a:lnTo>
                      <a:pt x="235850" y="260000"/>
                    </a:lnTo>
                    <a:lnTo>
                      <a:pt x="235850" y="260850"/>
                    </a:lnTo>
                    <a:lnTo>
                      <a:pt x="235000" y="260850"/>
                    </a:lnTo>
                    <a:close/>
                    <a:moveTo>
                      <a:pt x="237500" y="262500"/>
                    </a:moveTo>
                    <a:lnTo>
                      <a:pt x="238200" y="262500"/>
                    </a:lnTo>
                    <a:lnTo>
                      <a:pt x="238200" y="263200"/>
                    </a:lnTo>
                    <a:lnTo>
                      <a:pt x="237500" y="263200"/>
                    </a:lnTo>
                    <a:close/>
                    <a:moveTo>
                      <a:pt x="240000" y="260000"/>
                    </a:moveTo>
                    <a:lnTo>
                      <a:pt x="240850" y="260000"/>
                    </a:lnTo>
                    <a:lnTo>
                      <a:pt x="240850" y="260850"/>
                    </a:lnTo>
                    <a:lnTo>
                      <a:pt x="240000" y="260850"/>
                    </a:lnTo>
                    <a:close/>
                    <a:moveTo>
                      <a:pt x="242500" y="262500"/>
                    </a:moveTo>
                    <a:lnTo>
                      <a:pt x="243200" y="262500"/>
                    </a:lnTo>
                    <a:lnTo>
                      <a:pt x="243200" y="263200"/>
                    </a:lnTo>
                    <a:lnTo>
                      <a:pt x="242500" y="263200"/>
                    </a:lnTo>
                    <a:close/>
                    <a:moveTo>
                      <a:pt x="245000" y="260000"/>
                    </a:moveTo>
                    <a:lnTo>
                      <a:pt x="245850" y="260000"/>
                    </a:lnTo>
                    <a:lnTo>
                      <a:pt x="245850" y="260850"/>
                    </a:lnTo>
                    <a:lnTo>
                      <a:pt x="245000" y="260850"/>
                    </a:lnTo>
                    <a:close/>
                    <a:moveTo>
                      <a:pt x="247500" y="262500"/>
                    </a:moveTo>
                    <a:lnTo>
                      <a:pt x="248200" y="262500"/>
                    </a:lnTo>
                    <a:lnTo>
                      <a:pt x="248200" y="263200"/>
                    </a:lnTo>
                    <a:lnTo>
                      <a:pt x="247500" y="263200"/>
                    </a:lnTo>
                    <a:close/>
                    <a:moveTo>
                      <a:pt x="250000" y="260000"/>
                    </a:moveTo>
                    <a:lnTo>
                      <a:pt x="250850" y="260000"/>
                    </a:lnTo>
                    <a:lnTo>
                      <a:pt x="250850" y="260850"/>
                    </a:lnTo>
                    <a:lnTo>
                      <a:pt x="250000" y="260850"/>
                    </a:lnTo>
                    <a:close/>
                    <a:moveTo>
                      <a:pt x="252500" y="262500"/>
                    </a:moveTo>
                    <a:lnTo>
                      <a:pt x="253200" y="262500"/>
                    </a:lnTo>
                    <a:lnTo>
                      <a:pt x="253200" y="263200"/>
                    </a:lnTo>
                    <a:lnTo>
                      <a:pt x="252500" y="263200"/>
                    </a:lnTo>
                    <a:close/>
                    <a:moveTo>
                      <a:pt x="255000" y="260000"/>
                    </a:moveTo>
                    <a:lnTo>
                      <a:pt x="255850" y="260000"/>
                    </a:lnTo>
                    <a:lnTo>
                      <a:pt x="255850" y="260850"/>
                    </a:lnTo>
                    <a:lnTo>
                      <a:pt x="255000" y="260850"/>
                    </a:lnTo>
                    <a:close/>
                    <a:moveTo>
                      <a:pt x="257500" y="262500"/>
                    </a:moveTo>
                    <a:lnTo>
                      <a:pt x="258200" y="262500"/>
                    </a:lnTo>
                    <a:lnTo>
                      <a:pt x="258200" y="263200"/>
                    </a:lnTo>
                    <a:lnTo>
                      <a:pt x="257500" y="263200"/>
                    </a:lnTo>
                    <a:close/>
                    <a:moveTo>
                      <a:pt x="260000" y="260000"/>
                    </a:moveTo>
                    <a:lnTo>
                      <a:pt x="260850" y="260000"/>
                    </a:lnTo>
                    <a:lnTo>
                      <a:pt x="260850" y="260850"/>
                    </a:lnTo>
                    <a:lnTo>
                      <a:pt x="260000" y="260850"/>
                    </a:lnTo>
                    <a:close/>
                    <a:moveTo>
                      <a:pt x="262500" y="262500"/>
                    </a:moveTo>
                    <a:lnTo>
                      <a:pt x="263200" y="262500"/>
                    </a:lnTo>
                    <a:lnTo>
                      <a:pt x="263200" y="263200"/>
                    </a:lnTo>
                    <a:lnTo>
                      <a:pt x="262500" y="263200"/>
                    </a:lnTo>
                    <a:close/>
                    <a:moveTo>
                      <a:pt x="265000" y="260000"/>
                    </a:moveTo>
                    <a:lnTo>
                      <a:pt x="265850" y="260000"/>
                    </a:lnTo>
                    <a:lnTo>
                      <a:pt x="265850" y="260850"/>
                    </a:lnTo>
                    <a:lnTo>
                      <a:pt x="265000" y="260850"/>
                    </a:lnTo>
                    <a:close/>
                    <a:moveTo>
                      <a:pt x="267500" y="262500"/>
                    </a:moveTo>
                    <a:lnTo>
                      <a:pt x="268200" y="262500"/>
                    </a:lnTo>
                    <a:lnTo>
                      <a:pt x="268200" y="263200"/>
                    </a:lnTo>
                    <a:lnTo>
                      <a:pt x="267500" y="263200"/>
                    </a:lnTo>
                    <a:close/>
                    <a:moveTo>
                      <a:pt x="270000" y="260000"/>
                    </a:moveTo>
                    <a:lnTo>
                      <a:pt x="270850" y="260000"/>
                    </a:lnTo>
                    <a:lnTo>
                      <a:pt x="270850" y="260850"/>
                    </a:lnTo>
                    <a:lnTo>
                      <a:pt x="270000" y="260850"/>
                    </a:lnTo>
                    <a:close/>
                    <a:moveTo>
                      <a:pt x="272500" y="262500"/>
                    </a:moveTo>
                    <a:lnTo>
                      <a:pt x="273200" y="262500"/>
                    </a:lnTo>
                    <a:lnTo>
                      <a:pt x="273200" y="263200"/>
                    </a:lnTo>
                    <a:lnTo>
                      <a:pt x="272500" y="263200"/>
                    </a:lnTo>
                    <a:close/>
                    <a:moveTo>
                      <a:pt x="275000" y="260000"/>
                    </a:moveTo>
                    <a:lnTo>
                      <a:pt x="275850" y="260000"/>
                    </a:lnTo>
                    <a:lnTo>
                      <a:pt x="275850" y="260850"/>
                    </a:lnTo>
                    <a:lnTo>
                      <a:pt x="275000" y="260850"/>
                    </a:lnTo>
                    <a:close/>
                    <a:moveTo>
                      <a:pt x="277500" y="262500"/>
                    </a:moveTo>
                    <a:lnTo>
                      <a:pt x="278200" y="262500"/>
                    </a:lnTo>
                    <a:lnTo>
                      <a:pt x="278200" y="263200"/>
                    </a:lnTo>
                    <a:lnTo>
                      <a:pt x="277500" y="263200"/>
                    </a:lnTo>
                    <a:close/>
                    <a:moveTo>
                      <a:pt x="280000" y="260000"/>
                    </a:moveTo>
                    <a:lnTo>
                      <a:pt x="280850" y="260000"/>
                    </a:lnTo>
                    <a:lnTo>
                      <a:pt x="280850" y="260850"/>
                    </a:lnTo>
                    <a:lnTo>
                      <a:pt x="280000" y="260850"/>
                    </a:lnTo>
                    <a:close/>
                    <a:moveTo>
                      <a:pt x="282500" y="262500"/>
                    </a:moveTo>
                    <a:lnTo>
                      <a:pt x="283200" y="262500"/>
                    </a:lnTo>
                    <a:lnTo>
                      <a:pt x="283200" y="263200"/>
                    </a:lnTo>
                    <a:lnTo>
                      <a:pt x="282500" y="263200"/>
                    </a:lnTo>
                    <a:close/>
                    <a:moveTo>
                      <a:pt x="285000" y="260000"/>
                    </a:moveTo>
                    <a:lnTo>
                      <a:pt x="285850" y="260000"/>
                    </a:lnTo>
                    <a:lnTo>
                      <a:pt x="285850" y="260850"/>
                    </a:lnTo>
                    <a:lnTo>
                      <a:pt x="285000" y="260850"/>
                    </a:lnTo>
                    <a:close/>
                    <a:moveTo>
                      <a:pt x="287500" y="262500"/>
                    </a:moveTo>
                    <a:lnTo>
                      <a:pt x="288200" y="262500"/>
                    </a:lnTo>
                    <a:lnTo>
                      <a:pt x="288200" y="263200"/>
                    </a:lnTo>
                    <a:lnTo>
                      <a:pt x="287500" y="263200"/>
                    </a:lnTo>
                    <a:close/>
                    <a:moveTo>
                      <a:pt x="0" y="265000"/>
                    </a:moveTo>
                    <a:lnTo>
                      <a:pt x="850" y="265000"/>
                    </a:lnTo>
                    <a:lnTo>
                      <a:pt x="850" y="265850"/>
                    </a:lnTo>
                    <a:lnTo>
                      <a:pt x="0" y="265850"/>
                    </a:lnTo>
                    <a:close/>
                    <a:moveTo>
                      <a:pt x="2500" y="267500"/>
                    </a:moveTo>
                    <a:lnTo>
                      <a:pt x="3200" y="267500"/>
                    </a:lnTo>
                    <a:lnTo>
                      <a:pt x="3200" y="268200"/>
                    </a:lnTo>
                    <a:lnTo>
                      <a:pt x="2500" y="268200"/>
                    </a:lnTo>
                    <a:close/>
                    <a:moveTo>
                      <a:pt x="5000" y="265000"/>
                    </a:moveTo>
                    <a:lnTo>
                      <a:pt x="5850" y="265000"/>
                    </a:lnTo>
                    <a:lnTo>
                      <a:pt x="5850" y="265850"/>
                    </a:lnTo>
                    <a:lnTo>
                      <a:pt x="5000" y="265850"/>
                    </a:lnTo>
                    <a:close/>
                    <a:moveTo>
                      <a:pt x="7500" y="267500"/>
                    </a:moveTo>
                    <a:lnTo>
                      <a:pt x="8200" y="267500"/>
                    </a:lnTo>
                    <a:lnTo>
                      <a:pt x="8200" y="268200"/>
                    </a:lnTo>
                    <a:lnTo>
                      <a:pt x="7500" y="268200"/>
                    </a:lnTo>
                    <a:close/>
                    <a:moveTo>
                      <a:pt x="10000" y="265000"/>
                    </a:moveTo>
                    <a:lnTo>
                      <a:pt x="10850" y="265000"/>
                    </a:lnTo>
                    <a:lnTo>
                      <a:pt x="10850" y="265850"/>
                    </a:lnTo>
                    <a:lnTo>
                      <a:pt x="10000" y="265850"/>
                    </a:lnTo>
                    <a:close/>
                    <a:moveTo>
                      <a:pt x="12500" y="267500"/>
                    </a:moveTo>
                    <a:lnTo>
                      <a:pt x="13200" y="267500"/>
                    </a:lnTo>
                    <a:lnTo>
                      <a:pt x="13200" y="268200"/>
                    </a:lnTo>
                    <a:lnTo>
                      <a:pt x="12500" y="268200"/>
                    </a:lnTo>
                    <a:close/>
                    <a:moveTo>
                      <a:pt x="15000" y="265000"/>
                    </a:moveTo>
                    <a:lnTo>
                      <a:pt x="15850" y="265000"/>
                    </a:lnTo>
                    <a:lnTo>
                      <a:pt x="15850" y="265850"/>
                    </a:lnTo>
                    <a:lnTo>
                      <a:pt x="15000" y="265850"/>
                    </a:lnTo>
                    <a:close/>
                    <a:moveTo>
                      <a:pt x="17500" y="267500"/>
                    </a:moveTo>
                    <a:lnTo>
                      <a:pt x="18200" y="267500"/>
                    </a:lnTo>
                    <a:lnTo>
                      <a:pt x="18200" y="268200"/>
                    </a:lnTo>
                    <a:lnTo>
                      <a:pt x="17500" y="268200"/>
                    </a:lnTo>
                    <a:close/>
                    <a:moveTo>
                      <a:pt x="20000" y="265000"/>
                    </a:moveTo>
                    <a:lnTo>
                      <a:pt x="20850" y="265000"/>
                    </a:lnTo>
                    <a:lnTo>
                      <a:pt x="20850" y="265850"/>
                    </a:lnTo>
                    <a:lnTo>
                      <a:pt x="20000" y="265850"/>
                    </a:lnTo>
                    <a:close/>
                    <a:moveTo>
                      <a:pt x="22500" y="267500"/>
                    </a:moveTo>
                    <a:lnTo>
                      <a:pt x="23200" y="267500"/>
                    </a:lnTo>
                    <a:lnTo>
                      <a:pt x="23200" y="268200"/>
                    </a:lnTo>
                    <a:lnTo>
                      <a:pt x="22500" y="268200"/>
                    </a:lnTo>
                    <a:close/>
                    <a:moveTo>
                      <a:pt x="25000" y="265000"/>
                    </a:moveTo>
                    <a:lnTo>
                      <a:pt x="25850" y="265000"/>
                    </a:lnTo>
                    <a:lnTo>
                      <a:pt x="25850" y="265850"/>
                    </a:lnTo>
                    <a:lnTo>
                      <a:pt x="25000" y="265850"/>
                    </a:lnTo>
                    <a:close/>
                    <a:moveTo>
                      <a:pt x="27500" y="267500"/>
                    </a:moveTo>
                    <a:lnTo>
                      <a:pt x="28200" y="267500"/>
                    </a:lnTo>
                    <a:lnTo>
                      <a:pt x="28200" y="268200"/>
                    </a:lnTo>
                    <a:lnTo>
                      <a:pt x="27500" y="268200"/>
                    </a:lnTo>
                    <a:close/>
                    <a:moveTo>
                      <a:pt x="30000" y="265000"/>
                    </a:moveTo>
                    <a:lnTo>
                      <a:pt x="30850" y="265000"/>
                    </a:lnTo>
                    <a:lnTo>
                      <a:pt x="30850" y="265850"/>
                    </a:lnTo>
                    <a:lnTo>
                      <a:pt x="30000" y="265850"/>
                    </a:lnTo>
                    <a:close/>
                    <a:moveTo>
                      <a:pt x="32500" y="267500"/>
                    </a:moveTo>
                    <a:lnTo>
                      <a:pt x="33200" y="267500"/>
                    </a:lnTo>
                    <a:lnTo>
                      <a:pt x="33200" y="268200"/>
                    </a:lnTo>
                    <a:lnTo>
                      <a:pt x="32500" y="268200"/>
                    </a:lnTo>
                    <a:close/>
                    <a:moveTo>
                      <a:pt x="35000" y="265000"/>
                    </a:moveTo>
                    <a:lnTo>
                      <a:pt x="35850" y="265000"/>
                    </a:lnTo>
                    <a:lnTo>
                      <a:pt x="35850" y="265850"/>
                    </a:lnTo>
                    <a:lnTo>
                      <a:pt x="35000" y="265850"/>
                    </a:lnTo>
                    <a:close/>
                    <a:moveTo>
                      <a:pt x="37500" y="267500"/>
                    </a:moveTo>
                    <a:lnTo>
                      <a:pt x="38200" y="267500"/>
                    </a:lnTo>
                    <a:lnTo>
                      <a:pt x="38200" y="268200"/>
                    </a:lnTo>
                    <a:lnTo>
                      <a:pt x="37500" y="268200"/>
                    </a:lnTo>
                    <a:close/>
                    <a:moveTo>
                      <a:pt x="40000" y="265000"/>
                    </a:moveTo>
                    <a:lnTo>
                      <a:pt x="40850" y="265000"/>
                    </a:lnTo>
                    <a:lnTo>
                      <a:pt x="40850" y="265850"/>
                    </a:lnTo>
                    <a:lnTo>
                      <a:pt x="40000" y="265850"/>
                    </a:lnTo>
                    <a:close/>
                    <a:moveTo>
                      <a:pt x="42500" y="267500"/>
                    </a:moveTo>
                    <a:lnTo>
                      <a:pt x="43200" y="267500"/>
                    </a:lnTo>
                    <a:lnTo>
                      <a:pt x="43200" y="268200"/>
                    </a:lnTo>
                    <a:lnTo>
                      <a:pt x="42500" y="268200"/>
                    </a:lnTo>
                    <a:close/>
                    <a:moveTo>
                      <a:pt x="45000" y="265000"/>
                    </a:moveTo>
                    <a:lnTo>
                      <a:pt x="45850" y="265000"/>
                    </a:lnTo>
                    <a:lnTo>
                      <a:pt x="45850" y="265850"/>
                    </a:lnTo>
                    <a:lnTo>
                      <a:pt x="45000" y="265850"/>
                    </a:lnTo>
                    <a:close/>
                    <a:moveTo>
                      <a:pt x="47500" y="267500"/>
                    </a:moveTo>
                    <a:lnTo>
                      <a:pt x="48200" y="267500"/>
                    </a:lnTo>
                    <a:lnTo>
                      <a:pt x="48200" y="268200"/>
                    </a:lnTo>
                    <a:lnTo>
                      <a:pt x="47500" y="268200"/>
                    </a:lnTo>
                    <a:close/>
                    <a:moveTo>
                      <a:pt x="50000" y="265000"/>
                    </a:moveTo>
                    <a:lnTo>
                      <a:pt x="50850" y="265000"/>
                    </a:lnTo>
                    <a:lnTo>
                      <a:pt x="50850" y="265850"/>
                    </a:lnTo>
                    <a:lnTo>
                      <a:pt x="50000" y="265850"/>
                    </a:lnTo>
                    <a:close/>
                    <a:moveTo>
                      <a:pt x="52500" y="267500"/>
                    </a:moveTo>
                    <a:lnTo>
                      <a:pt x="53200" y="267500"/>
                    </a:lnTo>
                    <a:lnTo>
                      <a:pt x="53200" y="268200"/>
                    </a:lnTo>
                    <a:lnTo>
                      <a:pt x="52500" y="268200"/>
                    </a:lnTo>
                    <a:close/>
                    <a:moveTo>
                      <a:pt x="55000" y="265000"/>
                    </a:moveTo>
                    <a:lnTo>
                      <a:pt x="55850" y="265000"/>
                    </a:lnTo>
                    <a:lnTo>
                      <a:pt x="55850" y="265850"/>
                    </a:lnTo>
                    <a:lnTo>
                      <a:pt x="55000" y="265850"/>
                    </a:lnTo>
                    <a:close/>
                    <a:moveTo>
                      <a:pt x="57500" y="267500"/>
                    </a:moveTo>
                    <a:lnTo>
                      <a:pt x="58200" y="267500"/>
                    </a:lnTo>
                    <a:lnTo>
                      <a:pt x="58200" y="268200"/>
                    </a:lnTo>
                    <a:lnTo>
                      <a:pt x="57500" y="268200"/>
                    </a:lnTo>
                    <a:close/>
                    <a:moveTo>
                      <a:pt x="60000" y="265000"/>
                    </a:moveTo>
                    <a:lnTo>
                      <a:pt x="60850" y="265000"/>
                    </a:lnTo>
                    <a:lnTo>
                      <a:pt x="60850" y="265850"/>
                    </a:lnTo>
                    <a:lnTo>
                      <a:pt x="60000" y="265850"/>
                    </a:lnTo>
                    <a:close/>
                    <a:moveTo>
                      <a:pt x="62500" y="267500"/>
                    </a:moveTo>
                    <a:lnTo>
                      <a:pt x="63200" y="267500"/>
                    </a:lnTo>
                    <a:lnTo>
                      <a:pt x="63200" y="268200"/>
                    </a:lnTo>
                    <a:lnTo>
                      <a:pt x="62500" y="268200"/>
                    </a:lnTo>
                    <a:close/>
                    <a:moveTo>
                      <a:pt x="65000" y="265000"/>
                    </a:moveTo>
                    <a:lnTo>
                      <a:pt x="65850" y="265000"/>
                    </a:lnTo>
                    <a:lnTo>
                      <a:pt x="65850" y="265850"/>
                    </a:lnTo>
                    <a:lnTo>
                      <a:pt x="65000" y="265850"/>
                    </a:lnTo>
                    <a:close/>
                    <a:moveTo>
                      <a:pt x="67500" y="267500"/>
                    </a:moveTo>
                    <a:lnTo>
                      <a:pt x="68200" y="267500"/>
                    </a:lnTo>
                    <a:lnTo>
                      <a:pt x="68200" y="268200"/>
                    </a:lnTo>
                    <a:lnTo>
                      <a:pt x="67500" y="268200"/>
                    </a:lnTo>
                    <a:close/>
                    <a:moveTo>
                      <a:pt x="70000" y="265000"/>
                    </a:moveTo>
                    <a:lnTo>
                      <a:pt x="70850" y="265000"/>
                    </a:lnTo>
                    <a:lnTo>
                      <a:pt x="70850" y="265850"/>
                    </a:lnTo>
                    <a:lnTo>
                      <a:pt x="70000" y="265850"/>
                    </a:lnTo>
                    <a:close/>
                    <a:moveTo>
                      <a:pt x="72500" y="267500"/>
                    </a:moveTo>
                    <a:lnTo>
                      <a:pt x="73200" y="267500"/>
                    </a:lnTo>
                    <a:lnTo>
                      <a:pt x="73200" y="268200"/>
                    </a:lnTo>
                    <a:lnTo>
                      <a:pt x="72500" y="268200"/>
                    </a:lnTo>
                    <a:close/>
                    <a:moveTo>
                      <a:pt x="75000" y="265000"/>
                    </a:moveTo>
                    <a:lnTo>
                      <a:pt x="75850" y="265000"/>
                    </a:lnTo>
                    <a:lnTo>
                      <a:pt x="75850" y="265850"/>
                    </a:lnTo>
                    <a:lnTo>
                      <a:pt x="75000" y="265850"/>
                    </a:lnTo>
                    <a:close/>
                    <a:moveTo>
                      <a:pt x="77500" y="267500"/>
                    </a:moveTo>
                    <a:lnTo>
                      <a:pt x="78200" y="267500"/>
                    </a:lnTo>
                    <a:lnTo>
                      <a:pt x="78200" y="268200"/>
                    </a:lnTo>
                    <a:lnTo>
                      <a:pt x="77500" y="268200"/>
                    </a:lnTo>
                    <a:close/>
                    <a:moveTo>
                      <a:pt x="80000" y="265000"/>
                    </a:moveTo>
                    <a:lnTo>
                      <a:pt x="80850" y="265000"/>
                    </a:lnTo>
                    <a:lnTo>
                      <a:pt x="80850" y="265850"/>
                    </a:lnTo>
                    <a:lnTo>
                      <a:pt x="80000" y="265850"/>
                    </a:lnTo>
                    <a:close/>
                    <a:moveTo>
                      <a:pt x="82500" y="267500"/>
                    </a:moveTo>
                    <a:lnTo>
                      <a:pt x="83200" y="267500"/>
                    </a:lnTo>
                    <a:lnTo>
                      <a:pt x="83200" y="268200"/>
                    </a:lnTo>
                    <a:lnTo>
                      <a:pt x="82500" y="268200"/>
                    </a:lnTo>
                    <a:close/>
                    <a:moveTo>
                      <a:pt x="85000" y="265000"/>
                    </a:moveTo>
                    <a:lnTo>
                      <a:pt x="85850" y="265000"/>
                    </a:lnTo>
                    <a:lnTo>
                      <a:pt x="85850" y="265850"/>
                    </a:lnTo>
                    <a:lnTo>
                      <a:pt x="85000" y="265850"/>
                    </a:lnTo>
                    <a:close/>
                    <a:moveTo>
                      <a:pt x="87500" y="267500"/>
                    </a:moveTo>
                    <a:lnTo>
                      <a:pt x="88200" y="267500"/>
                    </a:lnTo>
                    <a:lnTo>
                      <a:pt x="88200" y="268200"/>
                    </a:lnTo>
                    <a:lnTo>
                      <a:pt x="87500" y="268200"/>
                    </a:lnTo>
                    <a:close/>
                    <a:moveTo>
                      <a:pt x="90000" y="265000"/>
                    </a:moveTo>
                    <a:lnTo>
                      <a:pt x="90850" y="265000"/>
                    </a:lnTo>
                    <a:lnTo>
                      <a:pt x="90850" y="265850"/>
                    </a:lnTo>
                    <a:lnTo>
                      <a:pt x="90000" y="265850"/>
                    </a:lnTo>
                    <a:close/>
                    <a:moveTo>
                      <a:pt x="92500" y="267500"/>
                    </a:moveTo>
                    <a:lnTo>
                      <a:pt x="93200" y="267500"/>
                    </a:lnTo>
                    <a:lnTo>
                      <a:pt x="93200" y="268200"/>
                    </a:lnTo>
                    <a:lnTo>
                      <a:pt x="92500" y="268200"/>
                    </a:lnTo>
                    <a:close/>
                    <a:moveTo>
                      <a:pt x="95000" y="265000"/>
                    </a:moveTo>
                    <a:lnTo>
                      <a:pt x="95850" y="265000"/>
                    </a:lnTo>
                    <a:lnTo>
                      <a:pt x="95850" y="265850"/>
                    </a:lnTo>
                    <a:lnTo>
                      <a:pt x="95000" y="265850"/>
                    </a:lnTo>
                    <a:close/>
                    <a:moveTo>
                      <a:pt x="97500" y="267500"/>
                    </a:moveTo>
                    <a:lnTo>
                      <a:pt x="98200" y="267500"/>
                    </a:lnTo>
                    <a:lnTo>
                      <a:pt x="98200" y="268200"/>
                    </a:lnTo>
                    <a:lnTo>
                      <a:pt x="97500" y="268200"/>
                    </a:lnTo>
                    <a:close/>
                    <a:moveTo>
                      <a:pt x="100000" y="265000"/>
                    </a:moveTo>
                    <a:lnTo>
                      <a:pt x="100850" y="265000"/>
                    </a:lnTo>
                    <a:lnTo>
                      <a:pt x="100850" y="265850"/>
                    </a:lnTo>
                    <a:lnTo>
                      <a:pt x="100000" y="265850"/>
                    </a:lnTo>
                    <a:close/>
                    <a:moveTo>
                      <a:pt x="102500" y="267500"/>
                    </a:moveTo>
                    <a:lnTo>
                      <a:pt x="103200" y="267500"/>
                    </a:lnTo>
                    <a:lnTo>
                      <a:pt x="103200" y="268200"/>
                    </a:lnTo>
                    <a:lnTo>
                      <a:pt x="102500" y="268200"/>
                    </a:lnTo>
                    <a:close/>
                    <a:moveTo>
                      <a:pt x="105000" y="265000"/>
                    </a:moveTo>
                    <a:lnTo>
                      <a:pt x="105850" y="265000"/>
                    </a:lnTo>
                    <a:lnTo>
                      <a:pt x="105850" y="265850"/>
                    </a:lnTo>
                    <a:lnTo>
                      <a:pt x="105000" y="265850"/>
                    </a:lnTo>
                    <a:close/>
                    <a:moveTo>
                      <a:pt x="107500" y="267500"/>
                    </a:moveTo>
                    <a:lnTo>
                      <a:pt x="108200" y="267500"/>
                    </a:lnTo>
                    <a:lnTo>
                      <a:pt x="108200" y="268200"/>
                    </a:lnTo>
                    <a:lnTo>
                      <a:pt x="107500" y="268200"/>
                    </a:lnTo>
                    <a:close/>
                    <a:moveTo>
                      <a:pt x="110000" y="265000"/>
                    </a:moveTo>
                    <a:lnTo>
                      <a:pt x="110850" y="265000"/>
                    </a:lnTo>
                    <a:lnTo>
                      <a:pt x="110850" y="265850"/>
                    </a:lnTo>
                    <a:lnTo>
                      <a:pt x="110000" y="265850"/>
                    </a:lnTo>
                    <a:close/>
                    <a:moveTo>
                      <a:pt x="112500" y="267500"/>
                    </a:moveTo>
                    <a:lnTo>
                      <a:pt x="113200" y="267500"/>
                    </a:lnTo>
                    <a:lnTo>
                      <a:pt x="113200" y="268200"/>
                    </a:lnTo>
                    <a:lnTo>
                      <a:pt x="112500" y="268200"/>
                    </a:lnTo>
                    <a:close/>
                    <a:moveTo>
                      <a:pt x="115000" y="265000"/>
                    </a:moveTo>
                    <a:lnTo>
                      <a:pt x="115850" y="265000"/>
                    </a:lnTo>
                    <a:lnTo>
                      <a:pt x="115850" y="265850"/>
                    </a:lnTo>
                    <a:lnTo>
                      <a:pt x="115000" y="265850"/>
                    </a:lnTo>
                    <a:close/>
                    <a:moveTo>
                      <a:pt x="117500" y="267500"/>
                    </a:moveTo>
                    <a:lnTo>
                      <a:pt x="118200" y="267500"/>
                    </a:lnTo>
                    <a:lnTo>
                      <a:pt x="118200" y="268200"/>
                    </a:lnTo>
                    <a:lnTo>
                      <a:pt x="117500" y="268200"/>
                    </a:lnTo>
                    <a:close/>
                    <a:moveTo>
                      <a:pt x="120000" y="265000"/>
                    </a:moveTo>
                    <a:lnTo>
                      <a:pt x="120850" y="265000"/>
                    </a:lnTo>
                    <a:lnTo>
                      <a:pt x="120850" y="265850"/>
                    </a:lnTo>
                    <a:lnTo>
                      <a:pt x="120000" y="265850"/>
                    </a:lnTo>
                    <a:close/>
                    <a:moveTo>
                      <a:pt x="122500" y="267500"/>
                    </a:moveTo>
                    <a:lnTo>
                      <a:pt x="123200" y="267500"/>
                    </a:lnTo>
                    <a:lnTo>
                      <a:pt x="123200" y="268200"/>
                    </a:lnTo>
                    <a:lnTo>
                      <a:pt x="122500" y="268200"/>
                    </a:lnTo>
                    <a:close/>
                    <a:moveTo>
                      <a:pt x="125000" y="265000"/>
                    </a:moveTo>
                    <a:lnTo>
                      <a:pt x="125850" y="265000"/>
                    </a:lnTo>
                    <a:lnTo>
                      <a:pt x="125850" y="265850"/>
                    </a:lnTo>
                    <a:lnTo>
                      <a:pt x="125000" y="265850"/>
                    </a:lnTo>
                    <a:close/>
                    <a:moveTo>
                      <a:pt x="127500" y="267500"/>
                    </a:moveTo>
                    <a:lnTo>
                      <a:pt x="128200" y="267500"/>
                    </a:lnTo>
                    <a:lnTo>
                      <a:pt x="128200" y="268200"/>
                    </a:lnTo>
                    <a:lnTo>
                      <a:pt x="127500" y="268200"/>
                    </a:lnTo>
                    <a:close/>
                    <a:moveTo>
                      <a:pt x="130000" y="265000"/>
                    </a:moveTo>
                    <a:lnTo>
                      <a:pt x="130850" y="265000"/>
                    </a:lnTo>
                    <a:lnTo>
                      <a:pt x="130850" y="265850"/>
                    </a:lnTo>
                    <a:lnTo>
                      <a:pt x="130000" y="265850"/>
                    </a:lnTo>
                    <a:close/>
                    <a:moveTo>
                      <a:pt x="132500" y="267500"/>
                    </a:moveTo>
                    <a:lnTo>
                      <a:pt x="133200" y="267500"/>
                    </a:lnTo>
                    <a:lnTo>
                      <a:pt x="133200" y="268200"/>
                    </a:lnTo>
                    <a:lnTo>
                      <a:pt x="132500" y="268200"/>
                    </a:lnTo>
                    <a:close/>
                    <a:moveTo>
                      <a:pt x="135000" y="265000"/>
                    </a:moveTo>
                    <a:lnTo>
                      <a:pt x="135850" y="265000"/>
                    </a:lnTo>
                    <a:lnTo>
                      <a:pt x="135850" y="265850"/>
                    </a:lnTo>
                    <a:lnTo>
                      <a:pt x="135000" y="265850"/>
                    </a:lnTo>
                    <a:close/>
                    <a:moveTo>
                      <a:pt x="137500" y="267500"/>
                    </a:moveTo>
                    <a:lnTo>
                      <a:pt x="138200" y="267500"/>
                    </a:lnTo>
                    <a:lnTo>
                      <a:pt x="138200" y="268200"/>
                    </a:lnTo>
                    <a:lnTo>
                      <a:pt x="137500" y="268200"/>
                    </a:lnTo>
                    <a:close/>
                    <a:moveTo>
                      <a:pt x="140000" y="265000"/>
                    </a:moveTo>
                    <a:lnTo>
                      <a:pt x="140850" y="265000"/>
                    </a:lnTo>
                    <a:lnTo>
                      <a:pt x="140850" y="265850"/>
                    </a:lnTo>
                    <a:lnTo>
                      <a:pt x="140000" y="265850"/>
                    </a:lnTo>
                    <a:close/>
                    <a:moveTo>
                      <a:pt x="142500" y="267500"/>
                    </a:moveTo>
                    <a:lnTo>
                      <a:pt x="143200" y="267500"/>
                    </a:lnTo>
                    <a:lnTo>
                      <a:pt x="143200" y="268200"/>
                    </a:lnTo>
                    <a:lnTo>
                      <a:pt x="142500" y="268200"/>
                    </a:lnTo>
                    <a:close/>
                    <a:moveTo>
                      <a:pt x="145000" y="265000"/>
                    </a:moveTo>
                    <a:lnTo>
                      <a:pt x="145850" y="265000"/>
                    </a:lnTo>
                    <a:lnTo>
                      <a:pt x="145850" y="265850"/>
                    </a:lnTo>
                    <a:lnTo>
                      <a:pt x="145000" y="265850"/>
                    </a:lnTo>
                    <a:close/>
                    <a:moveTo>
                      <a:pt x="147500" y="267500"/>
                    </a:moveTo>
                    <a:lnTo>
                      <a:pt x="148200" y="267500"/>
                    </a:lnTo>
                    <a:lnTo>
                      <a:pt x="148200" y="268200"/>
                    </a:lnTo>
                    <a:lnTo>
                      <a:pt x="147500" y="268200"/>
                    </a:lnTo>
                    <a:close/>
                    <a:moveTo>
                      <a:pt x="150000" y="265000"/>
                    </a:moveTo>
                    <a:lnTo>
                      <a:pt x="150850" y="265000"/>
                    </a:lnTo>
                    <a:lnTo>
                      <a:pt x="150850" y="265850"/>
                    </a:lnTo>
                    <a:lnTo>
                      <a:pt x="150000" y="265850"/>
                    </a:lnTo>
                    <a:close/>
                    <a:moveTo>
                      <a:pt x="152500" y="267500"/>
                    </a:moveTo>
                    <a:lnTo>
                      <a:pt x="153200" y="267500"/>
                    </a:lnTo>
                    <a:lnTo>
                      <a:pt x="153200" y="268200"/>
                    </a:lnTo>
                    <a:lnTo>
                      <a:pt x="152500" y="268200"/>
                    </a:lnTo>
                    <a:close/>
                    <a:moveTo>
                      <a:pt x="155000" y="265000"/>
                    </a:moveTo>
                    <a:lnTo>
                      <a:pt x="155850" y="265000"/>
                    </a:lnTo>
                    <a:lnTo>
                      <a:pt x="155850" y="265850"/>
                    </a:lnTo>
                    <a:lnTo>
                      <a:pt x="155000" y="265850"/>
                    </a:lnTo>
                    <a:close/>
                    <a:moveTo>
                      <a:pt x="157500" y="267500"/>
                    </a:moveTo>
                    <a:lnTo>
                      <a:pt x="158200" y="267500"/>
                    </a:lnTo>
                    <a:lnTo>
                      <a:pt x="158200" y="268200"/>
                    </a:lnTo>
                    <a:lnTo>
                      <a:pt x="157500" y="268200"/>
                    </a:lnTo>
                    <a:close/>
                    <a:moveTo>
                      <a:pt x="160000" y="265000"/>
                    </a:moveTo>
                    <a:lnTo>
                      <a:pt x="160850" y="265000"/>
                    </a:lnTo>
                    <a:lnTo>
                      <a:pt x="160850" y="265850"/>
                    </a:lnTo>
                    <a:lnTo>
                      <a:pt x="160000" y="265850"/>
                    </a:lnTo>
                    <a:close/>
                    <a:moveTo>
                      <a:pt x="162500" y="267500"/>
                    </a:moveTo>
                    <a:lnTo>
                      <a:pt x="163200" y="267500"/>
                    </a:lnTo>
                    <a:lnTo>
                      <a:pt x="163200" y="268200"/>
                    </a:lnTo>
                    <a:lnTo>
                      <a:pt x="162500" y="268200"/>
                    </a:lnTo>
                    <a:close/>
                    <a:moveTo>
                      <a:pt x="165000" y="265000"/>
                    </a:moveTo>
                    <a:lnTo>
                      <a:pt x="165850" y="265000"/>
                    </a:lnTo>
                    <a:lnTo>
                      <a:pt x="165850" y="265850"/>
                    </a:lnTo>
                    <a:lnTo>
                      <a:pt x="165000" y="265850"/>
                    </a:lnTo>
                    <a:close/>
                    <a:moveTo>
                      <a:pt x="167500" y="267500"/>
                    </a:moveTo>
                    <a:lnTo>
                      <a:pt x="168200" y="267500"/>
                    </a:lnTo>
                    <a:lnTo>
                      <a:pt x="168200" y="268200"/>
                    </a:lnTo>
                    <a:lnTo>
                      <a:pt x="167500" y="268200"/>
                    </a:lnTo>
                    <a:close/>
                    <a:moveTo>
                      <a:pt x="170000" y="265000"/>
                    </a:moveTo>
                    <a:lnTo>
                      <a:pt x="170850" y="265000"/>
                    </a:lnTo>
                    <a:lnTo>
                      <a:pt x="170850" y="265850"/>
                    </a:lnTo>
                    <a:lnTo>
                      <a:pt x="170000" y="265850"/>
                    </a:lnTo>
                    <a:close/>
                    <a:moveTo>
                      <a:pt x="172500" y="267500"/>
                    </a:moveTo>
                    <a:lnTo>
                      <a:pt x="173200" y="267500"/>
                    </a:lnTo>
                    <a:lnTo>
                      <a:pt x="173200" y="268200"/>
                    </a:lnTo>
                    <a:lnTo>
                      <a:pt x="172500" y="268200"/>
                    </a:lnTo>
                    <a:close/>
                    <a:moveTo>
                      <a:pt x="175000" y="265000"/>
                    </a:moveTo>
                    <a:lnTo>
                      <a:pt x="175850" y="265000"/>
                    </a:lnTo>
                    <a:lnTo>
                      <a:pt x="175850" y="265850"/>
                    </a:lnTo>
                    <a:lnTo>
                      <a:pt x="175000" y="265850"/>
                    </a:lnTo>
                    <a:close/>
                    <a:moveTo>
                      <a:pt x="177500" y="267500"/>
                    </a:moveTo>
                    <a:lnTo>
                      <a:pt x="178200" y="267500"/>
                    </a:lnTo>
                    <a:lnTo>
                      <a:pt x="178200" y="268200"/>
                    </a:lnTo>
                    <a:lnTo>
                      <a:pt x="177500" y="268200"/>
                    </a:lnTo>
                    <a:close/>
                    <a:moveTo>
                      <a:pt x="180000" y="265000"/>
                    </a:moveTo>
                    <a:lnTo>
                      <a:pt x="180850" y="265000"/>
                    </a:lnTo>
                    <a:lnTo>
                      <a:pt x="180850" y="265850"/>
                    </a:lnTo>
                    <a:lnTo>
                      <a:pt x="180000" y="265850"/>
                    </a:lnTo>
                    <a:close/>
                    <a:moveTo>
                      <a:pt x="182500" y="267500"/>
                    </a:moveTo>
                    <a:lnTo>
                      <a:pt x="183200" y="267500"/>
                    </a:lnTo>
                    <a:lnTo>
                      <a:pt x="183200" y="268200"/>
                    </a:lnTo>
                    <a:lnTo>
                      <a:pt x="182500" y="268200"/>
                    </a:lnTo>
                    <a:close/>
                    <a:moveTo>
                      <a:pt x="185000" y="265000"/>
                    </a:moveTo>
                    <a:lnTo>
                      <a:pt x="185850" y="265000"/>
                    </a:lnTo>
                    <a:lnTo>
                      <a:pt x="185850" y="265850"/>
                    </a:lnTo>
                    <a:lnTo>
                      <a:pt x="185000" y="265850"/>
                    </a:lnTo>
                    <a:close/>
                    <a:moveTo>
                      <a:pt x="187500" y="267500"/>
                    </a:moveTo>
                    <a:lnTo>
                      <a:pt x="188200" y="267500"/>
                    </a:lnTo>
                    <a:lnTo>
                      <a:pt x="188200" y="268200"/>
                    </a:lnTo>
                    <a:lnTo>
                      <a:pt x="187500" y="268200"/>
                    </a:lnTo>
                    <a:close/>
                    <a:moveTo>
                      <a:pt x="190000" y="265000"/>
                    </a:moveTo>
                    <a:lnTo>
                      <a:pt x="190850" y="265000"/>
                    </a:lnTo>
                    <a:lnTo>
                      <a:pt x="190850" y="265850"/>
                    </a:lnTo>
                    <a:lnTo>
                      <a:pt x="190000" y="265850"/>
                    </a:lnTo>
                    <a:close/>
                    <a:moveTo>
                      <a:pt x="192500" y="267500"/>
                    </a:moveTo>
                    <a:lnTo>
                      <a:pt x="193200" y="267500"/>
                    </a:lnTo>
                    <a:lnTo>
                      <a:pt x="193200" y="268200"/>
                    </a:lnTo>
                    <a:lnTo>
                      <a:pt x="192500" y="268200"/>
                    </a:lnTo>
                    <a:close/>
                    <a:moveTo>
                      <a:pt x="195000" y="265000"/>
                    </a:moveTo>
                    <a:lnTo>
                      <a:pt x="195850" y="265000"/>
                    </a:lnTo>
                    <a:lnTo>
                      <a:pt x="195850" y="265850"/>
                    </a:lnTo>
                    <a:lnTo>
                      <a:pt x="195000" y="265850"/>
                    </a:lnTo>
                    <a:close/>
                    <a:moveTo>
                      <a:pt x="197500" y="267500"/>
                    </a:moveTo>
                    <a:lnTo>
                      <a:pt x="198200" y="267500"/>
                    </a:lnTo>
                    <a:lnTo>
                      <a:pt x="198200" y="268200"/>
                    </a:lnTo>
                    <a:lnTo>
                      <a:pt x="197500" y="268200"/>
                    </a:lnTo>
                    <a:close/>
                    <a:moveTo>
                      <a:pt x="200000" y="265000"/>
                    </a:moveTo>
                    <a:lnTo>
                      <a:pt x="200850" y="265000"/>
                    </a:lnTo>
                    <a:lnTo>
                      <a:pt x="200850" y="265850"/>
                    </a:lnTo>
                    <a:lnTo>
                      <a:pt x="200000" y="265850"/>
                    </a:lnTo>
                    <a:close/>
                    <a:moveTo>
                      <a:pt x="202500" y="267500"/>
                    </a:moveTo>
                    <a:lnTo>
                      <a:pt x="203200" y="267500"/>
                    </a:lnTo>
                    <a:lnTo>
                      <a:pt x="203200" y="268200"/>
                    </a:lnTo>
                    <a:lnTo>
                      <a:pt x="202500" y="268200"/>
                    </a:lnTo>
                    <a:close/>
                    <a:moveTo>
                      <a:pt x="205000" y="265000"/>
                    </a:moveTo>
                    <a:lnTo>
                      <a:pt x="205850" y="265000"/>
                    </a:lnTo>
                    <a:lnTo>
                      <a:pt x="205850" y="265850"/>
                    </a:lnTo>
                    <a:lnTo>
                      <a:pt x="205000" y="265850"/>
                    </a:lnTo>
                    <a:close/>
                    <a:moveTo>
                      <a:pt x="207500" y="267500"/>
                    </a:moveTo>
                    <a:lnTo>
                      <a:pt x="208200" y="267500"/>
                    </a:lnTo>
                    <a:lnTo>
                      <a:pt x="208200" y="268200"/>
                    </a:lnTo>
                    <a:lnTo>
                      <a:pt x="207500" y="268200"/>
                    </a:lnTo>
                    <a:close/>
                    <a:moveTo>
                      <a:pt x="210000" y="265000"/>
                    </a:moveTo>
                    <a:lnTo>
                      <a:pt x="210850" y="265000"/>
                    </a:lnTo>
                    <a:lnTo>
                      <a:pt x="210850" y="265850"/>
                    </a:lnTo>
                    <a:lnTo>
                      <a:pt x="210000" y="265850"/>
                    </a:lnTo>
                    <a:close/>
                    <a:moveTo>
                      <a:pt x="212500" y="267500"/>
                    </a:moveTo>
                    <a:lnTo>
                      <a:pt x="213200" y="267500"/>
                    </a:lnTo>
                    <a:lnTo>
                      <a:pt x="213200" y="268200"/>
                    </a:lnTo>
                    <a:lnTo>
                      <a:pt x="212500" y="268200"/>
                    </a:lnTo>
                    <a:close/>
                    <a:moveTo>
                      <a:pt x="215000" y="265000"/>
                    </a:moveTo>
                    <a:lnTo>
                      <a:pt x="215850" y="265000"/>
                    </a:lnTo>
                    <a:lnTo>
                      <a:pt x="215850" y="265850"/>
                    </a:lnTo>
                    <a:lnTo>
                      <a:pt x="215000" y="265850"/>
                    </a:lnTo>
                    <a:close/>
                    <a:moveTo>
                      <a:pt x="217500" y="267500"/>
                    </a:moveTo>
                    <a:lnTo>
                      <a:pt x="218200" y="267500"/>
                    </a:lnTo>
                    <a:lnTo>
                      <a:pt x="218200" y="268200"/>
                    </a:lnTo>
                    <a:lnTo>
                      <a:pt x="217500" y="268200"/>
                    </a:lnTo>
                    <a:close/>
                    <a:moveTo>
                      <a:pt x="220000" y="265000"/>
                    </a:moveTo>
                    <a:lnTo>
                      <a:pt x="220850" y="265000"/>
                    </a:lnTo>
                    <a:lnTo>
                      <a:pt x="220850" y="265850"/>
                    </a:lnTo>
                    <a:lnTo>
                      <a:pt x="220000" y="265850"/>
                    </a:lnTo>
                    <a:close/>
                    <a:moveTo>
                      <a:pt x="222500" y="267500"/>
                    </a:moveTo>
                    <a:lnTo>
                      <a:pt x="223200" y="267500"/>
                    </a:lnTo>
                    <a:lnTo>
                      <a:pt x="223200" y="268200"/>
                    </a:lnTo>
                    <a:lnTo>
                      <a:pt x="222500" y="268200"/>
                    </a:lnTo>
                    <a:close/>
                    <a:moveTo>
                      <a:pt x="225000" y="265000"/>
                    </a:moveTo>
                    <a:lnTo>
                      <a:pt x="225850" y="265000"/>
                    </a:lnTo>
                    <a:lnTo>
                      <a:pt x="225850" y="265850"/>
                    </a:lnTo>
                    <a:lnTo>
                      <a:pt x="225000" y="265850"/>
                    </a:lnTo>
                    <a:close/>
                    <a:moveTo>
                      <a:pt x="227500" y="267500"/>
                    </a:moveTo>
                    <a:lnTo>
                      <a:pt x="228200" y="267500"/>
                    </a:lnTo>
                    <a:lnTo>
                      <a:pt x="228200" y="268200"/>
                    </a:lnTo>
                    <a:lnTo>
                      <a:pt x="227500" y="268200"/>
                    </a:lnTo>
                    <a:close/>
                    <a:moveTo>
                      <a:pt x="230000" y="265000"/>
                    </a:moveTo>
                    <a:lnTo>
                      <a:pt x="230850" y="265000"/>
                    </a:lnTo>
                    <a:lnTo>
                      <a:pt x="230850" y="265850"/>
                    </a:lnTo>
                    <a:lnTo>
                      <a:pt x="230000" y="265850"/>
                    </a:lnTo>
                    <a:close/>
                    <a:moveTo>
                      <a:pt x="232500" y="267500"/>
                    </a:moveTo>
                    <a:lnTo>
                      <a:pt x="233200" y="267500"/>
                    </a:lnTo>
                    <a:lnTo>
                      <a:pt x="233200" y="268200"/>
                    </a:lnTo>
                    <a:lnTo>
                      <a:pt x="232500" y="268200"/>
                    </a:lnTo>
                    <a:close/>
                    <a:moveTo>
                      <a:pt x="235000" y="265000"/>
                    </a:moveTo>
                    <a:lnTo>
                      <a:pt x="235850" y="265000"/>
                    </a:lnTo>
                    <a:lnTo>
                      <a:pt x="235850" y="265850"/>
                    </a:lnTo>
                    <a:lnTo>
                      <a:pt x="235000" y="265850"/>
                    </a:lnTo>
                    <a:close/>
                    <a:moveTo>
                      <a:pt x="237500" y="267500"/>
                    </a:moveTo>
                    <a:lnTo>
                      <a:pt x="238200" y="267500"/>
                    </a:lnTo>
                    <a:lnTo>
                      <a:pt x="238200" y="268200"/>
                    </a:lnTo>
                    <a:lnTo>
                      <a:pt x="237500" y="268200"/>
                    </a:lnTo>
                    <a:close/>
                    <a:moveTo>
                      <a:pt x="240000" y="265000"/>
                    </a:moveTo>
                    <a:lnTo>
                      <a:pt x="240850" y="265000"/>
                    </a:lnTo>
                    <a:lnTo>
                      <a:pt x="240850" y="265850"/>
                    </a:lnTo>
                    <a:lnTo>
                      <a:pt x="240000" y="265850"/>
                    </a:lnTo>
                    <a:close/>
                    <a:moveTo>
                      <a:pt x="242500" y="267500"/>
                    </a:moveTo>
                    <a:lnTo>
                      <a:pt x="243200" y="267500"/>
                    </a:lnTo>
                    <a:lnTo>
                      <a:pt x="243200" y="268200"/>
                    </a:lnTo>
                    <a:lnTo>
                      <a:pt x="242500" y="268200"/>
                    </a:lnTo>
                    <a:close/>
                    <a:moveTo>
                      <a:pt x="245000" y="265000"/>
                    </a:moveTo>
                    <a:lnTo>
                      <a:pt x="245850" y="265000"/>
                    </a:lnTo>
                    <a:lnTo>
                      <a:pt x="245850" y="265850"/>
                    </a:lnTo>
                    <a:lnTo>
                      <a:pt x="245000" y="265850"/>
                    </a:lnTo>
                    <a:close/>
                    <a:moveTo>
                      <a:pt x="247500" y="267500"/>
                    </a:moveTo>
                    <a:lnTo>
                      <a:pt x="248200" y="267500"/>
                    </a:lnTo>
                    <a:lnTo>
                      <a:pt x="248200" y="268200"/>
                    </a:lnTo>
                    <a:lnTo>
                      <a:pt x="247500" y="268200"/>
                    </a:lnTo>
                    <a:close/>
                    <a:moveTo>
                      <a:pt x="250000" y="265000"/>
                    </a:moveTo>
                    <a:lnTo>
                      <a:pt x="250850" y="265000"/>
                    </a:lnTo>
                    <a:lnTo>
                      <a:pt x="250850" y="265850"/>
                    </a:lnTo>
                    <a:lnTo>
                      <a:pt x="250000" y="265850"/>
                    </a:lnTo>
                    <a:close/>
                    <a:moveTo>
                      <a:pt x="252500" y="267500"/>
                    </a:moveTo>
                    <a:lnTo>
                      <a:pt x="253200" y="267500"/>
                    </a:lnTo>
                    <a:lnTo>
                      <a:pt x="253200" y="268200"/>
                    </a:lnTo>
                    <a:lnTo>
                      <a:pt x="252500" y="268200"/>
                    </a:lnTo>
                    <a:close/>
                    <a:moveTo>
                      <a:pt x="255000" y="265000"/>
                    </a:moveTo>
                    <a:lnTo>
                      <a:pt x="255850" y="265000"/>
                    </a:lnTo>
                    <a:lnTo>
                      <a:pt x="255850" y="265850"/>
                    </a:lnTo>
                    <a:lnTo>
                      <a:pt x="255000" y="265850"/>
                    </a:lnTo>
                    <a:close/>
                    <a:moveTo>
                      <a:pt x="257500" y="267500"/>
                    </a:moveTo>
                    <a:lnTo>
                      <a:pt x="258200" y="267500"/>
                    </a:lnTo>
                    <a:lnTo>
                      <a:pt x="258200" y="268200"/>
                    </a:lnTo>
                    <a:lnTo>
                      <a:pt x="257500" y="268200"/>
                    </a:lnTo>
                    <a:close/>
                    <a:moveTo>
                      <a:pt x="260000" y="265000"/>
                    </a:moveTo>
                    <a:lnTo>
                      <a:pt x="260850" y="265000"/>
                    </a:lnTo>
                    <a:lnTo>
                      <a:pt x="260850" y="265850"/>
                    </a:lnTo>
                    <a:lnTo>
                      <a:pt x="260000" y="265850"/>
                    </a:lnTo>
                    <a:close/>
                    <a:moveTo>
                      <a:pt x="262500" y="267500"/>
                    </a:moveTo>
                    <a:lnTo>
                      <a:pt x="263200" y="267500"/>
                    </a:lnTo>
                    <a:lnTo>
                      <a:pt x="263200" y="268200"/>
                    </a:lnTo>
                    <a:lnTo>
                      <a:pt x="262500" y="268200"/>
                    </a:lnTo>
                    <a:close/>
                    <a:moveTo>
                      <a:pt x="265000" y="265000"/>
                    </a:moveTo>
                    <a:lnTo>
                      <a:pt x="265850" y="265000"/>
                    </a:lnTo>
                    <a:lnTo>
                      <a:pt x="265850" y="265850"/>
                    </a:lnTo>
                    <a:lnTo>
                      <a:pt x="265000" y="265850"/>
                    </a:lnTo>
                    <a:close/>
                    <a:moveTo>
                      <a:pt x="267500" y="267500"/>
                    </a:moveTo>
                    <a:lnTo>
                      <a:pt x="268200" y="267500"/>
                    </a:lnTo>
                    <a:lnTo>
                      <a:pt x="268200" y="268200"/>
                    </a:lnTo>
                    <a:lnTo>
                      <a:pt x="267500" y="268200"/>
                    </a:lnTo>
                    <a:close/>
                    <a:moveTo>
                      <a:pt x="270000" y="265000"/>
                    </a:moveTo>
                    <a:lnTo>
                      <a:pt x="270850" y="265000"/>
                    </a:lnTo>
                    <a:lnTo>
                      <a:pt x="270850" y="265850"/>
                    </a:lnTo>
                    <a:lnTo>
                      <a:pt x="270000" y="265850"/>
                    </a:lnTo>
                    <a:close/>
                    <a:moveTo>
                      <a:pt x="272500" y="267500"/>
                    </a:moveTo>
                    <a:lnTo>
                      <a:pt x="273200" y="267500"/>
                    </a:lnTo>
                    <a:lnTo>
                      <a:pt x="273200" y="268200"/>
                    </a:lnTo>
                    <a:lnTo>
                      <a:pt x="272500" y="268200"/>
                    </a:lnTo>
                    <a:close/>
                    <a:moveTo>
                      <a:pt x="275000" y="265000"/>
                    </a:moveTo>
                    <a:lnTo>
                      <a:pt x="275850" y="265000"/>
                    </a:lnTo>
                    <a:lnTo>
                      <a:pt x="275850" y="265850"/>
                    </a:lnTo>
                    <a:lnTo>
                      <a:pt x="275000" y="265850"/>
                    </a:lnTo>
                    <a:close/>
                    <a:moveTo>
                      <a:pt x="277500" y="267500"/>
                    </a:moveTo>
                    <a:lnTo>
                      <a:pt x="278200" y="267500"/>
                    </a:lnTo>
                    <a:lnTo>
                      <a:pt x="278200" y="268200"/>
                    </a:lnTo>
                    <a:lnTo>
                      <a:pt x="277500" y="268200"/>
                    </a:lnTo>
                    <a:close/>
                    <a:moveTo>
                      <a:pt x="280000" y="265000"/>
                    </a:moveTo>
                    <a:lnTo>
                      <a:pt x="280850" y="265000"/>
                    </a:lnTo>
                    <a:lnTo>
                      <a:pt x="280850" y="265850"/>
                    </a:lnTo>
                    <a:lnTo>
                      <a:pt x="280000" y="265850"/>
                    </a:lnTo>
                    <a:close/>
                    <a:moveTo>
                      <a:pt x="282500" y="267500"/>
                    </a:moveTo>
                    <a:lnTo>
                      <a:pt x="283200" y="267500"/>
                    </a:lnTo>
                    <a:lnTo>
                      <a:pt x="283200" y="268200"/>
                    </a:lnTo>
                    <a:lnTo>
                      <a:pt x="282500" y="268200"/>
                    </a:lnTo>
                    <a:close/>
                    <a:moveTo>
                      <a:pt x="285000" y="265000"/>
                    </a:moveTo>
                    <a:lnTo>
                      <a:pt x="285850" y="265000"/>
                    </a:lnTo>
                    <a:lnTo>
                      <a:pt x="285850" y="265850"/>
                    </a:lnTo>
                    <a:lnTo>
                      <a:pt x="285000" y="265850"/>
                    </a:lnTo>
                    <a:close/>
                    <a:moveTo>
                      <a:pt x="287500" y="267500"/>
                    </a:moveTo>
                    <a:lnTo>
                      <a:pt x="288200" y="267500"/>
                    </a:lnTo>
                    <a:lnTo>
                      <a:pt x="288200" y="268200"/>
                    </a:lnTo>
                    <a:lnTo>
                      <a:pt x="287500" y="268200"/>
                    </a:lnTo>
                    <a:close/>
                    <a:moveTo>
                      <a:pt x="0" y="270000"/>
                    </a:moveTo>
                    <a:lnTo>
                      <a:pt x="850" y="270000"/>
                    </a:lnTo>
                    <a:lnTo>
                      <a:pt x="850" y="270850"/>
                    </a:lnTo>
                    <a:lnTo>
                      <a:pt x="0" y="270850"/>
                    </a:lnTo>
                    <a:close/>
                    <a:moveTo>
                      <a:pt x="2500" y="272500"/>
                    </a:moveTo>
                    <a:lnTo>
                      <a:pt x="3200" y="272500"/>
                    </a:lnTo>
                    <a:lnTo>
                      <a:pt x="3200" y="273200"/>
                    </a:lnTo>
                    <a:lnTo>
                      <a:pt x="2500" y="273200"/>
                    </a:lnTo>
                    <a:close/>
                    <a:moveTo>
                      <a:pt x="5000" y="270000"/>
                    </a:moveTo>
                    <a:lnTo>
                      <a:pt x="5850" y="270000"/>
                    </a:lnTo>
                    <a:lnTo>
                      <a:pt x="5850" y="270850"/>
                    </a:lnTo>
                    <a:lnTo>
                      <a:pt x="5000" y="270850"/>
                    </a:lnTo>
                    <a:close/>
                    <a:moveTo>
                      <a:pt x="7500" y="272500"/>
                    </a:moveTo>
                    <a:lnTo>
                      <a:pt x="8200" y="272500"/>
                    </a:lnTo>
                    <a:lnTo>
                      <a:pt x="8200" y="273200"/>
                    </a:lnTo>
                    <a:lnTo>
                      <a:pt x="7500" y="273200"/>
                    </a:lnTo>
                    <a:close/>
                    <a:moveTo>
                      <a:pt x="10000" y="270000"/>
                    </a:moveTo>
                    <a:lnTo>
                      <a:pt x="10850" y="270000"/>
                    </a:lnTo>
                    <a:lnTo>
                      <a:pt x="10850" y="270850"/>
                    </a:lnTo>
                    <a:lnTo>
                      <a:pt x="10000" y="270850"/>
                    </a:lnTo>
                    <a:close/>
                    <a:moveTo>
                      <a:pt x="12500" y="272500"/>
                    </a:moveTo>
                    <a:lnTo>
                      <a:pt x="13200" y="272500"/>
                    </a:lnTo>
                    <a:lnTo>
                      <a:pt x="13200" y="273200"/>
                    </a:lnTo>
                    <a:lnTo>
                      <a:pt x="12500" y="273200"/>
                    </a:lnTo>
                    <a:close/>
                    <a:moveTo>
                      <a:pt x="15000" y="270000"/>
                    </a:moveTo>
                    <a:lnTo>
                      <a:pt x="15850" y="270000"/>
                    </a:lnTo>
                    <a:lnTo>
                      <a:pt x="15850" y="270850"/>
                    </a:lnTo>
                    <a:lnTo>
                      <a:pt x="15000" y="270850"/>
                    </a:lnTo>
                    <a:close/>
                    <a:moveTo>
                      <a:pt x="17500" y="272500"/>
                    </a:moveTo>
                    <a:lnTo>
                      <a:pt x="18200" y="272500"/>
                    </a:lnTo>
                    <a:lnTo>
                      <a:pt x="18200" y="273200"/>
                    </a:lnTo>
                    <a:lnTo>
                      <a:pt x="17500" y="273200"/>
                    </a:lnTo>
                    <a:close/>
                    <a:moveTo>
                      <a:pt x="20000" y="270000"/>
                    </a:moveTo>
                    <a:lnTo>
                      <a:pt x="20850" y="270000"/>
                    </a:lnTo>
                    <a:lnTo>
                      <a:pt x="20850" y="270850"/>
                    </a:lnTo>
                    <a:lnTo>
                      <a:pt x="20000" y="270850"/>
                    </a:lnTo>
                    <a:close/>
                    <a:moveTo>
                      <a:pt x="22500" y="272500"/>
                    </a:moveTo>
                    <a:lnTo>
                      <a:pt x="23200" y="272500"/>
                    </a:lnTo>
                    <a:lnTo>
                      <a:pt x="23200" y="273200"/>
                    </a:lnTo>
                    <a:lnTo>
                      <a:pt x="22500" y="273200"/>
                    </a:lnTo>
                    <a:close/>
                    <a:moveTo>
                      <a:pt x="25000" y="270000"/>
                    </a:moveTo>
                    <a:lnTo>
                      <a:pt x="25850" y="270000"/>
                    </a:lnTo>
                    <a:lnTo>
                      <a:pt x="25850" y="270850"/>
                    </a:lnTo>
                    <a:lnTo>
                      <a:pt x="25000" y="270850"/>
                    </a:lnTo>
                    <a:close/>
                    <a:moveTo>
                      <a:pt x="27500" y="272500"/>
                    </a:moveTo>
                    <a:lnTo>
                      <a:pt x="28200" y="272500"/>
                    </a:lnTo>
                    <a:lnTo>
                      <a:pt x="28200" y="273200"/>
                    </a:lnTo>
                    <a:lnTo>
                      <a:pt x="27500" y="273200"/>
                    </a:lnTo>
                    <a:close/>
                    <a:moveTo>
                      <a:pt x="30000" y="270000"/>
                    </a:moveTo>
                    <a:lnTo>
                      <a:pt x="30850" y="270000"/>
                    </a:lnTo>
                    <a:lnTo>
                      <a:pt x="30850" y="270850"/>
                    </a:lnTo>
                    <a:lnTo>
                      <a:pt x="30000" y="270850"/>
                    </a:lnTo>
                    <a:close/>
                    <a:moveTo>
                      <a:pt x="32500" y="272500"/>
                    </a:moveTo>
                    <a:lnTo>
                      <a:pt x="33200" y="272500"/>
                    </a:lnTo>
                    <a:lnTo>
                      <a:pt x="33200" y="273200"/>
                    </a:lnTo>
                    <a:lnTo>
                      <a:pt x="32500" y="273200"/>
                    </a:lnTo>
                    <a:close/>
                    <a:moveTo>
                      <a:pt x="35000" y="270000"/>
                    </a:moveTo>
                    <a:lnTo>
                      <a:pt x="35850" y="270000"/>
                    </a:lnTo>
                    <a:lnTo>
                      <a:pt x="35850" y="270850"/>
                    </a:lnTo>
                    <a:lnTo>
                      <a:pt x="35000" y="270850"/>
                    </a:lnTo>
                    <a:close/>
                    <a:moveTo>
                      <a:pt x="37500" y="272500"/>
                    </a:moveTo>
                    <a:lnTo>
                      <a:pt x="38200" y="272500"/>
                    </a:lnTo>
                    <a:lnTo>
                      <a:pt x="38200" y="273200"/>
                    </a:lnTo>
                    <a:lnTo>
                      <a:pt x="37500" y="273200"/>
                    </a:lnTo>
                    <a:close/>
                    <a:moveTo>
                      <a:pt x="40000" y="270000"/>
                    </a:moveTo>
                    <a:lnTo>
                      <a:pt x="40850" y="270000"/>
                    </a:lnTo>
                    <a:lnTo>
                      <a:pt x="40850" y="270850"/>
                    </a:lnTo>
                    <a:lnTo>
                      <a:pt x="40000" y="270850"/>
                    </a:lnTo>
                    <a:close/>
                    <a:moveTo>
                      <a:pt x="42500" y="272500"/>
                    </a:moveTo>
                    <a:lnTo>
                      <a:pt x="43200" y="272500"/>
                    </a:lnTo>
                    <a:lnTo>
                      <a:pt x="43200" y="273200"/>
                    </a:lnTo>
                    <a:lnTo>
                      <a:pt x="42500" y="273200"/>
                    </a:lnTo>
                    <a:close/>
                    <a:moveTo>
                      <a:pt x="45000" y="270000"/>
                    </a:moveTo>
                    <a:lnTo>
                      <a:pt x="45850" y="270000"/>
                    </a:lnTo>
                    <a:lnTo>
                      <a:pt x="45850" y="270850"/>
                    </a:lnTo>
                    <a:lnTo>
                      <a:pt x="45000" y="270850"/>
                    </a:lnTo>
                    <a:close/>
                    <a:moveTo>
                      <a:pt x="47500" y="272500"/>
                    </a:moveTo>
                    <a:lnTo>
                      <a:pt x="48200" y="272500"/>
                    </a:lnTo>
                    <a:lnTo>
                      <a:pt x="48200" y="273200"/>
                    </a:lnTo>
                    <a:lnTo>
                      <a:pt x="47500" y="273200"/>
                    </a:lnTo>
                    <a:close/>
                    <a:moveTo>
                      <a:pt x="50000" y="270000"/>
                    </a:moveTo>
                    <a:lnTo>
                      <a:pt x="50850" y="270000"/>
                    </a:lnTo>
                    <a:lnTo>
                      <a:pt x="50850" y="270850"/>
                    </a:lnTo>
                    <a:lnTo>
                      <a:pt x="50000" y="270850"/>
                    </a:lnTo>
                    <a:close/>
                    <a:moveTo>
                      <a:pt x="52500" y="272500"/>
                    </a:moveTo>
                    <a:lnTo>
                      <a:pt x="53200" y="272500"/>
                    </a:lnTo>
                    <a:lnTo>
                      <a:pt x="53200" y="273200"/>
                    </a:lnTo>
                    <a:lnTo>
                      <a:pt x="52500" y="273200"/>
                    </a:lnTo>
                    <a:close/>
                    <a:moveTo>
                      <a:pt x="55000" y="270000"/>
                    </a:moveTo>
                    <a:lnTo>
                      <a:pt x="55850" y="270000"/>
                    </a:lnTo>
                    <a:lnTo>
                      <a:pt x="55850" y="270850"/>
                    </a:lnTo>
                    <a:lnTo>
                      <a:pt x="55000" y="270850"/>
                    </a:lnTo>
                    <a:close/>
                    <a:moveTo>
                      <a:pt x="57500" y="272500"/>
                    </a:moveTo>
                    <a:lnTo>
                      <a:pt x="58200" y="272500"/>
                    </a:lnTo>
                    <a:lnTo>
                      <a:pt x="58200" y="273200"/>
                    </a:lnTo>
                    <a:lnTo>
                      <a:pt x="57500" y="273200"/>
                    </a:lnTo>
                    <a:close/>
                    <a:moveTo>
                      <a:pt x="60000" y="270000"/>
                    </a:moveTo>
                    <a:lnTo>
                      <a:pt x="60850" y="270000"/>
                    </a:lnTo>
                    <a:lnTo>
                      <a:pt x="60850" y="270850"/>
                    </a:lnTo>
                    <a:lnTo>
                      <a:pt x="60000" y="270850"/>
                    </a:lnTo>
                    <a:close/>
                    <a:moveTo>
                      <a:pt x="62500" y="272500"/>
                    </a:moveTo>
                    <a:lnTo>
                      <a:pt x="63200" y="272500"/>
                    </a:lnTo>
                    <a:lnTo>
                      <a:pt x="63200" y="273200"/>
                    </a:lnTo>
                    <a:lnTo>
                      <a:pt x="62500" y="273200"/>
                    </a:lnTo>
                    <a:close/>
                    <a:moveTo>
                      <a:pt x="65000" y="270000"/>
                    </a:moveTo>
                    <a:lnTo>
                      <a:pt x="65850" y="270000"/>
                    </a:lnTo>
                    <a:lnTo>
                      <a:pt x="65850" y="270850"/>
                    </a:lnTo>
                    <a:lnTo>
                      <a:pt x="65000" y="270850"/>
                    </a:lnTo>
                    <a:close/>
                    <a:moveTo>
                      <a:pt x="67500" y="272500"/>
                    </a:moveTo>
                    <a:lnTo>
                      <a:pt x="68200" y="272500"/>
                    </a:lnTo>
                    <a:lnTo>
                      <a:pt x="68200" y="273200"/>
                    </a:lnTo>
                    <a:lnTo>
                      <a:pt x="67500" y="273200"/>
                    </a:lnTo>
                    <a:close/>
                    <a:moveTo>
                      <a:pt x="70000" y="270000"/>
                    </a:moveTo>
                    <a:lnTo>
                      <a:pt x="70850" y="270000"/>
                    </a:lnTo>
                    <a:lnTo>
                      <a:pt x="70850" y="270850"/>
                    </a:lnTo>
                    <a:lnTo>
                      <a:pt x="70000" y="270850"/>
                    </a:lnTo>
                    <a:close/>
                    <a:moveTo>
                      <a:pt x="72500" y="272500"/>
                    </a:moveTo>
                    <a:lnTo>
                      <a:pt x="73200" y="272500"/>
                    </a:lnTo>
                    <a:lnTo>
                      <a:pt x="73200" y="273200"/>
                    </a:lnTo>
                    <a:lnTo>
                      <a:pt x="72500" y="273200"/>
                    </a:lnTo>
                    <a:close/>
                    <a:moveTo>
                      <a:pt x="75000" y="270000"/>
                    </a:moveTo>
                    <a:lnTo>
                      <a:pt x="75850" y="270000"/>
                    </a:lnTo>
                    <a:lnTo>
                      <a:pt x="75850" y="270850"/>
                    </a:lnTo>
                    <a:lnTo>
                      <a:pt x="75000" y="270850"/>
                    </a:lnTo>
                    <a:close/>
                    <a:moveTo>
                      <a:pt x="77500" y="272500"/>
                    </a:moveTo>
                    <a:lnTo>
                      <a:pt x="78200" y="272500"/>
                    </a:lnTo>
                    <a:lnTo>
                      <a:pt x="78200" y="273200"/>
                    </a:lnTo>
                    <a:lnTo>
                      <a:pt x="77500" y="273200"/>
                    </a:lnTo>
                    <a:close/>
                    <a:moveTo>
                      <a:pt x="80000" y="270000"/>
                    </a:moveTo>
                    <a:lnTo>
                      <a:pt x="80850" y="270000"/>
                    </a:lnTo>
                    <a:lnTo>
                      <a:pt x="80850" y="270850"/>
                    </a:lnTo>
                    <a:lnTo>
                      <a:pt x="80000" y="270850"/>
                    </a:lnTo>
                    <a:close/>
                    <a:moveTo>
                      <a:pt x="82500" y="272500"/>
                    </a:moveTo>
                    <a:lnTo>
                      <a:pt x="83200" y="272500"/>
                    </a:lnTo>
                    <a:lnTo>
                      <a:pt x="83200" y="273200"/>
                    </a:lnTo>
                    <a:lnTo>
                      <a:pt x="82500" y="273200"/>
                    </a:lnTo>
                    <a:close/>
                    <a:moveTo>
                      <a:pt x="85000" y="270000"/>
                    </a:moveTo>
                    <a:lnTo>
                      <a:pt x="85850" y="270000"/>
                    </a:lnTo>
                    <a:lnTo>
                      <a:pt x="85850" y="270850"/>
                    </a:lnTo>
                    <a:lnTo>
                      <a:pt x="85000" y="270850"/>
                    </a:lnTo>
                    <a:close/>
                    <a:moveTo>
                      <a:pt x="87500" y="272500"/>
                    </a:moveTo>
                    <a:lnTo>
                      <a:pt x="88200" y="272500"/>
                    </a:lnTo>
                    <a:lnTo>
                      <a:pt x="88200" y="273200"/>
                    </a:lnTo>
                    <a:lnTo>
                      <a:pt x="87500" y="273200"/>
                    </a:lnTo>
                    <a:close/>
                    <a:moveTo>
                      <a:pt x="90000" y="270000"/>
                    </a:moveTo>
                    <a:lnTo>
                      <a:pt x="90850" y="270000"/>
                    </a:lnTo>
                    <a:lnTo>
                      <a:pt x="90850" y="270850"/>
                    </a:lnTo>
                    <a:lnTo>
                      <a:pt x="90000" y="270850"/>
                    </a:lnTo>
                    <a:close/>
                    <a:moveTo>
                      <a:pt x="92500" y="272500"/>
                    </a:moveTo>
                    <a:lnTo>
                      <a:pt x="93200" y="272500"/>
                    </a:lnTo>
                    <a:lnTo>
                      <a:pt x="93200" y="273200"/>
                    </a:lnTo>
                    <a:lnTo>
                      <a:pt x="92500" y="273200"/>
                    </a:lnTo>
                    <a:close/>
                    <a:moveTo>
                      <a:pt x="95000" y="270000"/>
                    </a:moveTo>
                    <a:lnTo>
                      <a:pt x="95850" y="270000"/>
                    </a:lnTo>
                    <a:lnTo>
                      <a:pt x="95850" y="270850"/>
                    </a:lnTo>
                    <a:lnTo>
                      <a:pt x="95000" y="270850"/>
                    </a:lnTo>
                    <a:close/>
                    <a:moveTo>
                      <a:pt x="97500" y="272500"/>
                    </a:moveTo>
                    <a:lnTo>
                      <a:pt x="98200" y="272500"/>
                    </a:lnTo>
                    <a:lnTo>
                      <a:pt x="98200" y="273200"/>
                    </a:lnTo>
                    <a:lnTo>
                      <a:pt x="97500" y="273200"/>
                    </a:lnTo>
                    <a:close/>
                    <a:moveTo>
                      <a:pt x="100000" y="270000"/>
                    </a:moveTo>
                    <a:lnTo>
                      <a:pt x="100850" y="270000"/>
                    </a:lnTo>
                    <a:lnTo>
                      <a:pt x="100850" y="270850"/>
                    </a:lnTo>
                    <a:lnTo>
                      <a:pt x="100000" y="270850"/>
                    </a:lnTo>
                    <a:close/>
                    <a:moveTo>
                      <a:pt x="102500" y="272500"/>
                    </a:moveTo>
                    <a:lnTo>
                      <a:pt x="103200" y="272500"/>
                    </a:lnTo>
                    <a:lnTo>
                      <a:pt x="103200" y="273200"/>
                    </a:lnTo>
                    <a:lnTo>
                      <a:pt x="102500" y="273200"/>
                    </a:lnTo>
                    <a:close/>
                    <a:moveTo>
                      <a:pt x="105000" y="270000"/>
                    </a:moveTo>
                    <a:lnTo>
                      <a:pt x="105850" y="270000"/>
                    </a:lnTo>
                    <a:lnTo>
                      <a:pt x="105850" y="270850"/>
                    </a:lnTo>
                    <a:lnTo>
                      <a:pt x="105000" y="270850"/>
                    </a:lnTo>
                    <a:close/>
                    <a:moveTo>
                      <a:pt x="107500" y="272500"/>
                    </a:moveTo>
                    <a:lnTo>
                      <a:pt x="108200" y="272500"/>
                    </a:lnTo>
                    <a:lnTo>
                      <a:pt x="108200" y="273200"/>
                    </a:lnTo>
                    <a:lnTo>
                      <a:pt x="107500" y="273200"/>
                    </a:lnTo>
                    <a:close/>
                    <a:moveTo>
                      <a:pt x="110000" y="270000"/>
                    </a:moveTo>
                    <a:lnTo>
                      <a:pt x="110850" y="270000"/>
                    </a:lnTo>
                    <a:lnTo>
                      <a:pt x="110850" y="270850"/>
                    </a:lnTo>
                    <a:lnTo>
                      <a:pt x="110000" y="270850"/>
                    </a:lnTo>
                    <a:close/>
                    <a:moveTo>
                      <a:pt x="112500" y="272500"/>
                    </a:moveTo>
                    <a:lnTo>
                      <a:pt x="113200" y="272500"/>
                    </a:lnTo>
                    <a:lnTo>
                      <a:pt x="113200" y="273200"/>
                    </a:lnTo>
                    <a:lnTo>
                      <a:pt x="112500" y="273200"/>
                    </a:lnTo>
                    <a:close/>
                    <a:moveTo>
                      <a:pt x="115000" y="270000"/>
                    </a:moveTo>
                    <a:lnTo>
                      <a:pt x="115850" y="270000"/>
                    </a:lnTo>
                    <a:lnTo>
                      <a:pt x="115850" y="270850"/>
                    </a:lnTo>
                    <a:lnTo>
                      <a:pt x="115000" y="270850"/>
                    </a:lnTo>
                    <a:close/>
                    <a:moveTo>
                      <a:pt x="117500" y="272500"/>
                    </a:moveTo>
                    <a:lnTo>
                      <a:pt x="118200" y="272500"/>
                    </a:lnTo>
                    <a:lnTo>
                      <a:pt x="118200" y="273200"/>
                    </a:lnTo>
                    <a:lnTo>
                      <a:pt x="117500" y="273200"/>
                    </a:lnTo>
                    <a:close/>
                    <a:moveTo>
                      <a:pt x="120000" y="270000"/>
                    </a:moveTo>
                    <a:lnTo>
                      <a:pt x="120850" y="270000"/>
                    </a:lnTo>
                    <a:lnTo>
                      <a:pt x="120850" y="270850"/>
                    </a:lnTo>
                    <a:lnTo>
                      <a:pt x="120000" y="270850"/>
                    </a:lnTo>
                    <a:close/>
                    <a:moveTo>
                      <a:pt x="122500" y="272500"/>
                    </a:moveTo>
                    <a:lnTo>
                      <a:pt x="123200" y="272500"/>
                    </a:lnTo>
                    <a:lnTo>
                      <a:pt x="123200" y="273200"/>
                    </a:lnTo>
                    <a:lnTo>
                      <a:pt x="122500" y="273200"/>
                    </a:lnTo>
                    <a:close/>
                    <a:moveTo>
                      <a:pt x="125000" y="270000"/>
                    </a:moveTo>
                    <a:lnTo>
                      <a:pt x="125850" y="270000"/>
                    </a:lnTo>
                    <a:lnTo>
                      <a:pt x="125850" y="270850"/>
                    </a:lnTo>
                    <a:lnTo>
                      <a:pt x="125000" y="270850"/>
                    </a:lnTo>
                    <a:close/>
                    <a:moveTo>
                      <a:pt x="127500" y="272500"/>
                    </a:moveTo>
                    <a:lnTo>
                      <a:pt x="128200" y="272500"/>
                    </a:lnTo>
                    <a:lnTo>
                      <a:pt x="128200" y="273200"/>
                    </a:lnTo>
                    <a:lnTo>
                      <a:pt x="127500" y="273200"/>
                    </a:lnTo>
                    <a:close/>
                    <a:moveTo>
                      <a:pt x="130000" y="270000"/>
                    </a:moveTo>
                    <a:lnTo>
                      <a:pt x="130850" y="270000"/>
                    </a:lnTo>
                    <a:lnTo>
                      <a:pt x="130850" y="270850"/>
                    </a:lnTo>
                    <a:lnTo>
                      <a:pt x="130000" y="270850"/>
                    </a:lnTo>
                    <a:close/>
                    <a:moveTo>
                      <a:pt x="132500" y="272500"/>
                    </a:moveTo>
                    <a:lnTo>
                      <a:pt x="133200" y="272500"/>
                    </a:lnTo>
                    <a:lnTo>
                      <a:pt x="133200" y="273200"/>
                    </a:lnTo>
                    <a:lnTo>
                      <a:pt x="132500" y="273200"/>
                    </a:lnTo>
                    <a:close/>
                    <a:moveTo>
                      <a:pt x="135000" y="270000"/>
                    </a:moveTo>
                    <a:lnTo>
                      <a:pt x="135850" y="270000"/>
                    </a:lnTo>
                    <a:lnTo>
                      <a:pt x="135850" y="270850"/>
                    </a:lnTo>
                    <a:lnTo>
                      <a:pt x="135000" y="270850"/>
                    </a:lnTo>
                    <a:close/>
                    <a:moveTo>
                      <a:pt x="137500" y="272500"/>
                    </a:moveTo>
                    <a:lnTo>
                      <a:pt x="138200" y="272500"/>
                    </a:lnTo>
                    <a:lnTo>
                      <a:pt x="138200" y="273200"/>
                    </a:lnTo>
                    <a:lnTo>
                      <a:pt x="137500" y="273200"/>
                    </a:lnTo>
                    <a:close/>
                    <a:moveTo>
                      <a:pt x="140000" y="270000"/>
                    </a:moveTo>
                    <a:lnTo>
                      <a:pt x="140850" y="270000"/>
                    </a:lnTo>
                    <a:lnTo>
                      <a:pt x="140850" y="270850"/>
                    </a:lnTo>
                    <a:lnTo>
                      <a:pt x="140000" y="270850"/>
                    </a:lnTo>
                    <a:close/>
                    <a:moveTo>
                      <a:pt x="142500" y="272500"/>
                    </a:moveTo>
                    <a:lnTo>
                      <a:pt x="143200" y="272500"/>
                    </a:lnTo>
                    <a:lnTo>
                      <a:pt x="143200" y="273200"/>
                    </a:lnTo>
                    <a:lnTo>
                      <a:pt x="142500" y="273200"/>
                    </a:lnTo>
                    <a:close/>
                    <a:moveTo>
                      <a:pt x="145000" y="270000"/>
                    </a:moveTo>
                    <a:lnTo>
                      <a:pt x="145850" y="270000"/>
                    </a:lnTo>
                    <a:lnTo>
                      <a:pt x="145850" y="270850"/>
                    </a:lnTo>
                    <a:lnTo>
                      <a:pt x="145000" y="270850"/>
                    </a:lnTo>
                    <a:close/>
                    <a:moveTo>
                      <a:pt x="147500" y="272500"/>
                    </a:moveTo>
                    <a:lnTo>
                      <a:pt x="148200" y="272500"/>
                    </a:lnTo>
                    <a:lnTo>
                      <a:pt x="148200" y="273200"/>
                    </a:lnTo>
                    <a:lnTo>
                      <a:pt x="147500" y="273200"/>
                    </a:lnTo>
                    <a:close/>
                    <a:moveTo>
                      <a:pt x="150000" y="270000"/>
                    </a:moveTo>
                    <a:lnTo>
                      <a:pt x="150850" y="270000"/>
                    </a:lnTo>
                    <a:lnTo>
                      <a:pt x="150850" y="270850"/>
                    </a:lnTo>
                    <a:lnTo>
                      <a:pt x="150000" y="270850"/>
                    </a:lnTo>
                    <a:close/>
                    <a:moveTo>
                      <a:pt x="152500" y="272500"/>
                    </a:moveTo>
                    <a:lnTo>
                      <a:pt x="153200" y="272500"/>
                    </a:lnTo>
                    <a:lnTo>
                      <a:pt x="153200" y="273200"/>
                    </a:lnTo>
                    <a:lnTo>
                      <a:pt x="152500" y="273200"/>
                    </a:lnTo>
                    <a:close/>
                    <a:moveTo>
                      <a:pt x="155000" y="270000"/>
                    </a:moveTo>
                    <a:lnTo>
                      <a:pt x="155850" y="270000"/>
                    </a:lnTo>
                    <a:lnTo>
                      <a:pt x="155850" y="270850"/>
                    </a:lnTo>
                    <a:lnTo>
                      <a:pt x="155000" y="270850"/>
                    </a:lnTo>
                    <a:close/>
                    <a:moveTo>
                      <a:pt x="157500" y="272500"/>
                    </a:moveTo>
                    <a:lnTo>
                      <a:pt x="158200" y="272500"/>
                    </a:lnTo>
                    <a:lnTo>
                      <a:pt x="158200" y="273200"/>
                    </a:lnTo>
                    <a:lnTo>
                      <a:pt x="157500" y="273200"/>
                    </a:lnTo>
                    <a:close/>
                    <a:moveTo>
                      <a:pt x="160000" y="270000"/>
                    </a:moveTo>
                    <a:lnTo>
                      <a:pt x="160850" y="270000"/>
                    </a:lnTo>
                    <a:lnTo>
                      <a:pt x="160850" y="270850"/>
                    </a:lnTo>
                    <a:lnTo>
                      <a:pt x="160000" y="270850"/>
                    </a:lnTo>
                    <a:close/>
                    <a:moveTo>
                      <a:pt x="162500" y="272500"/>
                    </a:moveTo>
                    <a:lnTo>
                      <a:pt x="163200" y="272500"/>
                    </a:lnTo>
                    <a:lnTo>
                      <a:pt x="163200" y="273200"/>
                    </a:lnTo>
                    <a:lnTo>
                      <a:pt x="162500" y="273200"/>
                    </a:lnTo>
                    <a:close/>
                    <a:moveTo>
                      <a:pt x="165000" y="270000"/>
                    </a:moveTo>
                    <a:lnTo>
                      <a:pt x="165850" y="270000"/>
                    </a:lnTo>
                    <a:lnTo>
                      <a:pt x="165850" y="270850"/>
                    </a:lnTo>
                    <a:lnTo>
                      <a:pt x="165000" y="270850"/>
                    </a:lnTo>
                    <a:close/>
                    <a:moveTo>
                      <a:pt x="167500" y="272500"/>
                    </a:moveTo>
                    <a:lnTo>
                      <a:pt x="168200" y="272500"/>
                    </a:lnTo>
                    <a:lnTo>
                      <a:pt x="168200" y="273200"/>
                    </a:lnTo>
                    <a:lnTo>
                      <a:pt x="167500" y="273200"/>
                    </a:lnTo>
                    <a:close/>
                    <a:moveTo>
                      <a:pt x="170000" y="270000"/>
                    </a:moveTo>
                    <a:lnTo>
                      <a:pt x="170850" y="270000"/>
                    </a:lnTo>
                    <a:lnTo>
                      <a:pt x="170850" y="270850"/>
                    </a:lnTo>
                    <a:lnTo>
                      <a:pt x="170000" y="270850"/>
                    </a:lnTo>
                    <a:close/>
                    <a:moveTo>
                      <a:pt x="172500" y="272500"/>
                    </a:moveTo>
                    <a:lnTo>
                      <a:pt x="173200" y="272500"/>
                    </a:lnTo>
                    <a:lnTo>
                      <a:pt x="173200" y="273200"/>
                    </a:lnTo>
                    <a:lnTo>
                      <a:pt x="172500" y="273200"/>
                    </a:lnTo>
                    <a:close/>
                    <a:moveTo>
                      <a:pt x="175000" y="270000"/>
                    </a:moveTo>
                    <a:lnTo>
                      <a:pt x="175850" y="270000"/>
                    </a:lnTo>
                    <a:lnTo>
                      <a:pt x="175850" y="270850"/>
                    </a:lnTo>
                    <a:lnTo>
                      <a:pt x="175000" y="270850"/>
                    </a:lnTo>
                    <a:close/>
                    <a:moveTo>
                      <a:pt x="177500" y="272500"/>
                    </a:moveTo>
                    <a:lnTo>
                      <a:pt x="178200" y="272500"/>
                    </a:lnTo>
                    <a:lnTo>
                      <a:pt x="178200" y="273200"/>
                    </a:lnTo>
                    <a:lnTo>
                      <a:pt x="177500" y="273200"/>
                    </a:lnTo>
                    <a:close/>
                    <a:moveTo>
                      <a:pt x="180000" y="270000"/>
                    </a:moveTo>
                    <a:lnTo>
                      <a:pt x="180850" y="270000"/>
                    </a:lnTo>
                    <a:lnTo>
                      <a:pt x="180850" y="270850"/>
                    </a:lnTo>
                    <a:lnTo>
                      <a:pt x="180000" y="270850"/>
                    </a:lnTo>
                    <a:close/>
                    <a:moveTo>
                      <a:pt x="182500" y="272500"/>
                    </a:moveTo>
                    <a:lnTo>
                      <a:pt x="183200" y="272500"/>
                    </a:lnTo>
                    <a:lnTo>
                      <a:pt x="183200" y="273200"/>
                    </a:lnTo>
                    <a:lnTo>
                      <a:pt x="182500" y="273200"/>
                    </a:lnTo>
                    <a:close/>
                    <a:moveTo>
                      <a:pt x="185000" y="270000"/>
                    </a:moveTo>
                    <a:lnTo>
                      <a:pt x="185850" y="270000"/>
                    </a:lnTo>
                    <a:lnTo>
                      <a:pt x="185850" y="270850"/>
                    </a:lnTo>
                    <a:lnTo>
                      <a:pt x="185000" y="270850"/>
                    </a:lnTo>
                    <a:close/>
                    <a:moveTo>
                      <a:pt x="187500" y="272500"/>
                    </a:moveTo>
                    <a:lnTo>
                      <a:pt x="188200" y="272500"/>
                    </a:lnTo>
                    <a:lnTo>
                      <a:pt x="188200" y="273200"/>
                    </a:lnTo>
                    <a:lnTo>
                      <a:pt x="187500" y="273200"/>
                    </a:lnTo>
                    <a:close/>
                    <a:moveTo>
                      <a:pt x="190000" y="270000"/>
                    </a:moveTo>
                    <a:lnTo>
                      <a:pt x="190850" y="270000"/>
                    </a:lnTo>
                    <a:lnTo>
                      <a:pt x="190850" y="270850"/>
                    </a:lnTo>
                    <a:lnTo>
                      <a:pt x="190000" y="270850"/>
                    </a:lnTo>
                    <a:close/>
                    <a:moveTo>
                      <a:pt x="192500" y="272500"/>
                    </a:moveTo>
                    <a:lnTo>
                      <a:pt x="193200" y="272500"/>
                    </a:lnTo>
                    <a:lnTo>
                      <a:pt x="193200" y="273200"/>
                    </a:lnTo>
                    <a:lnTo>
                      <a:pt x="192500" y="273200"/>
                    </a:lnTo>
                    <a:close/>
                    <a:moveTo>
                      <a:pt x="195000" y="270000"/>
                    </a:moveTo>
                    <a:lnTo>
                      <a:pt x="195850" y="270000"/>
                    </a:lnTo>
                    <a:lnTo>
                      <a:pt x="195850" y="270850"/>
                    </a:lnTo>
                    <a:lnTo>
                      <a:pt x="195000" y="270850"/>
                    </a:lnTo>
                    <a:close/>
                    <a:moveTo>
                      <a:pt x="197500" y="272500"/>
                    </a:moveTo>
                    <a:lnTo>
                      <a:pt x="198200" y="272500"/>
                    </a:lnTo>
                    <a:lnTo>
                      <a:pt x="198200" y="273200"/>
                    </a:lnTo>
                    <a:lnTo>
                      <a:pt x="197500" y="273200"/>
                    </a:lnTo>
                    <a:close/>
                    <a:moveTo>
                      <a:pt x="200000" y="270000"/>
                    </a:moveTo>
                    <a:lnTo>
                      <a:pt x="200850" y="270000"/>
                    </a:lnTo>
                    <a:lnTo>
                      <a:pt x="200850" y="270850"/>
                    </a:lnTo>
                    <a:lnTo>
                      <a:pt x="200000" y="270850"/>
                    </a:lnTo>
                    <a:close/>
                    <a:moveTo>
                      <a:pt x="202500" y="272500"/>
                    </a:moveTo>
                    <a:lnTo>
                      <a:pt x="203200" y="272500"/>
                    </a:lnTo>
                    <a:lnTo>
                      <a:pt x="203200" y="273200"/>
                    </a:lnTo>
                    <a:lnTo>
                      <a:pt x="202500" y="273200"/>
                    </a:lnTo>
                    <a:close/>
                    <a:moveTo>
                      <a:pt x="205000" y="270000"/>
                    </a:moveTo>
                    <a:lnTo>
                      <a:pt x="205850" y="270000"/>
                    </a:lnTo>
                    <a:lnTo>
                      <a:pt x="205850" y="270850"/>
                    </a:lnTo>
                    <a:lnTo>
                      <a:pt x="205000" y="270850"/>
                    </a:lnTo>
                    <a:close/>
                    <a:moveTo>
                      <a:pt x="207500" y="272500"/>
                    </a:moveTo>
                    <a:lnTo>
                      <a:pt x="208200" y="272500"/>
                    </a:lnTo>
                    <a:lnTo>
                      <a:pt x="208200" y="273200"/>
                    </a:lnTo>
                    <a:lnTo>
                      <a:pt x="207500" y="273200"/>
                    </a:lnTo>
                    <a:close/>
                    <a:moveTo>
                      <a:pt x="210000" y="270000"/>
                    </a:moveTo>
                    <a:lnTo>
                      <a:pt x="210850" y="270000"/>
                    </a:lnTo>
                    <a:lnTo>
                      <a:pt x="210850" y="270850"/>
                    </a:lnTo>
                    <a:lnTo>
                      <a:pt x="210000" y="270850"/>
                    </a:lnTo>
                    <a:close/>
                    <a:moveTo>
                      <a:pt x="212500" y="272500"/>
                    </a:moveTo>
                    <a:lnTo>
                      <a:pt x="213200" y="272500"/>
                    </a:lnTo>
                    <a:lnTo>
                      <a:pt x="213200" y="273200"/>
                    </a:lnTo>
                    <a:lnTo>
                      <a:pt x="212500" y="273200"/>
                    </a:lnTo>
                    <a:close/>
                    <a:moveTo>
                      <a:pt x="215000" y="270000"/>
                    </a:moveTo>
                    <a:lnTo>
                      <a:pt x="215850" y="270000"/>
                    </a:lnTo>
                    <a:lnTo>
                      <a:pt x="215850" y="270850"/>
                    </a:lnTo>
                    <a:lnTo>
                      <a:pt x="215000" y="270850"/>
                    </a:lnTo>
                    <a:close/>
                    <a:moveTo>
                      <a:pt x="217500" y="272500"/>
                    </a:moveTo>
                    <a:lnTo>
                      <a:pt x="218200" y="272500"/>
                    </a:lnTo>
                    <a:lnTo>
                      <a:pt x="218200" y="273200"/>
                    </a:lnTo>
                    <a:lnTo>
                      <a:pt x="217500" y="273200"/>
                    </a:lnTo>
                    <a:close/>
                    <a:moveTo>
                      <a:pt x="220000" y="270000"/>
                    </a:moveTo>
                    <a:lnTo>
                      <a:pt x="220850" y="270000"/>
                    </a:lnTo>
                    <a:lnTo>
                      <a:pt x="220850" y="270850"/>
                    </a:lnTo>
                    <a:lnTo>
                      <a:pt x="220000" y="270850"/>
                    </a:lnTo>
                    <a:close/>
                    <a:moveTo>
                      <a:pt x="222500" y="272500"/>
                    </a:moveTo>
                    <a:lnTo>
                      <a:pt x="223200" y="272500"/>
                    </a:lnTo>
                    <a:lnTo>
                      <a:pt x="223200" y="273200"/>
                    </a:lnTo>
                    <a:lnTo>
                      <a:pt x="222500" y="273200"/>
                    </a:lnTo>
                    <a:close/>
                    <a:moveTo>
                      <a:pt x="225000" y="270000"/>
                    </a:moveTo>
                    <a:lnTo>
                      <a:pt x="225850" y="270000"/>
                    </a:lnTo>
                    <a:lnTo>
                      <a:pt x="225850" y="270850"/>
                    </a:lnTo>
                    <a:lnTo>
                      <a:pt x="225000" y="270850"/>
                    </a:lnTo>
                    <a:close/>
                    <a:moveTo>
                      <a:pt x="227500" y="272500"/>
                    </a:moveTo>
                    <a:lnTo>
                      <a:pt x="228200" y="272500"/>
                    </a:lnTo>
                    <a:lnTo>
                      <a:pt x="228200" y="273200"/>
                    </a:lnTo>
                    <a:lnTo>
                      <a:pt x="227500" y="273200"/>
                    </a:lnTo>
                    <a:close/>
                    <a:moveTo>
                      <a:pt x="230000" y="270000"/>
                    </a:moveTo>
                    <a:lnTo>
                      <a:pt x="230850" y="270000"/>
                    </a:lnTo>
                    <a:lnTo>
                      <a:pt x="230850" y="270850"/>
                    </a:lnTo>
                    <a:lnTo>
                      <a:pt x="230000" y="270850"/>
                    </a:lnTo>
                    <a:close/>
                    <a:moveTo>
                      <a:pt x="232500" y="272500"/>
                    </a:moveTo>
                    <a:lnTo>
                      <a:pt x="233200" y="272500"/>
                    </a:lnTo>
                    <a:lnTo>
                      <a:pt x="233200" y="273200"/>
                    </a:lnTo>
                    <a:lnTo>
                      <a:pt x="232500" y="273200"/>
                    </a:lnTo>
                    <a:close/>
                    <a:moveTo>
                      <a:pt x="235000" y="270000"/>
                    </a:moveTo>
                    <a:lnTo>
                      <a:pt x="235850" y="270000"/>
                    </a:lnTo>
                    <a:lnTo>
                      <a:pt x="235850" y="270850"/>
                    </a:lnTo>
                    <a:lnTo>
                      <a:pt x="235000" y="270850"/>
                    </a:lnTo>
                    <a:close/>
                    <a:moveTo>
                      <a:pt x="237500" y="272500"/>
                    </a:moveTo>
                    <a:lnTo>
                      <a:pt x="238200" y="272500"/>
                    </a:lnTo>
                    <a:lnTo>
                      <a:pt x="238200" y="273200"/>
                    </a:lnTo>
                    <a:lnTo>
                      <a:pt x="237500" y="273200"/>
                    </a:lnTo>
                    <a:close/>
                    <a:moveTo>
                      <a:pt x="240000" y="270000"/>
                    </a:moveTo>
                    <a:lnTo>
                      <a:pt x="240850" y="270000"/>
                    </a:lnTo>
                    <a:lnTo>
                      <a:pt x="240850" y="270850"/>
                    </a:lnTo>
                    <a:lnTo>
                      <a:pt x="240000" y="270850"/>
                    </a:lnTo>
                    <a:close/>
                    <a:moveTo>
                      <a:pt x="242500" y="272500"/>
                    </a:moveTo>
                    <a:lnTo>
                      <a:pt x="243200" y="272500"/>
                    </a:lnTo>
                    <a:lnTo>
                      <a:pt x="243200" y="273200"/>
                    </a:lnTo>
                    <a:lnTo>
                      <a:pt x="242500" y="273200"/>
                    </a:lnTo>
                    <a:close/>
                    <a:moveTo>
                      <a:pt x="245000" y="270000"/>
                    </a:moveTo>
                    <a:lnTo>
                      <a:pt x="245850" y="270000"/>
                    </a:lnTo>
                    <a:lnTo>
                      <a:pt x="245850" y="270850"/>
                    </a:lnTo>
                    <a:lnTo>
                      <a:pt x="245000" y="270850"/>
                    </a:lnTo>
                    <a:close/>
                    <a:moveTo>
                      <a:pt x="247500" y="272500"/>
                    </a:moveTo>
                    <a:lnTo>
                      <a:pt x="248200" y="272500"/>
                    </a:lnTo>
                    <a:lnTo>
                      <a:pt x="248200" y="273200"/>
                    </a:lnTo>
                    <a:lnTo>
                      <a:pt x="247500" y="273200"/>
                    </a:lnTo>
                    <a:close/>
                    <a:moveTo>
                      <a:pt x="250000" y="270000"/>
                    </a:moveTo>
                    <a:lnTo>
                      <a:pt x="250850" y="270000"/>
                    </a:lnTo>
                    <a:lnTo>
                      <a:pt x="250850" y="270850"/>
                    </a:lnTo>
                    <a:lnTo>
                      <a:pt x="250000" y="270850"/>
                    </a:lnTo>
                    <a:close/>
                    <a:moveTo>
                      <a:pt x="252500" y="272500"/>
                    </a:moveTo>
                    <a:lnTo>
                      <a:pt x="253200" y="272500"/>
                    </a:lnTo>
                    <a:lnTo>
                      <a:pt x="253200" y="273200"/>
                    </a:lnTo>
                    <a:lnTo>
                      <a:pt x="252500" y="273200"/>
                    </a:lnTo>
                    <a:close/>
                    <a:moveTo>
                      <a:pt x="255000" y="270000"/>
                    </a:moveTo>
                    <a:lnTo>
                      <a:pt x="255850" y="270000"/>
                    </a:lnTo>
                    <a:lnTo>
                      <a:pt x="255850" y="270850"/>
                    </a:lnTo>
                    <a:lnTo>
                      <a:pt x="255000" y="270850"/>
                    </a:lnTo>
                    <a:close/>
                    <a:moveTo>
                      <a:pt x="257500" y="272500"/>
                    </a:moveTo>
                    <a:lnTo>
                      <a:pt x="258200" y="272500"/>
                    </a:lnTo>
                    <a:lnTo>
                      <a:pt x="258200" y="273200"/>
                    </a:lnTo>
                    <a:lnTo>
                      <a:pt x="257500" y="273200"/>
                    </a:lnTo>
                    <a:close/>
                    <a:moveTo>
                      <a:pt x="260000" y="270000"/>
                    </a:moveTo>
                    <a:lnTo>
                      <a:pt x="260850" y="270000"/>
                    </a:lnTo>
                    <a:lnTo>
                      <a:pt x="260850" y="270850"/>
                    </a:lnTo>
                    <a:lnTo>
                      <a:pt x="260000" y="270850"/>
                    </a:lnTo>
                    <a:close/>
                    <a:moveTo>
                      <a:pt x="262500" y="272500"/>
                    </a:moveTo>
                    <a:lnTo>
                      <a:pt x="263200" y="272500"/>
                    </a:lnTo>
                    <a:lnTo>
                      <a:pt x="263200" y="273200"/>
                    </a:lnTo>
                    <a:lnTo>
                      <a:pt x="262500" y="273200"/>
                    </a:lnTo>
                    <a:close/>
                    <a:moveTo>
                      <a:pt x="265000" y="270000"/>
                    </a:moveTo>
                    <a:lnTo>
                      <a:pt x="265850" y="270000"/>
                    </a:lnTo>
                    <a:lnTo>
                      <a:pt x="265850" y="270850"/>
                    </a:lnTo>
                    <a:lnTo>
                      <a:pt x="265000" y="270850"/>
                    </a:lnTo>
                    <a:close/>
                    <a:moveTo>
                      <a:pt x="267500" y="272500"/>
                    </a:moveTo>
                    <a:lnTo>
                      <a:pt x="268200" y="272500"/>
                    </a:lnTo>
                    <a:lnTo>
                      <a:pt x="268200" y="273200"/>
                    </a:lnTo>
                    <a:lnTo>
                      <a:pt x="267500" y="273200"/>
                    </a:lnTo>
                    <a:close/>
                    <a:moveTo>
                      <a:pt x="270000" y="270000"/>
                    </a:moveTo>
                    <a:lnTo>
                      <a:pt x="270850" y="270000"/>
                    </a:lnTo>
                    <a:lnTo>
                      <a:pt x="270850" y="270850"/>
                    </a:lnTo>
                    <a:lnTo>
                      <a:pt x="270000" y="270850"/>
                    </a:lnTo>
                    <a:close/>
                    <a:moveTo>
                      <a:pt x="272500" y="272500"/>
                    </a:moveTo>
                    <a:lnTo>
                      <a:pt x="273200" y="272500"/>
                    </a:lnTo>
                    <a:lnTo>
                      <a:pt x="273200" y="273200"/>
                    </a:lnTo>
                    <a:lnTo>
                      <a:pt x="272500" y="273200"/>
                    </a:lnTo>
                    <a:close/>
                    <a:moveTo>
                      <a:pt x="275000" y="270000"/>
                    </a:moveTo>
                    <a:lnTo>
                      <a:pt x="275850" y="270000"/>
                    </a:lnTo>
                    <a:lnTo>
                      <a:pt x="275850" y="270850"/>
                    </a:lnTo>
                    <a:lnTo>
                      <a:pt x="275000" y="270850"/>
                    </a:lnTo>
                    <a:close/>
                    <a:moveTo>
                      <a:pt x="277500" y="272500"/>
                    </a:moveTo>
                    <a:lnTo>
                      <a:pt x="278200" y="272500"/>
                    </a:lnTo>
                    <a:lnTo>
                      <a:pt x="278200" y="273200"/>
                    </a:lnTo>
                    <a:lnTo>
                      <a:pt x="277500" y="273200"/>
                    </a:lnTo>
                    <a:close/>
                    <a:moveTo>
                      <a:pt x="280000" y="270000"/>
                    </a:moveTo>
                    <a:lnTo>
                      <a:pt x="280850" y="270000"/>
                    </a:lnTo>
                    <a:lnTo>
                      <a:pt x="280850" y="270850"/>
                    </a:lnTo>
                    <a:lnTo>
                      <a:pt x="280000" y="270850"/>
                    </a:lnTo>
                    <a:close/>
                    <a:moveTo>
                      <a:pt x="282500" y="272500"/>
                    </a:moveTo>
                    <a:lnTo>
                      <a:pt x="283200" y="272500"/>
                    </a:lnTo>
                    <a:lnTo>
                      <a:pt x="283200" y="273200"/>
                    </a:lnTo>
                    <a:lnTo>
                      <a:pt x="282500" y="273200"/>
                    </a:lnTo>
                    <a:close/>
                    <a:moveTo>
                      <a:pt x="285000" y="270000"/>
                    </a:moveTo>
                    <a:lnTo>
                      <a:pt x="285850" y="270000"/>
                    </a:lnTo>
                    <a:lnTo>
                      <a:pt x="285850" y="270850"/>
                    </a:lnTo>
                    <a:lnTo>
                      <a:pt x="285000" y="270850"/>
                    </a:lnTo>
                    <a:close/>
                    <a:moveTo>
                      <a:pt x="287500" y="272500"/>
                    </a:moveTo>
                    <a:lnTo>
                      <a:pt x="288200" y="272500"/>
                    </a:lnTo>
                    <a:lnTo>
                      <a:pt x="288200" y="273200"/>
                    </a:lnTo>
                    <a:lnTo>
                      <a:pt x="287500" y="273200"/>
                    </a:lnTo>
                    <a:close/>
                    <a:moveTo>
                      <a:pt x="0" y="275000"/>
                    </a:moveTo>
                    <a:lnTo>
                      <a:pt x="850" y="275000"/>
                    </a:lnTo>
                    <a:lnTo>
                      <a:pt x="850" y="275850"/>
                    </a:lnTo>
                    <a:lnTo>
                      <a:pt x="0" y="275850"/>
                    </a:lnTo>
                    <a:close/>
                    <a:moveTo>
                      <a:pt x="2500" y="277500"/>
                    </a:moveTo>
                    <a:lnTo>
                      <a:pt x="3200" y="277500"/>
                    </a:lnTo>
                    <a:lnTo>
                      <a:pt x="3200" y="278200"/>
                    </a:lnTo>
                    <a:lnTo>
                      <a:pt x="2500" y="278200"/>
                    </a:lnTo>
                    <a:close/>
                    <a:moveTo>
                      <a:pt x="5000" y="275000"/>
                    </a:moveTo>
                    <a:lnTo>
                      <a:pt x="5850" y="275000"/>
                    </a:lnTo>
                    <a:lnTo>
                      <a:pt x="5850" y="275850"/>
                    </a:lnTo>
                    <a:lnTo>
                      <a:pt x="5000" y="275850"/>
                    </a:lnTo>
                    <a:close/>
                    <a:moveTo>
                      <a:pt x="7500" y="277500"/>
                    </a:moveTo>
                    <a:lnTo>
                      <a:pt x="8200" y="277500"/>
                    </a:lnTo>
                    <a:lnTo>
                      <a:pt x="8200" y="278200"/>
                    </a:lnTo>
                    <a:lnTo>
                      <a:pt x="7500" y="278200"/>
                    </a:lnTo>
                    <a:close/>
                    <a:moveTo>
                      <a:pt x="10000" y="275000"/>
                    </a:moveTo>
                    <a:lnTo>
                      <a:pt x="10850" y="275000"/>
                    </a:lnTo>
                    <a:lnTo>
                      <a:pt x="10850" y="275850"/>
                    </a:lnTo>
                    <a:lnTo>
                      <a:pt x="10000" y="275850"/>
                    </a:lnTo>
                    <a:close/>
                    <a:moveTo>
                      <a:pt x="12500" y="277500"/>
                    </a:moveTo>
                    <a:lnTo>
                      <a:pt x="13200" y="277500"/>
                    </a:lnTo>
                    <a:lnTo>
                      <a:pt x="13200" y="278200"/>
                    </a:lnTo>
                    <a:lnTo>
                      <a:pt x="12500" y="278200"/>
                    </a:lnTo>
                    <a:close/>
                    <a:moveTo>
                      <a:pt x="15000" y="275000"/>
                    </a:moveTo>
                    <a:lnTo>
                      <a:pt x="15850" y="275000"/>
                    </a:lnTo>
                    <a:lnTo>
                      <a:pt x="15850" y="275850"/>
                    </a:lnTo>
                    <a:lnTo>
                      <a:pt x="15000" y="275850"/>
                    </a:lnTo>
                    <a:close/>
                    <a:moveTo>
                      <a:pt x="17500" y="277500"/>
                    </a:moveTo>
                    <a:lnTo>
                      <a:pt x="18200" y="277500"/>
                    </a:lnTo>
                    <a:lnTo>
                      <a:pt x="18200" y="278200"/>
                    </a:lnTo>
                    <a:lnTo>
                      <a:pt x="17500" y="278200"/>
                    </a:lnTo>
                    <a:close/>
                    <a:moveTo>
                      <a:pt x="20000" y="275000"/>
                    </a:moveTo>
                    <a:lnTo>
                      <a:pt x="20850" y="275000"/>
                    </a:lnTo>
                    <a:lnTo>
                      <a:pt x="20850" y="275850"/>
                    </a:lnTo>
                    <a:lnTo>
                      <a:pt x="20000" y="275850"/>
                    </a:lnTo>
                    <a:close/>
                    <a:moveTo>
                      <a:pt x="22500" y="277500"/>
                    </a:moveTo>
                    <a:lnTo>
                      <a:pt x="23200" y="277500"/>
                    </a:lnTo>
                    <a:lnTo>
                      <a:pt x="23200" y="278200"/>
                    </a:lnTo>
                    <a:lnTo>
                      <a:pt x="22500" y="278200"/>
                    </a:lnTo>
                    <a:close/>
                    <a:moveTo>
                      <a:pt x="25000" y="275000"/>
                    </a:moveTo>
                    <a:lnTo>
                      <a:pt x="25850" y="275000"/>
                    </a:lnTo>
                    <a:lnTo>
                      <a:pt x="25850" y="275850"/>
                    </a:lnTo>
                    <a:lnTo>
                      <a:pt x="25000" y="275850"/>
                    </a:lnTo>
                    <a:close/>
                    <a:moveTo>
                      <a:pt x="27500" y="277500"/>
                    </a:moveTo>
                    <a:lnTo>
                      <a:pt x="28200" y="277500"/>
                    </a:lnTo>
                    <a:lnTo>
                      <a:pt x="28200" y="278200"/>
                    </a:lnTo>
                    <a:lnTo>
                      <a:pt x="27500" y="278200"/>
                    </a:lnTo>
                    <a:close/>
                    <a:moveTo>
                      <a:pt x="30000" y="275000"/>
                    </a:moveTo>
                    <a:lnTo>
                      <a:pt x="30850" y="275000"/>
                    </a:lnTo>
                    <a:lnTo>
                      <a:pt x="30850" y="275850"/>
                    </a:lnTo>
                    <a:lnTo>
                      <a:pt x="30000" y="275850"/>
                    </a:lnTo>
                    <a:close/>
                    <a:moveTo>
                      <a:pt x="32500" y="277500"/>
                    </a:moveTo>
                    <a:lnTo>
                      <a:pt x="33200" y="277500"/>
                    </a:lnTo>
                    <a:lnTo>
                      <a:pt x="33200" y="278200"/>
                    </a:lnTo>
                    <a:lnTo>
                      <a:pt x="32500" y="278200"/>
                    </a:lnTo>
                    <a:close/>
                    <a:moveTo>
                      <a:pt x="35000" y="275000"/>
                    </a:moveTo>
                    <a:lnTo>
                      <a:pt x="35850" y="275000"/>
                    </a:lnTo>
                    <a:lnTo>
                      <a:pt x="35850" y="275850"/>
                    </a:lnTo>
                    <a:lnTo>
                      <a:pt x="35000" y="275850"/>
                    </a:lnTo>
                    <a:close/>
                    <a:moveTo>
                      <a:pt x="37500" y="277500"/>
                    </a:moveTo>
                    <a:lnTo>
                      <a:pt x="38200" y="277500"/>
                    </a:lnTo>
                    <a:lnTo>
                      <a:pt x="38200" y="278200"/>
                    </a:lnTo>
                    <a:lnTo>
                      <a:pt x="37500" y="278200"/>
                    </a:lnTo>
                    <a:close/>
                    <a:moveTo>
                      <a:pt x="40000" y="275000"/>
                    </a:moveTo>
                    <a:lnTo>
                      <a:pt x="40850" y="275000"/>
                    </a:lnTo>
                    <a:lnTo>
                      <a:pt x="40850" y="275850"/>
                    </a:lnTo>
                    <a:lnTo>
                      <a:pt x="40000" y="275850"/>
                    </a:lnTo>
                    <a:close/>
                    <a:moveTo>
                      <a:pt x="42500" y="277500"/>
                    </a:moveTo>
                    <a:lnTo>
                      <a:pt x="43200" y="277500"/>
                    </a:lnTo>
                    <a:lnTo>
                      <a:pt x="43200" y="278200"/>
                    </a:lnTo>
                    <a:lnTo>
                      <a:pt x="42500" y="278200"/>
                    </a:lnTo>
                    <a:close/>
                    <a:moveTo>
                      <a:pt x="45000" y="275000"/>
                    </a:moveTo>
                    <a:lnTo>
                      <a:pt x="45850" y="275000"/>
                    </a:lnTo>
                    <a:lnTo>
                      <a:pt x="45850" y="275850"/>
                    </a:lnTo>
                    <a:lnTo>
                      <a:pt x="45000" y="275850"/>
                    </a:lnTo>
                    <a:close/>
                    <a:moveTo>
                      <a:pt x="47500" y="277500"/>
                    </a:moveTo>
                    <a:lnTo>
                      <a:pt x="48200" y="277500"/>
                    </a:lnTo>
                    <a:lnTo>
                      <a:pt x="48200" y="278200"/>
                    </a:lnTo>
                    <a:lnTo>
                      <a:pt x="47500" y="278200"/>
                    </a:lnTo>
                    <a:close/>
                    <a:moveTo>
                      <a:pt x="50000" y="275000"/>
                    </a:moveTo>
                    <a:lnTo>
                      <a:pt x="50850" y="275000"/>
                    </a:lnTo>
                    <a:lnTo>
                      <a:pt x="50850" y="275850"/>
                    </a:lnTo>
                    <a:lnTo>
                      <a:pt x="50000" y="275850"/>
                    </a:lnTo>
                    <a:close/>
                    <a:moveTo>
                      <a:pt x="52500" y="277500"/>
                    </a:moveTo>
                    <a:lnTo>
                      <a:pt x="53200" y="277500"/>
                    </a:lnTo>
                    <a:lnTo>
                      <a:pt x="53200" y="278200"/>
                    </a:lnTo>
                    <a:lnTo>
                      <a:pt x="52500" y="278200"/>
                    </a:lnTo>
                    <a:close/>
                    <a:moveTo>
                      <a:pt x="55000" y="275000"/>
                    </a:moveTo>
                    <a:lnTo>
                      <a:pt x="55850" y="275000"/>
                    </a:lnTo>
                    <a:lnTo>
                      <a:pt x="55850" y="275850"/>
                    </a:lnTo>
                    <a:lnTo>
                      <a:pt x="55000" y="275850"/>
                    </a:lnTo>
                    <a:close/>
                    <a:moveTo>
                      <a:pt x="57500" y="277500"/>
                    </a:moveTo>
                    <a:lnTo>
                      <a:pt x="58200" y="277500"/>
                    </a:lnTo>
                    <a:lnTo>
                      <a:pt x="58200" y="278200"/>
                    </a:lnTo>
                    <a:lnTo>
                      <a:pt x="57500" y="278200"/>
                    </a:lnTo>
                    <a:close/>
                    <a:moveTo>
                      <a:pt x="60000" y="275000"/>
                    </a:moveTo>
                    <a:lnTo>
                      <a:pt x="60850" y="275000"/>
                    </a:lnTo>
                    <a:lnTo>
                      <a:pt x="60850" y="275850"/>
                    </a:lnTo>
                    <a:lnTo>
                      <a:pt x="60000" y="275850"/>
                    </a:lnTo>
                    <a:close/>
                    <a:moveTo>
                      <a:pt x="62500" y="277500"/>
                    </a:moveTo>
                    <a:lnTo>
                      <a:pt x="63200" y="277500"/>
                    </a:lnTo>
                    <a:lnTo>
                      <a:pt x="63200" y="278200"/>
                    </a:lnTo>
                    <a:lnTo>
                      <a:pt x="62500" y="278200"/>
                    </a:lnTo>
                    <a:close/>
                    <a:moveTo>
                      <a:pt x="65000" y="275000"/>
                    </a:moveTo>
                    <a:lnTo>
                      <a:pt x="65850" y="275000"/>
                    </a:lnTo>
                    <a:lnTo>
                      <a:pt x="65850" y="275850"/>
                    </a:lnTo>
                    <a:lnTo>
                      <a:pt x="65000" y="275850"/>
                    </a:lnTo>
                    <a:close/>
                    <a:moveTo>
                      <a:pt x="67500" y="277500"/>
                    </a:moveTo>
                    <a:lnTo>
                      <a:pt x="68200" y="277500"/>
                    </a:lnTo>
                    <a:lnTo>
                      <a:pt x="68200" y="278200"/>
                    </a:lnTo>
                    <a:lnTo>
                      <a:pt x="67500" y="278200"/>
                    </a:lnTo>
                    <a:close/>
                    <a:moveTo>
                      <a:pt x="70000" y="275000"/>
                    </a:moveTo>
                    <a:lnTo>
                      <a:pt x="70850" y="275000"/>
                    </a:lnTo>
                    <a:lnTo>
                      <a:pt x="70850" y="275850"/>
                    </a:lnTo>
                    <a:lnTo>
                      <a:pt x="70000" y="275850"/>
                    </a:lnTo>
                    <a:close/>
                    <a:moveTo>
                      <a:pt x="72500" y="277500"/>
                    </a:moveTo>
                    <a:lnTo>
                      <a:pt x="73200" y="277500"/>
                    </a:lnTo>
                    <a:lnTo>
                      <a:pt x="73200" y="278200"/>
                    </a:lnTo>
                    <a:lnTo>
                      <a:pt x="72500" y="278200"/>
                    </a:lnTo>
                    <a:close/>
                    <a:moveTo>
                      <a:pt x="75000" y="275000"/>
                    </a:moveTo>
                    <a:lnTo>
                      <a:pt x="75850" y="275000"/>
                    </a:lnTo>
                    <a:lnTo>
                      <a:pt x="75850" y="275850"/>
                    </a:lnTo>
                    <a:lnTo>
                      <a:pt x="75000" y="275850"/>
                    </a:lnTo>
                    <a:close/>
                    <a:moveTo>
                      <a:pt x="77500" y="277500"/>
                    </a:moveTo>
                    <a:lnTo>
                      <a:pt x="78200" y="277500"/>
                    </a:lnTo>
                    <a:lnTo>
                      <a:pt x="78200" y="278200"/>
                    </a:lnTo>
                    <a:lnTo>
                      <a:pt x="77500" y="278200"/>
                    </a:lnTo>
                    <a:close/>
                    <a:moveTo>
                      <a:pt x="80000" y="275000"/>
                    </a:moveTo>
                    <a:lnTo>
                      <a:pt x="80850" y="275000"/>
                    </a:lnTo>
                    <a:lnTo>
                      <a:pt x="80850" y="275850"/>
                    </a:lnTo>
                    <a:lnTo>
                      <a:pt x="80000" y="275850"/>
                    </a:lnTo>
                    <a:close/>
                    <a:moveTo>
                      <a:pt x="82500" y="277500"/>
                    </a:moveTo>
                    <a:lnTo>
                      <a:pt x="83200" y="277500"/>
                    </a:lnTo>
                    <a:lnTo>
                      <a:pt x="83200" y="278200"/>
                    </a:lnTo>
                    <a:lnTo>
                      <a:pt x="82500" y="278200"/>
                    </a:lnTo>
                    <a:close/>
                    <a:moveTo>
                      <a:pt x="85000" y="275000"/>
                    </a:moveTo>
                    <a:lnTo>
                      <a:pt x="85850" y="275000"/>
                    </a:lnTo>
                    <a:lnTo>
                      <a:pt x="85850" y="275850"/>
                    </a:lnTo>
                    <a:lnTo>
                      <a:pt x="85000" y="275850"/>
                    </a:lnTo>
                    <a:close/>
                    <a:moveTo>
                      <a:pt x="87500" y="277500"/>
                    </a:moveTo>
                    <a:lnTo>
                      <a:pt x="88200" y="277500"/>
                    </a:lnTo>
                    <a:lnTo>
                      <a:pt x="88200" y="278200"/>
                    </a:lnTo>
                    <a:lnTo>
                      <a:pt x="87500" y="278200"/>
                    </a:lnTo>
                    <a:close/>
                    <a:moveTo>
                      <a:pt x="90000" y="275000"/>
                    </a:moveTo>
                    <a:lnTo>
                      <a:pt x="90850" y="275000"/>
                    </a:lnTo>
                    <a:lnTo>
                      <a:pt x="90850" y="275850"/>
                    </a:lnTo>
                    <a:lnTo>
                      <a:pt x="90000" y="275850"/>
                    </a:lnTo>
                    <a:close/>
                    <a:moveTo>
                      <a:pt x="92500" y="277500"/>
                    </a:moveTo>
                    <a:lnTo>
                      <a:pt x="93200" y="277500"/>
                    </a:lnTo>
                    <a:lnTo>
                      <a:pt x="93200" y="278200"/>
                    </a:lnTo>
                    <a:lnTo>
                      <a:pt x="92500" y="278200"/>
                    </a:lnTo>
                    <a:close/>
                    <a:moveTo>
                      <a:pt x="95000" y="275000"/>
                    </a:moveTo>
                    <a:lnTo>
                      <a:pt x="95850" y="275000"/>
                    </a:lnTo>
                    <a:lnTo>
                      <a:pt x="95850" y="275850"/>
                    </a:lnTo>
                    <a:lnTo>
                      <a:pt x="95000" y="275850"/>
                    </a:lnTo>
                    <a:close/>
                    <a:moveTo>
                      <a:pt x="97500" y="277500"/>
                    </a:moveTo>
                    <a:lnTo>
                      <a:pt x="98200" y="277500"/>
                    </a:lnTo>
                    <a:lnTo>
                      <a:pt x="98200" y="278200"/>
                    </a:lnTo>
                    <a:lnTo>
                      <a:pt x="97500" y="278200"/>
                    </a:lnTo>
                    <a:close/>
                    <a:moveTo>
                      <a:pt x="100000" y="275000"/>
                    </a:moveTo>
                    <a:lnTo>
                      <a:pt x="100850" y="275000"/>
                    </a:lnTo>
                    <a:lnTo>
                      <a:pt x="100850" y="275850"/>
                    </a:lnTo>
                    <a:lnTo>
                      <a:pt x="100000" y="275850"/>
                    </a:lnTo>
                    <a:close/>
                    <a:moveTo>
                      <a:pt x="102500" y="277500"/>
                    </a:moveTo>
                    <a:lnTo>
                      <a:pt x="103200" y="277500"/>
                    </a:lnTo>
                    <a:lnTo>
                      <a:pt x="103200" y="278200"/>
                    </a:lnTo>
                    <a:lnTo>
                      <a:pt x="102500" y="278200"/>
                    </a:lnTo>
                    <a:close/>
                    <a:moveTo>
                      <a:pt x="105000" y="275000"/>
                    </a:moveTo>
                    <a:lnTo>
                      <a:pt x="105850" y="275000"/>
                    </a:lnTo>
                    <a:lnTo>
                      <a:pt x="105850" y="275850"/>
                    </a:lnTo>
                    <a:lnTo>
                      <a:pt x="105000" y="275850"/>
                    </a:lnTo>
                    <a:close/>
                    <a:moveTo>
                      <a:pt x="107500" y="277500"/>
                    </a:moveTo>
                    <a:lnTo>
                      <a:pt x="108200" y="277500"/>
                    </a:lnTo>
                    <a:lnTo>
                      <a:pt x="108200" y="278200"/>
                    </a:lnTo>
                    <a:lnTo>
                      <a:pt x="107500" y="278200"/>
                    </a:lnTo>
                    <a:close/>
                    <a:moveTo>
                      <a:pt x="110000" y="275000"/>
                    </a:moveTo>
                    <a:lnTo>
                      <a:pt x="110850" y="275000"/>
                    </a:lnTo>
                    <a:lnTo>
                      <a:pt x="110850" y="275850"/>
                    </a:lnTo>
                    <a:lnTo>
                      <a:pt x="110000" y="275850"/>
                    </a:lnTo>
                    <a:close/>
                    <a:moveTo>
                      <a:pt x="112500" y="277500"/>
                    </a:moveTo>
                    <a:lnTo>
                      <a:pt x="113200" y="277500"/>
                    </a:lnTo>
                    <a:lnTo>
                      <a:pt x="113200" y="278200"/>
                    </a:lnTo>
                    <a:lnTo>
                      <a:pt x="112500" y="278200"/>
                    </a:lnTo>
                    <a:close/>
                    <a:moveTo>
                      <a:pt x="115000" y="275000"/>
                    </a:moveTo>
                    <a:lnTo>
                      <a:pt x="115850" y="275000"/>
                    </a:lnTo>
                    <a:lnTo>
                      <a:pt x="115850" y="275850"/>
                    </a:lnTo>
                    <a:lnTo>
                      <a:pt x="115000" y="275850"/>
                    </a:lnTo>
                    <a:close/>
                    <a:moveTo>
                      <a:pt x="117500" y="277500"/>
                    </a:moveTo>
                    <a:lnTo>
                      <a:pt x="118200" y="277500"/>
                    </a:lnTo>
                    <a:lnTo>
                      <a:pt x="118200" y="278200"/>
                    </a:lnTo>
                    <a:lnTo>
                      <a:pt x="117500" y="278200"/>
                    </a:lnTo>
                    <a:close/>
                    <a:moveTo>
                      <a:pt x="120000" y="275000"/>
                    </a:moveTo>
                    <a:lnTo>
                      <a:pt x="120850" y="275000"/>
                    </a:lnTo>
                    <a:lnTo>
                      <a:pt x="120850" y="275850"/>
                    </a:lnTo>
                    <a:lnTo>
                      <a:pt x="120000" y="275850"/>
                    </a:lnTo>
                    <a:close/>
                    <a:moveTo>
                      <a:pt x="122500" y="277500"/>
                    </a:moveTo>
                    <a:lnTo>
                      <a:pt x="123200" y="277500"/>
                    </a:lnTo>
                    <a:lnTo>
                      <a:pt x="123200" y="278200"/>
                    </a:lnTo>
                    <a:lnTo>
                      <a:pt x="122500" y="278200"/>
                    </a:lnTo>
                    <a:close/>
                    <a:moveTo>
                      <a:pt x="125000" y="275000"/>
                    </a:moveTo>
                    <a:lnTo>
                      <a:pt x="125850" y="275000"/>
                    </a:lnTo>
                    <a:lnTo>
                      <a:pt x="125850" y="275850"/>
                    </a:lnTo>
                    <a:lnTo>
                      <a:pt x="125000" y="275850"/>
                    </a:lnTo>
                    <a:close/>
                    <a:moveTo>
                      <a:pt x="127500" y="277500"/>
                    </a:moveTo>
                    <a:lnTo>
                      <a:pt x="128200" y="277500"/>
                    </a:lnTo>
                    <a:lnTo>
                      <a:pt x="128200" y="278200"/>
                    </a:lnTo>
                    <a:lnTo>
                      <a:pt x="127500" y="278200"/>
                    </a:lnTo>
                    <a:close/>
                    <a:moveTo>
                      <a:pt x="130000" y="275000"/>
                    </a:moveTo>
                    <a:lnTo>
                      <a:pt x="130850" y="275000"/>
                    </a:lnTo>
                    <a:lnTo>
                      <a:pt x="130850" y="275850"/>
                    </a:lnTo>
                    <a:lnTo>
                      <a:pt x="130000" y="275850"/>
                    </a:lnTo>
                    <a:close/>
                    <a:moveTo>
                      <a:pt x="132500" y="277500"/>
                    </a:moveTo>
                    <a:lnTo>
                      <a:pt x="133200" y="277500"/>
                    </a:lnTo>
                    <a:lnTo>
                      <a:pt x="133200" y="278200"/>
                    </a:lnTo>
                    <a:lnTo>
                      <a:pt x="132500" y="278200"/>
                    </a:lnTo>
                    <a:close/>
                    <a:moveTo>
                      <a:pt x="135000" y="275000"/>
                    </a:moveTo>
                    <a:lnTo>
                      <a:pt x="135850" y="275000"/>
                    </a:lnTo>
                    <a:lnTo>
                      <a:pt x="135850" y="275850"/>
                    </a:lnTo>
                    <a:lnTo>
                      <a:pt x="135000" y="275850"/>
                    </a:lnTo>
                    <a:close/>
                    <a:moveTo>
                      <a:pt x="137500" y="277500"/>
                    </a:moveTo>
                    <a:lnTo>
                      <a:pt x="138200" y="277500"/>
                    </a:lnTo>
                    <a:lnTo>
                      <a:pt x="138200" y="278200"/>
                    </a:lnTo>
                    <a:lnTo>
                      <a:pt x="137500" y="278200"/>
                    </a:lnTo>
                    <a:close/>
                    <a:moveTo>
                      <a:pt x="140000" y="275000"/>
                    </a:moveTo>
                    <a:lnTo>
                      <a:pt x="140850" y="275000"/>
                    </a:lnTo>
                    <a:lnTo>
                      <a:pt x="140850" y="275850"/>
                    </a:lnTo>
                    <a:lnTo>
                      <a:pt x="140000" y="275850"/>
                    </a:lnTo>
                    <a:close/>
                    <a:moveTo>
                      <a:pt x="142500" y="277500"/>
                    </a:moveTo>
                    <a:lnTo>
                      <a:pt x="143200" y="277500"/>
                    </a:lnTo>
                    <a:lnTo>
                      <a:pt x="143200" y="278200"/>
                    </a:lnTo>
                    <a:lnTo>
                      <a:pt x="142500" y="278200"/>
                    </a:lnTo>
                    <a:close/>
                    <a:moveTo>
                      <a:pt x="145000" y="275000"/>
                    </a:moveTo>
                    <a:lnTo>
                      <a:pt x="145850" y="275000"/>
                    </a:lnTo>
                    <a:lnTo>
                      <a:pt x="145850" y="275850"/>
                    </a:lnTo>
                    <a:lnTo>
                      <a:pt x="145000" y="275850"/>
                    </a:lnTo>
                    <a:close/>
                    <a:moveTo>
                      <a:pt x="147500" y="277500"/>
                    </a:moveTo>
                    <a:lnTo>
                      <a:pt x="148200" y="277500"/>
                    </a:lnTo>
                    <a:lnTo>
                      <a:pt x="148200" y="278200"/>
                    </a:lnTo>
                    <a:lnTo>
                      <a:pt x="147500" y="278200"/>
                    </a:lnTo>
                    <a:close/>
                    <a:moveTo>
                      <a:pt x="150000" y="275000"/>
                    </a:moveTo>
                    <a:lnTo>
                      <a:pt x="150850" y="275000"/>
                    </a:lnTo>
                    <a:lnTo>
                      <a:pt x="150850" y="275850"/>
                    </a:lnTo>
                    <a:lnTo>
                      <a:pt x="150000" y="275850"/>
                    </a:lnTo>
                    <a:close/>
                    <a:moveTo>
                      <a:pt x="152500" y="277500"/>
                    </a:moveTo>
                    <a:lnTo>
                      <a:pt x="153200" y="277500"/>
                    </a:lnTo>
                    <a:lnTo>
                      <a:pt x="153200" y="278200"/>
                    </a:lnTo>
                    <a:lnTo>
                      <a:pt x="152500" y="278200"/>
                    </a:lnTo>
                    <a:close/>
                    <a:moveTo>
                      <a:pt x="155000" y="275000"/>
                    </a:moveTo>
                    <a:lnTo>
                      <a:pt x="155850" y="275000"/>
                    </a:lnTo>
                    <a:lnTo>
                      <a:pt x="155850" y="275850"/>
                    </a:lnTo>
                    <a:lnTo>
                      <a:pt x="155000" y="275850"/>
                    </a:lnTo>
                    <a:close/>
                    <a:moveTo>
                      <a:pt x="157500" y="277500"/>
                    </a:moveTo>
                    <a:lnTo>
                      <a:pt x="158200" y="277500"/>
                    </a:lnTo>
                    <a:lnTo>
                      <a:pt x="158200" y="278200"/>
                    </a:lnTo>
                    <a:lnTo>
                      <a:pt x="157500" y="278200"/>
                    </a:lnTo>
                    <a:close/>
                    <a:moveTo>
                      <a:pt x="160000" y="275000"/>
                    </a:moveTo>
                    <a:lnTo>
                      <a:pt x="160850" y="275000"/>
                    </a:lnTo>
                    <a:lnTo>
                      <a:pt x="160850" y="275850"/>
                    </a:lnTo>
                    <a:lnTo>
                      <a:pt x="160000" y="275850"/>
                    </a:lnTo>
                    <a:close/>
                    <a:moveTo>
                      <a:pt x="162500" y="277500"/>
                    </a:moveTo>
                    <a:lnTo>
                      <a:pt x="163200" y="277500"/>
                    </a:lnTo>
                    <a:lnTo>
                      <a:pt x="163200" y="278200"/>
                    </a:lnTo>
                    <a:lnTo>
                      <a:pt x="162500" y="278200"/>
                    </a:lnTo>
                    <a:close/>
                    <a:moveTo>
                      <a:pt x="165000" y="275000"/>
                    </a:moveTo>
                    <a:lnTo>
                      <a:pt x="165850" y="275000"/>
                    </a:lnTo>
                    <a:lnTo>
                      <a:pt x="165850" y="275850"/>
                    </a:lnTo>
                    <a:lnTo>
                      <a:pt x="165000" y="275850"/>
                    </a:lnTo>
                    <a:close/>
                    <a:moveTo>
                      <a:pt x="167500" y="277500"/>
                    </a:moveTo>
                    <a:lnTo>
                      <a:pt x="168200" y="277500"/>
                    </a:lnTo>
                    <a:lnTo>
                      <a:pt x="168200" y="278200"/>
                    </a:lnTo>
                    <a:lnTo>
                      <a:pt x="167500" y="278200"/>
                    </a:lnTo>
                    <a:close/>
                    <a:moveTo>
                      <a:pt x="170000" y="275000"/>
                    </a:moveTo>
                    <a:lnTo>
                      <a:pt x="170850" y="275000"/>
                    </a:lnTo>
                    <a:lnTo>
                      <a:pt x="170850" y="275850"/>
                    </a:lnTo>
                    <a:lnTo>
                      <a:pt x="170000" y="275850"/>
                    </a:lnTo>
                    <a:close/>
                    <a:moveTo>
                      <a:pt x="172500" y="277500"/>
                    </a:moveTo>
                    <a:lnTo>
                      <a:pt x="173200" y="277500"/>
                    </a:lnTo>
                    <a:lnTo>
                      <a:pt x="173200" y="278200"/>
                    </a:lnTo>
                    <a:lnTo>
                      <a:pt x="172500" y="278200"/>
                    </a:lnTo>
                    <a:close/>
                    <a:moveTo>
                      <a:pt x="175000" y="275000"/>
                    </a:moveTo>
                    <a:lnTo>
                      <a:pt x="175850" y="275000"/>
                    </a:lnTo>
                    <a:lnTo>
                      <a:pt x="175850" y="275850"/>
                    </a:lnTo>
                    <a:lnTo>
                      <a:pt x="175000" y="275850"/>
                    </a:lnTo>
                    <a:close/>
                    <a:moveTo>
                      <a:pt x="177500" y="277500"/>
                    </a:moveTo>
                    <a:lnTo>
                      <a:pt x="178200" y="277500"/>
                    </a:lnTo>
                    <a:lnTo>
                      <a:pt x="178200" y="278200"/>
                    </a:lnTo>
                    <a:lnTo>
                      <a:pt x="177500" y="278200"/>
                    </a:lnTo>
                    <a:close/>
                    <a:moveTo>
                      <a:pt x="180000" y="275000"/>
                    </a:moveTo>
                    <a:lnTo>
                      <a:pt x="180850" y="275000"/>
                    </a:lnTo>
                    <a:lnTo>
                      <a:pt x="180850" y="275850"/>
                    </a:lnTo>
                    <a:lnTo>
                      <a:pt x="180000" y="275850"/>
                    </a:lnTo>
                    <a:close/>
                    <a:moveTo>
                      <a:pt x="182500" y="277500"/>
                    </a:moveTo>
                    <a:lnTo>
                      <a:pt x="183200" y="277500"/>
                    </a:lnTo>
                    <a:lnTo>
                      <a:pt x="183200" y="278200"/>
                    </a:lnTo>
                    <a:lnTo>
                      <a:pt x="182500" y="278200"/>
                    </a:lnTo>
                    <a:close/>
                    <a:moveTo>
                      <a:pt x="185000" y="275000"/>
                    </a:moveTo>
                    <a:lnTo>
                      <a:pt x="185850" y="275000"/>
                    </a:lnTo>
                    <a:lnTo>
                      <a:pt x="185850" y="275850"/>
                    </a:lnTo>
                    <a:lnTo>
                      <a:pt x="185000" y="275850"/>
                    </a:lnTo>
                    <a:close/>
                    <a:moveTo>
                      <a:pt x="187500" y="277500"/>
                    </a:moveTo>
                    <a:lnTo>
                      <a:pt x="188200" y="277500"/>
                    </a:lnTo>
                    <a:lnTo>
                      <a:pt x="188200" y="278200"/>
                    </a:lnTo>
                    <a:lnTo>
                      <a:pt x="187500" y="278200"/>
                    </a:lnTo>
                    <a:close/>
                    <a:moveTo>
                      <a:pt x="190000" y="275000"/>
                    </a:moveTo>
                    <a:lnTo>
                      <a:pt x="190850" y="275000"/>
                    </a:lnTo>
                    <a:lnTo>
                      <a:pt x="190850" y="275850"/>
                    </a:lnTo>
                    <a:lnTo>
                      <a:pt x="190000" y="275850"/>
                    </a:lnTo>
                    <a:close/>
                    <a:moveTo>
                      <a:pt x="192500" y="277500"/>
                    </a:moveTo>
                    <a:lnTo>
                      <a:pt x="193200" y="277500"/>
                    </a:lnTo>
                    <a:lnTo>
                      <a:pt x="193200" y="278200"/>
                    </a:lnTo>
                    <a:lnTo>
                      <a:pt x="192500" y="278200"/>
                    </a:lnTo>
                    <a:close/>
                    <a:moveTo>
                      <a:pt x="195000" y="275000"/>
                    </a:moveTo>
                    <a:lnTo>
                      <a:pt x="195850" y="275000"/>
                    </a:lnTo>
                    <a:lnTo>
                      <a:pt x="195850" y="275850"/>
                    </a:lnTo>
                    <a:lnTo>
                      <a:pt x="195000" y="275850"/>
                    </a:lnTo>
                    <a:close/>
                    <a:moveTo>
                      <a:pt x="197500" y="277500"/>
                    </a:moveTo>
                    <a:lnTo>
                      <a:pt x="198200" y="277500"/>
                    </a:lnTo>
                    <a:lnTo>
                      <a:pt x="198200" y="278200"/>
                    </a:lnTo>
                    <a:lnTo>
                      <a:pt x="197500" y="278200"/>
                    </a:lnTo>
                    <a:close/>
                    <a:moveTo>
                      <a:pt x="200000" y="275000"/>
                    </a:moveTo>
                    <a:lnTo>
                      <a:pt x="200850" y="275000"/>
                    </a:lnTo>
                    <a:lnTo>
                      <a:pt x="200850" y="275850"/>
                    </a:lnTo>
                    <a:lnTo>
                      <a:pt x="200000" y="275850"/>
                    </a:lnTo>
                    <a:close/>
                    <a:moveTo>
                      <a:pt x="202500" y="277500"/>
                    </a:moveTo>
                    <a:lnTo>
                      <a:pt x="203200" y="277500"/>
                    </a:lnTo>
                    <a:lnTo>
                      <a:pt x="203200" y="278200"/>
                    </a:lnTo>
                    <a:lnTo>
                      <a:pt x="202500" y="278200"/>
                    </a:lnTo>
                    <a:close/>
                    <a:moveTo>
                      <a:pt x="205000" y="275000"/>
                    </a:moveTo>
                    <a:lnTo>
                      <a:pt x="205850" y="275000"/>
                    </a:lnTo>
                    <a:lnTo>
                      <a:pt x="205850" y="275850"/>
                    </a:lnTo>
                    <a:lnTo>
                      <a:pt x="205000" y="275850"/>
                    </a:lnTo>
                    <a:close/>
                    <a:moveTo>
                      <a:pt x="207500" y="277500"/>
                    </a:moveTo>
                    <a:lnTo>
                      <a:pt x="208200" y="277500"/>
                    </a:lnTo>
                    <a:lnTo>
                      <a:pt x="208200" y="278200"/>
                    </a:lnTo>
                    <a:lnTo>
                      <a:pt x="207500" y="278200"/>
                    </a:lnTo>
                    <a:close/>
                    <a:moveTo>
                      <a:pt x="210000" y="275000"/>
                    </a:moveTo>
                    <a:lnTo>
                      <a:pt x="210850" y="275000"/>
                    </a:lnTo>
                    <a:lnTo>
                      <a:pt x="210850" y="275850"/>
                    </a:lnTo>
                    <a:lnTo>
                      <a:pt x="210000" y="275850"/>
                    </a:lnTo>
                    <a:close/>
                    <a:moveTo>
                      <a:pt x="212500" y="277500"/>
                    </a:moveTo>
                    <a:lnTo>
                      <a:pt x="213200" y="277500"/>
                    </a:lnTo>
                    <a:lnTo>
                      <a:pt x="213200" y="278200"/>
                    </a:lnTo>
                    <a:lnTo>
                      <a:pt x="212500" y="278200"/>
                    </a:lnTo>
                    <a:close/>
                    <a:moveTo>
                      <a:pt x="215000" y="275000"/>
                    </a:moveTo>
                    <a:lnTo>
                      <a:pt x="215850" y="275000"/>
                    </a:lnTo>
                    <a:lnTo>
                      <a:pt x="215850" y="275850"/>
                    </a:lnTo>
                    <a:lnTo>
                      <a:pt x="215000" y="275850"/>
                    </a:lnTo>
                    <a:close/>
                    <a:moveTo>
                      <a:pt x="217500" y="277500"/>
                    </a:moveTo>
                    <a:lnTo>
                      <a:pt x="218200" y="277500"/>
                    </a:lnTo>
                    <a:lnTo>
                      <a:pt x="218200" y="278200"/>
                    </a:lnTo>
                    <a:lnTo>
                      <a:pt x="217500" y="278200"/>
                    </a:lnTo>
                    <a:close/>
                    <a:moveTo>
                      <a:pt x="220000" y="275000"/>
                    </a:moveTo>
                    <a:lnTo>
                      <a:pt x="220850" y="275000"/>
                    </a:lnTo>
                    <a:lnTo>
                      <a:pt x="220850" y="275850"/>
                    </a:lnTo>
                    <a:lnTo>
                      <a:pt x="220000" y="275850"/>
                    </a:lnTo>
                    <a:close/>
                    <a:moveTo>
                      <a:pt x="222500" y="277500"/>
                    </a:moveTo>
                    <a:lnTo>
                      <a:pt x="223200" y="277500"/>
                    </a:lnTo>
                    <a:lnTo>
                      <a:pt x="223200" y="278200"/>
                    </a:lnTo>
                    <a:lnTo>
                      <a:pt x="222500" y="278200"/>
                    </a:lnTo>
                    <a:close/>
                    <a:moveTo>
                      <a:pt x="225000" y="275000"/>
                    </a:moveTo>
                    <a:lnTo>
                      <a:pt x="225850" y="275000"/>
                    </a:lnTo>
                    <a:lnTo>
                      <a:pt x="225850" y="275850"/>
                    </a:lnTo>
                    <a:lnTo>
                      <a:pt x="225000" y="275850"/>
                    </a:lnTo>
                    <a:close/>
                    <a:moveTo>
                      <a:pt x="227500" y="277500"/>
                    </a:moveTo>
                    <a:lnTo>
                      <a:pt x="228200" y="277500"/>
                    </a:lnTo>
                    <a:lnTo>
                      <a:pt x="228200" y="278200"/>
                    </a:lnTo>
                    <a:lnTo>
                      <a:pt x="227500" y="278200"/>
                    </a:lnTo>
                    <a:close/>
                    <a:moveTo>
                      <a:pt x="230000" y="275000"/>
                    </a:moveTo>
                    <a:lnTo>
                      <a:pt x="230850" y="275000"/>
                    </a:lnTo>
                    <a:lnTo>
                      <a:pt x="230850" y="275850"/>
                    </a:lnTo>
                    <a:lnTo>
                      <a:pt x="230000" y="275850"/>
                    </a:lnTo>
                    <a:close/>
                    <a:moveTo>
                      <a:pt x="232500" y="277500"/>
                    </a:moveTo>
                    <a:lnTo>
                      <a:pt x="233200" y="277500"/>
                    </a:lnTo>
                    <a:lnTo>
                      <a:pt x="233200" y="278200"/>
                    </a:lnTo>
                    <a:lnTo>
                      <a:pt x="232500" y="278200"/>
                    </a:lnTo>
                    <a:close/>
                    <a:moveTo>
                      <a:pt x="235000" y="275000"/>
                    </a:moveTo>
                    <a:lnTo>
                      <a:pt x="235850" y="275000"/>
                    </a:lnTo>
                    <a:lnTo>
                      <a:pt x="235850" y="275850"/>
                    </a:lnTo>
                    <a:lnTo>
                      <a:pt x="235000" y="275850"/>
                    </a:lnTo>
                    <a:close/>
                    <a:moveTo>
                      <a:pt x="237500" y="277500"/>
                    </a:moveTo>
                    <a:lnTo>
                      <a:pt x="238200" y="277500"/>
                    </a:lnTo>
                    <a:lnTo>
                      <a:pt x="238200" y="278200"/>
                    </a:lnTo>
                    <a:lnTo>
                      <a:pt x="237500" y="278200"/>
                    </a:lnTo>
                    <a:close/>
                    <a:moveTo>
                      <a:pt x="240000" y="275000"/>
                    </a:moveTo>
                    <a:lnTo>
                      <a:pt x="240850" y="275000"/>
                    </a:lnTo>
                    <a:lnTo>
                      <a:pt x="240850" y="275850"/>
                    </a:lnTo>
                    <a:lnTo>
                      <a:pt x="240000" y="275850"/>
                    </a:lnTo>
                    <a:close/>
                    <a:moveTo>
                      <a:pt x="242500" y="277500"/>
                    </a:moveTo>
                    <a:lnTo>
                      <a:pt x="243200" y="277500"/>
                    </a:lnTo>
                    <a:lnTo>
                      <a:pt x="243200" y="278200"/>
                    </a:lnTo>
                    <a:lnTo>
                      <a:pt x="242500" y="278200"/>
                    </a:lnTo>
                    <a:close/>
                    <a:moveTo>
                      <a:pt x="245000" y="275000"/>
                    </a:moveTo>
                    <a:lnTo>
                      <a:pt x="245850" y="275000"/>
                    </a:lnTo>
                    <a:lnTo>
                      <a:pt x="245850" y="275850"/>
                    </a:lnTo>
                    <a:lnTo>
                      <a:pt x="245000" y="275850"/>
                    </a:lnTo>
                    <a:close/>
                    <a:moveTo>
                      <a:pt x="247500" y="277500"/>
                    </a:moveTo>
                    <a:lnTo>
                      <a:pt x="248200" y="277500"/>
                    </a:lnTo>
                    <a:lnTo>
                      <a:pt x="248200" y="278200"/>
                    </a:lnTo>
                    <a:lnTo>
                      <a:pt x="247500" y="278200"/>
                    </a:lnTo>
                    <a:close/>
                    <a:moveTo>
                      <a:pt x="250000" y="275000"/>
                    </a:moveTo>
                    <a:lnTo>
                      <a:pt x="250850" y="275000"/>
                    </a:lnTo>
                    <a:lnTo>
                      <a:pt x="250850" y="275850"/>
                    </a:lnTo>
                    <a:lnTo>
                      <a:pt x="250000" y="275850"/>
                    </a:lnTo>
                    <a:close/>
                    <a:moveTo>
                      <a:pt x="252500" y="277500"/>
                    </a:moveTo>
                    <a:lnTo>
                      <a:pt x="253200" y="277500"/>
                    </a:lnTo>
                    <a:lnTo>
                      <a:pt x="253200" y="278200"/>
                    </a:lnTo>
                    <a:lnTo>
                      <a:pt x="252500" y="278200"/>
                    </a:lnTo>
                    <a:close/>
                    <a:moveTo>
                      <a:pt x="255000" y="275000"/>
                    </a:moveTo>
                    <a:lnTo>
                      <a:pt x="255850" y="275000"/>
                    </a:lnTo>
                    <a:lnTo>
                      <a:pt x="255850" y="275850"/>
                    </a:lnTo>
                    <a:lnTo>
                      <a:pt x="255000" y="275850"/>
                    </a:lnTo>
                    <a:close/>
                    <a:moveTo>
                      <a:pt x="257500" y="277500"/>
                    </a:moveTo>
                    <a:lnTo>
                      <a:pt x="258200" y="277500"/>
                    </a:lnTo>
                    <a:lnTo>
                      <a:pt x="258200" y="278200"/>
                    </a:lnTo>
                    <a:lnTo>
                      <a:pt x="257500" y="278200"/>
                    </a:lnTo>
                    <a:close/>
                    <a:moveTo>
                      <a:pt x="260000" y="275000"/>
                    </a:moveTo>
                    <a:lnTo>
                      <a:pt x="260850" y="275000"/>
                    </a:lnTo>
                    <a:lnTo>
                      <a:pt x="260850" y="275850"/>
                    </a:lnTo>
                    <a:lnTo>
                      <a:pt x="260000" y="275850"/>
                    </a:lnTo>
                    <a:close/>
                    <a:moveTo>
                      <a:pt x="262500" y="277500"/>
                    </a:moveTo>
                    <a:lnTo>
                      <a:pt x="263200" y="277500"/>
                    </a:lnTo>
                    <a:lnTo>
                      <a:pt x="263200" y="278200"/>
                    </a:lnTo>
                    <a:lnTo>
                      <a:pt x="262500" y="278200"/>
                    </a:lnTo>
                    <a:close/>
                    <a:moveTo>
                      <a:pt x="265000" y="275000"/>
                    </a:moveTo>
                    <a:lnTo>
                      <a:pt x="265850" y="275000"/>
                    </a:lnTo>
                    <a:lnTo>
                      <a:pt x="265850" y="275850"/>
                    </a:lnTo>
                    <a:lnTo>
                      <a:pt x="265000" y="275850"/>
                    </a:lnTo>
                    <a:close/>
                    <a:moveTo>
                      <a:pt x="267500" y="277500"/>
                    </a:moveTo>
                    <a:lnTo>
                      <a:pt x="268200" y="277500"/>
                    </a:lnTo>
                    <a:lnTo>
                      <a:pt x="268200" y="278200"/>
                    </a:lnTo>
                    <a:lnTo>
                      <a:pt x="267500" y="278200"/>
                    </a:lnTo>
                    <a:close/>
                    <a:moveTo>
                      <a:pt x="270000" y="275000"/>
                    </a:moveTo>
                    <a:lnTo>
                      <a:pt x="270850" y="275000"/>
                    </a:lnTo>
                    <a:lnTo>
                      <a:pt x="270850" y="275850"/>
                    </a:lnTo>
                    <a:lnTo>
                      <a:pt x="270000" y="275850"/>
                    </a:lnTo>
                    <a:close/>
                    <a:moveTo>
                      <a:pt x="272500" y="277500"/>
                    </a:moveTo>
                    <a:lnTo>
                      <a:pt x="273200" y="277500"/>
                    </a:lnTo>
                    <a:lnTo>
                      <a:pt x="273200" y="278200"/>
                    </a:lnTo>
                    <a:lnTo>
                      <a:pt x="272500" y="278200"/>
                    </a:lnTo>
                    <a:close/>
                    <a:moveTo>
                      <a:pt x="275000" y="275000"/>
                    </a:moveTo>
                    <a:lnTo>
                      <a:pt x="275850" y="275000"/>
                    </a:lnTo>
                    <a:lnTo>
                      <a:pt x="275850" y="275850"/>
                    </a:lnTo>
                    <a:lnTo>
                      <a:pt x="275000" y="275850"/>
                    </a:lnTo>
                    <a:close/>
                    <a:moveTo>
                      <a:pt x="277500" y="277500"/>
                    </a:moveTo>
                    <a:lnTo>
                      <a:pt x="278200" y="277500"/>
                    </a:lnTo>
                    <a:lnTo>
                      <a:pt x="278200" y="278200"/>
                    </a:lnTo>
                    <a:lnTo>
                      <a:pt x="277500" y="278200"/>
                    </a:lnTo>
                    <a:close/>
                    <a:moveTo>
                      <a:pt x="280000" y="275000"/>
                    </a:moveTo>
                    <a:lnTo>
                      <a:pt x="280850" y="275000"/>
                    </a:lnTo>
                    <a:lnTo>
                      <a:pt x="280850" y="275850"/>
                    </a:lnTo>
                    <a:lnTo>
                      <a:pt x="280000" y="275850"/>
                    </a:lnTo>
                    <a:close/>
                    <a:moveTo>
                      <a:pt x="282500" y="277500"/>
                    </a:moveTo>
                    <a:lnTo>
                      <a:pt x="283200" y="277500"/>
                    </a:lnTo>
                    <a:lnTo>
                      <a:pt x="283200" y="278200"/>
                    </a:lnTo>
                    <a:lnTo>
                      <a:pt x="282500" y="278200"/>
                    </a:lnTo>
                    <a:close/>
                    <a:moveTo>
                      <a:pt x="285000" y="275000"/>
                    </a:moveTo>
                    <a:lnTo>
                      <a:pt x="285850" y="275000"/>
                    </a:lnTo>
                    <a:lnTo>
                      <a:pt x="285850" y="275850"/>
                    </a:lnTo>
                    <a:lnTo>
                      <a:pt x="285000" y="275850"/>
                    </a:lnTo>
                    <a:close/>
                    <a:moveTo>
                      <a:pt x="287500" y="277500"/>
                    </a:moveTo>
                    <a:lnTo>
                      <a:pt x="288200" y="277500"/>
                    </a:lnTo>
                    <a:lnTo>
                      <a:pt x="288200" y="278200"/>
                    </a:lnTo>
                    <a:lnTo>
                      <a:pt x="287500" y="278200"/>
                    </a:lnTo>
                    <a:close/>
                    <a:moveTo>
                      <a:pt x="0" y="280000"/>
                    </a:moveTo>
                    <a:lnTo>
                      <a:pt x="850" y="280000"/>
                    </a:lnTo>
                    <a:lnTo>
                      <a:pt x="850" y="280850"/>
                    </a:lnTo>
                    <a:lnTo>
                      <a:pt x="0" y="280850"/>
                    </a:lnTo>
                    <a:close/>
                    <a:moveTo>
                      <a:pt x="2500" y="282500"/>
                    </a:moveTo>
                    <a:lnTo>
                      <a:pt x="3200" y="282500"/>
                    </a:lnTo>
                    <a:lnTo>
                      <a:pt x="3200" y="283200"/>
                    </a:lnTo>
                    <a:lnTo>
                      <a:pt x="2500" y="283200"/>
                    </a:lnTo>
                    <a:close/>
                    <a:moveTo>
                      <a:pt x="5000" y="280000"/>
                    </a:moveTo>
                    <a:lnTo>
                      <a:pt x="5850" y="280000"/>
                    </a:lnTo>
                    <a:lnTo>
                      <a:pt x="5850" y="280850"/>
                    </a:lnTo>
                    <a:lnTo>
                      <a:pt x="5000" y="280850"/>
                    </a:lnTo>
                    <a:close/>
                    <a:moveTo>
                      <a:pt x="7500" y="282500"/>
                    </a:moveTo>
                    <a:lnTo>
                      <a:pt x="8200" y="282500"/>
                    </a:lnTo>
                    <a:lnTo>
                      <a:pt x="8200" y="283200"/>
                    </a:lnTo>
                    <a:lnTo>
                      <a:pt x="7500" y="283200"/>
                    </a:lnTo>
                    <a:close/>
                    <a:moveTo>
                      <a:pt x="10000" y="280000"/>
                    </a:moveTo>
                    <a:lnTo>
                      <a:pt x="10850" y="280000"/>
                    </a:lnTo>
                    <a:lnTo>
                      <a:pt x="10850" y="280850"/>
                    </a:lnTo>
                    <a:lnTo>
                      <a:pt x="10000" y="280850"/>
                    </a:lnTo>
                    <a:close/>
                    <a:moveTo>
                      <a:pt x="12500" y="282500"/>
                    </a:moveTo>
                    <a:lnTo>
                      <a:pt x="13200" y="282500"/>
                    </a:lnTo>
                    <a:lnTo>
                      <a:pt x="13200" y="283200"/>
                    </a:lnTo>
                    <a:lnTo>
                      <a:pt x="12500" y="283200"/>
                    </a:lnTo>
                    <a:close/>
                    <a:moveTo>
                      <a:pt x="15000" y="280000"/>
                    </a:moveTo>
                    <a:lnTo>
                      <a:pt x="15850" y="280000"/>
                    </a:lnTo>
                    <a:lnTo>
                      <a:pt x="15850" y="280850"/>
                    </a:lnTo>
                    <a:lnTo>
                      <a:pt x="15000" y="280850"/>
                    </a:lnTo>
                    <a:close/>
                    <a:moveTo>
                      <a:pt x="17500" y="282500"/>
                    </a:moveTo>
                    <a:lnTo>
                      <a:pt x="18200" y="282500"/>
                    </a:lnTo>
                    <a:lnTo>
                      <a:pt x="18200" y="283200"/>
                    </a:lnTo>
                    <a:lnTo>
                      <a:pt x="17500" y="283200"/>
                    </a:lnTo>
                    <a:close/>
                    <a:moveTo>
                      <a:pt x="20000" y="280000"/>
                    </a:moveTo>
                    <a:lnTo>
                      <a:pt x="20850" y="280000"/>
                    </a:lnTo>
                    <a:lnTo>
                      <a:pt x="20850" y="280850"/>
                    </a:lnTo>
                    <a:lnTo>
                      <a:pt x="20000" y="280850"/>
                    </a:lnTo>
                    <a:close/>
                    <a:moveTo>
                      <a:pt x="22500" y="282500"/>
                    </a:moveTo>
                    <a:lnTo>
                      <a:pt x="23200" y="282500"/>
                    </a:lnTo>
                    <a:lnTo>
                      <a:pt x="23200" y="283200"/>
                    </a:lnTo>
                    <a:lnTo>
                      <a:pt x="22500" y="283200"/>
                    </a:lnTo>
                    <a:close/>
                    <a:moveTo>
                      <a:pt x="25000" y="280000"/>
                    </a:moveTo>
                    <a:lnTo>
                      <a:pt x="25850" y="280000"/>
                    </a:lnTo>
                    <a:lnTo>
                      <a:pt x="25850" y="280850"/>
                    </a:lnTo>
                    <a:lnTo>
                      <a:pt x="25000" y="280850"/>
                    </a:lnTo>
                    <a:close/>
                    <a:moveTo>
                      <a:pt x="27500" y="282500"/>
                    </a:moveTo>
                    <a:lnTo>
                      <a:pt x="28200" y="282500"/>
                    </a:lnTo>
                    <a:lnTo>
                      <a:pt x="28200" y="283200"/>
                    </a:lnTo>
                    <a:lnTo>
                      <a:pt x="27500" y="283200"/>
                    </a:lnTo>
                    <a:close/>
                    <a:moveTo>
                      <a:pt x="30000" y="280000"/>
                    </a:moveTo>
                    <a:lnTo>
                      <a:pt x="30850" y="280000"/>
                    </a:lnTo>
                    <a:lnTo>
                      <a:pt x="30850" y="280850"/>
                    </a:lnTo>
                    <a:lnTo>
                      <a:pt x="30000" y="280850"/>
                    </a:lnTo>
                    <a:close/>
                    <a:moveTo>
                      <a:pt x="32500" y="282500"/>
                    </a:moveTo>
                    <a:lnTo>
                      <a:pt x="33200" y="282500"/>
                    </a:lnTo>
                    <a:lnTo>
                      <a:pt x="33200" y="283200"/>
                    </a:lnTo>
                    <a:lnTo>
                      <a:pt x="32500" y="283200"/>
                    </a:lnTo>
                    <a:close/>
                    <a:moveTo>
                      <a:pt x="35000" y="280000"/>
                    </a:moveTo>
                    <a:lnTo>
                      <a:pt x="35850" y="280000"/>
                    </a:lnTo>
                    <a:lnTo>
                      <a:pt x="35850" y="280850"/>
                    </a:lnTo>
                    <a:lnTo>
                      <a:pt x="35000" y="280850"/>
                    </a:lnTo>
                    <a:close/>
                    <a:moveTo>
                      <a:pt x="37500" y="282500"/>
                    </a:moveTo>
                    <a:lnTo>
                      <a:pt x="38200" y="282500"/>
                    </a:lnTo>
                    <a:lnTo>
                      <a:pt x="38200" y="283200"/>
                    </a:lnTo>
                    <a:lnTo>
                      <a:pt x="37500" y="283200"/>
                    </a:lnTo>
                    <a:close/>
                    <a:moveTo>
                      <a:pt x="40000" y="280000"/>
                    </a:moveTo>
                    <a:lnTo>
                      <a:pt x="40850" y="280000"/>
                    </a:lnTo>
                    <a:lnTo>
                      <a:pt x="40850" y="280850"/>
                    </a:lnTo>
                    <a:lnTo>
                      <a:pt x="40000" y="280850"/>
                    </a:lnTo>
                    <a:close/>
                    <a:moveTo>
                      <a:pt x="42500" y="282500"/>
                    </a:moveTo>
                    <a:lnTo>
                      <a:pt x="43200" y="282500"/>
                    </a:lnTo>
                    <a:lnTo>
                      <a:pt x="43200" y="283200"/>
                    </a:lnTo>
                    <a:lnTo>
                      <a:pt x="42500" y="283200"/>
                    </a:lnTo>
                    <a:close/>
                    <a:moveTo>
                      <a:pt x="45000" y="280000"/>
                    </a:moveTo>
                    <a:lnTo>
                      <a:pt x="45850" y="280000"/>
                    </a:lnTo>
                    <a:lnTo>
                      <a:pt x="45850" y="280850"/>
                    </a:lnTo>
                    <a:lnTo>
                      <a:pt x="45000" y="280850"/>
                    </a:lnTo>
                    <a:close/>
                    <a:moveTo>
                      <a:pt x="47500" y="282500"/>
                    </a:moveTo>
                    <a:lnTo>
                      <a:pt x="48200" y="282500"/>
                    </a:lnTo>
                    <a:lnTo>
                      <a:pt x="48200" y="283200"/>
                    </a:lnTo>
                    <a:lnTo>
                      <a:pt x="47500" y="283200"/>
                    </a:lnTo>
                    <a:close/>
                    <a:moveTo>
                      <a:pt x="50000" y="280000"/>
                    </a:moveTo>
                    <a:lnTo>
                      <a:pt x="50850" y="280000"/>
                    </a:lnTo>
                    <a:lnTo>
                      <a:pt x="50850" y="280850"/>
                    </a:lnTo>
                    <a:lnTo>
                      <a:pt x="50000" y="280850"/>
                    </a:lnTo>
                    <a:close/>
                    <a:moveTo>
                      <a:pt x="52500" y="282500"/>
                    </a:moveTo>
                    <a:lnTo>
                      <a:pt x="53200" y="282500"/>
                    </a:lnTo>
                    <a:lnTo>
                      <a:pt x="53200" y="283200"/>
                    </a:lnTo>
                    <a:lnTo>
                      <a:pt x="52500" y="283200"/>
                    </a:lnTo>
                    <a:close/>
                    <a:moveTo>
                      <a:pt x="55000" y="280000"/>
                    </a:moveTo>
                    <a:lnTo>
                      <a:pt x="55850" y="280000"/>
                    </a:lnTo>
                    <a:lnTo>
                      <a:pt x="55850" y="280850"/>
                    </a:lnTo>
                    <a:lnTo>
                      <a:pt x="55000" y="280850"/>
                    </a:lnTo>
                    <a:close/>
                    <a:moveTo>
                      <a:pt x="57500" y="282500"/>
                    </a:moveTo>
                    <a:lnTo>
                      <a:pt x="58200" y="282500"/>
                    </a:lnTo>
                    <a:lnTo>
                      <a:pt x="58200" y="283200"/>
                    </a:lnTo>
                    <a:lnTo>
                      <a:pt x="57500" y="283200"/>
                    </a:lnTo>
                    <a:close/>
                    <a:moveTo>
                      <a:pt x="60000" y="280000"/>
                    </a:moveTo>
                    <a:lnTo>
                      <a:pt x="60850" y="280000"/>
                    </a:lnTo>
                    <a:lnTo>
                      <a:pt x="60850" y="280850"/>
                    </a:lnTo>
                    <a:lnTo>
                      <a:pt x="60000" y="280850"/>
                    </a:lnTo>
                    <a:close/>
                    <a:moveTo>
                      <a:pt x="62500" y="282500"/>
                    </a:moveTo>
                    <a:lnTo>
                      <a:pt x="63200" y="282500"/>
                    </a:lnTo>
                    <a:lnTo>
                      <a:pt x="63200" y="283200"/>
                    </a:lnTo>
                    <a:lnTo>
                      <a:pt x="62500" y="283200"/>
                    </a:lnTo>
                    <a:close/>
                    <a:moveTo>
                      <a:pt x="65000" y="280000"/>
                    </a:moveTo>
                    <a:lnTo>
                      <a:pt x="65850" y="280000"/>
                    </a:lnTo>
                    <a:lnTo>
                      <a:pt x="65850" y="280850"/>
                    </a:lnTo>
                    <a:lnTo>
                      <a:pt x="65000" y="280850"/>
                    </a:lnTo>
                    <a:close/>
                    <a:moveTo>
                      <a:pt x="67500" y="282500"/>
                    </a:moveTo>
                    <a:lnTo>
                      <a:pt x="68200" y="282500"/>
                    </a:lnTo>
                    <a:lnTo>
                      <a:pt x="68200" y="283200"/>
                    </a:lnTo>
                    <a:lnTo>
                      <a:pt x="67500" y="283200"/>
                    </a:lnTo>
                    <a:close/>
                    <a:moveTo>
                      <a:pt x="70000" y="280000"/>
                    </a:moveTo>
                    <a:lnTo>
                      <a:pt x="70850" y="280000"/>
                    </a:lnTo>
                    <a:lnTo>
                      <a:pt x="70850" y="280850"/>
                    </a:lnTo>
                    <a:lnTo>
                      <a:pt x="70000" y="280850"/>
                    </a:lnTo>
                    <a:close/>
                    <a:moveTo>
                      <a:pt x="72500" y="282500"/>
                    </a:moveTo>
                    <a:lnTo>
                      <a:pt x="73200" y="282500"/>
                    </a:lnTo>
                    <a:lnTo>
                      <a:pt x="73200" y="283200"/>
                    </a:lnTo>
                    <a:lnTo>
                      <a:pt x="72500" y="283200"/>
                    </a:lnTo>
                    <a:close/>
                    <a:moveTo>
                      <a:pt x="75000" y="280000"/>
                    </a:moveTo>
                    <a:lnTo>
                      <a:pt x="75850" y="280000"/>
                    </a:lnTo>
                    <a:lnTo>
                      <a:pt x="75850" y="280850"/>
                    </a:lnTo>
                    <a:lnTo>
                      <a:pt x="75000" y="280850"/>
                    </a:lnTo>
                    <a:close/>
                    <a:moveTo>
                      <a:pt x="77500" y="282500"/>
                    </a:moveTo>
                    <a:lnTo>
                      <a:pt x="78200" y="282500"/>
                    </a:lnTo>
                    <a:lnTo>
                      <a:pt x="78200" y="283200"/>
                    </a:lnTo>
                    <a:lnTo>
                      <a:pt x="77500" y="283200"/>
                    </a:lnTo>
                    <a:close/>
                    <a:moveTo>
                      <a:pt x="80000" y="280000"/>
                    </a:moveTo>
                    <a:lnTo>
                      <a:pt x="80850" y="280000"/>
                    </a:lnTo>
                    <a:lnTo>
                      <a:pt x="80850" y="280850"/>
                    </a:lnTo>
                    <a:lnTo>
                      <a:pt x="80000" y="280850"/>
                    </a:lnTo>
                    <a:close/>
                    <a:moveTo>
                      <a:pt x="82500" y="282500"/>
                    </a:moveTo>
                    <a:lnTo>
                      <a:pt x="83200" y="282500"/>
                    </a:lnTo>
                    <a:lnTo>
                      <a:pt x="83200" y="283200"/>
                    </a:lnTo>
                    <a:lnTo>
                      <a:pt x="82500" y="283200"/>
                    </a:lnTo>
                    <a:close/>
                    <a:moveTo>
                      <a:pt x="85000" y="280000"/>
                    </a:moveTo>
                    <a:lnTo>
                      <a:pt x="85850" y="280000"/>
                    </a:lnTo>
                    <a:lnTo>
                      <a:pt x="85850" y="280850"/>
                    </a:lnTo>
                    <a:lnTo>
                      <a:pt x="85000" y="280850"/>
                    </a:lnTo>
                    <a:close/>
                    <a:moveTo>
                      <a:pt x="87500" y="282500"/>
                    </a:moveTo>
                    <a:lnTo>
                      <a:pt x="88200" y="282500"/>
                    </a:lnTo>
                    <a:lnTo>
                      <a:pt x="88200" y="283200"/>
                    </a:lnTo>
                    <a:lnTo>
                      <a:pt x="87500" y="283200"/>
                    </a:lnTo>
                    <a:close/>
                    <a:moveTo>
                      <a:pt x="90000" y="280000"/>
                    </a:moveTo>
                    <a:lnTo>
                      <a:pt x="90850" y="280000"/>
                    </a:lnTo>
                    <a:lnTo>
                      <a:pt x="90850" y="280850"/>
                    </a:lnTo>
                    <a:lnTo>
                      <a:pt x="90000" y="280850"/>
                    </a:lnTo>
                    <a:close/>
                    <a:moveTo>
                      <a:pt x="92500" y="282500"/>
                    </a:moveTo>
                    <a:lnTo>
                      <a:pt x="93200" y="282500"/>
                    </a:lnTo>
                    <a:lnTo>
                      <a:pt x="93200" y="283200"/>
                    </a:lnTo>
                    <a:lnTo>
                      <a:pt x="92500" y="283200"/>
                    </a:lnTo>
                    <a:close/>
                    <a:moveTo>
                      <a:pt x="95000" y="280000"/>
                    </a:moveTo>
                    <a:lnTo>
                      <a:pt x="95850" y="280000"/>
                    </a:lnTo>
                    <a:lnTo>
                      <a:pt x="95850" y="280850"/>
                    </a:lnTo>
                    <a:lnTo>
                      <a:pt x="95000" y="280850"/>
                    </a:lnTo>
                    <a:close/>
                    <a:moveTo>
                      <a:pt x="97500" y="282500"/>
                    </a:moveTo>
                    <a:lnTo>
                      <a:pt x="98200" y="282500"/>
                    </a:lnTo>
                    <a:lnTo>
                      <a:pt x="98200" y="283200"/>
                    </a:lnTo>
                    <a:lnTo>
                      <a:pt x="97500" y="283200"/>
                    </a:lnTo>
                    <a:close/>
                    <a:moveTo>
                      <a:pt x="100000" y="280000"/>
                    </a:moveTo>
                    <a:lnTo>
                      <a:pt x="100850" y="280000"/>
                    </a:lnTo>
                    <a:lnTo>
                      <a:pt x="100850" y="280850"/>
                    </a:lnTo>
                    <a:lnTo>
                      <a:pt x="100000" y="280850"/>
                    </a:lnTo>
                    <a:close/>
                    <a:moveTo>
                      <a:pt x="102500" y="282500"/>
                    </a:moveTo>
                    <a:lnTo>
                      <a:pt x="103200" y="282500"/>
                    </a:lnTo>
                    <a:lnTo>
                      <a:pt x="103200" y="283200"/>
                    </a:lnTo>
                    <a:lnTo>
                      <a:pt x="102500" y="283200"/>
                    </a:lnTo>
                    <a:close/>
                    <a:moveTo>
                      <a:pt x="105000" y="280000"/>
                    </a:moveTo>
                    <a:lnTo>
                      <a:pt x="105850" y="280000"/>
                    </a:lnTo>
                    <a:lnTo>
                      <a:pt x="105850" y="280850"/>
                    </a:lnTo>
                    <a:lnTo>
                      <a:pt x="105000" y="280850"/>
                    </a:lnTo>
                    <a:close/>
                    <a:moveTo>
                      <a:pt x="107500" y="282500"/>
                    </a:moveTo>
                    <a:lnTo>
                      <a:pt x="108200" y="282500"/>
                    </a:lnTo>
                    <a:lnTo>
                      <a:pt x="108200" y="283200"/>
                    </a:lnTo>
                    <a:lnTo>
                      <a:pt x="107500" y="283200"/>
                    </a:lnTo>
                    <a:close/>
                    <a:moveTo>
                      <a:pt x="110000" y="280000"/>
                    </a:moveTo>
                    <a:lnTo>
                      <a:pt x="110850" y="280000"/>
                    </a:lnTo>
                    <a:lnTo>
                      <a:pt x="110850" y="280850"/>
                    </a:lnTo>
                    <a:lnTo>
                      <a:pt x="110000" y="280850"/>
                    </a:lnTo>
                    <a:close/>
                    <a:moveTo>
                      <a:pt x="112500" y="282500"/>
                    </a:moveTo>
                    <a:lnTo>
                      <a:pt x="113200" y="282500"/>
                    </a:lnTo>
                    <a:lnTo>
                      <a:pt x="113200" y="283200"/>
                    </a:lnTo>
                    <a:lnTo>
                      <a:pt x="112500" y="283200"/>
                    </a:lnTo>
                    <a:close/>
                    <a:moveTo>
                      <a:pt x="115000" y="280000"/>
                    </a:moveTo>
                    <a:lnTo>
                      <a:pt x="115850" y="280000"/>
                    </a:lnTo>
                    <a:lnTo>
                      <a:pt x="115850" y="280850"/>
                    </a:lnTo>
                    <a:lnTo>
                      <a:pt x="115000" y="280850"/>
                    </a:lnTo>
                    <a:close/>
                    <a:moveTo>
                      <a:pt x="117500" y="282500"/>
                    </a:moveTo>
                    <a:lnTo>
                      <a:pt x="118200" y="282500"/>
                    </a:lnTo>
                    <a:lnTo>
                      <a:pt x="118200" y="283200"/>
                    </a:lnTo>
                    <a:lnTo>
                      <a:pt x="117500" y="283200"/>
                    </a:lnTo>
                    <a:close/>
                    <a:moveTo>
                      <a:pt x="120000" y="280000"/>
                    </a:moveTo>
                    <a:lnTo>
                      <a:pt x="120850" y="280000"/>
                    </a:lnTo>
                    <a:lnTo>
                      <a:pt x="120850" y="280850"/>
                    </a:lnTo>
                    <a:lnTo>
                      <a:pt x="120000" y="280850"/>
                    </a:lnTo>
                    <a:close/>
                    <a:moveTo>
                      <a:pt x="122500" y="282500"/>
                    </a:moveTo>
                    <a:lnTo>
                      <a:pt x="123200" y="282500"/>
                    </a:lnTo>
                    <a:lnTo>
                      <a:pt x="123200" y="283200"/>
                    </a:lnTo>
                    <a:lnTo>
                      <a:pt x="122500" y="283200"/>
                    </a:lnTo>
                    <a:close/>
                    <a:moveTo>
                      <a:pt x="125000" y="280000"/>
                    </a:moveTo>
                    <a:lnTo>
                      <a:pt x="125850" y="280000"/>
                    </a:lnTo>
                    <a:lnTo>
                      <a:pt x="125850" y="280850"/>
                    </a:lnTo>
                    <a:lnTo>
                      <a:pt x="125000" y="280850"/>
                    </a:lnTo>
                    <a:close/>
                    <a:moveTo>
                      <a:pt x="127500" y="282500"/>
                    </a:moveTo>
                    <a:lnTo>
                      <a:pt x="128200" y="282500"/>
                    </a:lnTo>
                    <a:lnTo>
                      <a:pt x="128200" y="283200"/>
                    </a:lnTo>
                    <a:lnTo>
                      <a:pt x="127500" y="283200"/>
                    </a:lnTo>
                    <a:close/>
                    <a:moveTo>
                      <a:pt x="130000" y="280000"/>
                    </a:moveTo>
                    <a:lnTo>
                      <a:pt x="130850" y="280000"/>
                    </a:lnTo>
                    <a:lnTo>
                      <a:pt x="130850" y="280850"/>
                    </a:lnTo>
                    <a:lnTo>
                      <a:pt x="130000" y="280850"/>
                    </a:lnTo>
                    <a:close/>
                    <a:moveTo>
                      <a:pt x="132500" y="282500"/>
                    </a:moveTo>
                    <a:lnTo>
                      <a:pt x="133200" y="282500"/>
                    </a:lnTo>
                    <a:lnTo>
                      <a:pt x="133200" y="283200"/>
                    </a:lnTo>
                    <a:lnTo>
                      <a:pt x="132500" y="283200"/>
                    </a:lnTo>
                    <a:close/>
                    <a:moveTo>
                      <a:pt x="135000" y="280000"/>
                    </a:moveTo>
                    <a:lnTo>
                      <a:pt x="135850" y="280000"/>
                    </a:lnTo>
                    <a:lnTo>
                      <a:pt x="135850" y="280850"/>
                    </a:lnTo>
                    <a:lnTo>
                      <a:pt x="135000" y="280850"/>
                    </a:lnTo>
                    <a:close/>
                    <a:moveTo>
                      <a:pt x="137500" y="282500"/>
                    </a:moveTo>
                    <a:lnTo>
                      <a:pt x="138200" y="282500"/>
                    </a:lnTo>
                    <a:lnTo>
                      <a:pt x="138200" y="283200"/>
                    </a:lnTo>
                    <a:lnTo>
                      <a:pt x="137500" y="283200"/>
                    </a:lnTo>
                    <a:close/>
                    <a:moveTo>
                      <a:pt x="140000" y="280000"/>
                    </a:moveTo>
                    <a:lnTo>
                      <a:pt x="140850" y="280000"/>
                    </a:lnTo>
                    <a:lnTo>
                      <a:pt x="140850" y="280850"/>
                    </a:lnTo>
                    <a:lnTo>
                      <a:pt x="140000" y="280850"/>
                    </a:lnTo>
                    <a:close/>
                    <a:moveTo>
                      <a:pt x="142500" y="282500"/>
                    </a:moveTo>
                    <a:lnTo>
                      <a:pt x="143200" y="282500"/>
                    </a:lnTo>
                    <a:lnTo>
                      <a:pt x="143200" y="283200"/>
                    </a:lnTo>
                    <a:lnTo>
                      <a:pt x="142500" y="283200"/>
                    </a:lnTo>
                    <a:close/>
                    <a:moveTo>
                      <a:pt x="145000" y="280000"/>
                    </a:moveTo>
                    <a:lnTo>
                      <a:pt x="145850" y="280000"/>
                    </a:lnTo>
                    <a:lnTo>
                      <a:pt x="145850" y="280850"/>
                    </a:lnTo>
                    <a:lnTo>
                      <a:pt x="145000" y="280850"/>
                    </a:lnTo>
                    <a:close/>
                    <a:moveTo>
                      <a:pt x="147500" y="282500"/>
                    </a:moveTo>
                    <a:lnTo>
                      <a:pt x="148200" y="282500"/>
                    </a:lnTo>
                    <a:lnTo>
                      <a:pt x="148200" y="283200"/>
                    </a:lnTo>
                    <a:lnTo>
                      <a:pt x="147500" y="283200"/>
                    </a:lnTo>
                    <a:close/>
                    <a:moveTo>
                      <a:pt x="150000" y="280000"/>
                    </a:moveTo>
                    <a:lnTo>
                      <a:pt x="150850" y="280000"/>
                    </a:lnTo>
                    <a:lnTo>
                      <a:pt x="150850" y="280850"/>
                    </a:lnTo>
                    <a:lnTo>
                      <a:pt x="150000" y="280850"/>
                    </a:lnTo>
                    <a:close/>
                    <a:moveTo>
                      <a:pt x="152500" y="282500"/>
                    </a:moveTo>
                    <a:lnTo>
                      <a:pt x="153200" y="282500"/>
                    </a:lnTo>
                    <a:lnTo>
                      <a:pt x="153200" y="283200"/>
                    </a:lnTo>
                    <a:lnTo>
                      <a:pt x="152500" y="283200"/>
                    </a:lnTo>
                    <a:close/>
                    <a:moveTo>
                      <a:pt x="155000" y="280000"/>
                    </a:moveTo>
                    <a:lnTo>
                      <a:pt x="155850" y="280000"/>
                    </a:lnTo>
                    <a:lnTo>
                      <a:pt x="155850" y="280850"/>
                    </a:lnTo>
                    <a:lnTo>
                      <a:pt x="155000" y="280850"/>
                    </a:lnTo>
                    <a:close/>
                    <a:moveTo>
                      <a:pt x="157500" y="282500"/>
                    </a:moveTo>
                    <a:lnTo>
                      <a:pt x="158200" y="282500"/>
                    </a:lnTo>
                    <a:lnTo>
                      <a:pt x="158200" y="283200"/>
                    </a:lnTo>
                    <a:lnTo>
                      <a:pt x="157500" y="283200"/>
                    </a:lnTo>
                    <a:close/>
                    <a:moveTo>
                      <a:pt x="160000" y="280000"/>
                    </a:moveTo>
                    <a:lnTo>
                      <a:pt x="160850" y="280000"/>
                    </a:lnTo>
                    <a:lnTo>
                      <a:pt x="160850" y="280850"/>
                    </a:lnTo>
                    <a:lnTo>
                      <a:pt x="160000" y="280850"/>
                    </a:lnTo>
                    <a:close/>
                    <a:moveTo>
                      <a:pt x="162500" y="282500"/>
                    </a:moveTo>
                    <a:lnTo>
                      <a:pt x="163200" y="282500"/>
                    </a:lnTo>
                    <a:lnTo>
                      <a:pt x="163200" y="283200"/>
                    </a:lnTo>
                    <a:lnTo>
                      <a:pt x="162500" y="283200"/>
                    </a:lnTo>
                    <a:close/>
                    <a:moveTo>
                      <a:pt x="165000" y="280000"/>
                    </a:moveTo>
                    <a:lnTo>
                      <a:pt x="165850" y="280000"/>
                    </a:lnTo>
                    <a:lnTo>
                      <a:pt x="165850" y="280850"/>
                    </a:lnTo>
                    <a:lnTo>
                      <a:pt x="165000" y="280850"/>
                    </a:lnTo>
                    <a:close/>
                    <a:moveTo>
                      <a:pt x="167500" y="282500"/>
                    </a:moveTo>
                    <a:lnTo>
                      <a:pt x="168200" y="282500"/>
                    </a:lnTo>
                    <a:lnTo>
                      <a:pt x="168200" y="283200"/>
                    </a:lnTo>
                    <a:lnTo>
                      <a:pt x="167500" y="283200"/>
                    </a:lnTo>
                    <a:close/>
                    <a:moveTo>
                      <a:pt x="170000" y="280000"/>
                    </a:moveTo>
                    <a:lnTo>
                      <a:pt x="170850" y="280000"/>
                    </a:lnTo>
                    <a:lnTo>
                      <a:pt x="170850" y="280850"/>
                    </a:lnTo>
                    <a:lnTo>
                      <a:pt x="170000" y="280850"/>
                    </a:lnTo>
                    <a:close/>
                    <a:moveTo>
                      <a:pt x="172500" y="282500"/>
                    </a:moveTo>
                    <a:lnTo>
                      <a:pt x="173200" y="282500"/>
                    </a:lnTo>
                    <a:lnTo>
                      <a:pt x="173200" y="283200"/>
                    </a:lnTo>
                    <a:lnTo>
                      <a:pt x="172500" y="283200"/>
                    </a:lnTo>
                    <a:close/>
                    <a:moveTo>
                      <a:pt x="175000" y="280000"/>
                    </a:moveTo>
                    <a:lnTo>
                      <a:pt x="175850" y="280000"/>
                    </a:lnTo>
                    <a:lnTo>
                      <a:pt x="175850" y="280850"/>
                    </a:lnTo>
                    <a:lnTo>
                      <a:pt x="175000" y="280850"/>
                    </a:lnTo>
                    <a:close/>
                    <a:moveTo>
                      <a:pt x="177500" y="282500"/>
                    </a:moveTo>
                    <a:lnTo>
                      <a:pt x="178200" y="282500"/>
                    </a:lnTo>
                    <a:lnTo>
                      <a:pt x="178200" y="283200"/>
                    </a:lnTo>
                    <a:lnTo>
                      <a:pt x="177500" y="283200"/>
                    </a:lnTo>
                    <a:close/>
                    <a:moveTo>
                      <a:pt x="180000" y="280000"/>
                    </a:moveTo>
                    <a:lnTo>
                      <a:pt x="180850" y="280000"/>
                    </a:lnTo>
                    <a:lnTo>
                      <a:pt x="180850" y="280850"/>
                    </a:lnTo>
                    <a:lnTo>
                      <a:pt x="180000" y="280850"/>
                    </a:lnTo>
                    <a:close/>
                    <a:moveTo>
                      <a:pt x="182500" y="282500"/>
                    </a:moveTo>
                    <a:lnTo>
                      <a:pt x="183200" y="282500"/>
                    </a:lnTo>
                    <a:lnTo>
                      <a:pt x="183200" y="283200"/>
                    </a:lnTo>
                    <a:lnTo>
                      <a:pt x="182500" y="283200"/>
                    </a:lnTo>
                    <a:close/>
                    <a:moveTo>
                      <a:pt x="185000" y="280000"/>
                    </a:moveTo>
                    <a:lnTo>
                      <a:pt x="185850" y="280000"/>
                    </a:lnTo>
                    <a:lnTo>
                      <a:pt x="185850" y="280850"/>
                    </a:lnTo>
                    <a:lnTo>
                      <a:pt x="185000" y="280850"/>
                    </a:lnTo>
                    <a:close/>
                    <a:moveTo>
                      <a:pt x="187500" y="282500"/>
                    </a:moveTo>
                    <a:lnTo>
                      <a:pt x="188200" y="282500"/>
                    </a:lnTo>
                    <a:lnTo>
                      <a:pt x="188200" y="283200"/>
                    </a:lnTo>
                    <a:lnTo>
                      <a:pt x="187500" y="283200"/>
                    </a:lnTo>
                    <a:close/>
                    <a:moveTo>
                      <a:pt x="190000" y="280000"/>
                    </a:moveTo>
                    <a:lnTo>
                      <a:pt x="190850" y="280000"/>
                    </a:lnTo>
                    <a:lnTo>
                      <a:pt x="190850" y="280850"/>
                    </a:lnTo>
                    <a:lnTo>
                      <a:pt x="190000" y="280850"/>
                    </a:lnTo>
                    <a:close/>
                    <a:moveTo>
                      <a:pt x="192500" y="282500"/>
                    </a:moveTo>
                    <a:lnTo>
                      <a:pt x="193200" y="282500"/>
                    </a:lnTo>
                    <a:lnTo>
                      <a:pt x="193200" y="283200"/>
                    </a:lnTo>
                    <a:lnTo>
                      <a:pt x="192500" y="283200"/>
                    </a:lnTo>
                    <a:close/>
                    <a:moveTo>
                      <a:pt x="195000" y="280000"/>
                    </a:moveTo>
                    <a:lnTo>
                      <a:pt x="195850" y="280000"/>
                    </a:lnTo>
                    <a:lnTo>
                      <a:pt x="195850" y="280850"/>
                    </a:lnTo>
                    <a:lnTo>
                      <a:pt x="195000" y="280850"/>
                    </a:lnTo>
                    <a:close/>
                    <a:moveTo>
                      <a:pt x="197500" y="282500"/>
                    </a:moveTo>
                    <a:lnTo>
                      <a:pt x="198200" y="282500"/>
                    </a:lnTo>
                    <a:lnTo>
                      <a:pt x="198200" y="283200"/>
                    </a:lnTo>
                    <a:lnTo>
                      <a:pt x="197500" y="283200"/>
                    </a:lnTo>
                    <a:close/>
                    <a:moveTo>
                      <a:pt x="200000" y="280000"/>
                    </a:moveTo>
                    <a:lnTo>
                      <a:pt x="200850" y="280000"/>
                    </a:lnTo>
                    <a:lnTo>
                      <a:pt x="200850" y="280850"/>
                    </a:lnTo>
                    <a:lnTo>
                      <a:pt x="200000" y="280850"/>
                    </a:lnTo>
                    <a:close/>
                    <a:moveTo>
                      <a:pt x="202500" y="282500"/>
                    </a:moveTo>
                    <a:lnTo>
                      <a:pt x="203200" y="282500"/>
                    </a:lnTo>
                    <a:lnTo>
                      <a:pt x="203200" y="283200"/>
                    </a:lnTo>
                    <a:lnTo>
                      <a:pt x="202500" y="283200"/>
                    </a:lnTo>
                    <a:close/>
                    <a:moveTo>
                      <a:pt x="205000" y="280000"/>
                    </a:moveTo>
                    <a:lnTo>
                      <a:pt x="205850" y="280000"/>
                    </a:lnTo>
                    <a:lnTo>
                      <a:pt x="205850" y="280850"/>
                    </a:lnTo>
                    <a:lnTo>
                      <a:pt x="205000" y="280850"/>
                    </a:lnTo>
                    <a:close/>
                    <a:moveTo>
                      <a:pt x="207500" y="282500"/>
                    </a:moveTo>
                    <a:lnTo>
                      <a:pt x="208200" y="282500"/>
                    </a:lnTo>
                    <a:lnTo>
                      <a:pt x="208200" y="283200"/>
                    </a:lnTo>
                    <a:lnTo>
                      <a:pt x="207500" y="283200"/>
                    </a:lnTo>
                    <a:close/>
                    <a:moveTo>
                      <a:pt x="210000" y="280000"/>
                    </a:moveTo>
                    <a:lnTo>
                      <a:pt x="210850" y="280000"/>
                    </a:lnTo>
                    <a:lnTo>
                      <a:pt x="210850" y="280850"/>
                    </a:lnTo>
                    <a:lnTo>
                      <a:pt x="210000" y="280850"/>
                    </a:lnTo>
                    <a:close/>
                    <a:moveTo>
                      <a:pt x="212500" y="282500"/>
                    </a:moveTo>
                    <a:lnTo>
                      <a:pt x="213200" y="282500"/>
                    </a:lnTo>
                    <a:lnTo>
                      <a:pt x="213200" y="283200"/>
                    </a:lnTo>
                    <a:lnTo>
                      <a:pt x="212500" y="283200"/>
                    </a:lnTo>
                    <a:close/>
                    <a:moveTo>
                      <a:pt x="215000" y="280000"/>
                    </a:moveTo>
                    <a:lnTo>
                      <a:pt x="215850" y="280000"/>
                    </a:lnTo>
                    <a:lnTo>
                      <a:pt x="215850" y="280850"/>
                    </a:lnTo>
                    <a:lnTo>
                      <a:pt x="215000" y="280850"/>
                    </a:lnTo>
                    <a:close/>
                    <a:moveTo>
                      <a:pt x="217500" y="282500"/>
                    </a:moveTo>
                    <a:lnTo>
                      <a:pt x="218200" y="282500"/>
                    </a:lnTo>
                    <a:lnTo>
                      <a:pt x="218200" y="283200"/>
                    </a:lnTo>
                    <a:lnTo>
                      <a:pt x="217500" y="283200"/>
                    </a:lnTo>
                    <a:close/>
                    <a:moveTo>
                      <a:pt x="220000" y="280000"/>
                    </a:moveTo>
                    <a:lnTo>
                      <a:pt x="220850" y="280000"/>
                    </a:lnTo>
                    <a:lnTo>
                      <a:pt x="220850" y="280850"/>
                    </a:lnTo>
                    <a:lnTo>
                      <a:pt x="220000" y="280850"/>
                    </a:lnTo>
                    <a:close/>
                    <a:moveTo>
                      <a:pt x="222500" y="282500"/>
                    </a:moveTo>
                    <a:lnTo>
                      <a:pt x="223200" y="282500"/>
                    </a:lnTo>
                    <a:lnTo>
                      <a:pt x="223200" y="283200"/>
                    </a:lnTo>
                    <a:lnTo>
                      <a:pt x="222500" y="283200"/>
                    </a:lnTo>
                    <a:close/>
                    <a:moveTo>
                      <a:pt x="225000" y="280000"/>
                    </a:moveTo>
                    <a:lnTo>
                      <a:pt x="225850" y="280000"/>
                    </a:lnTo>
                    <a:lnTo>
                      <a:pt x="225850" y="280850"/>
                    </a:lnTo>
                    <a:lnTo>
                      <a:pt x="225000" y="280850"/>
                    </a:lnTo>
                    <a:close/>
                    <a:moveTo>
                      <a:pt x="227500" y="282500"/>
                    </a:moveTo>
                    <a:lnTo>
                      <a:pt x="228200" y="282500"/>
                    </a:lnTo>
                    <a:lnTo>
                      <a:pt x="228200" y="283200"/>
                    </a:lnTo>
                    <a:lnTo>
                      <a:pt x="227500" y="283200"/>
                    </a:lnTo>
                    <a:close/>
                    <a:moveTo>
                      <a:pt x="230000" y="280000"/>
                    </a:moveTo>
                    <a:lnTo>
                      <a:pt x="230850" y="280000"/>
                    </a:lnTo>
                    <a:lnTo>
                      <a:pt x="230850" y="280850"/>
                    </a:lnTo>
                    <a:lnTo>
                      <a:pt x="230000" y="280850"/>
                    </a:lnTo>
                    <a:close/>
                    <a:moveTo>
                      <a:pt x="232500" y="282500"/>
                    </a:moveTo>
                    <a:lnTo>
                      <a:pt x="233200" y="282500"/>
                    </a:lnTo>
                    <a:lnTo>
                      <a:pt x="233200" y="283200"/>
                    </a:lnTo>
                    <a:lnTo>
                      <a:pt x="232500" y="283200"/>
                    </a:lnTo>
                    <a:close/>
                    <a:moveTo>
                      <a:pt x="235000" y="280000"/>
                    </a:moveTo>
                    <a:lnTo>
                      <a:pt x="235850" y="280000"/>
                    </a:lnTo>
                    <a:lnTo>
                      <a:pt x="235850" y="280850"/>
                    </a:lnTo>
                    <a:lnTo>
                      <a:pt x="235000" y="280850"/>
                    </a:lnTo>
                    <a:close/>
                    <a:moveTo>
                      <a:pt x="237500" y="282500"/>
                    </a:moveTo>
                    <a:lnTo>
                      <a:pt x="238200" y="282500"/>
                    </a:lnTo>
                    <a:lnTo>
                      <a:pt x="238200" y="283200"/>
                    </a:lnTo>
                    <a:lnTo>
                      <a:pt x="237500" y="283200"/>
                    </a:lnTo>
                    <a:close/>
                    <a:moveTo>
                      <a:pt x="240000" y="280000"/>
                    </a:moveTo>
                    <a:lnTo>
                      <a:pt x="240850" y="280000"/>
                    </a:lnTo>
                    <a:lnTo>
                      <a:pt x="240850" y="280850"/>
                    </a:lnTo>
                    <a:lnTo>
                      <a:pt x="240000" y="280850"/>
                    </a:lnTo>
                    <a:close/>
                    <a:moveTo>
                      <a:pt x="242500" y="282500"/>
                    </a:moveTo>
                    <a:lnTo>
                      <a:pt x="243200" y="282500"/>
                    </a:lnTo>
                    <a:lnTo>
                      <a:pt x="243200" y="283200"/>
                    </a:lnTo>
                    <a:lnTo>
                      <a:pt x="242500" y="283200"/>
                    </a:lnTo>
                    <a:close/>
                    <a:moveTo>
                      <a:pt x="245000" y="280000"/>
                    </a:moveTo>
                    <a:lnTo>
                      <a:pt x="245850" y="280000"/>
                    </a:lnTo>
                    <a:lnTo>
                      <a:pt x="245850" y="280850"/>
                    </a:lnTo>
                    <a:lnTo>
                      <a:pt x="245000" y="280850"/>
                    </a:lnTo>
                    <a:close/>
                    <a:moveTo>
                      <a:pt x="247500" y="282500"/>
                    </a:moveTo>
                    <a:lnTo>
                      <a:pt x="248200" y="282500"/>
                    </a:lnTo>
                    <a:lnTo>
                      <a:pt x="248200" y="283200"/>
                    </a:lnTo>
                    <a:lnTo>
                      <a:pt x="247500" y="283200"/>
                    </a:lnTo>
                    <a:close/>
                    <a:moveTo>
                      <a:pt x="250000" y="280000"/>
                    </a:moveTo>
                    <a:lnTo>
                      <a:pt x="250850" y="280000"/>
                    </a:lnTo>
                    <a:lnTo>
                      <a:pt x="250850" y="280850"/>
                    </a:lnTo>
                    <a:lnTo>
                      <a:pt x="250000" y="280850"/>
                    </a:lnTo>
                    <a:close/>
                    <a:moveTo>
                      <a:pt x="252500" y="282500"/>
                    </a:moveTo>
                    <a:lnTo>
                      <a:pt x="253200" y="282500"/>
                    </a:lnTo>
                    <a:lnTo>
                      <a:pt x="253200" y="283200"/>
                    </a:lnTo>
                    <a:lnTo>
                      <a:pt x="252500" y="283200"/>
                    </a:lnTo>
                    <a:close/>
                    <a:moveTo>
                      <a:pt x="255000" y="280000"/>
                    </a:moveTo>
                    <a:lnTo>
                      <a:pt x="255850" y="280000"/>
                    </a:lnTo>
                    <a:lnTo>
                      <a:pt x="255850" y="280850"/>
                    </a:lnTo>
                    <a:lnTo>
                      <a:pt x="255000" y="280850"/>
                    </a:lnTo>
                    <a:close/>
                    <a:moveTo>
                      <a:pt x="257500" y="282500"/>
                    </a:moveTo>
                    <a:lnTo>
                      <a:pt x="258200" y="282500"/>
                    </a:lnTo>
                    <a:lnTo>
                      <a:pt x="258200" y="283200"/>
                    </a:lnTo>
                    <a:lnTo>
                      <a:pt x="257500" y="283200"/>
                    </a:lnTo>
                    <a:close/>
                    <a:moveTo>
                      <a:pt x="260000" y="280000"/>
                    </a:moveTo>
                    <a:lnTo>
                      <a:pt x="260850" y="280000"/>
                    </a:lnTo>
                    <a:lnTo>
                      <a:pt x="260850" y="280850"/>
                    </a:lnTo>
                    <a:lnTo>
                      <a:pt x="260000" y="280850"/>
                    </a:lnTo>
                    <a:close/>
                    <a:moveTo>
                      <a:pt x="262500" y="282500"/>
                    </a:moveTo>
                    <a:lnTo>
                      <a:pt x="263200" y="282500"/>
                    </a:lnTo>
                    <a:lnTo>
                      <a:pt x="263200" y="283200"/>
                    </a:lnTo>
                    <a:lnTo>
                      <a:pt x="262500" y="283200"/>
                    </a:lnTo>
                    <a:close/>
                    <a:moveTo>
                      <a:pt x="265000" y="280000"/>
                    </a:moveTo>
                    <a:lnTo>
                      <a:pt x="265850" y="280000"/>
                    </a:lnTo>
                    <a:lnTo>
                      <a:pt x="265850" y="280850"/>
                    </a:lnTo>
                    <a:lnTo>
                      <a:pt x="265000" y="280850"/>
                    </a:lnTo>
                    <a:close/>
                    <a:moveTo>
                      <a:pt x="267500" y="282500"/>
                    </a:moveTo>
                    <a:lnTo>
                      <a:pt x="268200" y="282500"/>
                    </a:lnTo>
                    <a:lnTo>
                      <a:pt x="268200" y="283200"/>
                    </a:lnTo>
                    <a:lnTo>
                      <a:pt x="267500" y="283200"/>
                    </a:lnTo>
                    <a:close/>
                    <a:moveTo>
                      <a:pt x="270000" y="280000"/>
                    </a:moveTo>
                    <a:lnTo>
                      <a:pt x="270850" y="280000"/>
                    </a:lnTo>
                    <a:lnTo>
                      <a:pt x="270850" y="280850"/>
                    </a:lnTo>
                    <a:lnTo>
                      <a:pt x="270000" y="280850"/>
                    </a:lnTo>
                    <a:close/>
                    <a:moveTo>
                      <a:pt x="272500" y="282500"/>
                    </a:moveTo>
                    <a:lnTo>
                      <a:pt x="273200" y="282500"/>
                    </a:lnTo>
                    <a:lnTo>
                      <a:pt x="273200" y="283200"/>
                    </a:lnTo>
                    <a:lnTo>
                      <a:pt x="272500" y="283200"/>
                    </a:lnTo>
                    <a:close/>
                    <a:moveTo>
                      <a:pt x="275000" y="280000"/>
                    </a:moveTo>
                    <a:lnTo>
                      <a:pt x="275850" y="280000"/>
                    </a:lnTo>
                    <a:lnTo>
                      <a:pt x="275850" y="280850"/>
                    </a:lnTo>
                    <a:lnTo>
                      <a:pt x="275000" y="280850"/>
                    </a:lnTo>
                    <a:close/>
                    <a:moveTo>
                      <a:pt x="277500" y="282500"/>
                    </a:moveTo>
                    <a:lnTo>
                      <a:pt x="278200" y="282500"/>
                    </a:lnTo>
                    <a:lnTo>
                      <a:pt x="278200" y="283200"/>
                    </a:lnTo>
                    <a:lnTo>
                      <a:pt x="277500" y="283200"/>
                    </a:lnTo>
                    <a:close/>
                    <a:moveTo>
                      <a:pt x="280000" y="280000"/>
                    </a:moveTo>
                    <a:lnTo>
                      <a:pt x="280850" y="280000"/>
                    </a:lnTo>
                    <a:lnTo>
                      <a:pt x="280850" y="280850"/>
                    </a:lnTo>
                    <a:lnTo>
                      <a:pt x="280000" y="280850"/>
                    </a:lnTo>
                    <a:close/>
                    <a:moveTo>
                      <a:pt x="282500" y="282500"/>
                    </a:moveTo>
                    <a:lnTo>
                      <a:pt x="283200" y="282500"/>
                    </a:lnTo>
                    <a:lnTo>
                      <a:pt x="283200" y="283200"/>
                    </a:lnTo>
                    <a:lnTo>
                      <a:pt x="282500" y="283200"/>
                    </a:lnTo>
                    <a:close/>
                    <a:moveTo>
                      <a:pt x="285000" y="280000"/>
                    </a:moveTo>
                    <a:lnTo>
                      <a:pt x="285850" y="280000"/>
                    </a:lnTo>
                    <a:lnTo>
                      <a:pt x="285850" y="280850"/>
                    </a:lnTo>
                    <a:lnTo>
                      <a:pt x="285000" y="280850"/>
                    </a:lnTo>
                    <a:close/>
                    <a:moveTo>
                      <a:pt x="287500" y="282500"/>
                    </a:moveTo>
                    <a:lnTo>
                      <a:pt x="288200" y="282500"/>
                    </a:lnTo>
                    <a:lnTo>
                      <a:pt x="288200" y="283200"/>
                    </a:lnTo>
                    <a:lnTo>
                      <a:pt x="287500" y="283200"/>
                    </a:lnTo>
                    <a:close/>
                    <a:moveTo>
                      <a:pt x="0" y="285000"/>
                    </a:moveTo>
                    <a:lnTo>
                      <a:pt x="850" y="285000"/>
                    </a:lnTo>
                    <a:lnTo>
                      <a:pt x="850" y="285850"/>
                    </a:lnTo>
                    <a:lnTo>
                      <a:pt x="0" y="285850"/>
                    </a:lnTo>
                    <a:close/>
                    <a:moveTo>
                      <a:pt x="2500" y="287500"/>
                    </a:moveTo>
                    <a:lnTo>
                      <a:pt x="3200" y="287500"/>
                    </a:lnTo>
                    <a:lnTo>
                      <a:pt x="3200" y="288200"/>
                    </a:lnTo>
                    <a:lnTo>
                      <a:pt x="2500" y="288200"/>
                    </a:lnTo>
                    <a:close/>
                    <a:moveTo>
                      <a:pt x="5000" y="285000"/>
                    </a:moveTo>
                    <a:lnTo>
                      <a:pt x="5850" y="285000"/>
                    </a:lnTo>
                    <a:lnTo>
                      <a:pt x="5850" y="285850"/>
                    </a:lnTo>
                    <a:lnTo>
                      <a:pt x="5000" y="285850"/>
                    </a:lnTo>
                    <a:close/>
                    <a:moveTo>
                      <a:pt x="7500" y="287500"/>
                    </a:moveTo>
                    <a:lnTo>
                      <a:pt x="8200" y="287500"/>
                    </a:lnTo>
                    <a:lnTo>
                      <a:pt x="8200" y="288200"/>
                    </a:lnTo>
                    <a:lnTo>
                      <a:pt x="7500" y="288200"/>
                    </a:lnTo>
                    <a:close/>
                    <a:moveTo>
                      <a:pt x="10000" y="285000"/>
                    </a:moveTo>
                    <a:lnTo>
                      <a:pt x="10850" y="285000"/>
                    </a:lnTo>
                    <a:lnTo>
                      <a:pt x="10850" y="285850"/>
                    </a:lnTo>
                    <a:lnTo>
                      <a:pt x="10000" y="285850"/>
                    </a:lnTo>
                    <a:close/>
                    <a:moveTo>
                      <a:pt x="12500" y="287500"/>
                    </a:moveTo>
                    <a:lnTo>
                      <a:pt x="13200" y="287500"/>
                    </a:lnTo>
                    <a:lnTo>
                      <a:pt x="13200" y="288200"/>
                    </a:lnTo>
                    <a:lnTo>
                      <a:pt x="12500" y="288200"/>
                    </a:lnTo>
                    <a:close/>
                    <a:moveTo>
                      <a:pt x="15000" y="285000"/>
                    </a:moveTo>
                    <a:lnTo>
                      <a:pt x="15850" y="285000"/>
                    </a:lnTo>
                    <a:lnTo>
                      <a:pt x="15850" y="285850"/>
                    </a:lnTo>
                    <a:lnTo>
                      <a:pt x="15000" y="285850"/>
                    </a:lnTo>
                    <a:close/>
                    <a:moveTo>
                      <a:pt x="17500" y="287500"/>
                    </a:moveTo>
                    <a:lnTo>
                      <a:pt x="18200" y="287500"/>
                    </a:lnTo>
                    <a:lnTo>
                      <a:pt x="18200" y="288200"/>
                    </a:lnTo>
                    <a:lnTo>
                      <a:pt x="17500" y="288200"/>
                    </a:lnTo>
                    <a:close/>
                    <a:moveTo>
                      <a:pt x="20000" y="285000"/>
                    </a:moveTo>
                    <a:lnTo>
                      <a:pt x="20850" y="285000"/>
                    </a:lnTo>
                    <a:lnTo>
                      <a:pt x="20850" y="285850"/>
                    </a:lnTo>
                    <a:lnTo>
                      <a:pt x="20000" y="285850"/>
                    </a:lnTo>
                    <a:close/>
                    <a:moveTo>
                      <a:pt x="22500" y="287500"/>
                    </a:moveTo>
                    <a:lnTo>
                      <a:pt x="23200" y="287500"/>
                    </a:lnTo>
                    <a:lnTo>
                      <a:pt x="23200" y="288200"/>
                    </a:lnTo>
                    <a:lnTo>
                      <a:pt x="22500" y="288200"/>
                    </a:lnTo>
                    <a:close/>
                    <a:moveTo>
                      <a:pt x="25000" y="285000"/>
                    </a:moveTo>
                    <a:lnTo>
                      <a:pt x="25850" y="285000"/>
                    </a:lnTo>
                    <a:lnTo>
                      <a:pt x="25850" y="285850"/>
                    </a:lnTo>
                    <a:lnTo>
                      <a:pt x="25000" y="285850"/>
                    </a:lnTo>
                    <a:close/>
                    <a:moveTo>
                      <a:pt x="27500" y="287500"/>
                    </a:moveTo>
                    <a:lnTo>
                      <a:pt x="28200" y="287500"/>
                    </a:lnTo>
                    <a:lnTo>
                      <a:pt x="28200" y="288200"/>
                    </a:lnTo>
                    <a:lnTo>
                      <a:pt x="27500" y="288200"/>
                    </a:lnTo>
                    <a:close/>
                    <a:moveTo>
                      <a:pt x="30000" y="285000"/>
                    </a:moveTo>
                    <a:lnTo>
                      <a:pt x="30850" y="285000"/>
                    </a:lnTo>
                    <a:lnTo>
                      <a:pt x="30850" y="285850"/>
                    </a:lnTo>
                    <a:lnTo>
                      <a:pt x="30000" y="285850"/>
                    </a:lnTo>
                    <a:close/>
                    <a:moveTo>
                      <a:pt x="32500" y="287500"/>
                    </a:moveTo>
                    <a:lnTo>
                      <a:pt x="33200" y="287500"/>
                    </a:lnTo>
                    <a:lnTo>
                      <a:pt x="33200" y="288200"/>
                    </a:lnTo>
                    <a:lnTo>
                      <a:pt x="32500" y="288200"/>
                    </a:lnTo>
                    <a:close/>
                    <a:moveTo>
                      <a:pt x="35000" y="285000"/>
                    </a:moveTo>
                    <a:lnTo>
                      <a:pt x="35850" y="285000"/>
                    </a:lnTo>
                    <a:lnTo>
                      <a:pt x="35850" y="285850"/>
                    </a:lnTo>
                    <a:lnTo>
                      <a:pt x="35000" y="285850"/>
                    </a:lnTo>
                    <a:close/>
                    <a:moveTo>
                      <a:pt x="37500" y="287500"/>
                    </a:moveTo>
                    <a:lnTo>
                      <a:pt x="38200" y="287500"/>
                    </a:lnTo>
                    <a:lnTo>
                      <a:pt x="38200" y="288200"/>
                    </a:lnTo>
                    <a:lnTo>
                      <a:pt x="37500" y="288200"/>
                    </a:lnTo>
                    <a:close/>
                    <a:moveTo>
                      <a:pt x="40000" y="285000"/>
                    </a:moveTo>
                    <a:lnTo>
                      <a:pt x="40850" y="285000"/>
                    </a:lnTo>
                    <a:lnTo>
                      <a:pt x="40850" y="285850"/>
                    </a:lnTo>
                    <a:lnTo>
                      <a:pt x="40000" y="285850"/>
                    </a:lnTo>
                    <a:close/>
                    <a:moveTo>
                      <a:pt x="42500" y="287500"/>
                    </a:moveTo>
                    <a:lnTo>
                      <a:pt x="43200" y="287500"/>
                    </a:lnTo>
                    <a:lnTo>
                      <a:pt x="43200" y="288200"/>
                    </a:lnTo>
                    <a:lnTo>
                      <a:pt x="42500" y="288200"/>
                    </a:lnTo>
                    <a:close/>
                    <a:moveTo>
                      <a:pt x="45000" y="285000"/>
                    </a:moveTo>
                    <a:lnTo>
                      <a:pt x="45850" y="285000"/>
                    </a:lnTo>
                    <a:lnTo>
                      <a:pt x="45850" y="285850"/>
                    </a:lnTo>
                    <a:lnTo>
                      <a:pt x="45000" y="285850"/>
                    </a:lnTo>
                    <a:close/>
                    <a:moveTo>
                      <a:pt x="47500" y="287500"/>
                    </a:moveTo>
                    <a:lnTo>
                      <a:pt x="48200" y="287500"/>
                    </a:lnTo>
                    <a:lnTo>
                      <a:pt x="48200" y="288200"/>
                    </a:lnTo>
                    <a:lnTo>
                      <a:pt x="47500" y="288200"/>
                    </a:lnTo>
                    <a:close/>
                    <a:moveTo>
                      <a:pt x="50000" y="285000"/>
                    </a:moveTo>
                    <a:lnTo>
                      <a:pt x="50850" y="285000"/>
                    </a:lnTo>
                    <a:lnTo>
                      <a:pt x="50850" y="285850"/>
                    </a:lnTo>
                    <a:lnTo>
                      <a:pt x="50000" y="285850"/>
                    </a:lnTo>
                    <a:close/>
                    <a:moveTo>
                      <a:pt x="52500" y="287500"/>
                    </a:moveTo>
                    <a:lnTo>
                      <a:pt x="53200" y="287500"/>
                    </a:lnTo>
                    <a:lnTo>
                      <a:pt x="53200" y="288200"/>
                    </a:lnTo>
                    <a:lnTo>
                      <a:pt x="52500" y="288200"/>
                    </a:lnTo>
                    <a:close/>
                    <a:moveTo>
                      <a:pt x="55000" y="285000"/>
                    </a:moveTo>
                    <a:lnTo>
                      <a:pt x="55850" y="285000"/>
                    </a:lnTo>
                    <a:lnTo>
                      <a:pt x="55850" y="285850"/>
                    </a:lnTo>
                    <a:lnTo>
                      <a:pt x="55000" y="285850"/>
                    </a:lnTo>
                    <a:close/>
                    <a:moveTo>
                      <a:pt x="57500" y="287500"/>
                    </a:moveTo>
                    <a:lnTo>
                      <a:pt x="58200" y="287500"/>
                    </a:lnTo>
                    <a:lnTo>
                      <a:pt x="58200" y="288200"/>
                    </a:lnTo>
                    <a:lnTo>
                      <a:pt x="57500" y="288200"/>
                    </a:lnTo>
                    <a:close/>
                    <a:moveTo>
                      <a:pt x="60000" y="285000"/>
                    </a:moveTo>
                    <a:lnTo>
                      <a:pt x="60850" y="285000"/>
                    </a:lnTo>
                    <a:lnTo>
                      <a:pt x="60850" y="285850"/>
                    </a:lnTo>
                    <a:lnTo>
                      <a:pt x="60000" y="285850"/>
                    </a:lnTo>
                    <a:close/>
                    <a:moveTo>
                      <a:pt x="62500" y="287500"/>
                    </a:moveTo>
                    <a:lnTo>
                      <a:pt x="63200" y="287500"/>
                    </a:lnTo>
                    <a:lnTo>
                      <a:pt x="63200" y="288200"/>
                    </a:lnTo>
                    <a:lnTo>
                      <a:pt x="62500" y="288200"/>
                    </a:lnTo>
                    <a:close/>
                    <a:moveTo>
                      <a:pt x="65000" y="285000"/>
                    </a:moveTo>
                    <a:lnTo>
                      <a:pt x="65850" y="285000"/>
                    </a:lnTo>
                    <a:lnTo>
                      <a:pt x="65850" y="285850"/>
                    </a:lnTo>
                    <a:lnTo>
                      <a:pt x="65000" y="285850"/>
                    </a:lnTo>
                    <a:close/>
                    <a:moveTo>
                      <a:pt x="67500" y="287500"/>
                    </a:moveTo>
                    <a:lnTo>
                      <a:pt x="68200" y="287500"/>
                    </a:lnTo>
                    <a:lnTo>
                      <a:pt x="68200" y="288200"/>
                    </a:lnTo>
                    <a:lnTo>
                      <a:pt x="67500" y="288200"/>
                    </a:lnTo>
                    <a:close/>
                    <a:moveTo>
                      <a:pt x="70000" y="285000"/>
                    </a:moveTo>
                    <a:lnTo>
                      <a:pt x="70850" y="285000"/>
                    </a:lnTo>
                    <a:lnTo>
                      <a:pt x="70850" y="285850"/>
                    </a:lnTo>
                    <a:lnTo>
                      <a:pt x="70000" y="285850"/>
                    </a:lnTo>
                    <a:close/>
                    <a:moveTo>
                      <a:pt x="72500" y="287500"/>
                    </a:moveTo>
                    <a:lnTo>
                      <a:pt x="73200" y="287500"/>
                    </a:lnTo>
                    <a:lnTo>
                      <a:pt x="73200" y="288200"/>
                    </a:lnTo>
                    <a:lnTo>
                      <a:pt x="72500" y="288200"/>
                    </a:lnTo>
                    <a:close/>
                    <a:moveTo>
                      <a:pt x="75000" y="285000"/>
                    </a:moveTo>
                    <a:lnTo>
                      <a:pt x="75850" y="285000"/>
                    </a:lnTo>
                    <a:lnTo>
                      <a:pt x="75850" y="285850"/>
                    </a:lnTo>
                    <a:lnTo>
                      <a:pt x="75000" y="285850"/>
                    </a:lnTo>
                    <a:close/>
                    <a:moveTo>
                      <a:pt x="77500" y="287500"/>
                    </a:moveTo>
                    <a:lnTo>
                      <a:pt x="78200" y="287500"/>
                    </a:lnTo>
                    <a:lnTo>
                      <a:pt x="78200" y="288200"/>
                    </a:lnTo>
                    <a:lnTo>
                      <a:pt x="77500" y="288200"/>
                    </a:lnTo>
                    <a:close/>
                    <a:moveTo>
                      <a:pt x="80000" y="285000"/>
                    </a:moveTo>
                    <a:lnTo>
                      <a:pt x="80850" y="285000"/>
                    </a:lnTo>
                    <a:lnTo>
                      <a:pt x="80850" y="285850"/>
                    </a:lnTo>
                    <a:lnTo>
                      <a:pt x="80000" y="285850"/>
                    </a:lnTo>
                    <a:close/>
                    <a:moveTo>
                      <a:pt x="82500" y="287500"/>
                    </a:moveTo>
                    <a:lnTo>
                      <a:pt x="83200" y="287500"/>
                    </a:lnTo>
                    <a:lnTo>
                      <a:pt x="83200" y="288200"/>
                    </a:lnTo>
                    <a:lnTo>
                      <a:pt x="82500" y="288200"/>
                    </a:lnTo>
                    <a:close/>
                    <a:moveTo>
                      <a:pt x="85000" y="285000"/>
                    </a:moveTo>
                    <a:lnTo>
                      <a:pt x="85850" y="285000"/>
                    </a:lnTo>
                    <a:lnTo>
                      <a:pt x="85850" y="285850"/>
                    </a:lnTo>
                    <a:lnTo>
                      <a:pt x="85000" y="285850"/>
                    </a:lnTo>
                    <a:close/>
                    <a:moveTo>
                      <a:pt x="87500" y="287500"/>
                    </a:moveTo>
                    <a:lnTo>
                      <a:pt x="88200" y="287500"/>
                    </a:lnTo>
                    <a:lnTo>
                      <a:pt x="88200" y="288200"/>
                    </a:lnTo>
                    <a:lnTo>
                      <a:pt x="87500" y="288200"/>
                    </a:lnTo>
                    <a:close/>
                    <a:moveTo>
                      <a:pt x="90000" y="285000"/>
                    </a:moveTo>
                    <a:lnTo>
                      <a:pt x="90850" y="285000"/>
                    </a:lnTo>
                    <a:lnTo>
                      <a:pt x="90850" y="285850"/>
                    </a:lnTo>
                    <a:lnTo>
                      <a:pt x="90000" y="285850"/>
                    </a:lnTo>
                    <a:close/>
                    <a:moveTo>
                      <a:pt x="92500" y="287500"/>
                    </a:moveTo>
                    <a:lnTo>
                      <a:pt x="93200" y="287500"/>
                    </a:lnTo>
                    <a:lnTo>
                      <a:pt x="93200" y="288200"/>
                    </a:lnTo>
                    <a:lnTo>
                      <a:pt x="92500" y="288200"/>
                    </a:lnTo>
                    <a:close/>
                    <a:moveTo>
                      <a:pt x="95000" y="285000"/>
                    </a:moveTo>
                    <a:lnTo>
                      <a:pt x="95850" y="285000"/>
                    </a:lnTo>
                    <a:lnTo>
                      <a:pt x="95850" y="285850"/>
                    </a:lnTo>
                    <a:lnTo>
                      <a:pt x="95000" y="285850"/>
                    </a:lnTo>
                    <a:close/>
                    <a:moveTo>
                      <a:pt x="97500" y="287500"/>
                    </a:moveTo>
                    <a:lnTo>
                      <a:pt x="98200" y="287500"/>
                    </a:lnTo>
                    <a:lnTo>
                      <a:pt x="98200" y="288200"/>
                    </a:lnTo>
                    <a:lnTo>
                      <a:pt x="97500" y="288200"/>
                    </a:lnTo>
                    <a:close/>
                    <a:moveTo>
                      <a:pt x="100000" y="285000"/>
                    </a:moveTo>
                    <a:lnTo>
                      <a:pt x="100850" y="285000"/>
                    </a:lnTo>
                    <a:lnTo>
                      <a:pt x="100850" y="285850"/>
                    </a:lnTo>
                    <a:lnTo>
                      <a:pt x="100000" y="285850"/>
                    </a:lnTo>
                    <a:close/>
                    <a:moveTo>
                      <a:pt x="102500" y="287500"/>
                    </a:moveTo>
                    <a:lnTo>
                      <a:pt x="103200" y="287500"/>
                    </a:lnTo>
                    <a:lnTo>
                      <a:pt x="103200" y="288200"/>
                    </a:lnTo>
                    <a:lnTo>
                      <a:pt x="102500" y="288200"/>
                    </a:lnTo>
                    <a:close/>
                    <a:moveTo>
                      <a:pt x="105000" y="285000"/>
                    </a:moveTo>
                    <a:lnTo>
                      <a:pt x="105850" y="285000"/>
                    </a:lnTo>
                    <a:lnTo>
                      <a:pt x="105850" y="285850"/>
                    </a:lnTo>
                    <a:lnTo>
                      <a:pt x="105000" y="285850"/>
                    </a:lnTo>
                    <a:close/>
                    <a:moveTo>
                      <a:pt x="107500" y="287500"/>
                    </a:moveTo>
                    <a:lnTo>
                      <a:pt x="108200" y="287500"/>
                    </a:lnTo>
                    <a:lnTo>
                      <a:pt x="108200" y="288200"/>
                    </a:lnTo>
                    <a:lnTo>
                      <a:pt x="107500" y="288200"/>
                    </a:lnTo>
                    <a:close/>
                    <a:moveTo>
                      <a:pt x="110000" y="285000"/>
                    </a:moveTo>
                    <a:lnTo>
                      <a:pt x="110850" y="285000"/>
                    </a:lnTo>
                    <a:lnTo>
                      <a:pt x="110850" y="285850"/>
                    </a:lnTo>
                    <a:lnTo>
                      <a:pt x="110000" y="285850"/>
                    </a:lnTo>
                    <a:close/>
                    <a:moveTo>
                      <a:pt x="112500" y="287500"/>
                    </a:moveTo>
                    <a:lnTo>
                      <a:pt x="113200" y="287500"/>
                    </a:lnTo>
                    <a:lnTo>
                      <a:pt x="113200" y="288200"/>
                    </a:lnTo>
                    <a:lnTo>
                      <a:pt x="112500" y="288200"/>
                    </a:lnTo>
                    <a:close/>
                    <a:moveTo>
                      <a:pt x="115000" y="285000"/>
                    </a:moveTo>
                    <a:lnTo>
                      <a:pt x="115850" y="285000"/>
                    </a:lnTo>
                    <a:lnTo>
                      <a:pt x="115850" y="285850"/>
                    </a:lnTo>
                    <a:lnTo>
                      <a:pt x="115000" y="285850"/>
                    </a:lnTo>
                    <a:close/>
                    <a:moveTo>
                      <a:pt x="117500" y="287500"/>
                    </a:moveTo>
                    <a:lnTo>
                      <a:pt x="118200" y="287500"/>
                    </a:lnTo>
                    <a:lnTo>
                      <a:pt x="118200" y="288200"/>
                    </a:lnTo>
                    <a:lnTo>
                      <a:pt x="117500" y="288200"/>
                    </a:lnTo>
                    <a:close/>
                    <a:moveTo>
                      <a:pt x="120000" y="285000"/>
                    </a:moveTo>
                    <a:lnTo>
                      <a:pt x="120850" y="285000"/>
                    </a:lnTo>
                    <a:lnTo>
                      <a:pt x="120850" y="285850"/>
                    </a:lnTo>
                    <a:lnTo>
                      <a:pt x="120000" y="285850"/>
                    </a:lnTo>
                    <a:close/>
                    <a:moveTo>
                      <a:pt x="122500" y="287500"/>
                    </a:moveTo>
                    <a:lnTo>
                      <a:pt x="123200" y="287500"/>
                    </a:lnTo>
                    <a:lnTo>
                      <a:pt x="123200" y="288200"/>
                    </a:lnTo>
                    <a:lnTo>
                      <a:pt x="122500" y="288200"/>
                    </a:lnTo>
                    <a:close/>
                    <a:moveTo>
                      <a:pt x="125000" y="285000"/>
                    </a:moveTo>
                    <a:lnTo>
                      <a:pt x="125850" y="285000"/>
                    </a:lnTo>
                    <a:lnTo>
                      <a:pt x="125850" y="285850"/>
                    </a:lnTo>
                    <a:lnTo>
                      <a:pt x="125000" y="285850"/>
                    </a:lnTo>
                    <a:close/>
                    <a:moveTo>
                      <a:pt x="127500" y="287500"/>
                    </a:moveTo>
                    <a:lnTo>
                      <a:pt x="128200" y="287500"/>
                    </a:lnTo>
                    <a:lnTo>
                      <a:pt x="128200" y="288200"/>
                    </a:lnTo>
                    <a:lnTo>
                      <a:pt x="127500" y="288200"/>
                    </a:lnTo>
                    <a:close/>
                    <a:moveTo>
                      <a:pt x="130000" y="285000"/>
                    </a:moveTo>
                    <a:lnTo>
                      <a:pt x="130850" y="285000"/>
                    </a:lnTo>
                    <a:lnTo>
                      <a:pt x="130850" y="285850"/>
                    </a:lnTo>
                    <a:lnTo>
                      <a:pt x="130000" y="285850"/>
                    </a:lnTo>
                    <a:close/>
                    <a:moveTo>
                      <a:pt x="132500" y="287500"/>
                    </a:moveTo>
                    <a:lnTo>
                      <a:pt x="133200" y="287500"/>
                    </a:lnTo>
                    <a:lnTo>
                      <a:pt x="133200" y="288200"/>
                    </a:lnTo>
                    <a:lnTo>
                      <a:pt x="132500" y="288200"/>
                    </a:lnTo>
                    <a:close/>
                    <a:moveTo>
                      <a:pt x="135000" y="285000"/>
                    </a:moveTo>
                    <a:lnTo>
                      <a:pt x="135850" y="285000"/>
                    </a:lnTo>
                    <a:lnTo>
                      <a:pt x="135850" y="285850"/>
                    </a:lnTo>
                    <a:lnTo>
                      <a:pt x="135000" y="285850"/>
                    </a:lnTo>
                    <a:close/>
                    <a:moveTo>
                      <a:pt x="137500" y="287500"/>
                    </a:moveTo>
                    <a:lnTo>
                      <a:pt x="138200" y="287500"/>
                    </a:lnTo>
                    <a:lnTo>
                      <a:pt x="138200" y="288200"/>
                    </a:lnTo>
                    <a:lnTo>
                      <a:pt x="137500" y="288200"/>
                    </a:lnTo>
                    <a:close/>
                    <a:moveTo>
                      <a:pt x="140000" y="285000"/>
                    </a:moveTo>
                    <a:lnTo>
                      <a:pt x="140850" y="285000"/>
                    </a:lnTo>
                    <a:lnTo>
                      <a:pt x="140850" y="285850"/>
                    </a:lnTo>
                    <a:lnTo>
                      <a:pt x="140000" y="285850"/>
                    </a:lnTo>
                    <a:close/>
                    <a:moveTo>
                      <a:pt x="142500" y="287500"/>
                    </a:moveTo>
                    <a:lnTo>
                      <a:pt x="143200" y="287500"/>
                    </a:lnTo>
                    <a:lnTo>
                      <a:pt x="143200" y="288200"/>
                    </a:lnTo>
                    <a:lnTo>
                      <a:pt x="142500" y="288200"/>
                    </a:lnTo>
                    <a:close/>
                    <a:moveTo>
                      <a:pt x="145000" y="285000"/>
                    </a:moveTo>
                    <a:lnTo>
                      <a:pt x="145850" y="285000"/>
                    </a:lnTo>
                    <a:lnTo>
                      <a:pt x="145850" y="285850"/>
                    </a:lnTo>
                    <a:lnTo>
                      <a:pt x="145000" y="285850"/>
                    </a:lnTo>
                    <a:close/>
                    <a:moveTo>
                      <a:pt x="147500" y="287500"/>
                    </a:moveTo>
                    <a:lnTo>
                      <a:pt x="148200" y="287500"/>
                    </a:lnTo>
                    <a:lnTo>
                      <a:pt x="148200" y="288200"/>
                    </a:lnTo>
                    <a:lnTo>
                      <a:pt x="147500" y="288200"/>
                    </a:lnTo>
                    <a:close/>
                    <a:moveTo>
                      <a:pt x="150000" y="285000"/>
                    </a:moveTo>
                    <a:lnTo>
                      <a:pt x="150850" y="285000"/>
                    </a:lnTo>
                    <a:lnTo>
                      <a:pt x="150850" y="285850"/>
                    </a:lnTo>
                    <a:lnTo>
                      <a:pt x="150000" y="285850"/>
                    </a:lnTo>
                    <a:close/>
                    <a:moveTo>
                      <a:pt x="152500" y="287500"/>
                    </a:moveTo>
                    <a:lnTo>
                      <a:pt x="153200" y="287500"/>
                    </a:lnTo>
                    <a:lnTo>
                      <a:pt x="153200" y="288200"/>
                    </a:lnTo>
                    <a:lnTo>
                      <a:pt x="152500" y="288200"/>
                    </a:lnTo>
                    <a:close/>
                    <a:moveTo>
                      <a:pt x="155000" y="285000"/>
                    </a:moveTo>
                    <a:lnTo>
                      <a:pt x="155850" y="285000"/>
                    </a:lnTo>
                    <a:lnTo>
                      <a:pt x="155850" y="285850"/>
                    </a:lnTo>
                    <a:lnTo>
                      <a:pt x="155000" y="285850"/>
                    </a:lnTo>
                    <a:close/>
                    <a:moveTo>
                      <a:pt x="157500" y="287500"/>
                    </a:moveTo>
                    <a:lnTo>
                      <a:pt x="158200" y="287500"/>
                    </a:lnTo>
                    <a:lnTo>
                      <a:pt x="158200" y="288200"/>
                    </a:lnTo>
                    <a:lnTo>
                      <a:pt x="157500" y="288200"/>
                    </a:lnTo>
                    <a:close/>
                    <a:moveTo>
                      <a:pt x="160000" y="285000"/>
                    </a:moveTo>
                    <a:lnTo>
                      <a:pt x="160850" y="285000"/>
                    </a:lnTo>
                    <a:lnTo>
                      <a:pt x="160850" y="285850"/>
                    </a:lnTo>
                    <a:lnTo>
                      <a:pt x="160000" y="285850"/>
                    </a:lnTo>
                    <a:close/>
                    <a:moveTo>
                      <a:pt x="162500" y="287500"/>
                    </a:moveTo>
                    <a:lnTo>
                      <a:pt x="163200" y="287500"/>
                    </a:lnTo>
                    <a:lnTo>
                      <a:pt x="163200" y="288200"/>
                    </a:lnTo>
                    <a:lnTo>
                      <a:pt x="162500" y="288200"/>
                    </a:lnTo>
                    <a:close/>
                    <a:moveTo>
                      <a:pt x="165000" y="285000"/>
                    </a:moveTo>
                    <a:lnTo>
                      <a:pt x="165850" y="285000"/>
                    </a:lnTo>
                    <a:lnTo>
                      <a:pt x="165850" y="285850"/>
                    </a:lnTo>
                    <a:lnTo>
                      <a:pt x="165000" y="285850"/>
                    </a:lnTo>
                    <a:close/>
                    <a:moveTo>
                      <a:pt x="167500" y="287500"/>
                    </a:moveTo>
                    <a:lnTo>
                      <a:pt x="168200" y="287500"/>
                    </a:lnTo>
                    <a:lnTo>
                      <a:pt x="168200" y="288200"/>
                    </a:lnTo>
                    <a:lnTo>
                      <a:pt x="167500" y="288200"/>
                    </a:lnTo>
                    <a:close/>
                    <a:moveTo>
                      <a:pt x="170000" y="285000"/>
                    </a:moveTo>
                    <a:lnTo>
                      <a:pt x="170850" y="285000"/>
                    </a:lnTo>
                    <a:lnTo>
                      <a:pt x="170850" y="285850"/>
                    </a:lnTo>
                    <a:lnTo>
                      <a:pt x="170000" y="285850"/>
                    </a:lnTo>
                    <a:close/>
                    <a:moveTo>
                      <a:pt x="172500" y="287500"/>
                    </a:moveTo>
                    <a:lnTo>
                      <a:pt x="173200" y="287500"/>
                    </a:lnTo>
                    <a:lnTo>
                      <a:pt x="173200" y="288200"/>
                    </a:lnTo>
                    <a:lnTo>
                      <a:pt x="172500" y="288200"/>
                    </a:lnTo>
                    <a:close/>
                    <a:moveTo>
                      <a:pt x="175000" y="285000"/>
                    </a:moveTo>
                    <a:lnTo>
                      <a:pt x="175850" y="285000"/>
                    </a:lnTo>
                    <a:lnTo>
                      <a:pt x="175850" y="285850"/>
                    </a:lnTo>
                    <a:lnTo>
                      <a:pt x="175000" y="285850"/>
                    </a:lnTo>
                    <a:close/>
                    <a:moveTo>
                      <a:pt x="177500" y="287500"/>
                    </a:moveTo>
                    <a:lnTo>
                      <a:pt x="178200" y="287500"/>
                    </a:lnTo>
                    <a:lnTo>
                      <a:pt x="178200" y="288200"/>
                    </a:lnTo>
                    <a:lnTo>
                      <a:pt x="177500" y="288200"/>
                    </a:lnTo>
                    <a:close/>
                    <a:moveTo>
                      <a:pt x="180000" y="285000"/>
                    </a:moveTo>
                    <a:lnTo>
                      <a:pt x="180850" y="285000"/>
                    </a:lnTo>
                    <a:lnTo>
                      <a:pt x="180850" y="285850"/>
                    </a:lnTo>
                    <a:lnTo>
                      <a:pt x="180000" y="285850"/>
                    </a:lnTo>
                    <a:close/>
                    <a:moveTo>
                      <a:pt x="182500" y="287500"/>
                    </a:moveTo>
                    <a:lnTo>
                      <a:pt x="183200" y="287500"/>
                    </a:lnTo>
                    <a:lnTo>
                      <a:pt x="183200" y="288200"/>
                    </a:lnTo>
                    <a:lnTo>
                      <a:pt x="182500" y="288200"/>
                    </a:lnTo>
                    <a:close/>
                    <a:moveTo>
                      <a:pt x="185000" y="285000"/>
                    </a:moveTo>
                    <a:lnTo>
                      <a:pt x="185850" y="285000"/>
                    </a:lnTo>
                    <a:lnTo>
                      <a:pt x="185850" y="285850"/>
                    </a:lnTo>
                    <a:lnTo>
                      <a:pt x="185000" y="285850"/>
                    </a:lnTo>
                    <a:close/>
                    <a:moveTo>
                      <a:pt x="187500" y="287500"/>
                    </a:moveTo>
                    <a:lnTo>
                      <a:pt x="188200" y="287500"/>
                    </a:lnTo>
                    <a:lnTo>
                      <a:pt x="188200" y="288200"/>
                    </a:lnTo>
                    <a:lnTo>
                      <a:pt x="187500" y="288200"/>
                    </a:lnTo>
                    <a:close/>
                    <a:moveTo>
                      <a:pt x="190000" y="285000"/>
                    </a:moveTo>
                    <a:lnTo>
                      <a:pt x="190850" y="285000"/>
                    </a:lnTo>
                    <a:lnTo>
                      <a:pt x="190850" y="285850"/>
                    </a:lnTo>
                    <a:lnTo>
                      <a:pt x="190000" y="285850"/>
                    </a:lnTo>
                    <a:close/>
                    <a:moveTo>
                      <a:pt x="192500" y="287500"/>
                    </a:moveTo>
                    <a:lnTo>
                      <a:pt x="193200" y="287500"/>
                    </a:lnTo>
                    <a:lnTo>
                      <a:pt x="193200" y="288200"/>
                    </a:lnTo>
                    <a:lnTo>
                      <a:pt x="192500" y="288200"/>
                    </a:lnTo>
                    <a:close/>
                    <a:moveTo>
                      <a:pt x="195000" y="285000"/>
                    </a:moveTo>
                    <a:lnTo>
                      <a:pt x="195850" y="285000"/>
                    </a:lnTo>
                    <a:lnTo>
                      <a:pt x="195850" y="285850"/>
                    </a:lnTo>
                    <a:lnTo>
                      <a:pt x="195000" y="285850"/>
                    </a:lnTo>
                    <a:close/>
                    <a:moveTo>
                      <a:pt x="197500" y="287500"/>
                    </a:moveTo>
                    <a:lnTo>
                      <a:pt x="198200" y="287500"/>
                    </a:lnTo>
                    <a:lnTo>
                      <a:pt x="198200" y="288200"/>
                    </a:lnTo>
                    <a:lnTo>
                      <a:pt x="197500" y="288200"/>
                    </a:lnTo>
                    <a:close/>
                    <a:moveTo>
                      <a:pt x="200000" y="285000"/>
                    </a:moveTo>
                    <a:lnTo>
                      <a:pt x="200850" y="285000"/>
                    </a:lnTo>
                    <a:lnTo>
                      <a:pt x="200850" y="285850"/>
                    </a:lnTo>
                    <a:lnTo>
                      <a:pt x="200000" y="285850"/>
                    </a:lnTo>
                    <a:close/>
                    <a:moveTo>
                      <a:pt x="202500" y="287500"/>
                    </a:moveTo>
                    <a:lnTo>
                      <a:pt x="203200" y="287500"/>
                    </a:lnTo>
                    <a:lnTo>
                      <a:pt x="203200" y="288200"/>
                    </a:lnTo>
                    <a:lnTo>
                      <a:pt x="202500" y="288200"/>
                    </a:lnTo>
                    <a:close/>
                    <a:moveTo>
                      <a:pt x="205000" y="285000"/>
                    </a:moveTo>
                    <a:lnTo>
                      <a:pt x="205850" y="285000"/>
                    </a:lnTo>
                    <a:lnTo>
                      <a:pt x="205850" y="285850"/>
                    </a:lnTo>
                    <a:lnTo>
                      <a:pt x="205000" y="285850"/>
                    </a:lnTo>
                    <a:close/>
                    <a:moveTo>
                      <a:pt x="207500" y="287500"/>
                    </a:moveTo>
                    <a:lnTo>
                      <a:pt x="208200" y="287500"/>
                    </a:lnTo>
                    <a:lnTo>
                      <a:pt x="208200" y="288200"/>
                    </a:lnTo>
                    <a:lnTo>
                      <a:pt x="207500" y="288200"/>
                    </a:lnTo>
                    <a:close/>
                    <a:moveTo>
                      <a:pt x="210000" y="285000"/>
                    </a:moveTo>
                    <a:lnTo>
                      <a:pt x="210850" y="285000"/>
                    </a:lnTo>
                    <a:lnTo>
                      <a:pt x="210850" y="285850"/>
                    </a:lnTo>
                    <a:lnTo>
                      <a:pt x="210000" y="285850"/>
                    </a:lnTo>
                    <a:close/>
                    <a:moveTo>
                      <a:pt x="212500" y="287500"/>
                    </a:moveTo>
                    <a:lnTo>
                      <a:pt x="213200" y="287500"/>
                    </a:lnTo>
                    <a:lnTo>
                      <a:pt x="213200" y="288200"/>
                    </a:lnTo>
                    <a:lnTo>
                      <a:pt x="212500" y="288200"/>
                    </a:lnTo>
                    <a:close/>
                    <a:moveTo>
                      <a:pt x="215000" y="285000"/>
                    </a:moveTo>
                    <a:lnTo>
                      <a:pt x="215850" y="285000"/>
                    </a:lnTo>
                    <a:lnTo>
                      <a:pt x="215850" y="285850"/>
                    </a:lnTo>
                    <a:lnTo>
                      <a:pt x="215000" y="285850"/>
                    </a:lnTo>
                    <a:close/>
                    <a:moveTo>
                      <a:pt x="217500" y="287500"/>
                    </a:moveTo>
                    <a:lnTo>
                      <a:pt x="218200" y="287500"/>
                    </a:lnTo>
                    <a:lnTo>
                      <a:pt x="218200" y="288200"/>
                    </a:lnTo>
                    <a:lnTo>
                      <a:pt x="217500" y="288200"/>
                    </a:lnTo>
                    <a:close/>
                    <a:moveTo>
                      <a:pt x="220000" y="285000"/>
                    </a:moveTo>
                    <a:lnTo>
                      <a:pt x="220850" y="285000"/>
                    </a:lnTo>
                    <a:lnTo>
                      <a:pt x="220850" y="285850"/>
                    </a:lnTo>
                    <a:lnTo>
                      <a:pt x="220000" y="285850"/>
                    </a:lnTo>
                    <a:close/>
                    <a:moveTo>
                      <a:pt x="222500" y="287500"/>
                    </a:moveTo>
                    <a:lnTo>
                      <a:pt x="223200" y="287500"/>
                    </a:lnTo>
                    <a:lnTo>
                      <a:pt x="223200" y="288200"/>
                    </a:lnTo>
                    <a:lnTo>
                      <a:pt x="222500" y="288200"/>
                    </a:lnTo>
                    <a:close/>
                    <a:moveTo>
                      <a:pt x="225000" y="285000"/>
                    </a:moveTo>
                    <a:lnTo>
                      <a:pt x="225850" y="285000"/>
                    </a:lnTo>
                    <a:lnTo>
                      <a:pt x="225850" y="285850"/>
                    </a:lnTo>
                    <a:lnTo>
                      <a:pt x="225000" y="285850"/>
                    </a:lnTo>
                    <a:close/>
                    <a:moveTo>
                      <a:pt x="227500" y="287500"/>
                    </a:moveTo>
                    <a:lnTo>
                      <a:pt x="228200" y="287500"/>
                    </a:lnTo>
                    <a:lnTo>
                      <a:pt x="228200" y="288200"/>
                    </a:lnTo>
                    <a:lnTo>
                      <a:pt x="227500" y="288200"/>
                    </a:lnTo>
                    <a:close/>
                    <a:moveTo>
                      <a:pt x="230000" y="285000"/>
                    </a:moveTo>
                    <a:lnTo>
                      <a:pt x="230850" y="285000"/>
                    </a:lnTo>
                    <a:lnTo>
                      <a:pt x="230850" y="285850"/>
                    </a:lnTo>
                    <a:lnTo>
                      <a:pt x="230000" y="285850"/>
                    </a:lnTo>
                    <a:close/>
                    <a:moveTo>
                      <a:pt x="232500" y="287500"/>
                    </a:moveTo>
                    <a:lnTo>
                      <a:pt x="233200" y="287500"/>
                    </a:lnTo>
                    <a:lnTo>
                      <a:pt x="233200" y="288200"/>
                    </a:lnTo>
                    <a:lnTo>
                      <a:pt x="232500" y="288200"/>
                    </a:lnTo>
                    <a:close/>
                    <a:moveTo>
                      <a:pt x="235000" y="285000"/>
                    </a:moveTo>
                    <a:lnTo>
                      <a:pt x="235850" y="285000"/>
                    </a:lnTo>
                    <a:lnTo>
                      <a:pt x="235850" y="285850"/>
                    </a:lnTo>
                    <a:lnTo>
                      <a:pt x="235000" y="285850"/>
                    </a:lnTo>
                    <a:close/>
                    <a:moveTo>
                      <a:pt x="237500" y="287500"/>
                    </a:moveTo>
                    <a:lnTo>
                      <a:pt x="238200" y="287500"/>
                    </a:lnTo>
                    <a:lnTo>
                      <a:pt x="238200" y="288200"/>
                    </a:lnTo>
                    <a:lnTo>
                      <a:pt x="237500" y="288200"/>
                    </a:lnTo>
                    <a:close/>
                    <a:moveTo>
                      <a:pt x="240000" y="285000"/>
                    </a:moveTo>
                    <a:lnTo>
                      <a:pt x="240850" y="285000"/>
                    </a:lnTo>
                    <a:lnTo>
                      <a:pt x="240850" y="285850"/>
                    </a:lnTo>
                    <a:lnTo>
                      <a:pt x="240000" y="285850"/>
                    </a:lnTo>
                    <a:close/>
                    <a:moveTo>
                      <a:pt x="242500" y="287500"/>
                    </a:moveTo>
                    <a:lnTo>
                      <a:pt x="243200" y="287500"/>
                    </a:lnTo>
                    <a:lnTo>
                      <a:pt x="243200" y="288200"/>
                    </a:lnTo>
                    <a:lnTo>
                      <a:pt x="242500" y="288200"/>
                    </a:lnTo>
                    <a:close/>
                    <a:moveTo>
                      <a:pt x="245000" y="285000"/>
                    </a:moveTo>
                    <a:lnTo>
                      <a:pt x="245850" y="285000"/>
                    </a:lnTo>
                    <a:lnTo>
                      <a:pt x="245850" y="285850"/>
                    </a:lnTo>
                    <a:lnTo>
                      <a:pt x="245000" y="285850"/>
                    </a:lnTo>
                    <a:close/>
                    <a:moveTo>
                      <a:pt x="247500" y="287500"/>
                    </a:moveTo>
                    <a:lnTo>
                      <a:pt x="248200" y="287500"/>
                    </a:lnTo>
                    <a:lnTo>
                      <a:pt x="248200" y="288200"/>
                    </a:lnTo>
                    <a:lnTo>
                      <a:pt x="247500" y="288200"/>
                    </a:lnTo>
                    <a:close/>
                    <a:moveTo>
                      <a:pt x="250000" y="285000"/>
                    </a:moveTo>
                    <a:lnTo>
                      <a:pt x="250850" y="285000"/>
                    </a:lnTo>
                    <a:lnTo>
                      <a:pt x="250850" y="285850"/>
                    </a:lnTo>
                    <a:lnTo>
                      <a:pt x="250000" y="285850"/>
                    </a:lnTo>
                    <a:close/>
                    <a:moveTo>
                      <a:pt x="252500" y="287500"/>
                    </a:moveTo>
                    <a:lnTo>
                      <a:pt x="253200" y="287500"/>
                    </a:lnTo>
                    <a:lnTo>
                      <a:pt x="253200" y="288200"/>
                    </a:lnTo>
                    <a:lnTo>
                      <a:pt x="252500" y="288200"/>
                    </a:lnTo>
                    <a:close/>
                    <a:moveTo>
                      <a:pt x="255000" y="285000"/>
                    </a:moveTo>
                    <a:lnTo>
                      <a:pt x="255850" y="285000"/>
                    </a:lnTo>
                    <a:lnTo>
                      <a:pt x="255850" y="285850"/>
                    </a:lnTo>
                    <a:lnTo>
                      <a:pt x="255000" y="285850"/>
                    </a:lnTo>
                    <a:close/>
                    <a:moveTo>
                      <a:pt x="257500" y="287500"/>
                    </a:moveTo>
                    <a:lnTo>
                      <a:pt x="258200" y="287500"/>
                    </a:lnTo>
                    <a:lnTo>
                      <a:pt x="258200" y="288200"/>
                    </a:lnTo>
                    <a:lnTo>
                      <a:pt x="257500" y="288200"/>
                    </a:lnTo>
                    <a:close/>
                    <a:moveTo>
                      <a:pt x="260000" y="285000"/>
                    </a:moveTo>
                    <a:lnTo>
                      <a:pt x="260850" y="285000"/>
                    </a:lnTo>
                    <a:lnTo>
                      <a:pt x="260850" y="285850"/>
                    </a:lnTo>
                    <a:lnTo>
                      <a:pt x="260000" y="285850"/>
                    </a:lnTo>
                    <a:close/>
                    <a:moveTo>
                      <a:pt x="262500" y="287500"/>
                    </a:moveTo>
                    <a:lnTo>
                      <a:pt x="263200" y="287500"/>
                    </a:lnTo>
                    <a:lnTo>
                      <a:pt x="263200" y="288200"/>
                    </a:lnTo>
                    <a:lnTo>
                      <a:pt x="262500" y="288200"/>
                    </a:lnTo>
                    <a:close/>
                    <a:moveTo>
                      <a:pt x="265000" y="285000"/>
                    </a:moveTo>
                    <a:lnTo>
                      <a:pt x="265850" y="285000"/>
                    </a:lnTo>
                    <a:lnTo>
                      <a:pt x="265850" y="285850"/>
                    </a:lnTo>
                    <a:lnTo>
                      <a:pt x="265000" y="285850"/>
                    </a:lnTo>
                    <a:close/>
                    <a:moveTo>
                      <a:pt x="267500" y="287500"/>
                    </a:moveTo>
                    <a:lnTo>
                      <a:pt x="268200" y="287500"/>
                    </a:lnTo>
                    <a:lnTo>
                      <a:pt x="268200" y="288200"/>
                    </a:lnTo>
                    <a:lnTo>
                      <a:pt x="267500" y="288200"/>
                    </a:lnTo>
                    <a:close/>
                    <a:moveTo>
                      <a:pt x="270000" y="285000"/>
                    </a:moveTo>
                    <a:lnTo>
                      <a:pt x="270850" y="285000"/>
                    </a:lnTo>
                    <a:lnTo>
                      <a:pt x="270850" y="285850"/>
                    </a:lnTo>
                    <a:lnTo>
                      <a:pt x="270000" y="285850"/>
                    </a:lnTo>
                    <a:close/>
                    <a:moveTo>
                      <a:pt x="272500" y="287500"/>
                    </a:moveTo>
                    <a:lnTo>
                      <a:pt x="273200" y="287500"/>
                    </a:lnTo>
                    <a:lnTo>
                      <a:pt x="273200" y="288200"/>
                    </a:lnTo>
                    <a:lnTo>
                      <a:pt x="272500" y="288200"/>
                    </a:lnTo>
                    <a:close/>
                    <a:moveTo>
                      <a:pt x="275000" y="285000"/>
                    </a:moveTo>
                    <a:lnTo>
                      <a:pt x="275850" y="285000"/>
                    </a:lnTo>
                    <a:lnTo>
                      <a:pt x="275850" y="285850"/>
                    </a:lnTo>
                    <a:lnTo>
                      <a:pt x="275000" y="285850"/>
                    </a:lnTo>
                    <a:close/>
                    <a:moveTo>
                      <a:pt x="277500" y="287500"/>
                    </a:moveTo>
                    <a:lnTo>
                      <a:pt x="278200" y="287500"/>
                    </a:lnTo>
                    <a:lnTo>
                      <a:pt x="278200" y="288200"/>
                    </a:lnTo>
                    <a:lnTo>
                      <a:pt x="277500" y="288200"/>
                    </a:lnTo>
                    <a:close/>
                    <a:moveTo>
                      <a:pt x="280000" y="285000"/>
                    </a:moveTo>
                    <a:lnTo>
                      <a:pt x="280850" y="285000"/>
                    </a:lnTo>
                    <a:lnTo>
                      <a:pt x="280850" y="285850"/>
                    </a:lnTo>
                    <a:lnTo>
                      <a:pt x="280000" y="285850"/>
                    </a:lnTo>
                    <a:close/>
                    <a:moveTo>
                      <a:pt x="282500" y="287500"/>
                    </a:moveTo>
                    <a:lnTo>
                      <a:pt x="283200" y="287500"/>
                    </a:lnTo>
                    <a:lnTo>
                      <a:pt x="283200" y="288200"/>
                    </a:lnTo>
                    <a:lnTo>
                      <a:pt x="282500" y="288200"/>
                    </a:lnTo>
                    <a:close/>
                    <a:moveTo>
                      <a:pt x="285000" y="285000"/>
                    </a:moveTo>
                    <a:lnTo>
                      <a:pt x="285850" y="285000"/>
                    </a:lnTo>
                    <a:lnTo>
                      <a:pt x="285850" y="285850"/>
                    </a:lnTo>
                    <a:lnTo>
                      <a:pt x="285000" y="285850"/>
                    </a:lnTo>
                    <a:close/>
                    <a:moveTo>
                      <a:pt x="287500" y="287500"/>
                    </a:moveTo>
                    <a:lnTo>
                      <a:pt x="288200" y="287500"/>
                    </a:lnTo>
                    <a:lnTo>
                      <a:pt x="288200" y="288200"/>
                    </a:lnTo>
                    <a:lnTo>
                      <a:pt x="287500" y="288200"/>
                    </a:lnTo>
                    <a:close/>
                    <a:moveTo>
                      <a:pt x="0" y="290000"/>
                    </a:moveTo>
                    <a:lnTo>
                      <a:pt x="850" y="290000"/>
                    </a:lnTo>
                    <a:lnTo>
                      <a:pt x="850" y="290850"/>
                    </a:lnTo>
                    <a:lnTo>
                      <a:pt x="0" y="290850"/>
                    </a:lnTo>
                    <a:close/>
                    <a:moveTo>
                      <a:pt x="2500" y="292500"/>
                    </a:moveTo>
                    <a:lnTo>
                      <a:pt x="3200" y="292500"/>
                    </a:lnTo>
                    <a:lnTo>
                      <a:pt x="3200" y="293200"/>
                    </a:lnTo>
                    <a:lnTo>
                      <a:pt x="2500" y="293200"/>
                    </a:lnTo>
                    <a:close/>
                    <a:moveTo>
                      <a:pt x="5000" y="290000"/>
                    </a:moveTo>
                    <a:lnTo>
                      <a:pt x="5850" y="290000"/>
                    </a:lnTo>
                    <a:lnTo>
                      <a:pt x="5850" y="290850"/>
                    </a:lnTo>
                    <a:lnTo>
                      <a:pt x="5000" y="290850"/>
                    </a:lnTo>
                    <a:close/>
                    <a:moveTo>
                      <a:pt x="7500" y="292500"/>
                    </a:moveTo>
                    <a:lnTo>
                      <a:pt x="8200" y="292500"/>
                    </a:lnTo>
                    <a:lnTo>
                      <a:pt x="8200" y="293200"/>
                    </a:lnTo>
                    <a:lnTo>
                      <a:pt x="7500" y="293200"/>
                    </a:lnTo>
                    <a:close/>
                    <a:moveTo>
                      <a:pt x="10000" y="290000"/>
                    </a:moveTo>
                    <a:lnTo>
                      <a:pt x="10850" y="290000"/>
                    </a:lnTo>
                    <a:lnTo>
                      <a:pt x="10850" y="290850"/>
                    </a:lnTo>
                    <a:lnTo>
                      <a:pt x="10000" y="290850"/>
                    </a:lnTo>
                    <a:close/>
                    <a:moveTo>
                      <a:pt x="12500" y="292500"/>
                    </a:moveTo>
                    <a:lnTo>
                      <a:pt x="13200" y="292500"/>
                    </a:lnTo>
                    <a:lnTo>
                      <a:pt x="13200" y="293200"/>
                    </a:lnTo>
                    <a:lnTo>
                      <a:pt x="12500" y="293200"/>
                    </a:lnTo>
                    <a:close/>
                    <a:moveTo>
                      <a:pt x="15000" y="290000"/>
                    </a:moveTo>
                    <a:lnTo>
                      <a:pt x="15850" y="290000"/>
                    </a:lnTo>
                    <a:lnTo>
                      <a:pt x="15850" y="290850"/>
                    </a:lnTo>
                    <a:lnTo>
                      <a:pt x="15000" y="290850"/>
                    </a:lnTo>
                    <a:close/>
                    <a:moveTo>
                      <a:pt x="17500" y="292500"/>
                    </a:moveTo>
                    <a:lnTo>
                      <a:pt x="18200" y="292500"/>
                    </a:lnTo>
                    <a:lnTo>
                      <a:pt x="18200" y="293200"/>
                    </a:lnTo>
                    <a:lnTo>
                      <a:pt x="17500" y="293200"/>
                    </a:lnTo>
                    <a:close/>
                    <a:moveTo>
                      <a:pt x="20000" y="290000"/>
                    </a:moveTo>
                    <a:lnTo>
                      <a:pt x="20850" y="290000"/>
                    </a:lnTo>
                    <a:lnTo>
                      <a:pt x="20850" y="290850"/>
                    </a:lnTo>
                    <a:lnTo>
                      <a:pt x="20000" y="290850"/>
                    </a:lnTo>
                    <a:close/>
                    <a:moveTo>
                      <a:pt x="22500" y="292500"/>
                    </a:moveTo>
                    <a:lnTo>
                      <a:pt x="23200" y="292500"/>
                    </a:lnTo>
                    <a:lnTo>
                      <a:pt x="23200" y="293200"/>
                    </a:lnTo>
                    <a:lnTo>
                      <a:pt x="22500" y="293200"/>
                    </a:lnTo>
                    <a:close/>
                    <a:moveTo>
                      <a:pt x="25000" y="290000"/>
                    </a:moveTo>
                    <a:lnTo>
                      <a:pt x="25850" y="290000"/>
                    </a:lnTo>
                    <a:lnTo>
                      <a:pt x="25850" y="290850"/>
                    </a:lnTo>
                    <a:lnTo>
                      <a:pt x="25000" y="290850"/>
                    </a:lnTo>
                    <a:close/>
                    <a:moveTo>
                      <a:pt x="27500" y="292500"/>
                    </a:moveTo>
                    <a:lnTo>
                      <a:pt x="28200" y="292500"/>
                    </a:lnTo>
                    <a:lnTo>
                      <a:pt x="28200" y="293200"/>
                    </a:lnTo>
                    <a:lnTo>
                      <a:pt x="27500" y="293200"/>
                    </a:lnTo>
                    <a:close/>
                    <a:moveTo>
                      <a:pt x="30000" y="290000"/>
                    </a:moveTo>
                    <a:lnTo>
                      <a:pt x="30850" y="290000"/>
                    </a:lnTo>
                    <a:lnTo>
                      <a:pt x="30850" y="290850"/>
                    </a:lnTo>
                    <a:lnTo>
                      <a:pt x="30000" y="290850"/>
                    </a:lnTo>
                    <a:close/>
                    <a:moveTo>
                      <a:pt x="32500" y="292500"/>
                    </a:moveTo>
                    <a:lnTo>
                      <a:pt x="33200" y="292500"/>
                    </a:lnTo>
                    <a:lnTo>
                      <a:pt x="33200" y="293200"/>
                    </a:lnTo>
                    <a:lnTo>
                      <a:pt x="32500" y="293200"/>
                    </a:lnTo>
                    <a:close/>
                    <a:moveTo>
                      <a:pt x="35000" y="290000"/>
                    </a:moveTo>
                    <a:lnTo>
                      <a:pt x="35850" y="290000"/>
                    </a:lnTo>
                    <a:lnTo>
                      <a:pt x="35850" y="290850"/>
                    </a:lnTo>
                    <a:lnTo>
                      <a:pt x="35000" y="290850"/>
                    </a:lnTo>
                    <a:close/>
                    <a:moveTo>
                      <a:pt x="37500" y="292500"/>
                    </a:moveTo>
                    <a:lnTo>
                      <a:pt x="38200" y="292500"/>
                    </a:lnTo>
                    <a:lnTo>
                      <a:pt x="38200" y="293200"/>
                    </a:lnTo>
                    <a:lnTo>
                      <a:pt x="37500" y="293200"/>
                    </a:lnTo>
                    <a:close/>
                    <a:moveTo>
                      <a:pt x="40000" y="290000"/>
                    </a:moveTo>
                    <a:lnTo>
                      <a:pt x="40850" y="290000"/>
                    </a:lnTo>
                    <a:lnTo>
                      <a:pt x="40850" y="290850"/>
                    </a:lnTo>
                    <a:lnTo>
                      <a:pt x="40000" y="290850"/>
                    </a:lnTo>
                    <a:close/>
                    <a:moveTo>
                      <a:pt x="42500" y="292500"/>
                    </a:moveTo>
                    <a:lnTo>
                      <a:pt x="43200" y="292500"/>
                    </a:lnTo>
                    <a:lnTo>
                      <a:pt x="43200" y="293200"/>
                    </a:lnTo>
                    <a:lnTo>
                      <a:pt x="42500" y="293200"/>
                    </a:lnTo>
                    <a:close/>
                    <a:moveTo>
                      <a:pt x="45000" y="290000"/>
                    </a:moveTo>
                    <a:lnTo>
                      <a:pt x="45850" y="290000"/>
                    </a:lnTo>
                    <a:lnTo>
                      <a:pt x="45850" y="290850"/>
                    </a:lnTo>
                    <a:lnTo>
                      <a:pt x="45000" y="290850"/>
                    </a:lnTo>
                    <a:close/>
                    <a:moveTo>
                      <a:pt x="47500" y="292500"/>
                    </a:moveTo>
                    <a:lnTo>
                      <a:pt x="48200" y="292500"/>
                    </a:lnTo>
                    <a:lnTo>
                      <a:pt x="48200" y="293200"/>
                    </a:lnTo>
                    <a:lnTo>
                      <a:pt x="47500" y="293200"/>
                    </a:lnTo>
                    <a:close/>
                    <a:moveTo>
                      <a:pt x="50000" y="290000"/>
                    </a:moveTo>
                    <a:lnTo>
                      <a:pt x="50850" y="290000"/>
                    </a:lnTo>
                    <a:lnTo>
                      <a:pt x="50850" y="290850"/>
                    </a:lnTo>
                    <a:lnTo>
                      <a:pt x="50000" y="290850"/>
                    </a:lnTo>
                    <a:close/>
                    <a:moveTo>
                      <a:pt x="52500" y="292500"/>
                    </a:moveTo>
                    <a:lnTo>
                      <a:pt x="53200" y="292500"/>
                    </a:lnTo>
                    <a:lnTo>
                      <a:pt x="53200" y="293200"/>
                    </a:lnTo>
                    <a:lnTo>
                      <a:pt x="52500" y="293200"/>
                    </a:lnTo>
                    <a:close/>
                    <a:moveTo>
                      <a:pt x="55000" y="290000"/>
                    </a:moveTo>
                    <a:lnTo>
                      <a:pt x="55850" y="290000"/>
                    </a:lnTo>
                    <a:lnTo>
                      <a:pt x="55850" y="290850"/>
                    </a:lnTo>
                    <a:lnTo>
                      <a:pt x="55000" y="290850"/>
                    </a:lnTo>
                    <a:close/>
                    <a:moveTo>
                      <a:pt x="57500" y="292500"/>
                    </a:moveTo>
                    <a:lnTo>
                      <a:pt x="58200" y="292500"/>
                    </a:lnTo>
                    <a:lnTo>
                      <a:pt x="58200" y="293200"/>
                    </a:lnTo>
                    <a:lnTo>
                      <a:pt x="57500" y="293200"/>
                    </a:lnTo>
                    <a:close/>
                    <a:moveTo>
                      <a:pt x="60000" y="290000"/>
                    </a:moveTo>
                    <a:lnTo>
                      <a:pt x="60850" y="290000"/>
                    </a:lnTo>
                    <a:lnTo>
                      <a:pt x="60850" y="290850"/>
                    </a:lnTo>
                    <a:lnTo>
                      <a:pt x="60000" y="290850"/>
                    </a:lnTo>
                    <a:close/>
                    <a:moveTo>
                      <a:pt x="62500" y="292500"/>
                    </a:moveTo>
                    <a:lnTo>
                      <a:pt x="63200" y="292500"/>
                    </a:lnTo>
                    <a:lnTo>
                      <a:pt x="63200" y="293200"/>
                    </a:lnTo>
                    <a:lnTo>
                      <a:pt x="62500" y="293200"/>
                    </a:lnTo>
                    <a:close/>
                    <a:moveTo>
                      <a:pt x="65000" y="290000"/>
                    </a:moveTo>
                    <a:lnTo>
                      <a:pt x="65850" y="290000"/>
                    </a:lnTo>
                    <a:lnTo>
                      <a:pt x="65850" y="290850"/>
                    </a:lnTo>
                    <a:lnTo>
                      <a:pt x="65000" y="290850"/>
                    </a:lnTo>
                    <a:close/>
                    <a:moveTo>
                      <a:pt x="67500" y="292500"/>
                    </a:moveTo>
                    <a:lnTo>
                      <a:pt x="68200" y="292500"/>
                    </a:lnTo>
                    <a:lnTo>
                      <a:pt x="68200" y="293200"/>
                    </a:lnTo>
                    <a:lnTo>
                      <a:pt x="67500" y="293200"/>
                    </a:lnTo>
                    <a:close/>
                    <a:moveTo>
                      <a:pt x="70000" y="290000"/>
                    </a:moveTo>
                    <a:lnTo>
                      <a:pt x="70850" y="290000"/>
                    </a:lnTo>
                    <a:lnTo>
                      <a:pt x="70850" y="290850"/>
                    </a:lnTo>
                    <a:lnTo>
                      <a:pt x="70000" y="290850"/>
                    </a:lnTo>
                    <a:close/>
                    <a:moveTo>
                      <a:pt x="72500" y="292500"/>
                    </a:moveTo>
                    <a:lnTo>
                      <a:pt x="73200" y="292500"/>
                    </a:lnTo>
                    <a:lnTo>
                      <a:pt x="73200" y="293200"/>
                    </a:lnTo>
                    <a:lnTo>
                      <a:pt x="72500" y="293200"/>
                    </a:lnTo>
                    <a:close/>
                    <a:moveTo>
                      <a:pt x="75000" y="290000"/>
                    </a:moveTo>
                    <a:lnTo>
                      <a:pt x="75850" y="290000"/>
                    </a:lnTo>
                    <a:lnTo>
                      <a:pt x="75850" y="290850"/>
                    </a:lnTo>
                    <a:lnTo>
                      <a:pt x="75000" y="290850"/>
                    </a:lnTo>
                    <a:close/>
                    <a:moveTo>
                      <a:pt x="77500" y="292500"/>
                    </a:moveTo>
                    <a:lnTo>
                      <a:pt x="78200" y="292500"/>
                    </a:lnTo>
                    <a:lnTo>
                      <a:pt x="78200" y="293200"/>
                    </a:lnTo>
                    <a:lnTo>
                      <a:pt x="77500" y="293200"/>
                    </a:lnTo>
                    <a:close/>
                    <a:moveTo>
                      <a:pt x="80000" y="290000"/>
                    </a:moveTo>
                    <a:lnTo>
                      <a:pt x="80850" y="290000"/>
                    </a:lnTo>
                    <a:lnTo>
                      <a:pt x="80850" y="290850"/>
                    </a:lnTo>
                    <a:lnTo>
                      <a:pt x="80000" y="290850"/>
                    </a:lnTo>
                    <a:close/>
                    <a:moveTo>
                      <a:pt x="82500" y="292500"/>
                    </a:moveTo>
                    <a:lnTo>
                      <a:pt x="83200" y="292500"/>
                    </a:lnTo>
                    <a:lnTo>
                      <a:pt x="83200" y="293200"/>
                    </a:lnTo>
                    <a:lnTo>
                      <a:pt x="82500" y="293200"/>
                    </a:lnTo>
                    <a:close/>
                    <a:moveTo>
                      <a:pt x="85000" y="290000"/>
                    </a:moveTo>
                    <a:lnTo>
                      <a:pt x="85850" y="290000"/>
                    </a:lnTo>
                    <a:lnTo>
                      <a:pt x="85850" y="290850"/>
                    </a:lnTo>
                    <a:lnTo>
                      <a:pt x="85000" y="290850"/>
                    </a:lnTo>
                    <a:close/>
                    <a:moveTo>
                      <a:pt x="87500" y="292500"/>
                    </a:moveTo>
                    <a:lnTo>
                      <a:pt x="88200" y="292500"/>
                    </a:lnTo>
                    <a:lnTo>
                      <a:pt x="88200" y="293200"/>
                    </a:lnTo>
                    <a:lnTo>
                      <a:pt x="87500" y="293200"/>
                    </a:lnTo>
                    <a:close/>
                    <a:moveTo>
                      <a:pt x="90000" y="290000"/>
                    </a:moveTo>
                    <a:lnTo>
                      <a:pt x="90850" y="290000"/>
                    </a:lnTo>
                    <a:lnTo>
                      <a:pt x="90850" y="290850"/>
                    </a:lnTo>
                    <a:lnTo>
                      <a:pt x="90000" y="290850"/>
                    </a:lnTo>
                    <a:close/>
                    <a:moveTo>
                      <a:pt x="92500" y="292500"/>
                    </a:moveTo>
                    <a:lnTo>
                      <a:pt x="93200" y="292500"/>
                    </a:lnTo>
                    <a:lnTo>
                      <a:pt x="93200" y="293200"/>
                    </a:lnTo>
                    <a:lnTo>
                      <a:pt x="92500" y="293200"/>
                    </a:lnTo>
                    <a:close/>
                    <a:moveTo>
                      <a:pt x="95000" y="290000"/>
                    </a:moveTo>
                    <a:lnTo>
                      <a:pt x="95850" y="290000"/>
                    </a:lnTo>
                    <a:lnTo>
                      <a:pt x="95850" y="290850"/>
                    </a:lnTo>
                    <a:lnTo>
                      <a:pt x="95000" y="290850"/>
                    </a:lnTo>
                    <a:close/>
                    <a:moveTo>
                      <a:pt x="97500" y="292500"/>
                    </a:moveTo>
                    <a:lnTo>
                      <a:pt x="98200" y="292500"/>
                    </a:lnTo>
                    <a:lnTo>
                      <a:pt x="98200" y="293200"/>
                    </a:lnTo>
                    <a:lnTo>
                      <a:pt x="97500" y="293200"/>
                    </a:lnTo>
                    <a:close/>
                    <a:moveTo>
                      <a:pt x="100000" y="290000"/>
                    </a:moveTo>
                    <a:lnTo>
                      <a:pt x="100850" y="290000"/>
                    </a:lnTo>
                    <a:lnTo>
                      <a:pt x="100850" y="290850"/>
                    </a:lnTo>
                    <a:lnTo>
                      <a:pt x="100000" y="290850"/>
                    </a:lnTo>
                    <a:close/>
                    <a:moveTo>
                      <a:pt x="102500" y="292500"/>
                    </a:moveTo>
                    <a:lnTo>
                      <a:pt x="103200" y="292500"/>
                    </a:lnTo>
                    <a:lnTo>
                      <a:pt x="103200" y="293200"/>
                    </a:lnTo>
                    <a:lnTo>
                      <a:pt x="102500" y="293200"/>
                    </a:lnTo>
                    <a:close/>
                    <a:moveTo>
                      <a:pt x="105000" y="290000"/>
                    </a:moveTo>
                    <a:lnTo>
                      <a:pt x="105850" y="290000"/>
                    </a:lnTo>
                    <a:lnTo>
                      <a:pt x="105850" y="290850"/>
                    </a:lnTo>
                    <a:lnTo>
                      <a:pt x="105000" y="290850"/>
                    </a:lnTo>
                    <a:close/>
                    <a:moveTo>
                      <a:pt x="107500" y="292500"/>
                    </a:moveTo>
                    <a:lnTo>
                      <a:pt x="108200" y="292500"/>
                    </a:lnTo>
                    <a:lnTo>
                      <a:pt x="108200" y="293200"/>
                    </a:lnTo>
                    <a:lnTo>
                      <a:pt x="107500" y="293200"/>
                    </a:lnTo>
                    <a:close/>
                    <a:moveTo>
                      <a:pt x="110000" y="290000"/>
                    </a:moveTo>
                    <a:lnTo>
                      <a:pt x="110850" y="290000"/>
                    </a:lnTo>
                    <a:lnTo>
                      <a:pt x="110850" y="290850"/>
                    </a:lnTo>
                    <a:lnTo>
                      <a:pt x="110000" y="290850"/>
                    </a:lnTo>
                    <a:close/>
                    <a:moveTo>
                      <a:pt x="112500" y="292500"/>
                    </a:moveTo>
                    <a:lnTo>
                      <a:pt x="113200" y="292500"/>
                    </a:lnTo>
                    <a:lnTo>
                      <a:pt x="113200" y="293200"/>
                    </a:lnTo>
                    <a:lnTo>
                      <a:pt x="112500" y="293200"/>
                    </a:lnTo>
                    <a:close/>
                    <a:moveTo>
                      <a:pt x="115000" y="290000"/>
                    </a:moveTo>
                    <a:lnTo>
                      <a:pt x="115850" y="290000"/>
                    </a:lnTo>
                    <a:lnTo>
                      <a:pt x="115850" y="290850"/>
                    </a:lnTo>
                    <a:lnTo>
                      <a:pt x="115000" y="290850"/>
                    </a:lnTo>
                    <a:close/>
                    <a:moveTo>
                      <a:pt x="117500" y="292500"/>
                    </a:moveTo>
                    <a:lnTo>
                      <a:pt x="118200" y="292500"/>
                    </a:lnTo>
                    <a:lnTo>
                      <a:pt x="118200" y="293200"/>
                    </a:lnTo>
                    <a:lnTo>
                      <a:pt x="117500" y="293200"/>
                    </a:lnTo>
                    <a:close/>
                    <a:moveTo>
                      <a:pt x="120000" y="290000"/>
                    </a:moveTo>
                    <a:lnTo>
                      <a:pt x="120850" y="290000"/>
                    </a:lnTo>
                    <a:lnTo>
                      <a:pt x="120850" y="290850"/>
                    </a:lnTo>
                    <a:lnTo>
                      <a:pt x="120000" y="290850"/>
                    </a:lnTo>
                    <a:close/>
                    <a:moveTo>
                      <a:pt x="122500" y="292500"/>
                    </a:moveTo>
                    <a:lnTo>
                      <a:pt x="123200" y="292500"/>
                    </a:lnTo>
                    <a:lnTo>
                      <a:pt x="123200" y="293200"/>
                    </a:lnTo>
                    <a:lnTo>
                      <a:pt x="122500" y="293200"/>
                    </a:lnTo>
                    <a:close/>
                    <a:moveTo>
                      <a:pt x="125000" y="290000"/>
                    </a:moveTo>
                    <a:lnTo>
                      <a:pt x="125850" y="290000"/>
                    </a:lnTo>
                    <a:lnTo>
                      <a:pt x="125850" y="290850"/>
                    </a:lnTo>
                    <a:lnTo>
                      <a:pt x="125000" y="290850"/>
                    </a:lnTo>
                    <a:close/>
                    <a:moveTo>
                      <a:pt x="127500" y="292500"/>
                    </a:moveTo>
                    <a:lnTo>
                      <a:pt x="128200" y="292500"/>
                    </a:lnTo>
                    <a:lnTo>
                      <a:pt x="128200" y="293200"/>
                    </a:lnTo>
                    <a:lnTo>
                      <a:pt x="127500" y="293200"/>
                    </a:lnTo>
                    <a:close/>
                    <a:moveTo>
                      <a:pt x="130000" y="290000"/>
                    </a:moveTo>
                    <a:lnTo>
                      <a:pt x="130850" y="290000"/>
                    </a:lnTo>
                    <a:lnTo>
                      <a:pt x="130850" y="290850"/>
                    </a:lnTo>
                    <a:lnTo>
                      <a:pt x="130000" y="290850"/>
                    </a:lnTo>
                    <a:close/>
                    <a:moveTo>
                      <a:pt x="132500" y="292500"/>
                    </a:moveTo>
                    <a:lnTo>
                      <a:pt x="133200" y="292500"/>
                    </a:lnTo>
                    <a:lnTo>
                      <a:pt x="133200" y="293200"/>
                    </a:lnTo>
                    <a:lnTo>
                      <a:pt x="132500" y="293200"/>
                    </a:lnTo>
                    <a:close/>
                    <a:moveTo>
                      <a:pt x="135000" y="290000"/>
                    </a:moveTo>
                    <a:lnTo>
                      <a:pt x="135850" y="290000"/>
                    </a:lnTo>
                    <a:lnTo>
                      <a:pt x="135850" y="290850"/>
                    </a:lnTo>
                    <a:lnTo>
                      <a:pt x="135000" y="290850"/>
                    </a:lnTo>
                    <a:close/>
                    <a:moveTo>
                      <a:pt x="137500" y="292500"/>
                    </a:moveTo>
                    <a:lnTo>
                      <a:pt x="138200" y="292500"/>
                    </a:lnTo>
                    <a:lnTo>
                      <a:pt x="138200" y="293200"/>
                    </a:lnTo>
                    <a:lnTo>
                      <a:pt x="137500" y="293200"/>
                    </a:lnTo>
                    <a:close/>
                    <a:moveTo>
                      <a:pt x="140000" y="290000"/>
                    </a:moveTo>
                    <a:lnTo>
                      <a:pt x="140850" y="290000"/>
                    </a:lnTo>
                    <a:lnTo>
                      <a:pt x="140850" y="290850"/>
                    </a:lnTo>
                    <a:lnTo>
                      <a:pt x="140000" y="290850"/>
                    </a:lnTo>
                    <a:close/>
                    <a:moveTo>
                      <a:pt x="142500" y="292500"/>
                    </a:moveTo>
                    <a:lnTo>
                      <a:pt x="143200" y="292500"/>
                    </a:lnTo>
                    <a:lnTo>
                      <a:pt x="143200" y="293200"/>
                    </a:lnTo>
                    <a:lnTo>
                      <a:pt x="142500" y="293200"/>
                    </a:lnTo>
                    <a:close/>
                    <a:moveTo>
                      <a:pt x="145000" y="290000"/>
                    </a:moveTo>
                    <a:lnTo>
                      <a:pt x="145850" y="290000"/>
                    </a:lnTo>
                    <a:lnTo>
                      <a:pt x="145850" y="290850"/>
                    </a:lnTo>
                    <a:lnTo>
                      <a:pt x="145000" y="290850"/>
                    </a:lnTo>
                    <a:close/>
                    <a:moveTo>
                      <a:pt x="147500" y="292500"/>
                    </a:moveTo>
                    <a:lnTo>
                      <a:pt x="148200" y="292500"/>
                    </a:lnTo>
                    <a:lnTo>
                      <a:pt x="148200" y="293200"/>
                    </a:lnTo>
                    <a:lnTo>
                      <a:pt x="147500" y="293200"/>
                    </a:lnTo>
                    <a:close/>
                    <a:moveTo>
                      <a:pt x="150000" y="290000"/>
                    </a:moveTo>
                    <a:lnTo>
                      <a:pt x="150850" y="290000"/>
                    </a:lnTo>
                    <a:lnTo>
                      <a:pt x="150850" y="290850"/>
                    </a:lnTo>
                    <a:lnTo>
                      <a:pt x="150000" y="290850"/>
                    </a:lnTo>
                    <a:close/>
                    <a:moveTo>
                      <a:pt x="152500" y="292500"/>
                    </a:moveTo>
                    <a:lnTo>
                      <a:pt x="153200" y="292500"/>
                    </a:lnTo>
                    <a:lnTo>
                      <a:pt x="153200" y="293200"/>
                    </a:lnTo>
                    <a:lnTo>
                      <a:pt x="152500" y="293200"/>
                    </a:lnTo>
                    <a:close/>
                    <a:moveTo>
                      <a:pt x="155000" y="290000"/>
                    </a:moveTo>
                    <a:lnTo>
                      <a:pt x="155850" y="290000"/>
                    </a:lnTo>
                    <a:lnTo>
                      <a:pt x="155850" y="290850"/>
                    </a:lnTo>
                    <a:lnTo>
                      <a:pt x="155000" y="290850"/>
                    </a:lnTo>
                    <a:close/>
                    <a:moveTo>
                      <a:pt x="157500" y="292500"/>
                    </a:moveTo>
                    <a:lnTo>
                      <a:pt x="158200" y="292500"/>
                    </a:lnTo>
                    <a:lnTo>
                      <a:pt x="158200" y="293200"/>
                    </a:lnTo>
                    <a:lnTo>
                      <a:pt x="157500" y="293200"/>
                    </a:lnTo>
                    <a:close/>
                    <a:moveTo>
                      <a:pt x="160000" y="290000"/>
                    </a:moveTo>
                    <a:lnTo>
                      <a:pt x="160850" y="290000"/>
                    </a:lnTo>
                    <a:lnTo>
                      <a:pt x="160850" y="290850"/>
                    </a:lnTo>
                    <a:lnTo>
                      <a:pt x="160000" y="290850"/>
                    </a:lnTo>
                    <a:close/>
                    <a:moveTo>
                      <a:pt x="162500" y="292500"/>
                    </a:moveTo>
                    <a:lnTo>
                      <a:pt x="163200" y="292500"/>
                    </a:lnTo>
                    <a:lnTo>
                      <a:pt x="163200" y="293200"/>
                    </a:lnTo>
                    <a:lnTo>
                      <a:pt x="162500" y="293200"/>
                    </a:lnTo>
                    <a:close/>
                    <a:moveTo>
                      <a:pt x="165000" y="290000"/>
                    </a:moveTo>
                    <a:lnTo>
                      <a:pt x="165850" y="290000"/>
                    </a:lnTo>
                    <a:lnTo>
                      <a:pt x="165850" y="290850"/>
                    </a:lnTo>
                    <a:lnTo>
                      <a:pt x="165000" y="290850"/>
                    </a:lnTo>
                    <a:close/>
                    <a:moveTo>
                      <a:pt x="167500" y="292500"/>
                    </a:moveTo>
                    <a:lnTo>
                      <a:pt x="168200" y="292500"/>
                    </a:lnTo>
                    <a:lnTo>
                      <a:pt x="168200" y="293200"/>
                    </a:lnTo>
                    <a:lnTo>
                      <a:pt x="167500" y="293200"/>
                    </a:lnTo>
                    <a:close/>
                    <a:moveTo>
                      <a:pt x="170000" y="290000"/>
                    </a:moveTo>
                    <a:lnTo>
                      <a:pt x="170850" y="290000"/>
                    </a:lnTo>
                    <a:lnTo>
                      <a:pt x="170850" y="290850"/>
                    </a:lnTo>
                    <a:lnTo>
                      <a:pt x="170000" y="290850"/>
                    </a:lnTo>
                    <a:close/>
                    <a:moveTo>
                      <a:pt x="172500" y="292500"/>
                    </a:moveTo>
                    <a:lnTo>
                      <a:pt x="173200" y="292500"/>
                    </a:lnTo>
                    <a:lnTo>
                      <a:pt x="173200" y="293200"/>
                    </a:lnTo>
                    <a:lnTo>
                      <a:pt x="172500" y="293200"/>
                    </a:lnTo>
                    <a:close/>
                    <a:moveTo>
                      <a:pt x="175000" y="290000"/>
                    </a:moveTo>
                    <a:lnTo>
                      <a:pt x="175850" y="290000"/>
                    </a:lnTo>
                    <a:lnTo>
                      <a:pt x="175850" y="290850"/>
                    </a:lnTo>
                    <a:lnTo>
                      <a:pt x="175000" y="290850"/>
                    </a:lnTo>
                    <a:close/>
                    <a:moveTo>
                      <a:pt x="177500" y="292500"/>
                    </a:moveTo>
                    <a:lnTo>
                      <a:pt x="178200" y="292500"/>
                    </a:lnTo>
                    <a:lnTo>
                      <a:pt x="178200" y="293200"/>
                    </a:lnTo>
                    <a:lnTo>
                      <a:pt x="177500" y="293200"/>
                    </a:lnTo>
                    <a:close/>
                    <a:moveTo>
                      <a:pt x="180000" y="290000"/>
                    </a:moveTo>
                    <a:lnTo>
                      <a:pt x="180850" y="290000"/>
                    </a:lnTo>
                    <a:lnTo>
                      <a:pt x="180850" y="290850"/>
                    </a:lnTo>
                    <a:lnTo>
                      <a:pt x="180000" y="290850"/>
                    </a:lnTo>
                    <a:close/>
                    <a:moveTo>
                      <a:pt x="182500" y="292500"/>
                    </a:moveTo>
                    <a:lnTo>
                      <a:pt x="183200" y="292500"/>
                    </a:lnTo>
                    <a:lnTo>
                      <a:pt x="183200" y="293200"/>
                    </a:lnTo>
                    <a:lnTo>
                      <a:pt x="182500" y="293200"/>
                    </a:lnTo>
                    <a:close/>
                    <a:moveTo>
                      <a:pt x="185000" y="290000"/>
                    </a:moveTo>
                    <a:lnTo>
                      <a:pt x="185850" y="290000"/>
                    </a:lnTo>
                    <a:lnTo>
                      <a:pt x="185850" y="290850"/>
                    </a:lnTo>
                    <a:lnTo>
                      <a:pt x="185000" y="290850"/>
                    </a:lnTo>
                    <a:close/>
                    <a:moveTo>
                      <a:pt x="187500" y="292500"/>
                    </a:moveTo>
                    <a:lnTo>
                      <a:pt x="188200" y="292500"/>
                    </a:lnTo>
                    <a:lnTo>
                      <a:pt x="188200" y="293200"/>
                    </a:lnTo>
                    <a:lnTo>
                      <a:pt x="187500" y="293200"/>
                    </a:lnTo>
                    <a:close/>
                    <a:moveTo>
                      <a:pt x="190000" y="290000"/>
                    </a:moveTo>
                    <a:lnTo>
                      <a:pt x="190850" y="290000"/>
                    </a:lnTo>
                    <a:lnTo>
                      <a:pt x="190850" y="290850"/>
                    </a:lnTo>
                    <a:lnTo>
                      <a:pt x="190000" y="290850"/>
                    </a:lnTo>
                    <a:close/>
                    <a:moveTo>
                      <a:pt x="192500" y="292500"/>
                    </a:moveTo>
                    <a:lnTo>
                      <a:pt x="193200" y="292500"/>
                    </a:lnTo>
                    <a:lnTo>
                      <a:pt x="193200" y="293200"/>
                    </a:lnTo>
                    <a:lnTo>
                      <a:pt x="192500" y="293200"/>
                    </a:lnTo>
                    <a:close/>
                    <a:moveTo>
                      <a:pt x="195000" y="290000"/>
                    </a:moveTo>
                    <a:lnTo>
                      <a:pt x="195850" y="290000"/>
                    </a:lnTo>
                    <a:lnTo>
                      <a:pt x="195850" y="290850"/>
                    </a:lnTo>
                    <a:lnTo>
                      <a:pt x="195000" y="290850"/>
                    </a:lnTo>
                    <a:close/>
                    <a:moveTo>
                      <a:pt x="197500" y="292500"/>
                    </a:moveTo>
                    <a:lnTo>
                      <a:pt x="198200" y="292500"/>
                    </a:lnTo>
                    <a:lnTo>
                      <a:pt x="198200" y="293200"/>
                    </a:lnTo>
                    <a:lnTo>
                      <a:pt x="197500" y="293200"/>
                    </a:lnTo>
                    <a:close/>
                    <a:moveTo>
                      <a:pt x="200000" y="290000"/>
                    </a:moveTo>
                    <a:lnTo>
                      <a:pt x="200850" y="290000"/>
                    </a:lnTo>
                    <a:lnTo>
                      <a:pt x="200850" y="290850"/>
                    </a:lnTo>
                    <a:lnTo>
                      <a:pt x="200000" y="290850"/>
                    </a:lnTo>
                    <a:close/>
                    <a:moveTo>
                      <a:pt x="202500" y="292500"/>
                    </a:moveTo>
                    <a:lnTo>
                      <a:pt x="203200" y="292500"/>
                    </a:lnTo>
                    <a:lnTo>
                      <a:pt x="203200" y="293200"/>
                    </a:lnTo>
                    <a:lnTo>
                      <a:pt x="202500" y="293200"/>
                    </a:lnTo>
                    <a:close/>
                    <a:moveTo>
                      <a:pt x="205000" y="290000"/>
                    </a:moveTo>
                    <a:lnTo>
                      <a:pt x="205850" y="290000"/>
                    </a:lnTo>
                    <a:lnTo>
                      <a:pt x="205850" y="290850"/>
                    </a:lnTo>
                    <a:lnTo>
                      <a:pt x="205000" y="290850"/>
                    </a:lnTo>
                    <a:close/>
                    <a:moveTo>
                      <a:pt x="207500" y="292500"/>
                    </a:moveTo>
                    <a:lnTo>
                      <a:pt x="208200" y="292500"/>
                    </a:lnTo>
                    <a:lnTo>
                      <a:pt x="208200" y="293200"/>
                    </a:lnTo>
                    <a:lnTo>
                      <a:pt x="207500" y="293200"/>
                    </a:lnTo>
                    <a:close/>
                    <a:moveTo>
                      <a:pt x="210000" y="290000"/>
                    </a:moveTo>
                    <a:lnTo>
                      <a:pt x="210850" y="290000"/>
                    </a:lnTo>
                    <a:lnTo>
                      <a:pt x="210850" y="290850"/>
                    </a:lnTo>
                    <a:lnTo>
                      <a:pt x="210000" y="290850"/>
                    </a:lnTo>
                    <a:close/>
                    <a:moveTo>
                      <a:pt x="212500" y="292500"/>
                    </a:moveTo>
                    <a:lnTo>
                      <a:pt x="213200" y="292500"/>
                    </a:lnTo>
                    <a:lnTo>
                      <a:pt x="213200" y="293200"/>
                    </a:lnTo>
                    <a:lnTo>
                      <a:pt x="212500" y="293200"/>
                    </a:lnTo>
                    <a:close/>
                    <a:moveTo>
                      <a:pt x="215000" y="290000"/>
                    </a:moveTo>
                    <a:lnTo>
                      <a:pt x="215850" y="290000"/>
                    </a:lnTo>
                    <a:lnTo>
                      <a:pt x="215850" y="290850"/>
                    </a:lnTo>
                    <a:lnTo>
                      <a:pt x="215000" y="290850"/>
                    </a:lnTo>
                    <a:close/>
                    <a:moveTo>
                      <a:pt x="217500" y="292500"/>
                    </a:moveTo>
                    <a:lnTo>
                      <a:pt x="218200" y="292500"/>
                    </a:lnTo>
                    <a:lnTo>
                      <a:pt x="218200" y="293200"/>
                    </a:lnTo>
                    <a:lnTo>
                      <a:pt x="217500" y="293200"/>
                    </a:lnTo>
                    <a:close/>
                    <a:moveTo>
                      <a:pt x="220000" y="290000"/>
                    </a:moveTo>
                    <a:lnTo>
                      <a:pt x="220850" y="290000"/>
                    </a:lnTo>
                    <a:lnTo>
                      <a:pt x="220850" y="290850"/>
                    </a:lnTo>
                    <a:lnTo>
                      <a:pt x="220000" y="290850"/>
                    </a:lnTo>
                    <a:close/>
                    <a:moveTo>
                      <a:pt x="222500" y="292500"/>
                    </a:moveTo>
                    <a:lnTo>
                      <a:pt x="223200" y="292500"/>
                    </a:lnTo>
                    <a:lnTo>
                      <a:pt x="223200" y="293200"/>
                    </a:lnTo>
                    <a:lnTo>
                      <a:pt x="222500" y="293200"/>
                    </a:lnTo>
                    <a:close/>
                    <a:moveTo>
                      <a:pt x="225000" y="290000"/>
                    </a:moveTo>
                    <a:lnTo>
                      <a:pt x="225850" y="290000"/>
                    </a:lnTo>
                    <a:lnTo>
                      <a:pt x="225850" y="290850"/>
                    </a:lnTo>
                    <a:lnTo>
                      <a:pt x="225000" y="290850"/>
                    </a:lnTo>
                    <a:close/>
                    <a:moveTo>
                      <a:pt x="227500" y="292500"/>
                    </a:moveTo>
                    <a:lnTo>
                      <a:pt x="228200" y="292500"/>
                    </a:lnTo>
                    <a:lnTo>
                      <a:pt x="228200" y="293200"/>
                    </a:lnTo>
                    <a:lnTo>
                      <a:pt x="227500" y="293200"/>
                    </a:lnTo>
                    <a:close/>
                    <a:moveTo>
                      <a:pt x="230000" y="290000"/>
                    </a:moveTo>
                    <a:lnTo>
                      <a:pt x="230850" y="290000"/>
                    </a:lnTo>
                    <a:lnTo>
                      <a:pt x="230850" y="290850"/>
                    </a:lnTo>
                    <a:lnTo>
                      <a:pt x="230000" y="290850"/>
                    </a:lnTo>
                    <a:close/>
                    <a:moveTo>
                      <a:pt x="232500" y="292500"/>
                    </a:moveTo>
                    <a:lnTo>
                      <a:pt x="233200" y="292500"/>
                    </a:lnTo>
                    <a:lnTo>
                      <a:pt x="233200" y="293200"/>
                    </a:lnTo>
                    <a:lnTo>
                      <a:pt x="232500" y="293200"/>
                    </a:lnTo>
                    <a:close/>
                    <a:moveTo>
                      <a:pt x="235000" y="290000"/>
                    </a:moveTo>
                    <a:lnTo>
                      <a:pt x="235850" y="290000"/>
                    </a:lnTo>
                    <a:lnTo>
                      <a:pt x="235850" y="290850"/>
                    </a:lnTo>
                    <a:lnTo>
                      <a:pt x="235000" y="290850"/>
                    </a:lnTo>
                    <a:close/>
                    <a:moveTo>
                      <a:pt x="237500" y="292500"/>
                    </a:moveTo>
                    <a:lnTo>
                      <a:pt x="238200" y="292500"/>
                    </a:lnTo>
                    <a:lnTo>
                      <a:pt x="238200" y="293200"/>
                    </a:lnTo>
                    <a:lnTo>
                      <a:pt x="237500" y="293200"/>
                    </a:lnTo>
                    <a:close/>
                    <a:moveTo>
                      <a:pt x="240000" y="290000"/>
                    </a:moveTo>
                    <a:lnTo>
                      <a:pt x="240850" y="290000"/>
                    </a:lnTo>
                    <a:lnTo>
                      <a:pt x="240850" y="290850"/>
                    </a:lnTo>
                    <a:lnTo>
                      <a:pt x="240000" y="290850"/>
                    </a:lnTo>
                    <a:close/>
                    <a:moveTo>
                      <a:pt x="242500" y="292500"/>
                    </a:moveTo>
                    <a:lnTo>
                      <a:pt x="243200" y="292500"/>
                    </a:lnTo>
                    <a:lnTo>
                      <a:pt x="243200" y="293200"/>
                    </a:lnTo>
                    <a:lnTo>
                      <a:pt x="242500" y="293200"/>
                    </a:lnTo>
                    <a:close/>
                    <a:moveTo>
                      <a:pt x="245000" y="290000"/>
                    </a:moveTo>
                    <a:lnTo>
                      <a:pt x="245850" y="290000"/>
                    </a:lnTo>
                    <a:lnTo>
                      <a:pt x="245850" y="290850"/>
                    </a:lnTo>
                    <a:lnTo>
                      <a:pt x="245000" y="290850"/>
                    </a:lnTo>
                    <a:close/>
                    <a:moveTo>
                      <a:pt x="247500" y="292500"/>
                    </a:moveTo>
                    <a:lnTo>
                      <a:pt x="248200" y="292500"/>
                    </a:lnTo>
                    <a:lnTo>
                      <a:pt x="248200" y="293200"/>
                    </a:lnTo>
                    <a:lnTo>
                      <a:pt x="247500" y="293200"/>
                    </a:lnTo>
                    <a:close/>
                    <a:moveTo>
                      <a:pt x="250000" y="290000"/>
                    </a:moveTo>
                    <a:lnTo>
                      <a:pt x="250850" y="290000"/>
                    </a:lnTo>
                    <a:lnTo>
                      <a:pt x="250850" y="290850"/>
                    </a:lnTo>
                    <a:lnTo>
                      <a:pt x="250000" y="290850"/>
                    </a:lnTo>
                    <a:close/>
                    <a:moveTo>
                      <a:pt x="252500" y="292500"/>
                    </a:moveTo>
                    <a:lnTo>
                      <a:pt x="253200" y="292500"/>
                    </a:lnTo>
                    <a:lnTo>
                      <a:pt x="253200" y="293200"/>
                    </a:lnTo>
                    <a:lnTo>
                      <a:pt x="252500" y="293200"/>
                    </a:lnTo>
                    <a:close/>
                    <a:moveTo>
                      <a:pt x="255000" y="290000"/>
                    </a:moveTo>
                    <a:lnTo>
                      <a:pt x="255850" y="290000"/>
                    </a:lnTo>
                    <a:lnTo>
                      <a:pt x="255850" y="290850"/>
                    </a:lnTo>
                    <a:lnTo>
                      <a:pt x="255000" y="290850"/>
                    </a:lnTo>
                    <a:close/>
                    <a:moveTo>
                      <a:pt x="257500" y="292500"/>
                    </a:moveTo>
                    <a:lnTo>
                      <a:pt x="258200" y="292500"/>
                    </a:lnTo>
                    <a:lnTo>
                      <a:pt x="258200" y="293200"/>
                    </a:lnTo>
                    <a:lnTo>
                      <a:pt x="257500" y="293200"/>
                    </a:lnTo>
                    <a:close/>
                    <a:moveTo>
                      <a:pt x="260000" y="290000"/>
                    </a:moveTo>
                    <a:lnTo>
                      <a:pt x="260850" y="290000"/>
                    </a:lnTo>
                    <a:lnTo>
                      <a:pt x="260850" y="290850"/>
                    </a:lnTo>
                    <a:lnTo>
                      <a:pt x="260000" y="290850"/>
                    </a:lnTo>
                    <a:close/>
                    <a:moveTo>
                      <a:pt x="262500" y="292500"/>
                    </a:moveTo>
                    <a:lnTo>
                      <a:pt x="263200" y="292500"/>
                    </a:lnTo>
                    <a:lnTo>
                      <a:pt x="263200" y="293200"/>
                    </a:lnTo>
                    <a:lnTo>
                      <a:pt x="262500" y="293200"/>
                    </a:lnTo>
                    <a:close/>
                    <a:moveTo>
                      <a:pt x="265000" y="290000"/>
                    </a:moveTo>
                    <a:lnTo>
                      <a:pt x="265850" y="290000"/>
                    </a:lnTo>
                    <a:lnTo>
                      <a:pt x="265850" y="290850"/>
                    </a:lnTo>
                    <a:lnTo>
                      <a:pt x="265000" y="290850"/>
                    </a:lnTo>
                    <a:close/>
                    <a:moveTo>
                      <a:pt x="267500" y="292500"/>
                    </a:moveTo>
                    <a:lnTo>
                      <a:pt x="268200" y="292500"/>
                    </a:lnTo>
                    <a:lnTo>
                      <a:pt x="268200" y="293200"/>
                    </a:lnTo>
                    <a:lnTo>
                      <a:pt x="267500" y="293200"/>
                    </a:lnTo>
                    <a:close/>
                    <a:moveTo>
                      <a:pt x="270000" y="290000"/>
                    </a:moveTo>
                    <a:lnTo>
                      <a:pt x="270850" y="290000"/>
                    </a:lnTo>
                    <a:lnTo>
                      <a:pt x="270850" y="290850"/>
                    </a:lnTo>
                    <a:lnTo>
                      <a:pt x="270000" y="290850"/>
                    </a:lnTo>
                    <a:close/>
                    <a:moveTo>
                      <a:pt x="272500" y="292500"/>
                    </a:moveTo>
                    <a:lnTo>
                      <a:pt x="273200" y="292500"/>
                    </a:lnTo>
                    <a:lnTo>
                      <a:pt x="273200" y="293200"/>
                    </a:lnTo>
                    <a:lnTo>
                      <a:pt x="272500" y="293200"/>
                    </a:lnTo>
                    <a:close/>
                    <a:moveTo>
                      <a:pt x="275000" y="290000"/>
                    </a:moveTo>
                    <a:lnTo>
                      <a:pt x="275850" y="290000"/>
                    </a:lnTo>
                    <a:lnTo>
                      <a:pt x="275850" y="290850"/>
                    </a:lnTo>
                    <a:lnTo>
                      <a:pt x="275000" y="290850"/>
                    </a:lnTo>
                    <a:close/>
                    <a:moveTo>
                      <a:pt x="277500" y="292500"/>
                    </a:moveTo>
                    <a:lnTo>
                      <a:pt x="278200" y="292500"/>
                    </a:lnTo>
                    <a:lnTo>
                      <a:pt x="278200" y="293200"/>
                    </a:lnTo>
                    <a:lnTo>
                      <a:pt x="277500" y="293200"/>
                    </a:lnTo>
                    <a:close/>
                    <a:moveTo>
                      <a:pt x="280000" y="290000"/>
                    </a:moveTo>
                    <a:lnTo>
                      <a:pt x="280850" y="290000"/>
                    </a:lnTo>
                    <a:lnTo>
                      <a:pt x="280850" y="290850"/>
                    </a:lnTo>
                    <a:lnTo>
                      <a:pt x="280000" y="290850"/>
                    </a:lnTo>
                    <a:close/>
                    <a:moveTo>
                      <a:pt x="282500" y="292500"/>
                    </a:moveTo>
                    <a:lnTo>
                      <a:pt x="283200" y="292500"/>
                    </a:lnTo>
                    <a:lnTo>
                      <a:pt x="283200" y="293200"/>
                    </a:lnTo>
                    <a:lnTo>
                      <a:pt x="282500" y="293200"/>
                    </a:lnTo>
                    <a:close/>
                    <a:moveTo>
                      <a:pt x="285000" y="290000"/>
                    </a:moveTo>
                    <a:lnTo>
                      <a:pt x="285850" y="290000"/>
                    </a:lnTo>
                    <a:lnTo>
                      <a:pt x="285850" y="290850"/>
                    </a:lnTo>
                    <a:lnTo>
                      <a:pt x="285000" y="290850"/>
                    </a:lnTo>
                    <a:close/>
                    <a:moveTo>
                      <a:pt x="287500" y="292500"/>
                    </a:moveTo>
                    <a:lnTo>
                      <a:pt x="288200" y="292500"/>
                    </a:lnTo>
                    <a:lnTo>
                      <a:pt x="288200" y="293200"/>
                    </a:lnTo>
                    <a:lnTo>
                      <a:pt x="287500" y="293200"/>
                    </a:lnTo>
                    <a:close/>
                    <a:moveTo>
                      <a:pt x="0" y="295000"/>
                    </a:moveTo>
                    <a:lnTo>
                      <a:pt x="850" y="295000"/>
                    </a:lnTo>
                    <a:lnTo>
                      <a:pt x="850" y="295850"/>
                    </a:lnTo>
                    <a:lnTo>
                      <a:pt x="0" y="295850"/>
                    </a:lnTo>
                    <a:close/>
                    <a:moveTo>
                      <a:pt x="2500" y="297500"/>
                    </a:moveTo>
                    <a:lnTo>
                      <a:pt x="3200" y="297500"/>
                    </a:lnTo>
                    <a:lnTo>
                      <a:pt x="3200" y="298200"/>
                    </a:lnTo>
                    <a:lnTo>
                      <a:pt x="2500" y="298200"/>
                    </a:lnTo>
                    <a:close/>
                    <a:moveTo>
                      <a:pt x="5000" y="295000"/>
                    </a:moveTo>
                    <a:lnTo>
                      <a:pt x="5850" y="295000"/>
                    </a:lnTo>
                    <a:lnTo>
                      <a:pt x="5850" y="295850"/>
                    </a:lnTo>
                    <a:lnTo>
                      <a:pt x="5000" y="295850"/>
                    </a:lnTo>
                    <a:close/>
                    <a:moveTo>
                      <a:pt x="7500" y="297500"/>
                    </a:moveTo>
                    <a:lnTo>
                      <a:pt x="8200" y="297500"/>
                    </a:lnTo>
                    <a:lnTo>
                      <a:pt x="8200" y="298200"/>
                    </a:lnTo>
                    <a:lnTo>
                      <a:pt x="7500" y="298200"/>
                    </a:lnTo>
                    <a:close/>
                    <a:moveTo>
                      <a:pt x="10000" y="295000"/>
                    </a:moveTo>
                    <a:lnTo>
                      <a:pt x="10850" y="295000"/>
                    </a:lnTo>
                    <a:lnTo>
                      <a:pt x="10850" y="295850"/>
                    </a:lnTo>
                    <a:lnTo>
                      <a:pt x="10000" y="295850"/>
                    </a:lnTo>
                    <a:close/>
                    <a:moveTo>
                      <a:pt x="12500" y="297500"/>
                    </a:moveTo>
                    <a:lnTo>
                      <a:pt x="13200" y="297500"/>
                    </a:lnTo>
                    <a:lnTo>
                      <a:pt x="13200" y="298200"/>
                    </a:lnTo>
                    <a:lnTo>
                      <a:pt x="12500" y="298200"/>
                    </a:lnTo>
                    <a:close/>
                    <a:moveTo>
                      <a:pt x="15000" y="295000"/>
                    </a:moveTo>
                    <a:lnTo>
                      <a:pt x="15850" y="295000"/>
                    </a:lnTo>
                    <a:lnTo>
                      <a:pt x="15850" y="295850"/>
                    </a:lnTo>
                    <a:lnTo>
                      <a:pt x="15000" y="295850"/>
                    </a:lnTo>
                    <a:close/>
                    <a:moveTo>
                      <a:pt x="17500" y="297500"/>
                    </a:moveTo>
                    <a:lnTo>
                      <a:pt x="18200" y="297500"/>
                    </a:lnTo>
                    <a:lnTo>
                      <a:pt x="18200" y="298200"/>
                    </a:lnTo>
                    <a:lnTo>
                      <a:pt x="17500" y="298200"/>
                    </a:lnTo>
                    <a:close/>
                    <a:moveTo>
                      <a:pt x="20000" y="295000"/>
                    </a:moveTo>
                    <a:lnTo>
                      <a:pt x="20850" y="295000"/>
                    </a:lnTo>
                    <a:lnTo>
                      <a:pt x="20850" y="295850"/>
                    </a:lnTo>
                    <a:lnTo>
                      <a:pt x="20000" y="295850"/>
                    </a:lnTo>
                    <a:close/>
                    <a:moveTo>
                      <a:pt x="22500" y="297500"/>
                    </a:moveTo>
                    <a:lnTo>
                      <a:pt x="23200" y="297500"/>
                    </a:lnTo>
                    <a:lnTo>
                      <a:pt x="23200" y="298200"/>
                    </a:lnTo>
                    <a:lnTo>
                      <a:pt x="22500" y="298200"/>
                    </a:lnTo>
                    <a:close/>
                    <a:moveTo>
                      <a:pt x="25000" y="295000"/>
                    </a:moveTo>
                    <a:lnTo>
                      <a:pt x="25850" y="295000"/>
                    </a:lnTo>
                    <a:lnTo>
                      <a:pt x="25850" y="295850"/>
                    </a:lnTo>
                    <a:lnTo>
                      <a:pt x="25000" y="295850"/>
                    </a:lnTo>
                    <a:close/>
                    <a:moveTo>
                      <a:pt x="27500" y="297500"/>
                    </a:moveTo>
                    <a:lnTo>
                      <a:pt x="28200" y="297500"/>
                    </a:lnTo>
                    <a:lnTo>
                      <a:pt x="28200" y="298200"/>
                    </a:lnTo>
                    <a:lnTo>
                      <a:pt x="27500" y="298200"/>
                    </a:lnTo>
                    <a:close/>
                    <a:moveTo>
                      <a:pt x="30000" y="295000"/>
                    </a:moveTo>
                    <a:lnTo>
                      <a:pt x="30850" y="295000"/>
                    </a:lnTo>
                    <a:lnTo>
                      <a:pt x="30850" y="295850"/>
                    </a:lnTo>
                    <a:lnTo>
                      <a:pt x="30000" y="295850"/>
                    </a:lnTo>
                    <a:close/>
                    <a:moveTo>
                      <a:pt x="32500" y="297500"/>
                    </a:moveTo>
                    <a:lnTo>
                      <a:pt x="33200" y="297500"/>
                    </a:lnTo>
                    <a:lnTo>
                      <a:pt x="33200" y="298200"/>
                    </a:lnTo>
                    <a:lnTo>
                      <a:pt x="32500" y="298200"/>
                    </a:lnTo>
                    <a:close/>
                    <a:moveTo>
                      <a:pt x="35000" y="295000"/>
                    </a:moveTo>
                    <a:lnTo>
                      <a:pt x="35850" y="295000"/>
                    </a:lnTo>
                    <a:lnTo>
                      <a:pt x="35850" y="295850"/>
                    </a:lnTo>
                    <a:lnTo>
                      <a:pt x="35000" y="295850"/>
                    </a:lnTo>
                    <a:close/>
                    <a:moveTo>
                      <a:pt x="37500" y="297500"/>
                    </a:moveTo>
                    <a:lnTo>
                      <a:pt x="38200" y="297500"/>
                    </a:lnTo>
                    <a:lnTo>
                      <a:pt x="38200" y="298200"/>
                    </a:lnTo>
                    <a:lnTo>
                      <a:pt x="37500" y="298200"/>
                    </a:lnTo>
                    <a:close/>
                    <a:moveTo>
                      <a:pt x="40000" y="295000"/>
                    </a:moveTo>
                    <a:lnTo>
                      <a:pt x="40850" y="295000"/>
                    </a:lnTo>
                    <a:lnTo>
                      <a:pt x="40850" y="295850"/>
                    </a:lnTo>
                    <a:lnTo>
                      <a:pt x="40000" y="295850"/>
                    </a:lnTo>
                    <a:close/>
                    <a:moveTo>
                      <a:pt x="42500" y="297500"/>
                    </a:moveTo>
                    <a:lnTo>
                      <a:pt x="43200" y="297500"/>
                    </a:lnTo>
                    <a:lnTo>
                      <a:pt x="43200" y="298200"/>
                    </a:lnTo>
                    <a:lnTo>
                      <a:pt x="42500" y="298200"/>
                    </a:lnTo>
                    <a:close/>
                    <a:moveTo>
                      <a:pt x="45000" y="295000"/>
                    </a:moveTo>
                    <a:lnTo>
                      <a:pt x="45850" y="295000"/>
                    </a:lnTo>
                    <a:lnTo>
                      <a:pt x="45850" y="295850"/>
                    </a:lnTo>
                    <a:lnTo>
                      <a:pt x="45000" y="295850"/>
                    </a:lnTo>
                    <a:close/>
                    <a:moveTo>
                      <a:pt x="47500" y="297500"/>
                    </a:moveTo>
                    <a:lnTo>
                      <a:pt x="48200" y="297500"/>
                    </a:lnTo>
                    <a:lnTo>
                      <a:pt x="48200" y="298200"/>
                    </a:lnTo>
                    <a:lnTo>
                      <a:pt x="47500" y="298200"/>
                    </a:lnTo>
                    <a:close/>
                    <a:moveTo>
                      <a:pt x="50000" y="295000"/>
                    </a:moveTo>
                    <a:lnTo>
                      <a:pt x="50850" y="295000"/>
                    </a:lnTo>
                    <a:lnTo>
                      <a:pt x="50850" y="295850"/>
                    </a:lnTo>
                    <a:lnTo>
                      <a:pt x="50000" y="295850"/>
                    </a:lnTo>
                    <a:close/>
                    <a:moveTo>
                      <a:pt x="52500" y="297500"/>
                    </a:moveTo>
                    <a:lnTo>
                      <a:pt x="53200" y="297500"/>
                    </a:lnTo>
                    <a:lnTo>
                      <a:pt x="53200" y="298200"/>
                    </a:lnTo>
                    <a:lnTo>
                      <a:pt x="52500" y="298200"/>
                    </a:lnTo>
                    <a:close/>
                    <a:moveTo>
                      <a:pt x="55000" y="295000"/>
                    </a:moveTo>
                    <a:lnTo>
                      <a:pt x="55850" y="295000"/>
                    </a:lnTo>
                    <a:lnTo>
                      <a:pt x="55850" y="295850"/>
                    </a:lnTo>
                    <a:lnTo>
                      <a:pt x="55000" y="295850"/>
                    </a:lnTo>
                    <a:close/>
                    <a:moveTo>
                      <a:pt x="57500" y="297500"/>
                    </a:moveTo>
                    <a:lnTo>
                      <a:pt x="58200" y="297500"/>
                    </a:lnTo>
                    <a:lnTo>
                      <a:pt x="58200" y="298200"/>
                    </a:lnTo>
                    <a:lnTo>
                      <a:pt x="57500" y="298200"/>
                    </a:lnTo>
                    <a:close/>
                    <a:moveTo>
                      <a:pt x="60000" y="295000"/>
                    </a:moveTo>
                    <a:lnTo>
                      <a:pt x="60850" y="295000"/>
                    </a:lnTo>
                    <a:lnTo>
                      <a:pt x="60850" y="295850"/>
                    </a:lnTo>
                    <a:lnTo>
                      <a:pt x="60000" y="295850"/>
                    </a:lnTo>
                    <a:close/>
                    <a:moveTo>
                      <a:pt x="62500" y="297500"/>
                    </a:moveTo>
                    <a:lnTo>
                      <a:pt x="63200" y="297500"/>
                    </a:lnTo>
                    <a:lnTo>
                      <a:pt x="63200" y="298200"/>
                    </a:lnTo>
                    <a:lnTo>
                      <a:pt x="62500" y="298200"/>
                    </a:lnTo>
                    <a:close/>
                    <a:moveTo>
                      <a:pt x="65000" y="295000"/>
                    </a:moveTo>
                    <a:lnTo>
                      <a:pt x="65850" y="295000"/>
                    </a:lnTo>
                    <a:lnTo>
                      <a:pt x="65850" y="295850"/>
                    </a:lnTo>
                    <a:lnTo>
                      <a:pt x="65000" y="295850"/>
                    </a:lnTo>
                    <a:close/>
                    <a:moveTo>
                      <a:pt x="67500" y="297500"/>
                    </a:moveTo>
                    <a:lnTo>
                      <a:pt x="68200" y="297500"/>
                    </a:lnTo>
                    <a:lnTo>
                      <a:pt x="68200" y="298200"/>
                    </a:lnTo>
                    <a:lnTo>
                      <a:pt x="67500" y="298200"/>
                    </a:lnTo>
                    <a:close/>
                    <a:moveTo>
                      <a:pt x="70000" y="295000"/>
                    </a:moveTo>
                    <a:lnTo>
                      <a:pt x="70850" y="295000"/>
                    </a:lnTo>
                    <a:lnTo>
                      <a:pt x="70850" y="295850"/>
                    </a:lnTo>
                    <a:lnTo>
                      <a:pt x="70000" y="295850"/>
                    </a:lnTo>
                    <a:close/>
                    <a:moveTo>
                      <a:pt x="72500" y="297500"/>
                    </a:moveTo>
                    <a:lnTo>
                      <a:pt x="73200" y="297500"/>
                    </a:lnTo>
                    <a:lnTo>
                      <a:pt x="73200" y="298200"/>
                    </a:lnTo>
                    <a:lnTo>
                      <a:pt x="72500" y="298200"/>
                    </a:lnTo>
                    <a:close/>
                    <a:moveTo>
                      <a:pt x="75000" y="295000"/>
                    </a:moveTo>
                    <a:lnTo>
                      <a:pt x="75850" y="295000"/>
                    </a:lnTo>
                    <a:lnTo>
                      <a:pt x="75850" y="295850"/>
                    </a:lnTo>
                    <a:lnTo>
                      <a:pt x="75000" y="295850"/>
                    </a:lnTo>
                    <a:close/>
                    <a:moveTo>
                      <a:pt x="77500" y="297500"/>
                    </a:moveTo>
                    <a:lnTo>
                      <a:pt x="78200" y="297500"/>
                    </a:lnTo>
                    <a:lnTo>
                      <a:pt x="78200" y="298200"/>
                    </a:lnTo>
                    <a:lnTo>
                      <a:pt x="77500" y="298200"/>
                    </a:lnTo>
                    <a:close/>
                    <a:moveTo>
                      <a:pt x="80000" y="295000"/>
                    </a:moveTo>
                    <a:lnTo>
                      <a:pt x="80850" y="295000"/>
                    </a:lnTo>
                    <a:lnTo>
                      <a:pt x="80850" y="295850"/>
                    </a:lnTo>
                    <a:lnTo>
                      <a:pt x="80000" y="295850"/>
                    </a:lnTo>
                    <a:close/>
                    <a:moveTo>
                      <a:pt x="82500" y="297500"/>
                    </a:moveTo>
                    <a:lnTo>
                      <a:pt x="83200" y="297500"/>
                    </a:lnTo>
                    <a:lnTo>
                      <a:pt x="83200" y="298200"/>
                    </a:lnTo>
                    <a:lnTo>
                      <a:pt x="82500" y="298200"/>
                    </a:lnTo>
                    <a:close/>
                    <a:moveTo>
                      <a:pt x="85000" y="295000"/>
                    </a:moveTo>
                    <a:lnTo>
                      <a:pt x="85850" y="295000"/>
                    </a:lnTo>
                    <a:lnTo>
                      <a:pt x="85850" y="295850"/>
                    </a:lnTo>
                    <a:lnTo>
                      <a:pt x="85000" y="295850"/>
                    </a:lnTo>
                    <a:close/>
                    <a:moveTo>
                      <a:pt x="87500" y="297500"/>
                    </a:moveTo>
                    <a:lnTo>
                      <a:pt x="88200" y="297500"/>
                    </a:lnTo>
                    <a:lnTo>
                      <a:pt x="88200" y="298200"/>
                    </a:lnTo>
                    <a:lnTo>
                      <a:pt x="87500" y="298200"/>
                    </a:lnTo>
                    <a:close/>
                    <a:moveTo>
                      <a:pt x="90000" y="295000"/>
                    </a:moveTo>
                    <a:lnTo>
                      <a:pt x="90850" y="295000"/>
                    </a:lnTo>
                    <a:lnTo>
                      <a:pt x="90850" y="295850"/>
                    </a:lnTo>
                    <a:lnTo>
                      <a:pt x="90000" y="295850"/>
                    </a:lnTo>
                    <a:close/>
                    <a:moveTo>
                      <a:pt x="92500" y="297500"/>
                    </a:moveTo>
                    <a:lnTo>
                      <a:pt x="93200" y="297500"/>
                    </a:lnTo>
                    <a:lnTo>
                      <a:pt x="93200" y="298200"/>
                    </a:lnTo>
                    <a:lnTo>
                      <a:pt x="92500" y="298200"/>
                    </a:lnTo>
                    <a:close/>
                    <a:moveTo>
                      <a:pt x="95000" y="295000"/>
                    </a:moveTo>
                    <a:lnTo>
                      <a:pt x="95850" y="295000"/>
                    </a:lnTo>
                    <a:lnTo>
                      <a:pt x="95850" y="295850"/>
                    </a:lnTo>
                    <a:lnTo>
                      <a:pt x="95000" y="295850"/>
                    </a:lnTo>
                    <a:close/>
                    <a:moveTo>
                      <a:pt x="97500" y="297500"/>
                    </a:moveTo>
                    <a:lnTo>
                      <a:pt x="98200" y="297500"/>
                    </a:lnTo>
                    <a:lnTo>
                      <a:pt x="98200" y="298200"/>
                    </a:lnTo>
                    <a:lnTo>
                      <a:pt x="97500" y="298200"/>
                    </a:lnTo>
                    <a:close/>
                    <a:moveTo>
                      <a:pt x="100000" y="295000"/>
                    </a:moveTo>
                    <a:lnTo>
                      <a:pt x="100850" y="295000"/>
                    </a:lnTo>
                    <a:lnTo>
                      <a:pt x="100850" y="295850"/>
                    </a:lnTo>
                    <a:lnTo>
                      <a:pt x="100000" y="295850"/>
                    </a:lnTo>
                    <a:close/>
                    <a:moveTo>
                      <a:pt x="102500" y="297500"/>
                    </a:moveTo>
                    <a:lnTo>
                      <a:pt x="103200" y="297500"/>
                    </a:lnTo>
                    <a:lnTo>
                      <a:pt x="103200" y="298200"/>
                    </a:lnTo>
                    <a:lnTo>
                      <a:pt x="102500" y="298200"/>
                    </a:lnTo>
                    <a:close/>
                    <a:moveTo>
                      <a:pt x="105000" y="295000"/>
                    </a:moveTo>
                    <a:lnTo>
                      <a:pt x="105850" y="295000"/>
                    </a:lnTo>
                    <a:lnTo>
                      <a:pt x="105850" y="295850"/>
                    </a:lnTo>
                    <a:lnTo>
                      <a:pt x="105000" y="295850"/>
                    </a:lnTo>
                    <a:close/>
                    <a:moveTo>
                      <a:pt x="107500" y="297500"/>
                    </a:moveTo>
                    <a:lnTo>
                      <a:pt x="108200" y="297500"/>
                    </a:lnTo>
                    <a:lnTo>
                      <a:pt x="108200" y="298200"/>
                    </a:lnTo>
                    <a:lnTo>
                      <a:pt x="107500" y="298200"/>
                    </a:lnTo>
                    <a:close/>
                    <a:moveTo>
                      <a:pt x="110000" y="295000"/>
                    </a:moveTo>
                    <a:lnTo>
                      <a:pt x="110850" y="295000"/>
                    </a:lnTo>
                    <a:lnTo>
                      <a:pt x="110850" y="295850"/>
                    </a:lnTo>
                    <a:lnTo>
                      <a:pt x="110000" y="295850"/>
                    </a:lnTo>
                    <a:close/>
                    <a:moveTo>
                      <a:pt x="112500" y="297500"/>
                    </a:moveTo>
                    <a:lnTo>
                      <a:pt x="113200" y="297500"/>
                    </a:lnTo>
                    <a:lnTo>
                      <a:pt x="113200" y="298200"/>
                    </a:lnTo>
                    <a:lnTo>
                      <a:pt x="112500" y="298200"/>
                    </a:lnTo>
                    <a:close/>
                    <a:moveTo>
                      <a:pt x="115000" y="295000"/>
                    </a:moveTo>
                    <a:lnTo>
                      <a:pt x="115850" y="295000"/>
                    </a:lnTo>
                    <a:lnTo>
                      <a:pt x="115850" y="295850"/>
                    </a:lnTo>
                    <a:lnTo>
                      <a:pt x="115000" y="295850"/>
                    </a:lnTo>
                    <a:close/>
                    <a:moveTo>
                      <a:pt x="117500" y="297500"/>
                    </a:moveTo>
                    <a:lnTo>
                      <a:pt x="118200" y="297500"/>
                    </a:lnTo>
                    <a:lnTo>
                      <a:pt x="118200" y="298200"/>
                    </a:lnTo>
                    <a:lnTo>
                      <a:pt x="117500" y="298200"/>
                    </a:lnTo>
                    <a:close/>
                    <a:moveTo>
                      <a:pt x="120000" y="295000"/>
                    </a:moveTo>
                    <a:lnTo>
                      <a:pt x="120850" y="295000"/>
                    </a:lnTo>
                    <a:lnTo>
                      <a:pt x="120850" y="295850"/>
                    </a:lnTo>
                    <a:lnTo>
                      <a:pt x="120000" y="295850"/>
                    </a:lnTo>
                    <a:close/>
                    <a:moveTo>
                      <a:pt x="122500" y="297500"/>
                    </a:moveTo>
                    <a:lnTo>
                      <a:pt x="123200" y="297500"/>
                    </a:lnTo>
                    <a:lnTo>
                      <a:pt x="123200" y="298200"/>
                    </a:lnTo>
                    <a:lnTo>
                      <a:pt x="122500" y="298200"/>
                    </a:lnTo>
                    <a:close/>
                    <a:moveTo>
                      <a:pt x="125000" y="295000"/>
                    </a:moveTo>
                    <a:lnTo>
                      <a:pt x="125850" y="295000"/>
                    </a:lnTo>
                    <a:lnTo>
                      <a:pt x="125850" y="295850"/>
                    </a:lnTo>
                    <a:lnTo>
                      <a:pt x="125000" y="295850"/>
                    </a:lnTo>
                    <a:close/>
                    <a:moveTo>
                      <a:pt x="127500" y="297500"/>
                    </a:moveTo>
                    <a:lnTo>
                      <a:pt x="128200" y="297500"/>
                    </a:lnTo>
                    <a:lnTo>
                      <a:pt x="128200" y="298200"/>
                    </a:lnTo>
                    <a:lnTo>
                      <a:pt x="127500" y="298200"/>
                    </a:lnTo>
                    <a:close/>
                    <a:moveTo>
                      <a:pt x="130000" y="295000"/>
                    </a:moveTo>
                    <a:lnTo>
                      <a:pt x="130850" y="295000"/>
                    </a:lnTo>
                    <a:lnTo>
                      <a:pt x="130850" y="295850"/>
                    </a:lnTo>
                    <a:lnTo>
                      <a:pt x="130000" y="295850"/>
                    </a:lnTo>
                    <a:close/>
                    <a:moveTo>
                      <a:pt x="132500" y="297500"/>
                    </a:moveTo>
                    <a:lnTo>
                      <a:pt x="133200" y="297500"/>
                    </a:lnTo>
                    <a:lnTo>
                      <a:pt x="133200" y="298200"/>
                    </a:lnTo>
                    <a:lnTo>
                      <a:pt x="132500" y="298200"/>
                    </a:lnTo>
                    <a:close/>
                    <a:moveTo>
                      <a:pt x="135000" y="295000"/>
                    </a:moveTo>
                    <a:lnTo>
                      <a:pt x="135850" y="295000"/>
                    </a:lnTo>
                    <a:lnTo>
                      <a:pt x="135850" y="295850"/>
                    </a:lnTo>
                    <a:lnTo>
                      <a:pt x="135000" y="295850"/>
                    </a:lnTo>
                    <a:close/>
                    <a:moveTo>
                      <a:pt x="137500" y="297500"/>
                    </a:moveTo>
                    <a:lnTo>
                      <a:pt x="138200" y="297500"/>
                    </a:lnTo>
                    <a:lnTo>
                      <a:pt x="138200" y="298200"/>
                    </a:lnTo>
                    <a:lnTo>
                      <a:pt x="137500" y="298200"/>
                    </a:lnTo>
                    <a:close/>
                    <a:moveTo>
                      <a:pt x="140000" y="295000"/>
                    </a:moveTo>
                    <a:lnTo>
                      <a:pt x="140850" y="295000"/>
                    </a:lnTo>
                    <a:lnTo>
                      <a:pt x="140850" y="295850"/>
                    </a:lnTo>
                    <a:lnTo>
                      <a:pt x="140000" y="295850"/>
                    </a:lnTo>
                    <a:close/>
                    <a:moveTo>
                      <a:pt x="142500" y="297500"/>
                    </a:moveTo>
                    <a:lnTo>
                      <a:pt x="143200" y="297500"/>
                    </a:lnTo>
                    <a:lnTo>
                      <a:pt x="143200" y="298200"/>
                    </a:lnTo>
                    <a:lnTo>
                      <a:pt x="142500" y="298200"/>
                    </a:lnTo>
                    <a:close/>
                    <a:moveTo>
                      <a:pt x="145000" y="295000"/>
                    </a:moveTo>
                    <a:lnTo>
                      <a:pt x="145850" y="295000"/>
                    </a:lnTo>
                    <a:lnTo>
                      <a:pt x="145850" y="295850"/>
                    </a:lnTo>
                    <a:lnTo>
                      <a:pt x="145000" y="295850"/>
                    </a:lnTo>
                    <a:close/>
                    <a:moveTo>
                      <a:pt x="147500" y="297500"/>
                    </a:moveTo>
                    <a:lnTo>
                      <a:pt x="148200" y="297500"/>
                    </a:lnTo>
                    <a:lnTo>
                      <a:pt x="148200" y="298200"/>
                    </a:lnTo>
                    <a:lnTo>
                      <a:pt x="147500" y="298200"/>
                    </a:lnTo>
                    <a:close/>
                    <a:moveTo>
                      <a:pt x="150000" y="295000"/>
                    </a:moveTo>
                    <a:lnTo>
                      <a:pt x="150850" y="295000"/>
                    </a:lnTo>
                    <a:lnTo>
                      <a:pt x="150850" y="295850"/>
                    </a:lnTo>
                    <a:lnTo>
                      <a:pt x="150000" y="295850"/>
                    </a:lnTo>
                    <a:close/>
                    <a:moveTo>
                      <a:pt x="152500" y="297500"/>
                    </a:moveTo>
                    <a:lnTo>
                      <a:pt x="153200" y="297500"/>
                    </a:lnTo>
                    <a:lnTo>
                      <a:pt x="153200" y="298200"/>
                    </a:lnTo>
                    <a:lnTo>
                      <a:pt x="152500" y="298200"/>
                    </a:lnTo>
                    <a:close/>
                    <a:moveTo>
                      <a:pt x="155000" y="295000"/>
                    </a:moveTo>
                    <a:lnTo>
                      <a:pt x="155850" y="295000"/>
                    </a:lnTo>
                    <a:lnTo>
                      <a:pt x="155850" y="295850"/>
                    </a:lnTo>
                    <a:lnTo>
                      <a:pt x="155000" y="295850"/>
                    </a:lnTo>
                    <a:close/>
                    <a:moveTo>
                      <a:pt x="157500" y="297500"/>
                    </a:moveTo>
                    <a:lnTo>
                      <a:pt x="158200" y="297500"/>
                    </a:lnTo>
                    <a:lnTo>
                      <a:pt x="158200" y="298200"/>
                    </a:lnTo>
                    <a:lnTo>
                      <a:pt x="157500" y="298200"/>
                    </a:lnTo>
                    <a:close/>
                    <a:moveTo>
                      <a:pt x="160000" y="295000"/>
                    </a:moveTo>
                    <a:lnTo>
                      <a:pt x="160850" y="295000"/>
                    </a:lnTo>
                    <a:lnTo>
                      <a:pt x="160850" y="295850"/>
                    </a:lnTo>
                    <a:lnTo>
                      <a:pt x="160000" y="295850"/>
                    </a:lnTo>
                    <a:close/>
                    <a:moveTo>
                      <a:pt x="162500" y="297500"/>
                    </a:moveTo>
                    <a:lnTo>
                      <a:pt x="163200" y="297500"/>
                    </a:lnTo>
                    <a:lnTo>
                      <a:pt x="163200" y="298200"/>
                    </a:lnTo>
                    <a:lnTo>
                      <a:pt x="162500" y="298200"/>
                    </a:lnTo>
                    <a:close/>
                    <a:moveTo>
                      <a:pt x="165000" y="295000"/>
                    </a:moveTo>
                    <a:lnTo>
                      <a:pt x="165850" y="295000"/>
                    </a:lnTo>
                    <a:lnTo>
                      <a:pt x="165850" y="295850"/>
                    </a:lnTo>
                    <a:lnTo>
                      <a:pt x="165000" y="295850"/>
                    </a:lnTo>
                    <a:close/>
                    <a:moveTo>
                      <a:pt x="167500" y="297500"/>
                    </a:moveTo>
                    <a:lnTo>
                      <a:pt x="168200" y="297500"/>
                    </a:lnTo>
                    <a:lnTo>
                      <a:pt x="168200" y="298200"/>
                    </a:lnTo>
                    <a:lnTo>
                      <a:pt x="167500" y="298200"/>
                    </a:lnTo>
                    <a:close/>
                    <a:moveTo>
                      <a:pt x="170000" y="295000"/>
                    </a:moveTo>
                    <a:lnTo>
                      <a:pt x="170850" y="295000"/>
                    </a:lnTo>
                    <a:lnTo>
                      <a:pt x="170850" y="295850"/>
                    </a:lnTo>
                    <a:lnTo>
                      <a:pt x="170000" y="295850"/>
                    </a:lnTo>
                    <a:close/>
                    <a:moveTo>
                      <a:pt x="172500" y="297500"/>
                    </a:moveTo>
                    <a:lnTo>
                      <a:pt x="173200" y="297500"/>
                    </a:lnTo>
                    <a:lnTo>
                      <a:pt x="173200" y="298200"/>
                    </a:lnTo>
                    <a:lnTo>
                      <a:pt x="172500" y="298200"/>
                    </a:lnTo>
                    <a:close/>
                    <a:moveTo>
                      <a:pt x="175000" y="295000"/>
                    </a:moveTo>
                    <a:lnTo>
                      <a:pt x="175850" y="295000"/>
                    </a:lnTo>
                    <a:lnTo>
                      <a:pt x="175850" y="295850"/>
                    </a:lnTo>
                    <a:lnTo>
                      <a:pt x="175000" y="295850"/>
                    </a:lnTo>
                    <a:close/>
                    <a:moveTo>
                      <a:pt x="177500" y="297500"/>
                    </a:moveTo>
                    <a:lnTo>
                      <a:pt x="178200" y="297500"/>
                    </a:lnTo>
                    <a:lnTo>
                      <a:pt x="178200" y="298200"/>
                    </a:lnTo>
                    <a:lnTo>
                      <a:pt x="177500" y="298200"/>
                    </a:lnTo>
                    <a:close/>
                    <a:moveTo>
                      <a:pt x="180000" y="295000"/>
                    </a:moveTo>
                    <a:lnTo>
                      <a:pt x="180850" y="295000"/>
                    </a:lnTo>
                    <a:lnTo>
                      <a:pt x="180850" y="295850"/>
                    </a:lnTo>
                    <a:lnTo>
                      <a:pt x="180000" y="295850"/>
                    </a:lnTo>
                    <a:close/>
                    <a:moveTo>
                      <a:pt x="182500" y="297500"/>
                    </a:moveTo>
                    <a:lnTo>
                      <a:pt x="183200" y="297500"/>
                    </a:lnTo>
                    <a:lnTo>
                      <a:pt x="183200" y="298200"/>
                    </a:lnTo>
                    <a:lnTo>
                      <a:pt x="182500" y="298200"/>
                    </a:lnTo>
                    <a:close/>
                    <a:moveTo>
                      <a:pt x="185000" y="295000"/>
                    </a:moveTo>
                    <a:lnTo>
                      <a:pt x="185850" y="295000"/>
                    </a:lnTo>
                    <a:lnTo>
                      <a:pt x="185850" y="295850"/>
                    </a:lnTo>
                    <a:lnTo>
                      <a:pt x="185000" y="295850"/>
                    </a:lnTo>
                    <a:close/>
                    <a:moveTo>
                      <a:pt x="187500" y="297500"/>
                    </a:moveTo>
                    <a:lnTo>
                      <a:pt x="188200" y="297500"/>
                    </a:lnTo>
                    <a:lnTo>
                      <a:pt x="188200" y="298200"/>
                    </a:lnTo>
                    <a:lnTo>
                      <a:pt x="187500" y="298200"/>
                    </a:lnTo>
                    <a:close/>
                    <a:moveTo>
                      <a:pt x="190000" y="295000"/>
                    </a:moveTo>
                    <a:lnTo>
                      <a:pt x="190850" y="295000"/>
                    </a:lnTo>
                    <a:lnTo>
                      <a:pt x="190850" y="295850"/>
                    </a:lnTo>
                    <a:lnTo>
                      <a:pt x="190000" y="295850"/>
                    </a:lnTo>
                    <a:close/>
                    <a:moveTo>
                      <a:pt x="192500" y="297500"/>
                    </a:moveTo>
                    <a:lnTo>
                      <a:pt x="193200" y="297500"/>
                    </a:lnTo>
                    <a:lnTo>
                      <a:pt x="193200" y="298200"/>
                    </a:lnTo>
                    <a:lnTo>
                      <a:pt x="192500" y="298200"/>
                    </a:lnTo>
                    <a:close/>
                    <a:moveTo>
                      <a:pt x="195000" y="295000"/>
                    </a:moveTo>
                    <a:lnTo>
                      <a:pt x="195850" y="295000"/>
                    </a:lnTo>
                    <a:lnTo>
                      <a:pt x="195850" y="295850"/>
                    </a:lnTo>
                    <a:lnTo>
                      <a:pt x="195000" y="295850"/>
                    </a:lnTo>
                    <a:close/>
                    <a:moveTo>
                      <a:pt x="197500" y="297500"/>
                    </a:moveTo>
                    <a:lnTo>
                      <a:pt x="198200" y="297500"/>
                    </a:lnTo>
                    <a:lnTo>
                      <a:pt x="198200" y="298200"/>
                    </a:lnTo>
                    <a:lnTo>
                      <a:pt x="197500" y="298200"/>
                    </a:lnTo>
                    <a:close/>
                    <a:moveTo>
                      <a:pt x="200000" y="295000"/>
                    </a:moveTo>
                    <a:lnTo>
                      <a:pt x="200850" y="295000"/>
                    </a:lnTo>
                    <a:lnTo>
                      <a:pt x="200850" y="295850"/>
                    </a:lnTo>
                    <a:lnTo>
                      <a:pt x="200000" y="295850"/>
                    </a:lnTo>
                    <a:close/>
                    <a:moveTo>
                      <a:pt x="202500" y="297500"/>
                    </a:moveTo>
                    <a:lnTo>
                      <a:pt x="203200" y="297500"/>
                    </a:lnTo>
                    <a:lnTo>
                      <a:pt x="203200" y="298200"/>
                    </a:lnTo>
                    <a:lnTo>
                      <a:pt x="202500" y="298200"/>
                    </a:lnTo>
                    <a:close/>
                    <a:moveTo>
                      <a:pt x="205000" y="295000"/>
                    </a:moveTo>
                    <a:lnTo>
                      <a:pt x="205850" y="295000"/>
                    </a:lnTo>
                    <a:lnTo>
                      <a:pt x="205850" y="295850"/>
                    </a:lnTo>
                    <a:lnTo>
                      <a:pt x="205000" y="295850"/>
                    </a:lnTo>
                    <a:close/>
                    <a:moveTo>
                      <a:pt x="207500" y="297500"/>
                    </a:moveTo>
                    <a:lnTo>
                      <a:pt x="208200" y="297500"/>
                    </a:lnTo>
                    <a:lnTo>
                      <a:pt x="208200" y="298200"/>
                    </a:lnTo>
                    <a:lnTo>
                      <a:pt x="207500" y="298200"/>
                    </a:lnTo>
                    <a:close/>
                    <a:moveTo>
                      <a:pt x="210000" y="295000"/>
                    </a:moveTo>
                    <a:lnTo>
                      <a:pt x="210850" y="295000"/>
                    </a:lnTo>
                    <a:lnTo>
                      <a:pt x="210850" y="295850"/>
                    </a:lnTo>
                    <a:lnTo>
                      <a:pt x="210000" y="295850"/>
                    </a:lnTo>
                    <a:close/>
                    <a:moveTo>
                      <a:pt x="212500" y="297500"/>
                    </a:moveTo>
                    <a:lnTo>
                      <a:pt x="213200" y="297500"/>
                    </a:lnTo>
                    <a:lnTo>
                      <a:pt x="213200" y="298200"/>
                    </a:lnTo>
                    <a:lnTo>
                      <a:pt x="212500" y="298200"/>
                    </a:lnTo>
                    <a:close/>
                    <a:moveTo>
                      <a:pt x="215000" y="295000"/>
                    </a:moveTo>
                    <a:lnTo>
                      <a:pt x="215850" y="295000"/>
                    </a:lnTo>
                    <a:lnTo>
                      <a:pt x="215850" y="295850"/>
                    </a:lnTo>
                    <a:lnTo>
                      <a:pt x="215000" y="295850"/>
                    </a:lnTo>
                    <a:close/>
                    <a:moveTo>
                      <a:pt x="217500" y="297500"/>
                    </a:moveTo>
                    <a:lnTo>
                      <a:pt x="218200" y="297500"/>
                    </a:lnTo>
                    <a:lnTo>
                      <a:pt x="218200" y="298200"/>
                    </a:lnTo>
                    <a:lnTo>
                      <a:pt x="217500" y="298200"/>
                    </a:lnTo>
                    <a:close/>
                    <a:moveTo>
                      <a:pt x="220000" y="295000"/>
                    </a:moveTo>
                    <a:lnTo>
                      <a:pt x="220850" y="295000"/>
                    </a:lnTo>
                    <a:lnTo>
                      <a:pt x="220850" y="295850"/>
                    </a:lnTo>
                    <a:lnTo>
                      <a:pt x="220000" y="295850"/>
                    </a:lnTo>
                    <a:close/>
                    <a:moveTo>
                      <a:pt x="222500" y="297500"/>
                    </a:moveTo>
                    <a:lnTo>
                      <a:pt x="223200" y="297500"/>
                    </a:lnTo>
                    <a:lnTo>
                      <a:pt x="223200" y="298200"/>
                    </a:lnTo>
                    <a:lnTo>
                      <a:pt x="222500" y="298200"/>
                    </a:lnTo>
                    <a:close/>
                    <a:moveTo>
                      <a:pt x="225000" y="295000"/>
                    </a:moveTo>
                    <a:lnTo>
                      <a:pt x="225850" y="295000"/>
                    </a:lnTo>
                    <a:lnTo>
                      <a:pt x="225850" y="295850"/>
                    </a:lnTo>
                    <a:lnTo>
                      <a:pt x="225000" y="295850"/>
                    </a:lnTo>
                    <a:close/>
                    <a:moveTo>
                      <a:pt x="227500" y="297500"/>
                    </a:moveTo>
                    <a:lnTo>
                      <a:pt x="228200" y="297500"/>
                    </a:lnTo>
                    <a:lnTo>
                      <a:pt x="228200" y="298200"/>
                    </a:lnTo>
                    <a:lnTo>
                      <a:pt x="227500" y="298200"/>
                    </a:lnTo>
                    <a:close/>
                    <a:moveTo>
                      <a:pt x="230000" y="295000"/>
                    </a:moveTo>
                    <a:lnTo>
                      <a:pt x="230850" y="295000"/>
                    </a:lnTo>
                    <a:lnTo>
                      <a:pt x="230850" y="295850"/>
                    </a:lnTo>
                    <a:lnTo>
                      <a:pt x="230000" y="295850"/>
                    </a:lnTo>
                    <a:close/>
                    <a:moveTo>
                      <a:pt x="232500" y="297500"/>
                    </a:moveTo>
                    <a:lnTo>
                      <a:pt x="233200" y="297500"/>
                    </a:lnTo>
                    <a:lnTo>
                      <a:pt x="233200" y="298200"/>
                    </a:lnTo>
                    <a:lnTo>
                      <a:pt x="232500" y="298200"/>
                    </a:lnTo>
                    <a:close/>
                    <a:moveTo>
                      <a:pt x="235000" y="295000"/>
                    </a:moveTo>
                    <a:lnTo>
                      <a:pt x="235850" y="295000"/>
                    </a:lnTo>
                    <a:lnTo>
                      <a:pt x="235850" y="295850"/>
                    </a:lnTo>
                    <a:lnTo>
                      <a:pt x="235000" y="295850"/>
                    </a:lnTo>
                    <a:close/>
                    <a:moveTo>
                      <a:pt x="237500" y="297500"/>
                    </a:moveTo>
                    <a:lnTo>
                      <a:pt x="238200" y="297500"/>
                    </a:lnTo>
                    <a:lnTo>
                      <a:pt x="238200" y="298200"/>
                    </a:lnTo>
                    <a:lnTo>
                      <a:pt x="237500" y="298200"/>
                    </a:lnTo>
                    <a:close/>
                    <a:moveTo>
                      <a:pt x="240000" y="295000"/>
                    </a:moveTo>
                    <a:lnTo>
                      <a:pt x="240850" y="295000"/>
                    </a:lnTo>
                    <a:lnTo>
                      <a:pt x="240850" y="295850"/>
                    </a:lnTo>
                    <a:lnTo>
                      <a:pt x="240000" y="295850"/>
                    </a:lnTo>
                    <a:close/>
                    <a:moveTo>
                      <a:pt x="242500" y="297500"/>
                    </a:moveTo>
                    <a:lnTo>
                      <a:pt x="243200" y="297500"/>
                    </a:lnTo>
                    <a:lnTo>
                      <a:pt x="243200" y="298200"/>
                    </a:lnTo>
                    <a:lnTo>
                      <a:pt x="242500" y="298200"/>
                    </a:lnTo>
                    <a:close/>
                    <a:moveTo>
                      <a:pt x="245000" y="295000"/>
                    </a:moveTo>
                    <a:lnTo>
                      <a:pt x="245850" y="295000"/>
                    </a:lnTo>
                    <a:lnTo>
                      <a:pt x="245850" y="295850"/>
                    </a:lnTo>
                    <a:lnTo>
                      <a:pt x="245000" y="295850"/>
                    </a:lnTo>
                    <a:close/>
                    <a:moveTo>
                      <a:pt x="247500" y="297500"/>
                    </a:moveTo>
                    <a:lnTo>
                      <a:pt x="248200" y="297500"/>
                    </a:lnTo>
                    <a:lnTo>
                      <a:pt x="248200" y="298200"/>
                    </a:lnTo>
                    <a:lnTo>
                      <a:pt x="247500" y="298200"/>
                    </a:lnTo>
                    <a:close/>
                    <a:moveTo>
                      <a:pt x="250000" y="295000"/>
                    </a:moveTo>
                    <a:lnTo>
                      <a:pt x="250850" y="295000"/>
                    </a:lnTo>
                    <a:lnTo>
                      <a:pt x="250850" y="295850"/>
                    </a:lnTo>
                    <a:lnTo>
                      <a:pt x="250000" y="295850"/>
                    </a:lnTo>
                    <a:close/>
                    <a:moveTo>
                      <a:pt x="252500" y="297500"/>
                    </a:moveTo>
                    <a:lnTo>
                      <a:pt x="253200" y="297500"/>
                    </a:lnTo>
                    <a:lnTo>
                      <a:pt x="253200" y="298200"/>
                    </a:lnTo>
                    <a:lnTo>
                      <a:pt x="252500" y="298200"/>
                    </a:lnTo>
                    <a:close/>
                    <a:moveTo>
                      <a:pt x="255000" y="295000"/>
                    </a:moveTo>
                    <a:lnTo>
                      <a:pt x="255850" y="295000"/>
                    </a:lnTo>
                    <a:lnTo>
                      <a:pt x="255850" y="295850"/>
                    </a:lnTo>
                    <a:lnTo>
                      <a:pt x="255000" y="295850"/>
                    </a:lnTo>
                    <a:close/>
                    <a:moveTo>
                      <a:pt x="257500" y="297500"/>
                    </a:moveTo>
                    <a:lnTo>
                      <a:pt x="258200" y="297500"/>
                    </a:lnTo>
                    <a:lnTo>
                      <a:pt x="258200" y="298200"/>
                    </a:lnTo>
                    <a:lnTo>
                      <a:pt x="257500" y="298200"/>
                    </a:lnTo>
                    <a:close/>
                    <a:moveTo>
                      <a:pt x="260000" y="295000"/>
                    </a:moveTo>
                    <a:lnTo>
                      <a:pt x="260850" y="295000"/>
                    </a:lnTo>
                    <a:lnTo>
                      <a:pt x="260850" y="295850"/>
                    </a:lnTo>
                    <a:lnTo>
                      <a:pt x="260000" y="295850"/>
                    </a:lnTo>
                    <a:close/>
                    <a:moveTo>
                      <a:pt x="262500" y="297500"/>
                    </a:moveTo>
                    <a:lnTo>
                      <a:pt x="263200" y="297500"/>
                    </a:lnTo>
                    <a:lnTo>
                      <a:pt x="263200" y="298200"/>
                    </a:lnTo>
                    <a:lnTo>
                      <a:pt x="262500" y="298200"/>
                    </a:lnTo>
                    <a:close/>
                    <a:moveTo>
                      <a:pt x="265000" y="295000"/>
                    </a:moveTo>
                    <a:lnTo>
                      <a:pt x="265850" y="295000"/>
                    </a:lnTo>
                    <a:lnTo>
                      <a:pt x="265850" y="295850"/>
                    </a:lnTo>
                    <a:lnTo>
                      <a:pt x="265000" y="295850"/>
                    </a:lnTo>
                    <a:close/>
                    <a:moveTo>
                      <a:pt x="267500" y="297500"/>
                    </a:moveTo>
                    <a:lnTo>
                      <a:pt x="268200" y="297500"/>
                    </a:lnTo>
                    <a:lnTo>
                      <a:pt x="268200" y="298200"/>
                    </a:lnTo>
                    <a:lnTo>
                      <a:pt x="267500" y="298200"/>
                    </a:lnTo>
                    <a:close/>
                    <a:moveTo>
                      <a:pt x="270000" y="295000"/>
                    </a:moveTo>
                    <a:lnTo>
                      <a:pt x="270850" y="295000"/>
                    </a:lnTo>
                    <a:lnTo>
                      <a:pt x="270850" y="295850"/>
                    </a:lnTo>
                    <a:lnTo>
                      <a:pt x="270000" y="295850"/>
                    </a:lnTo>
                    <a:close/>
                    <a:moveTo>
                      <a:pt x="272500" y="297500"/>
                    </a:moveTo>
                    <a:lnTo>
                      <a:pt x="273200" y="297500"/>
                    </a:lnTo>
                    <a:lnTo>
                      <a:pt x="273200" y="298200"/>
                    </a:lnTo>
                    <a:lnTo>
                      <a:pt x="272500" y="298200"/>
                    </a:lnTo>
                    <a:close/>
                    <a:moveTo>
                      <a:pt x="275000" y="295000"/>
                    </a:moveTo>
                    <a:lnTo>
                      <a:pt x="275850" y="295000"/>
                    </a:lnTo>
                    <a:lnTo>
                      <a:pt x="275850" y="295850"/>
                    </a:lnTo>
                    <a:lnTo>
                      <a:pt x="275000" y="295850"/>
                    </a:lnTo>
                    <a:close/>
                    <a:moveTo>
                      <a:pt x="277500" y="297500"/>
                    </a:moveTo>
                    <a:lnTo>
                      <a:pt x="278200" y="297500"/>
                    </a:lnTo>
                    <a:lnTo>
                      <a:pt x="278200" y="298200"/>
                    </a:lnTo>
                    <a:lnTo>
                      <a:pt x="277500" y="298200"/>
                    </a:lnTo>
                    <a:close/>
                    <a:moveTo>
                      <a:pt x="280000" y="295000"/>
                    </a:moveTo>
                    <a:lnTo>
                      <a:pt x="280850" y="295000"/>
                    </a:lnTo>
                    <a:lnTo>
                      <a:pt x="280850" y="295850"/>
                    </a:lnTo>
                    <a:lnTo>
                      <a:pt x="280000" y="295850"/>
                    </a:lnTo>
                    <a:close/>
                    <a:moveTo>
                      <a:pt x="282500" y="297500"/>
                    </a:moveTo>
                    <a:lnTo>
                      <a:pt x="283200" y="297500"/>
                    </a:lnTo>
                    <a:lnTo>
                      <a:pt x="283200" y="298200"/>
                    </a:lnTo>
                    <a:lnTo>
                      <a:pt x="282500" y="298200"/>
                    </a:lnTo>
                    <a:close/>
                    <a:moveTo>
                      <a:pt x="285000" y="295000"/>
                    </a:moveTo>
                    <a:lnTo>
                      <a:pt x="285850" y="295000"/>
                    </a:lnTo>
                    <a:lnTo>
                      <a:pt x="285850" y="295850"/>
                    </a:lnTo>
                    <a:lnTo>
                      <a:pt x="285000" y="295850"/>
                    </a:lnTo>
                    <a:close/>
                    <a:moveTo>
                      <a:pt x="287500" y="297500"/>
                    </a:moveTo>
                    <a:lnTo>
                      <a:pt x="288200" y="297500"/>
                    </a:lnTo>
                    <a:lnTo>
                      <a:pt x="288200" y="298200"/>
                    </a:lnTo>
                    <a:lnTo>
                      <a:pt x="287500" y="298200"/>
                    </a:lnTo>
                    <a:close/>
                    <a:moveTo>
                      <a:pt x="0" y="300000"/>
                    </a:moveTo>
                    <a:lnTo>
                      <a:pt x="850" y="300000"/>
                    </a:lnTo>
                    <a:lnTo>
                      <a:pt x="850" y="300850"/>
                    </a:lnTo>
                    <a:lnTo>
                      <a:pt x="0" y="300850"/>
                    </a:lnTo>
                    <a:close/>
                    <a:moveTo>
                      <a:pt x="2500" y="302500"/>
                    </a:moveTo>
                    <a:lnTo>
                      <a:pt x="3200" y="302500"/>
                    </a:lnTo>
                    <a:lnTo>
                      <a:pt x="3200" y="303200"/>
                    </a:lnTo>
                    <a:lnTo>
                      <a:pt x="2500" y="303200"/>
                    </a:lnTo>
                    <a:close/>
                    <a:moveTo>
                      <a:pt x="5000" y="300000"/>
                    </a:moveTo>
                    <a:lnTo>
                      <a:pt x="5850" y="300000"/>
                    </a:lnTo>
                    <a:lnTo>
                      <a:pt x="5850" y="300850"/>
                    </a:lnTo>
                    <a:lnTo>
                      <a:pt x="5000" y="300850"/>
                    </a:lnTo>
                    <a:close/>
                    <a:moveTo>
                      <a:pt x="7500" y="302500"/>
                    </a:moveTo>
                    <a:lnTo>
                      <a:pt x="8200" y="302500"/>
                    </a:lnTo>
                    <a:lnTo>
                      <a:pt x="8200" y="303200"/>
                    </a:lnTo>
                    <a:lnTo>
                      <a:pt x="7500" y="303200"/>
                    </a:lnTo>
                    <a:close/>
                    <a:moveTo>
                      <a:pt x="10000" y="300000"/>
                    </a:moveTo>
                    <a:lnTo>
                      <a:pt x="10850" y="300000"/>
                    </a:lnTo>
                    <a:lnTo>
                      <a:pt x="10850" y="300850"/>
                    </a:lnTo>
                    <a:lnTo>
                      <a:pt x="10000" y="300850"/>
                    </a:lnTo>
                    <a:close/>
                    <a:moveTo>
                      <a:pt x="12500" y="302500"/>
                    </a:moveTo>
                    <a:lnTo>
                      <a:pt x="13200" y="302500"/>
                    </a:lnTo>
                    <a:lnTo>
                      <a:pt x="13200" y="303200"/>
                    </a:lnTo>
                    <a:lnTo>
                      <a:pt x="12500" y="303200"/>
                    </a:lnTo>
                    <a:close/>
                    <a:moveTo>
                      <a:pt x="15000" y="300000"/>
                    </a:moveTo>
                    <a:lnTo>
                      <a:pt x="15850" y="300000"/>
                    </a:lnTo>
                    <a:lnTo>
                      <a:pt x="15850" y="300850"/>
                    </a:lnTo>
                    <a:lnTo>
                      <a:pt x="15000" y="300850"/>
                    </a:lnTo>
                    <a:close/>
                    <a:moveTo>
                      <a:pt x="17500" y="302500"/>
                    </a:moveTo>
                    <a:lnTo>
                      <a:pt x="18200" y="302500"/>
                    </a:lnTo>
                    <a:lnTo>
                      <a:pt x="18200" y="303200"/>
                    </a:lnTo>
                    <a:lnTo>
                      <a:pt x="17500" y="303200"/>
                    </a:lnTo>
                    <a:close/>
                    <a:moveTo>
                      <a:pt x="20000" y="300000"/>
                    </a:moveTo>
                    <a:lnTo>
                      <a:pt x="20850" y="300000"/>
                    </a:lnTo>
                    <a:lnTo>
                      <a:pt x="20850" y="300850"/>
                    </a:lnTo>
                    <a:lnTo>
                      <a:pt x="20000" y="300850"/>
                    </a:lnTo>
                    <a:close/>
                    <a:moveTo>
                      <a:pt x="22500" y="302500"/>
                    </a:moveTo>
                    <a:lnTo>
                      <a:pt x="23200" y="302500"/>
                    </a:lnTo>
                    <a:lnTo>
                      <a:pt x="23200" y="303200"/>
                    </a:lnTo>
                    <a:lnTo>
                      <a:pt x="22500" y="303200"/>
                    </a:lnTo>
                    <a:close/>
                    <a:moveTo>
                      <a:pt x="25000" y="300000"/>
                    </a:moveTo>
                    <a:lnTo>
                      <a:pt x="25850" y="300000"/>
                    </a:lnTo>
                    <a:lnTo>
                      <a:pt x="25850" y="300850"/>
                    </a:lnTo>
                    <a:lnTo>
                      <a:pt x="25000" y="300850"/>
                    </a:lnTo>
                    <a:close/>
                    <a:moveTo>
                      <a:pt x="27500" y="302500"/>
                    </a:moveTo>
                    <a:lnTo>
                      <a:pt x="28200" y="302500"/>
                    </a:lnTo>
                    <a:lnTo>
                      <a:pt x="28200" y="303200"/>
                    </a:lnTo>
                    <a:lnTo>
                      <a:pt x="27500" y="303200"/>
                    </a:lnTo>
                    <a:close/>
                    <a:moveTo>
                      <a:pt x="30000" y="300000"/>
                    </a:moveTo>
                    <a:lnTo>
                      <a:pt x="30850" y="300000"/>
                    </a:lnTo>
                    <a:lnTo>
                      <a:pt x="30850" y="300850"/>
                    </a:lnTo>
                    <a:lnTo>
                      <a:pt x="30000" y="300850"/>
                    </a:lnTo>
                    <a:close/>
                    <a:moveTo>
                      <a:pt x="32500" y="302500"/>
                    </a:moveTo>
                    <a:lnTo>
                      <a:pt x="33200" y="302500"/>
                    </a:lnTo>
                    <a:lnTo>
                      <a:pt x="33200" y="303200"/>
                    </a:lnTo>
                    <a:lnTo>
                      <a:pt x="32500" y="303200"/>
                    </a:lnTo>
                    <a:close/>
                    <a:moveTo>
                      <a:pt x="35000" y="300000"/>
                    </a:moveTo>
                    <a:lnTo>
                      <a:pt x="35850" y="300000"/>
                    </a:lnTo>
                    <a:lnTo>
                      <a:pt x="35850" y="300850"/>
                    </a:lnTo>
                    <a:lnTo>
                      <a:pt x="35000" y="300850"/>
                    </a:lnTo>
                    <a:close/>
                    <a:moveTo>
                      <a:pt x="37500" y="302500"/>
                    </a:moveTo>
                    <a:lnTo>
                      <a:pt x="38200" y="302500"/>
                    </a:lnTo>
                    <a:lnTo>
                      <a:pt x="38200" y="303200"/>
                    </a:lnTo>
                    <a:lnTo>
                      <a:pt x="37500" y="303200"/>
                    </a:lnTo>
                    <a:close/>
                    <a:moveTo>
                      <a:pt x="40000" y="300000"/>
                    </a:moveTo>
                    <a:lnTo>
                      <a:pt x="40850" y="300000"/>
                    </a:lnTo>
                    <a:lnTo>
                      <a:pt x="40850" y="300850"/>
                    </a:lnTo>
                    <a:lnTo>
                      <a:pt x="40000" y="300850"/>
                    </a:lnTo>
                    <a:close/>
                    <a:moveTo>
                      <a:pt x="42500" y="302500"/>
                    </a:moveTo>
                    <a:lnTo>
                      <a:pt x="43200" y="302500"/>
                    </a:lnTo>
                    <a:lnTo>
                      <a:pt x="43200" y="303200"/>
                    </a:lnTo>
                    <a:lnTo>
                      <a:pt x="42500" y="303200"/>
                    </a:lnTo>
                    <a:close/>
                    <a:moveTo>
                      <a:pt x="45000" y="300000"/>
                    </a:moveTo>
                    <a:lnTo>
                      <a:pt x="45850" y="300000"/>
                    </a:lnTo>
                    <a:lnTo>
                      <a:pt x="45850" y="300850"/>
                    </a:lnTo>
                    <a:lnTo>
                      <a:pt x="45000" y="300850"/>
                    </a:lnTo>
                    <a:close/>
                    <a:moveTo>
                      <a:pt x="47500" y="302500"/>
                    </a:moveTo>
                    <a:lnTo>
                      <a:pt x="48200" y="302500"/>
                    </a:lnTo>
                    <a:lnTo>
                      <a:pt x="48200" y="303200"/>
                    </a:lnTo>
                    <a:lnTo>
                      <a:pt x="47500" y="303200"/>
                    </a:lnTo>
                    <a:close/>
                    <a:moveTo>
                      <a:pt x="50000" y="300000"/>
                    </a:moveTo>
                    <a:lnTo>
                      <a:pt x="50850" y="300000"/>
                    </a:lnTo>
                    <a:lnTo>
                      <a:pt x="50850" y="300850"/>
                    </a:lnTo>
                    <a:lnTo>
                      <a:pt x="50000" y="300850"/>
                    </a:lnTo>
                    <a:close/>
                    <a:moveTo>
                      <a:pt x="52500" y="302500"/>
                    </a:moveTo>
                    <a:lnTo>
                      <a:pt x="53200" y="302500"/>
                    </a:lnTo>
                    <a:lnTo>
                      <a:pt x="53200" y="303200"/>
                    </a:lnTo>
                    <a:lnTo>
                      <a:pt x="52500" y="303200"/>
                    </a:lnTo>
                    <a:close/>
                    <a:moveTo>
                      <a:pt x="55000" y="300000"/>
                    </a:moveTo>
                    <a:lnTo>
                      <a:pt x="55850" y="300000"/>
                    </a:lnTo>
                    <a:lnTo>
                      <a:pt x="55850" y="300850"/>
                    </a:lnTo>
                    <a:lnTo>
                      <a:pt x="55000" y="300850"/>
                    </a:lnTo>
                    <a:close/>
                    <a:moveTo>
                      <a:pt x="57500" y="302500"/>
                    </a:moveTo>
                    <a:lnTo>
                      <a:pt x="58200" y="302500"/>
                    </a:lnTo>
                    <a:lnTo>
                      <a:pt x="58200" y="303200"/>
                    </a:lnTo>
                    <a:lnTo>
                      <a:pt x="57500" y="303200"/>
                    </a:lnTo>
                    <a:close/>
                    <a:moveTo>
                      <a:pt x="60000" y="300000"/>
                    </a:moveTo>
                    <a:lnTo>
                      <a:pt x="60850" y="300000"/>
                    </a:lnTo>
                    <a:lnTo>
                      <a:pt x="60850" y="300850"/>
                    </a:lnTo>
                    <a:lnTo>
                      <a:pt x="60000" y="300850"/>
                    </a:lnTo>
                    <a:close/>
                    <a:moveTo>
                      <a:pt x="62500" y="302500"/>
                    </a:moveTo>
                    <a:lnTo>
                      <a:pt x="63200" y="302500"/>
                    </a:lnTo>
                    <a:lnTo>
                      <a:pt x="63200" y="303200"/>
                    </a:lnTo>
                    <a:lnTo>
                      <a:pt x="62500" y="303200"/>
                    </a:lnTo>
                    <a:close/>
                    <a:moveTo>
                      <a:pt x="65000" y="300000"/>
                    </a:moveTo>
                    <a:lnTo>
                      <a:pt x="65850" y="300000"/>
                    </a:lnTo>
                    <a:lnTo>
                      <a:pt x="65850" y="300850"/>
                    </a:lnTo>
                    <a:lnTo>
                      <a:pt x="65000" y="300850"/>
                    </a:lnTo>
                    <a:close/>
                    <a:moveTo>
                      <a:pt x="67500" y="302500"/>
                    </a:moveTo>
                    <a:lnTo>
                      <a:pt x="68200" y="302500"/>
                    </a:lnTo>
                    <a:lnTo>
                      <a:pt x="68200" y="303200"/>
                    </a:lnTo>
                    <a:lnTo>
                      <a:pt x="67500" y="303200"/>
                    </a:lnTo>
                    <a:close/>
                    <a:moveTo>
                      <a:pt x="70000" y="300000"/>
                    </a:moveTo>
                    <a:lnTo>
                      <a:pt x="70850" y="300000"/>
                    </a:lnTo>
                    <a:lnTo>
                      <a:pt x="70850" y="300850"/>
                    </a:lnTo>
                    <a:lnTo>
                      <a:pt x="70000" y="300850"/>
                    </a:lnTo>
                    <a:close/>
                    <a:moveTo>
                      <a:pt x="72500" y="302500"/>
                    </a:moveTo>
                    <a:lnTo>
                      <a:pt x="73200" y="302500"/>
                    </a:lnTo>
                    <a:lnTo>
                      <a:pt x="73200" y="303200"/>
                    </a:lnTo>
                    <a:lnTo>
                      <a:pt x="72500" y="303200"/>
                    </a:lnTo>
                    <a:close/>
                    <a:moveTo>
                      <a:pt x="75000" y="300000"/>
                    </a:moveTo>
                    <a:lnTo>
                      <a:pt x="75850" y="300000"/>
                    </a:lnTo>
                    <a:lnTo>
                      <a:pt x="75850" y="300850"/>
                    </a:lnTo>
                    <a:lnTo>
                      <a:pt x="75000" y="300850"/>
                    </a:lnTo>
                    <a:close/>
                    <a:moveTo>
                      <a:pt x="77500" y="302500"/>
                    </a:moveTo>
                    <a:lnTo>
                      <a:pt x="78200" y="302500"/>
                    </a:lnTo>
                    <a:lnTo>
                      <a:pt x="78200" y="303200"/>
                    </a:lnTo>
                    <a:lnTo>
                      <a:pt x="77500" y="303200"/>
                    </a:lnTo>
                    <a:close/>
                    <a:moveTo>
                      <a:pt x="80000" y="300000"/>
                    </a:moveTo>
                    <a:lnTo>
                      <a:pt x="80850" y="300000"/>
                    </a:lnTo>
                    <a:lnTo>
                      <a:pt x="80850" y="300850"/>
                    </a:lnTo>
                    <a:lnTo>
                      <a:pt x="80000" y="300850"/>
                    </a:lnTo>
                    <a:close/>
                    <a:moveTo>
                      <a:pt x="82500" y="302500"/>
                    </a:moveTo>
                    <a:lnTo>
                      <a:pt x="83200" y="302500"/>
                    </a:lnTo>
                    <a:lnTo>
                      <a:pt x="83200" y="303200"/>
                    </a:lnTo>
                    <a:lnTo>
                      <a:pt x="82500" y="303200"/>
                    </a:lnTo>
                    <a:close/>
                    <a:moveTo>
                      <a:pt x="85000" y="300000"/>
                    </a:moveTo>
                    <a:lnTo>
                      <a:pt x="85850" y="300000"/>
                    </a:lnTo>
                    <a:lnTo>
                      <a:pt x="85850" y="300850"/>
                    </a:lnTo>
                    <a:lnTo>
                      <a:pt x="85000" y="300850"/>
                    </a:lnTo>
                    <a:close/>
                    <a:moveTo>
                      <a:pt x="87500" y="302500"/>
                    </a:moveTo>
                    <a:lnTo>
                      <a:pt x="88200" y="302500"/>
                    </a:lnTo>
                    <a:lnTo>
                      <a:pt x="88200" y="303200"/>
                    </a:lnTo>
                    <a:lnTo>
                      <a:pt x="87500" y="303200"/>
                    </a:lnTo>
                    <a:close/>
                    <a:moveTo>
                      <a:pt x="90000" y="300000"/>
                    </a:moveTo>
                    <a:lnTo>
                      <a:pt x="90850" y="300000"/>
                    </a:lnTo>
                    <a:lnTo>
                      <a:pt x="90850" y="300850"/>
                    </a:lnTo>
                    <a:lnTo>
                      <a:pt x="90000" y="300850"/>
                    </a:lnTo>
                    <a:close/>
                    <a:moveTo>
                      <a:pt x="92500" y="302500"/>
                    </a:moveTo>
                    <a:lnTo>
                      <a:pt x="93200" y="302500"/>
                    </a:lnTo>
                    <a:lnTo>
                      <a:pt x="93200" y="303200"/>
                    </a:lnTo>
                    <a:lnTo>
                      <a:pt x="92500" y="303200"/>
                    </a:lnTo>
                    <a:close/>
                    <a:moveTo>
                      <a:pt x="95000" y="300000"/>
                    </a:moveTo>
                    <a:lnTo>
                      <a:pt x="95850" y="300000"/>
                    </a:lnTo>
                    <a:lnTo>
                      <a:pt x="95850" y="300850"/>
                    </a:lnTo>
                    <a:lnTo>
                      <a:pt x="95000" y="300850"/>
                    </a:lnTo>
                    <a:close/>
                    <a:moveTo>
                      <a:pt x="97500" y="302500"/>
                    </a:moveTo>
                    <a:lnTo>
                      <a:pt x="98200" y="302500"/>
                    </a:lnTo>
                    <a:lnTo>
                      <a:pt x="98200" y="303200"/>
                    </a:lnTo>
                    <a:lnTo>
                      <a:pt x="97500" y="303200"/>
                    </a:lnTo>
                    <a:close/>
                    <a:moveTo>
                      <a:pt x="100000" y="300000"/>
                    </a:moveTo>
                    <a:lnTo>
                      <a:pt x="100850" y="300000"/>
                    </a:lnTo>
                    <a:lnTo>
                      <a:pt x="100850" y="300850"/>
                    </a:lnTo>
                    <a:lnTo>
                      <a:pt x="100000" y="300850"/>
                    </a:lnTo>
                    <a:close/>
                    <a:moveTo>
                      <a:pt x="102500" y="302500"/>
                    </a:moveTo>
                    <a:lnTo>
                      <a:pt x="103200" y="302500"/>
                    </a:lnTo>
                    <a:lnTo>
                      <a:pt x="103200" y="303200"/>
                    </a:lnTo>
                    <a:lnTo>
                      <a:pt x="102500" y="303200"/>
                    </a:lnTo>
                    <a:close/>
                    <a:moveTo>
                      <a:pt x="105000" y="300000"/>
                    </a:moveTo>
                    <a:lnTo>
                      <a:pt x="105850" y="300000"/>
                    </a:lnTo>
                    <a:lnTo>
                      <a:pt x="105850" y="300850"/>
                    </a:lnTo>
                    <a:lnTo>
                      <a:pt x="105000" y="300850"/>
                    </a:lnTo>
                    <a:close/>
                    <a:moveTo>
                      <a:pt x="107500" y="302500"/>
                    </a:moveTo>
                    <a:lnTo>
                      <a:pt x="108200" y="302500"/>
                    </a:lnTo>
                    <a:lnTo>
                      <a:pt x="108200" y="303200"/>
                    </a:lnTo>
                    <a:lnTo>
                      <a:pt x="107500" y="303200"/>
                    </a:lnTo>
                    <a:close/>
                    <a:moveTo>
                      <a:pt x="110000" y="300000"/>
                    </a:moveTo>
                    <a:lnTo>
                      <a:pt x="110850" y="300000"/>
                    </a:lnTo>
                    <a:lnTo>
                      <a:pt x="110850" y="300850"/>
                    </a:lnTo>
                    <a:lnTo>
                      <a:pt x="110000" y="300850"/>
                    </a:lnTo>
                    <a:close/>
                    <a:moveTo>
                      <a:pt x="112500" y="302500"/>
                    </a:moveTo>
                    <a:lnTo>
                      <a:pt x="113200" y="302500"/>
                    </a:lnTo>
                    <a:lnTo>
                      <a:pt x="113200" y="303200"/>
                    </a:lnTo>
                    <a:lnTo>
                      <a:pt x="112500" y="303200"/>
                    </a:lnTo>
                    <a:close/>
                    <a:moveTo>
                      <a:pt x="115000" y="300000"/>
                    </a:moveTo>
                    <a:lnTo>
                      <a:pt x="115850" y="300000"/>
                    </a:lnTo>
                    <a:lnTo>
                      <a:pt x="115850" y="300850"/>
                    </a:lnTo>
                    <a:lnTo>
                      <a:pt x="115000" y="300850"/>
                    </a:lnTo>
                    <a:close/>
                    <a:moveTo>
                      <a:pt x="117500" y="302500"/>
                    </a:moveTo>
                    <a:lnTo>
                      <a:pt x="118200" y="302500"/>
                    </a:lnTo>
                    <a:lnTo>
                      <a:pt x="118200" y="303200"/>
                    </a:lnTo>
                    <a:lnTo>
                      <a:pt x="117500" y="303200"/>
                    </a:lnTo>
                    <a:close/>
                    <a:moveTo>
                      <a:pt x="120000" y="300000"/>
                    </a:moveTo>
                    <a:lnTo>
                      <a:pt x="120850" y="300000"/>
                    </a:lnTo>
                    <a:lnTo>
                      <a:pt x="120850" y="300850"/>
                    </a:lnTo>
                    <a:lnTo>
                      <a:pt x="120000" y="300850"/>
                    </a:lnTo>
                    <a:close/>
                    <a:moveTo>
                      <a:pt x="122500" y="302500"/>
                    </a:moveTo>
                    <a:lnTo>
                      <a:pt x="123200" y="302500"/>
                    </a:lnTo>
                    <a:lnTo>
                      <a:pt x="123200" y="303200"/>
                    </a:lnTo>
                    <a:lnTo>
                      <a:pt x="122500" y="303200"/>
                    </a:lnTo>
                    <a:close/>
                    <a:moveTo>
                      <a:pt x="125000" y="300000"/>
                    </a:moveTo>
                    <a:lnTo>
                      <a:pt x="125850" y="300000"/>
                    </a:lnTo>
                    <a:lnTo>
                      <a:pt x="125850" y="300850"/>
                    </a:lnTo>
                    <a:lnTo>
                      <a:pt x="125000" y="300850"/>
                    </a:lnTo>
                    <a:close/>
                    <a:moveTo>
                      <a:pt x="127500" y="302500"/>
                    </a:moveTo>
                    <a:lnTo>
                      <a:pt x="128200" y="302500"/>
                    </a:lnTo>
                    <a:lnTo>
                      <a:pt x="128200" y="303200"/>
                    </a:lnTo>
                    <a:lnTo>
                      <a:pt x="127500" y="303200"/>
                    </a:lnTo>
                    <a:close/>
                    <a:moveTo>
                      <a:pt x="130000" y="300000"/>
                    </a:moveTo>
                    <a:lnTo>
                      <a:pt x="130850" y="300000"/>
                    </a:lnTo>
                    <a:lnTo>
                      <a:pt x="130850" y="300850"/>
                    </a:lnTo>
                    <a:lnTo>
                      <a:pt x="130000" y="300850"/>
                    </a:lnTo>
                    <a:close/>
                    <a:moveTo>
                      <a:pt x="132500" y="302500"/>
                    </a:moveTo>
                    <a:lnTo>
                      <a:pt x="133200" y="302500"/>
                    </a:lnTo>
                    <a:lnTo>
                      <a:pt x="133200" y="303200"/>
                    </a:lnTo>
                    <a:lnTo>
                      <a:pt x="132500" y="303200"/>
                    </a:lnTo>
                    <a:close/>
                    <a:moveTo>
                      <a:pt x="135000" y="300000"/>
                    </a:moveTo>
                    <a:lnTo>
                      <a:pt x="135850" y="300000"/>
                    </a:lnTo>
                    <a:lnTo>
                      <a:pt x="135850" y="300850"/>
                    </a:lnTo>
                    <a:lnTo>
                      <a:pt x="135000" y="300850"/>
                    </a:lnTo>
                    <a:close/>
                    <a:moveTo>
                      <a:pt x="137500" y="302500"/>
                    </a:moveTo>
                    <a:lnTo>
                      <a:pt x="138200" y="302500"/>
                    </a:lnTo>
                    <a:lnTo>
                      <a:pt x="138200" y="303200"/>
                    </a:lnTo>
                    <a:lnTo>
                      <a:pt x="137500" y="303200"/>
                    </a:lnTo>
                    <a:close/>
                    <a:moveTo>
                      <a:pt x="140000" y="300000"/>
                    </a:moveTo>
                    <a:lnTo>
                      <a:pt x="140850" y="300000"/>
                    </a:lnTo>
                    <a:lnTo>
                      <a:pt x="140850" y="300850"/>
                    </a:lnTo>
                    <a:lnTo>
                      <a:pt x="140000" y="300850"/>
                    </a:lnTo>
                    <a:close/>
                    <a:moveTo>
                      <a:pt x="142500" y="302500"/>
                    </a:moveTo>
                    <a:lnTo>
                      <a:pt x="143200" y="302500"/>
                    </a:lnTo>
                    <a:lnTo>
                      <a:pt x="143200" y="303200"/>
                    </a:lnTo>
                    <a:lnTo>
                      <a:pt x="142500" y="303200"/>
                    </a:lnTo>
                    <a:close/>
                    <a:moveTo>
                      <a:pt x="145000" y="300000"/>
                    </a:moveTo>
                    <a:lnTo>
                      <a:pt x="145850" y="300000"/>
                    </a:lnTo>
                    <a:lnTo>
                      <a:pt x="145850" y="300850"/>
                    </a:lnTo>
                    <a:lnTo>
                      <a:pt x="145000" y="300850"/>
                    </a:lnTo>
                    <a:close/>
                    <a:moveTo>
                      <a:pt x="147500" y="302500"/>
                    </a:moveTo>
                    <a:lnTo>
                      <a:pt x="148200" y="302500"/>
                    </a:lnTo>
                    <a:lnTo>
                      <a:pt x="148200" y="303200"/>
                    </a:lnTo>
                    <a:lnTo>
                      <a:pt x="147500" y="303200"/>
                    </a:lnTo>
                    <a:close/>
                    <a:moveTo>
                      <a:pt x="150000" y="300000"/>
                    </a:moveTo>
                    <a:lnTo>
                      <a:pt x="150850" y="300000"/>
                    </a:lnTo>
                    <a:lnTo>
                      <a:pt x="150850" y="300850"/>
                    </a:lnTo>
                    <a:lnTo>
                      <a:pt x="150000" y="300850"/>
                    </a:lnTo>
                    <a:close/>
                    <a:moveTo>
                      <a:pt x="152500" y="302500"/>
                    </a:moveTo>
                    <a:lnTo>
                      <a:pt x="153200" y="302500"/>
                    </a:lnTo>
                    <a:lnTo>
                      <a:pt x="153200" y="303200"/>
                    </a:lnTo>
                    <a:lnTo>
                      <a:pt x="152500" y="303200"/>
                    </a:lnTo>
                    <a:close/>
                    <a:moveTo>
                      <a:pt x="155000" y="300000"/>
                    </a:moveTo>
                    <a:lnTo>
                      <a:pt x="155850" y="300000"/>
                    </a:lnTo>
                    <a:lnTo>
                      <a:pt x="155850" y="300850"/>
                    </a:lnTo>
                    <a:lnTo>
                      <a:pt x="155000" y="300850"/>
                    </a:lnTo>
                    <a:close/>
                    <a:moveTo>
                      <a:pt x="157500" y="302500"/>
                    </a:moveTo>
                    <a:lnTo>
                      <a:pt x="158200" y="302500"/>
                    </a:lnTo>
                    <a:lnTo>
                      <a:pt x="158200" y="303200"/>
                    </a:lnTo>
                    <a:lnTo>
                      <a:pt x="157500" y="303200"/>
                    </a:lnTo>
                    <a:close/>
                    <a:moveTo>
                      <a:pt x="160000" y="300000"/>
                    </a:moveTo>
                    <a:lnTo>
                      <a:pt x="160850" y="300000"/>
                    </a:lnTo>
                    <a:lnTo>
                      <a:pt x="160850" y="300850"/>
                    </a:lnTo>
                    <a:lnTo>
                      <a:pt x="160000" y="300850"/>
                    </a:lnTo>
                    <a:close/>
                    <a:moveTo>
                      <a:pt x="162500" y="302500"/>
                    </a:moveTo>
                    <a:lnTo>
                      <a:pt x="163200" y="302500"/>
                    </a:lnTo>
                    <a:lnTo>
                      <a:pt x="163200" y="303200"/>
                    </a:lnTo>
                    <a:lnTo>
                      <a:pt x="162500" y="303200"/>
                    </a:lnTo>
                    <a:close/>
                    <a:moveTo>
                      <a:pt x="165000" y="300000"/>
                    </a:moveTo>
                    <a:lnTo>
                      <a:pt x="165850" y="300000"/>
                    </a:lnTo>
                    <a:lnTo>
                      <a:pt x="165850" y="300850"/>
                    </a:lnTo>
                    <a:lnTo>
                      <a:pt x="165000" y="300850"/>
                    </a:lnTo>
                    <a:close/>
                    <a:moveTo>
                      <a:pt x="167500" y="302500"/>
                    </a:moveTo>
                    <a:lnTo>
                      <a:pt x="168200" y="302500"/>
                    </a:lnTo>
                    <a:lnTo>
                      <a:pt x="168200" y="303200"/>
                    </a:lnTo>
                    <a:lnTo>
                      <a:pt x="167500" y="303200"/>
                    </a:lnTo>
                    <a:close/>
                    <a:moveTo>
                      <a:pt x="170000" y="300000"/>
                    </a:moveTo>
                    <a:lnTo>
                      <a:pt x="170850" y="300000"/>
                    </a:lnTo>
                    <a:lnTo>
                      <a:pt x="170850" y="300850"/>
                    </a:lnTo>
                    <a:lnTo>
                      <a:pt x="170000" y="300850"/>
                    </a:lnTo>
                    <a:close/>
                    <a:moveTo>
                      <a:pt x="172500" y="302500"/>
                    </a:moveTo>
                    <a:lnTo>
                      <a:pt x="173200" y="302500"/>
                    </a:lnTo>
                    <a:lnTo>
                      <a:pt x="173200" y="303200"/>
                    </a:lnTo>
                    <a:lnTo>
                      <a:pt x="172500" y="303200"/>
                    </a:lnTo>
                    <a:close/>
                    <a:moveTo>
                      <a:pt x="175000" y="300000"/>
                    </a:moveTo>
                    <a:lnTo>
                      <a:pt x="175850" y="300000"/>
                    </a:lnTo>
                    <a:lnTo>
                      <a:pt x="175850" y="300850"/>
                    </a:lnTo>
                    <a:lnTo>
                      <a:pt x="175000" y="300850"/>
                    </a:lnTo>
                    <a:close/>
                    <a:moveTo>
                      <a:pt x="177500" y="302500"/>
                    </a:moveTo>
                    <a:lnTo>
                      <a:pt x="178200" y="302500"/>
                    </a:lnTo>
                    <a:lnTo>
                      <a:pt x="178200" y="303200"/>
                    </a:lnTo>
                    <a:lnTo>
                      <a:pt x="177500" y="303200"/>
                    </a:lnTo>
                    <a:close/>
                    <a:moveTo>
                      <a:pt x="180000" y="300000"/>
                    </a:moveTo>
                    <a:lnTo>
                      <a:pt x="180850" y="300000"/>
                    </a:lnTo>
                    <a:lnTo>
                      <a:pt x="180850" y="300850"/>
                    </a:lnTo>
                    <a:lnTo>
                      <a:pt x="180000" y="300850"/>
                    </a:lnTo>
                    <a:close/>
                    <a:moveTo>
                      <a:pt x="182500" y="302500"/>
                    </a:moveTo>
                    <a:lnTo>
                      <a:pt x="183200" y="302500"/>
                    </a:lnTo>
                    <a:lnTo>
                      <a:pt x="183200" y="303200"/>
                    </a:lnTo>
                    <a:lnTo>
                      <a:pt x="182500" y="303200"/>
                    </a:lnTo>
                    <a:close/>
                    <a:moveTo>
                      <a:pt x="185000" y="300000"/>
                    </a:moveTo>
                    <a:lnTo>
                      <a:pt x="185850" y="300000"/>
                    </a:lnTo>
                    <a:lnTo>
                      <a:pt x="185850" y="300850"/>
                    </a:lnTo>
                    <a:lnTo>
                      <a:pt x="185000" y="300850"/>
                    </a:lnTo>
                    <a:close/>
                    <a:moveTo>
                      <a:pt x="187500" y="302500"/>
                    </a:moveTo>
                    <a:lnTo>
                      <a:pt x="188200" y="302500"/>
                    </a:lnTo>
                    <a:lnTo>
                      <a:pt x="188200" y="303200"/>
                    </a:lnTo>
                    <a:lnTo>
                      <a:pt x="187500" y="303200"/>
                    </a:lnTo>
                    <a:close/>
                    <a:moveTo>
                      <a:pt x="190000" y="300000"/>
                    </a:moveTo>
                    <a:lnTo>
                      <a:pt x="190850" y="300000"/>
                    </a:lnTo>
                    <a:lnTo>
                      <a:pt x="190850" y="300850"/>
                    </a:lnTo>
                    <a:lnTo>
                      <a:pt x="190000" y="300850"/>
                    </a:lnTo>
                    <a:close/>
                    <a:moveTo>
                      <a:pt x="192500" y="302500"/>
                    </a:moveTo>
                    <a:lnTo>
                      <a:pt x="193200" y="302500"/>
                    </a:lnTo>
                    <a:lnTo>
                      <a:pt x="193200" y="303200"/>
                    </a:lnTo>
                    <a:lnTo>
                      <a:pt x="192500" y="303200"/>
                    </a:lnTo>
                    <a:close/>
                    <a:moveTo>
                      <a:pt x="195000" y="300000"/>
                    </a:moveTo>
                    <a:lnTo>
                      <a:pt x="195850" y="300000"/>
                    </a:lnTo>
                    <a:lnTo>
                      <a:pt x="195850" y="300850"/>
                    </a:lnTo>
                    <a:lnTo>
                      <a:pt x="195000" y="300850"/>
                    </a:lnTo>
                    <a:close/>
                    <a:moveTo>
                      <a:pt x="197500" y="302500"/>
                    </a:moveTo>
                    <a:lnTo>
                      <a:pt x="198200" y="302500"/>
                    </a:lnTo>
                    <a:lnTo>
                      <a:pt x="198200" y="303200"/>
                    </a:lnTo>
                    <a:lnTo>
                      <a:pt x="197500" y="303200"/>
                    </a:lnTo>
                    <a:close/>
                    <a:moveTo>
                      <a:pt x="200000" y="300000"/>
                    </a:moveTo>
                    <a:lnTo>
                      <a:pt x="200850" y="300000"/>
                    </a:lnTo>
                    <a:lnTo>
                      <a:pt x="200850" y="300850"/>
                    </a:lnTo>
                    <a:lnTo>
                      <a:pt x="200000" y="300850"/>
                    </a:lnTo>
                    <a:close/>
                    <a:moveTo>
                      <a:pt x="202500" y="302500"/>
                    </a:moveTo>
                    <a:lnTo>
                      <a:pt x="203200" y="302500"/>
                    </a:lnTo>
                    <a:lnTo>
                      <a:pt x="203200" y="303200"/>
                    </a:lnTo>
                    <a:lnTo>
                      <a:pt x="202500" y="303200"/>
                    </a:lnTo>
                    <a:close/>
                    <a:moveTo>
                      <a:pt x="205000" y="300000"/>
                    </a:moveTo>
                    <a:lnTo>
                      <a:pt x="205850" y="300000"/>
                    </a:lnTo>
                    <a:lnTo>
                      <a:pt x="205850" y="300850"/>
                    </a:lnTo>
                    <a:lnTo>
                      <a:pt x="205000" y="300850"/>
                    </a:lnTo>
                    <a:close/>
                    <a:moveTo>
                      <a:pt x="207500" y="302500"/>
                    </a:moveTo>
                    <a:lnTo>
                      <a:pt x="208200" y="302500"/>
                    </a:lnTo>
                    <a:lnTo>
                      <a:pt x="208200" y="303200"/>
                    </a:lnTo>
                    <a:lnTo>
                      <a:pt x="207500" y="303200"/>
                    </a:lnTo>
                    <a:close/>
                    <a:moveTo>
                      <a:pt x="210000" y="300000"/>
                    </a:moveTo>
                    <a:lnTo>
                      <a:pt x="210850" y="300000"/>
                    </a:lnTo>
                    <a:lnTo>
                      <a:pt x="210850" y="300850"/>
                    </a:lnTo>
                    <a:lnTo>
                      <a:pt x="210000" y="300850"/>
                    </a:lnTo>
                    <a:close/>
                    <a:moveTo>
                      <a:pt x="212500" y="302500"/>
                    </a:moveTo>
                    <a:lnTo>
                      <a:pt x="213200" y="302500"/>
                    </a:lnTo>
                    <a:lnTo>
                      <a:pt x="213200" y="303200"/>
                    </a:lnTo>
                    <a:lnTo>
                      <a:pt x="212500" y="303200"/>
                    </a:lnTo>
                    <a:close/>
                    <a:moveTo>
                      <a:pt x="215000" y="300000"/>
                    </a:moveTo>
                    <a:lnTo>
                      <a:pt x="215850" y="300000"/>
                    </a:lnTo>
                    <a:lnTo>
                      <a:pt x="215850" y="300850"/>
                    </a:lnTo>
                    <a:lnTo>
                      <a:pt x="215000" y="300850"/>
                    </a:lnTo>
                    <a:close/>
                    <a:moveTo>
                      <a:pt x="217500" y="302500"/>
                    </a:moveTo>
                    <a:lnTo>
                      <a:pt x="218200" y="302500"/>
                    </a:lnTo>
                    <a:lnTo>
                      <a:pt x="218200" y="303200"/>
                    </a:lnTo>
                    <a:lnTo>
                      <a:pt x="217500" y="303200"/>
                    </a:lnTo>
                    <a:close/>
                    <a:moveTo>
                      <a:pt x="220000" y="300000"/>
                    </a:moveTo>
                    <a:lnTo>
                      <a:pt x="220850" y="300000"/>
                    </a:lnTo>
                    <a:lnTo>
                      <a:pt x="220850" y="300850"/>
                    </a:lnTo>
                    <a:lnTo>
                      <a:pt x="220000" y="300850"/>
                    </a:lnTo>
                    <a:close/>
                    <a:moveTo>
                      <a:pt x="222500" y="302500"/>
                    </a:moveTo>
                    <a:lnTo>
                      <a:pt x="223200" y="302500"/>
                    </a:lnTo>
                    <a:lnTo>
                      <a:pt x="223200" y="303200"/>
                    </a:lnTo>
                    <a:lnTo>
                      <a:pt x="222500" y="303200"/>
                    </a:lnTo>
                    <a:close/>
                    <a:moveTo>
                      <a:pt x="225000" y="300000"/>
                    </a:moveTo>
                    <a:lnTo>
                      <a:pt x="225850" y="300000"/>
                    </a:lnTo>
                    <a:lnTo>
                      <a:pt x="225850" y="300850"/>
                    </a:lnTo>
                    <a:lnTo>
                      <a:pt x="225000" y="300850"/>
                    </a:lnTo>
                    <a:close/>
                    <a:moveTo>
                      <a:pt x="227500" y="302500"/>
                    </a:moveTo>
                    <a:lnTo>
                      <a:pt x="228200" y="302500"/>
                    </a:lnTo>
                    <a:lnTo>
                      <a:pt x="228200" y="303200"/>
                    </a:lnTo>
                    <a:lnTo>
                      <a:pt x="227500" y="303200"/>
                    </a:lnTo>
                    <a:close/>
                    <a:moveTo>
                      <a:pt x="230000" y="300000"/>
                    </a:moveTo>
                    <a:lnTo>
                      <a:pt x="230850" y="300000"/>
                    </a:lnTo>
                    <a:lnTo>
                      <a:pt x="230850" y="300850"/>
                    </a:lnTo>
                    <a:lnTo>
                      <a:pt x="230000" y="300850"/>
                    </a:lnTo>
                    <a:close/>
                    <a:moveTo>
                      <a:pt x="232500" y="302500"/>
                    </a:moveTo>
                    <a:lnTo>
                      <a:pt x="233200" y="302500"/>
                    </a:lnTo>
                    <a:lnTo>
                      <a:pt x="233200" y="303200"/>
                    </a:lnTo>
                    <a:lnTo>
                      <a:pt x="232500" y="303200"/>
                    </a:lnTo>
                    <a:close/>
                    <a:moveTo>
                      <a:pt x="235000" y="300000"/>
                    </a:moveTo>
                    <a:lnTo>
                      <a:pt x="235850" y="300000"/>
                    </a:lnTo>
                    <a:lnTo>
                      <a:pt x="235850" y="300850"/>
                    </a:lnTo>
                    <a:lnTo>
                      <a:pt x="235000" y="300850"/>
                    </a:lnTo>
                    <a:close/>
                    <a:moveTo>
                      <a:pt x="237500" y="302500"/>
                    </a:moveTo>
                    <a:lnTo>
                      <a:pt x="238200" y="302500"/>
                    </a:lnTo>
                    <a:lnTo>
                      <a:pt x="238200" y="303200"/>
                    </a:lnTo>
                    <a:lnTo>
                      <a:pt x="237500" y="303200"/>
                    </a:lnTo>
                    <a:close/>
                    <a:moveTo>
                      <a:pt x="240000" y="300000"/>
                    </a:moveTo>
                    <a:lnTo>
                      <a:pt x="240850" y="300000"/>
                    </a:lnTo>
                    <a:lnTo>
                      <a:pt x="240850" y="300850"/>
                    </a:lnTo>
                    <a:lnTo>
                      <a:pt x="240000" y="300850"/>
                    </a:lnTo>
                    <a:close/>
                    <a:moveTo>
                      <a:pt x="242500" y="302500"/>
                    </a:moveTo>
                    <a:lnTo>
                      <a:pt x="243200" y="302500"/>
                    </a:lnTo>
                    <a:lnTo>
                      <a:pt x="243200" y="303200"/>
                    </a:lnTo>
                    <a:lnTo>
                      <a:pt x="242500" y="303200"/>
                    </a:lnTo>
                    <a:close/>
                    <a:moveTo>
                      <a:pt x="245000" y="300000"/>
                    </a:moveTo>
                    <a:lnTo>
                      <a:pt x="245850" y="300000"/>
                    </a:lnTo>
                    <a:lnTo>
                      <a:pt x="245850" y="300850"/>
                    </a:lnTo>
                    <a:lnTo>
                      <a:pt x="245000" y="300850"/>
                    </a:lnTo>
                    <a:close/>
                    <a:moveTo>
                      <a:pt x="247500" y="302500"/>
                    </a:moveTo>
                    <a:lnTo>
                      <a:pt x="248200" y="302500"/>
                    </a:lnTo>
                    <a:lnTo>
                      <a:pt x="248200" y="303200"/>
                    </a:lnTo>
                    <a:lnTo>
                      <a:pt x="247500" y="303200"/>
                    </a:lnTo>
                    <a:close/>
                    <a:moveTo>
                      <a:pt x="250000" y="300000"/>
                    </a:moveTo>
                    <a:lnTo>
                      <a:pt x="250850" y="300000"/>
                    </a:lnTo>
                    <a:lnTo>
                      <a:pt x="250850" y="300850"/>
                    </a:lnTo>
                    <a:lnTo>
                      <a:pt x="250000" y="300850"/>
                    </a:lnTo>
                    <a:close/>
                    <a:moveTo>
                      <a:pt x="252500" y="302500"/>
                    </a:moveTo>
                    <a:lnTo>
                      <a:pt x="253200" y="302500"/>
                    </a:lnTo>
                    <a:lnTo>
                      <a:pt x="253200" y="303200"/>
                    </a:lnTo>
                    <a:lnTo>
                      <a:pt x="252500" y="303200"/>
                    </a:lnTo>
                    <a:close/>
                    <a:moveTo>
                      <a:pt x="255000" y="300000"/>
                    </a:moveTo>
                    <a:lnTo>
                      <a:pt x="255850" y="300000"/>
                    </a:lnTo>
                    <a:lnTo>
                      <a:pt x="255850" y="300850"/>
                    </a:lnTo>
                    <a:lnTo>
                      <a:pt x="255000" y="300850"/>
                    </a:lnTo>
                    <a:close/>
                    <a:moveTo>
                      <a:pt x="257500" y="302500"/>
                    </a:moveTo>
                    <a:lnTo>
                      <a:pt x="258200" y="302500"/>
                    </a:lnTo>
                    <a:lnTo>
                      <a:pt x="258200" y="303200"/>
                    </a:lnTo>
                    <a:lnTo>
                      <a:pt x="257500" y="303200"/>
                    </a:lnTo>
                    <a:close/>
                    <a:moveTo>
                      <a:pt x="260000" y="300000"/>
                    </a:moveTo>
                    <a:lnTo>
                      <a:pt x="260850" y="300000"/>
                    </a:lnTo>
                    <a:lnTo>
                      <a:pt x="260850" y="300850"/>
                    </a:lnTo>
                    <a:lnTo>
                      <a:pt x="260000" y="300850"/>
                    </a:lnTo>
                    <a:close/>
                    <a:moveTo>
                      <a:pt x="262500" y="302500"/>
                    </a:moveTo>
                    <a:lnTo>
                      <a:pt x="263200" y="302500"/>
                    </a:lnTo>
                    <a:lnTo>
                      <a:pt x="263200" y="303200"/>
                    </a:lnTo>
                    <a:lnTo>
                      <a:pt x="262500" y="303200"/>
                    </a:lnTo>
                    <a:close/>
                    <a:moveTo>
                      <a:pt x="265000" y="300000"/>
                    </a:moveTo>
                    <a:lnTo>
                      <a:pt x="265850" y="300000"/>
                    </a:lnTo>
                    <a:lnTo>
                      <a:pt x="265850" y="300850"/>
                    </a:lnTo>
                    <a:lnTo>
                      <a:pt x="265000" y="300850"/>
                    </a:lnTo>
                    <a:close/>
                    <a:moveTo>
                      <a:pt x="267500" y="302500"/>
                    </a:moveTo>
                    <a:lnTo>
                      <a:pt x="268200" y="302500"/>
                    </a:lnTo>
                    <a:lnTo>
                      <a:pt x="268200" y="303200"/>
                    </a:lnTo>
                    <a:lnTo>
                      <a:pt x="267500" y="303200"/>
                    </a:lnTo>
                    <a:close/>
                    <a:moveTo>
                      <a:pt x="270000" y="300000"/>
                    </a:moveTo>
                    <a:lnTo>
                      <a:pt x="270850" y="300000"/>
                    </a:lnTo>
                    <a:lnTo>
                      <a:pt x="270850" y="300850"/>
                    </a:lnTo>
                    <a:lnTo>
                      <a:pt x="270000" y="300850"/>
                    </a:lnTo>
                    <a:close/>
                    <a:moveTo>
                      <a:pt x="272500" y="302500"/>
                    </a:moveTo>
                    <a:lnTo>
                      <a:pt x="273200" y="302500"/>
                    </a:lnTo>
                    <a:lnTo>
                      <a:pt x="273200" y="303200"/>
                    </a:lnTo>
                    <a:lnTo>
                      <a:pt x="272500" y="303200"/>
                    </a:lnTo>
                    <a:close/>
                    <a:moveTo>
                      <a:pt x="275000" y="300000"/>
                    </a:moveTo>
                    <a:lnTo>
                      <a:pt x="275850" y="300000"/>
                    </a:lnTo>
                    <a:lnTo>
                      <a:pt x="275850" y="300850"/>
                    </a:lnTo>
                    <a:lnTo>
                      <a:pt x="275000" y="300850"/>
                    </a:lnTo>
                    <a:close/>
                    <a:moveTo>
                      <a:pt x="277500" y="302500"/>
                    </a:moveTo>
                    <a:lnTo>
                      <a:pt x="278200" y="302500"/>
                    </a:lnTo>
                    <a:lnTo>
                      <a:pt x="278200" y="303200"/>
                    </a:lnTo>
                    <a:lnTo>
                      <a:pt x="277500" y="303200"/>
                    </a:lnTo>
                    <a:close/>
                    <a:moveTo>
                      <a:pt x="280000" y="300000"/>
                    </a:moveTo>
                    <a:lnTo>
                      <a:pt x="280850" y="300000"/>
                    </a:lnTo>
                    <a:lnTo>
                      <a:pt x="280850" y="300850"/>
                    </a:lnTo>
                    <a:lnTo>
                      <a:pt x="280000" y="300850"/>
                    </a:lnTo>
                    <a:close/>
                    <a:moveTo>
                      <a:pt x="282500" y="302500"/>
                    </a:moveTo>
                    <a:lnTo>
                      <a:pt x="283200" y="302500"/>
                    </a:lnTo>
                    <a:lnTo>
                      <a:pt x="283200" y="303200"/>
                    </a:lnTo>
                    <a:lnTo>
                      <a:pt x="282500" y="303200"/>
                    </a:lnTo>
                    <a:close/>
                    <a:moveTo>
                      <a:pt x="285000" y="300000"/>
                    </a:moveTo>
                    <a:lnTo>
                      <a:pt x="285850" y="300000"/>
                    </a:lnTo>
                    <a:lnTo>
                      <a:pt x="285850" y="300850"/>
                    </a:lnTo>
                    <a:lnTo>
                      <a:pt x="285000" y="300850"/>
                    </a:lnTo>
                    <a:close/>
                    <a:moveTo>
                      <a:pt x="287500" y="302500"/>
                    </a:moveTo>
                    <a:lnTo>
                      <a:pt x="288200" y="302500"/>
                    </a:lnTo>
                    <a:lnTo>
                      <a:pt x="288200" y="303200"/>
                    </a:lnTo>
                    <a:lnTo>
                      <a:pt x="287500" y="303200"/>
                    </a:lnTo>
                    <a:close/>
                    <a:moveTo>
                      <a:pt x="0" y="305000"/>
                    </a:moveTo>
                    <a:lnTo>
                      <a:pt x="850" y="305000"/>
                    </a:lnTo>
                    <a:lnTo>
                      <a:pt x="850" y="305850"/>
                    </a:lnTo>
                    <a:lnTo>
                      <a:pt x="0" y="305850"/>
                    </a:lnTo>
                    <a:close/>
                    <a:moveTo>
                      <a:pt x="2500" y="307500"/>
                    </a:moveTo>
                    <a:lnTo>
                      <a:pt x="3200" y="307500"/>
                    </a:lnTo>
                    <a:lnTo>
                      <a:pt x="3200" y="308200"/>
                    </a:lnTo>
                    <a:lnTo>
                      <a:pt x="2500" y="308200"/>
                    </a:lnTo>
                    <a:close/>
                    <a:moveTo>
                      <a:pt x="5000" y="305000"/>
                    </a:moveTo>
                    <a:lnTo>
                      <a:pt x="5850" y="305000"/>
                    </a:lnTo>
                    <a:lnTo>
                      <a:pt x="5850" y="305850"/>
                    </a:lnTo>
                    <a:lnTo>
                      <a:pt x="5000" y="305850"/>
                    </a:lnTo>
                    <a:close/>
                    <a:moveTo>
                      <a:pt x="7500" y="307500"/>
                    </a:moveTo>
                    <a:lnTo>
                      <a:pt x="8200" y="307500"/>
                    </a:lnTo>
                    <a:lnTo>
                      <a:pt x="8200" y="308200"/>
                    </a:lnTo>
                    <a:lnTo>
                      <a:pt x="7500" y="308200"/>
                    </a:lnTo>
                    <a:close/>
                    <a:moveTo>
                      <a:pt x="10000" y="305000"/>
                    </a:moveTo>
                    <a:lnTo>
                      <a:pt x="10850" y="305000"/>
                    </a:lnTo>
                    <a:lnTo>
                      <a:pt x="10850" y="305850"/>
                    </a:lnTo>
                    <a:lnTo>
                      <a:pt x="10000" y="305850"/>
                    </a:lnTo>
                    <a:close/>
                    <a:moveTo>
                      <a:pt x="12500" y="307500"/>
                    </a:moveTo>
                    <a:lnTo>
                      <a:pt x="13200" y="307500"/>
                    </a:lnTo>
                    <a:lnTo>
                      <a:pt x="13200" y="308200"/>
                    </a:lnTo>
                    <a:lnTo>
                      <a:pt x="12500" y="308200"/>
                    </a:lnTo>
                    <a:close/>
                    <a:moveTo>
                      <a:pt x="15000" y="305000"/>
                    </a:moveTo>
                    <a:lnTo>
                      <a:pt x="15850" y="305000"/>
                    </a:lnTo>
                    <a:lnTo>
                      <a:pt x="15850" y="305850"/>
                    </a:lnTo>
                    <a:lnTo>
                      <a:pt x="15000" y="305850"/>
                    </a:lnTo>
                    <a:close/>
                    <a:moveTo>
                      <a:pt x="17500" y="307500"/>
                    </a:moveTo>
                    <a:lnTo>
                      <a:pt x="18200" y="307500"/>
                    </a:lnTo>
                    <a:lnTo>
                      <a:pt x="18200" y="308200"/>
                    </a:lnTo>
                    <a:lnTo>
                      <a:pt x="17500" y="308200"/>
                    </a:lnTo>
                    <a:close/>
                    <a:moveTo>
                      <a:pt x="20000" y="305000"/>
                    </a:moveTo>
                    <a:lnTo>
                      <a:pt x="20850" y="305000"/>
                    </a:lnTo>
                    <a:lnTo>
                      <a:pt x="20850" y="305850"/>
                    </a:lnTo>
                    <a:lnTo>
                      <a:pt x="20000" y="305850"/>
                    </a:lnTo>
                    <a:close/>
                    <a:moveTo>
                      <a:pt x="22500" y="307500"/>
                    </a:moveTo>
                    <a:lnTo>
                      <a:pt x="23200" y="307500"/>
                    </a:lnTo>
                    <a:lnTo>
                      <a:pt x="23200" y="308200"/>
                    </a:lnTo>
                    <a:lnTo>
                      <a:pt x="22500" y="308200"/>
                    </a:lnTo>
                    <a:close/>
                    <a:moveTo>
                      <a:pt x="25000" y="305000"/>
                    </a:moveTo>
                    <a:lnTo>
                      <a:pt x="25850" y="305000"/>
                    </a:lnTo>
                    <a:lnTo>
                      <a:pt x="25850" y="305850"/>
                    </a:lnTo>
                    <a:lnTo>
                      <a:pt x="25000" y="305850"/>
                    </a:lnTo>
                    <a:close/>
                    <a:moveTo>
                      <a:pt x="27500" y="307500"/>
                    </a:moveTo>
                    <a:lnTo>
                      <a:pt x="28200" y="307500"/>
                    </a:lnTo>
                    <a:lnTo>
                      <a:pt x="28200" y="308200"/>
                    </a:lnTo>
                    <a:lnTo>
                      <a:pt x="27500" y="308200"/>
                    </a:lnTo>
                    <a:close/>
                    <a:moveTo>
                      <a:pt x="30000" y="305000"/>
                    </a:moveTo>
                    <a:lnTo>
                      <a:pt x="30850" y="305000"/>
                    </a:lnTo>
                    <a:lnTo>
                      <a:pt x="30850" y="305850"/>
                    </a:lnTo>
                    <a:lnTo>
                      <a:pt x="30000" y="305850"/>
                    </a:lnTo>
                    <a:close/>
                    <a:moveTo>
                      <a:pt x="32500" y="307500"/>
                    </a:moveTo>
                    <a:lnTo>
                      <a:pt x="33200" y="307500"/>
                    </a:lnTo>
                    <a:lnTo>
                      <a:pt x="33200" y="308200"/>
                    </a:lnTo>
                    <a:lnTo>
                      <a:pt x="32500" y="308200"/>
                    </a:lnTo>
                    <a:close/>
                    <a:moveTo>
                      <a:pt x="35000" y="305000"/>
                    </a:moveTo>
                    <a:lnTo>
                      <a:pt x="35850" y="305000"/>
                    </a:lnTo>
                    <a:lnTo>
                      <a:pt x="35850" y="305850"/>
                    </a:lnTo>
                    <a:lnTo>
                      <a:pt x="35000" y="305850"/>
                    </a:lnTo>
                    <a:close/>
                    <a:moveTo>
                      <a:pt x="37500" y="307500"/>
                    </a:moveTo>
                    <a:lnTo>
                      <a:pt x="38200" y="307500"/>
                    </a:lnTo>
                    <a:lnTo>
                      <a:pt x="38200" y="308200"/>
                    </a:lnTo>
                    <a:lnTo>
                      <a:pt x="37500" y="308200"/>
                    </a:lnTo>
                    <a:close/>
                    <a:moveTo>
                      <a:pt x="40000" y="305000"/>
                    </a:moveTo>
                    <a:lnTo>
                      <a:pt x="40850" y="305000"/>
                    </a:lnTo>
                    <a:lnTo>
                      <a:pt x="40850" y="305850"/>
                    </a:lnTo>
                    <a:lnTo>
                      <a:pt x="40000" y="305850"/>
                    </a:lnTo>
                    <a:close/>
                    <a:moveTo>
                      <a:pt x="42500" y="307500"/>
                    </a:moveTo>
                    <a:lnTo>
                      <a:pt x="43200" y="307500"/>
                    </a:lnTo>
                    <a:lnTo>
                      <a:pt x="43200" y="308200"/>
                    </a:lnTo>
                    <a:lnTo>
                      <a:pt x="42500" y="308200"/>
                    </a:lnTo>
                    <a:close/>
                    <a:moveTo>
                      <a:pt x="45000" y="305000"/>
                    </a:moveTo>
                    <a:lnTo>
                      <a:pt x="45850" y="305000"/>
                    </a:lnTo>
                    <a:lnTo>
                      <a:pt x="45850" y="305850"/>
                    </a:lnTo>
                    <a:lnTo>
                      <a:pt x="45000" y="305850"/>
                    </a:lnTo>
                    <a:close/>
                    <a:moveTo>
                      <a:pt x="47500" y="307500"/>
                    </a:moveTo>
                    <a:lnTo>
                      <a:pt x="48200" y="307500"/>
                    </a:lnTo>
                    <a:lnTo>
                      <a:pt x="48200" y="308200"/>
                    </a:lnTo>
                    <a:lnTo>
                      <a:pt x="47500" y="308200"/>
                    </a:lnTo>
                    <a:close/>
                    <a:moveTo>
                      <a:pt x="50000" y="305000"/>
                    </a:moveTo>
                    <a:lnTo>
                      <a:pt x="50850" y="305000"/>
                    </a:lnTo>
                    <a:lnTo>
                      <a:pt x="50850" y="305850"/>
                    </a:lnTo>
                    <a:lnTo>
                      <a:pt x="50000" y="305850"/>
                    </a:lnTo>
                    <a:close/>
                    <a:moveTo>
                      <a:pt x="52500" y="307500"/>
                    </a:moveTo>
                    <a:lnTo>
                      <a:pt x="53200" y="307500"/>
                    </a:lnTo>
                    <a:lnTo>
                      <a:pt x="53200" y="308200"/>
                    </a:lnTo>
                    <a:lnTo>
                      <a:pt x="52500" y="308200"/>
                    </a:lnTo>
                    <a:close/>
                    <a:moveTo>
                      <a:pt x="55000" y="305000"/>
                    </a:moveTo>
                    <a:lnTo>
                      <a:pt x="55850" y="305000"/>
                    </a:lnTo>
                    <a:lnTo>
                      <a:pt x="55850" y="305850"/>
                    </a:lnTo>
                    <a:lnTo>
                      <a:pt x="55000" y="305850"/>
                    </a:lnTo>
                    <a:close/>
                    <a:moveTo>
                      <a:pt x="57500" y="307500"/>
                    </a:moveTo>
                    <a:lnTo>
                      <a:pt x="58200" y="307500"/>
                    </a:lnTo>
                    <a:lnTo>
                      <a:pt x="58200" y="308200"/>
                    </a:lnTo>
                    <a:lnTo>
                      <a:pt x="57500" y="308200"/>
                    </a:lnTo>
                    <a:close/>
                    <a:moveTo>
                      <a:pt x="60000" y="305000"/>
                    </a:moveTo>
                    <a:lnTo>
                      <a:pt x="60850" y="305000"/>
                    </a:lnTo>
                    <a:lnTo>
                      <a:pt x="60850" y="305850"/>
                    </a:lnTo>
                    <a:lnTo>
                      <a:pt x="60000" y="305850"/>
                    </a:lnTo>
                    <a:close/>
                    <a:moveTo>
                      <a:pt x="62500" y="307500"/>
                    </a:moveTo>
                    <a:lnTo>
                      <a:pt x="63200" y="307500"/>
                    </a:lnTo>
                    <a:lnTo>
                      <a:pt x="63200" y="308200"/>
                    </a:lnTo>
                    <a:lnTo>
                      <a:pt x="62500" y="308200"/>
                    </a:lnTo>
                    <a:close/>
                    <a:moveTo>
                      <a:pt x="65000" y="305000"/>
                    </a:moveTo>
                    <a:lnTo>
                      <a:pt x="65850" y="305000"/>
                    </a:lnTo>
                    <a:lnTo>
                      <a:pt x="65850" y="305850"/>
                    </a:lnTo>
                    <a:lnTo>
                      <a:pt x="65000" y="305850"/>
                    </a:lnTo>
                    <a:close/>
                    <a:moveTo>
                      <a:pt x="67500" y="307500"/>
                    </a:moveTo>
                    <a:lnTo>
                      <a:pt x="68200" y="307500"/>
                    </a:lnTo>
                    <a:lnTo>
                      <a:pt x="68200" y="308200"/>
                    </a:lnTo>
                    <a:lnTo>
                      <a:pt x="67500" y="308200"/>
                    </a:lnTo>
                    <a:close/>
                    <a:moveTo>
                      <a:pt x="70000" y="305000"/>
                    </a:moveTo>
                    <a:lnTo>
                      <a:pt x="70850" y="305000"/>
                    </a:lnTo>
                    <a:lnTo>
                      <a:pt x="70850" y="305850"/>
                    </a:lnTo>
                    <a:lnTo>
                      <a:pt x="70000" y="305850"/>
                    </a:lnTo>
                    <a:close/>
                    <a:moveTo>
                      <a:pt x="72500" y="307500"/>
                    </a:moveTo>
                    <a:lnTo>
                      <a:pt x="73200" y="307500"/>
                    </a:lnTo>
                    <a:lnTo>
                      <a:pt x="73200" y="308200"/>
                    </a:lnTo>
                    <a:lnTo>
                      <a:pt x="72500" y="308200"/>
                    </a:lnTo>
                    <a:close/>
                    <a:moveTo>
                      <a:pt x="75000" y="305000"/>
                    </a:moveTo>
                    <a:lnTo>
                      <a:pt x="75850" y="305000"/>
                    </a:lnTo>
                    <a:lnTo>
                      <a:pt x="75850" y="305850"/>
                    </a:lnTo>
                    <a:lnTo>
                      <a:pt x="75000" y="305850"/>
                    </a:lnTo>
                    <a:close/>
                    <a:moveTo>
                      <a:pt x="77500" y="307500"/>
                    </a:moveTo>
                    <a:lnTo>
                      <a:pt x="78200" y="307500"/>
                    </a:lnTo>
                    <a:lnTo>
                      <a:pt x="78200" y="308200"/>
                    </a:lnTo>
                    <a:lnTo>
                      <a:pt x="77500" y="308200"/>
                    </a:lnTo>
                    <a:close/>
                    <a:moveTo>
                      <a:pt x="80000" y="305000"/>
                    </a:moveTo>
                    <a:lnTo>
                      <a:pt x="80850" y="305000"/>
                    </a:lnTo>
                    <a:lnTo>
                      <a:pt x="80850" y="305850"/>
                    </a:lnTo>
                    <a:lnTo>
                      <a:pt x="80000" y="305850"/>
                    </a:lnTo>
                    <a:close/>
                    <a:moveTo>
                      <a:pt x="82500" y="307500"/>
                    </a:moveTo>
                    <a:lnTo>
                      <a:pt x="83200" y="307500"/>
                    </a:lnTo>
                    <a:lnTo>
                      <a:pt x="83200" y="308200"/>
                    </a:lnTo>
                    <a:lnTo>
                      <a:pt x="82500" y="308200"/>
                    </a:lnTo>
                    <a:close/>
                    <a:moveTo>
                      <a:pt x="85000" y="305000"/>
                    </a:moveTo>
                    <a:lnTo>
                      <a:pt x="85850" y="305000"/>
                    </a:lnTo>
                    <a:lnTo>
                      <a:pt x="85850" y="305850"/>
                    </a:lnTo>
                    <a:lnTo>
                      <a:pt x="85000" y="305850"/>
                    </a:lnTo>
                    <a:close/>
                    <a:moveTo>
                      <a:pt x="87500" y="307500"/>
                    </a:moveTo>
                    <a:lnTo>
                      <a:pt x="88200" y="307500"/>
                    </a:lnTo>
                    <a:lnTo>
                      <a:pt x="88200" y="308200"/>
                    </a:lnTo>
                    <a:lnTo>
                      <a:pt x="87500" y="308200"/>
                    </a:lnTo>
                    <a:close/>
                    <a:moveTo>
                      <a:pt x="90000" y="305000"/>
                    </a:moveTo>
                    <a:lnTo>
                      <a:pt x="90850" y="305000"/>
                    </a:lnTo>
                    <a:lnTo>
                      <a:pt x="90850" y="305850"/>
                    </a:lnTo>
                    <a:lnTo>
                      <a:pt x="90000" y="305850"/>
                    </a:lnTo>
                    <a:close/>
                    <a:moveTo>
                      <a:pt x="92500" y="307500"/>
                    </a:moveTo>
                    <a:lnTo>
                      <a:pt x="93200" y="307500"/>
                    </a:lnTo>
                    <a:lnTo>
                      <a:pt x="93200" y="308200"/>
                    </a:lnTo>
                    <a:lnTo>
                      <a:pt x="92500" y="308200"/>
                    </a:lnTo>
                    <a:close/>
                    <a:moveTo>
                      <a:pt x="95000" y="305000"/>
                    </a:moveTo>
                    <a:lnTo>
                      <a:pt x="95850" y="305000"/>
                    </a:lnTo>
                    <a:lnTo>
                      <a:pt x="95850" y="305850"/>
                    </a:lnTo>
                    <a:lnTo>
                      <a:pt x="95000" y="305850"/>
                    </a:lnTo>
                    <a:close/>
                    <a:moveTo>
                      <a:pt x="97500" y="307500"/>
                    </a:moveTo>
                    <a:lnTo>
                      <a:pt x="98200" y="307500"/>
                    </a:lnTo>
                    <a:lnTo>
                      <a:pt x="98200" y="308200"/>
                    </a:lnTo>
                    <a:lnTo>
                      <a:pt x="97500" y="308200"/>
                    </a:lnTo>
                    <a:close/>
                    <a:moveTo>
                      <a:pt x="100000" y="305000"/>
                    </a:moveTo>
                    <a:lnTo>
                      <a:pt x="100850" y="305000"/>
                    </a:lnTo>
                    <a:lnTo>
                      <a:pt x="100850" y="305850"/>
                    </a:lnTo>
                    <a:lnTo>
                      <a:pt x="100000" y="305850"/>
                    </a:lnTo>
                    <a:close/>
                    <a:moveTo>
                      <a:pt x="102500" y="307500"/>
                    </a:moveTo>
                    <a:lnTo>
                      <a:pt x="103200" y="307500"/>
                    </a:lnTo>
                    <a:lnTo>
                      <a:pt x="103200" y="308200"/>
                    </a:lnTo>
                    <a:lnTo>
                      <a:pt x="102500" y="308200"/>
                    </a:lnTo>
                    <a:close/>
                    <a:moveTo>
                      <a:pt x="105000" y="305000"/>
                    </a:moveTo>
                    <a:lnTo>
                      <a:pt x="105850" y="305000"/>
                    </a:lnTo>
                    <a:lnTo>
                      <a:pt x="105850" y="305850"/>
                    </a:lnTo>
                    <a:lnTo>
                      <a:pt x="105000" y="305850"/>
                    </a:lnTo>
                    <a:close/>
                    <a:moveTo>
                      <a:pt x="107500" y="307500"/>
                    </a:moveTo>
                    <a:lnTo>
                      <a:pt x="108200" y="307500"/>
                    </a:lnTo>
                    <a:lnTo>
                      <a:pt x="108200" y="308200"/>
                    </a:lnTo>
                    <a:lnTo>
                      <a:pt x="107500" y="308200"/>
                    </a:lnTo>
                    <a:close/>
                    <a:moveTo>
                      <a:pt x="110000" y="305000"/>
                    </a:moveTo>
                    <a:lnTo>
                      <a:pt x="110850" y="305000"/>
                    </a:lnTo>
                    <a:lnTo>
                      <a:pt x="110850" y="305850"/>
                    </a:lnTo>
                    <a:lnTo>
                      <a:pt x="110000" y="305850"/>
                    </a:lnTo>
                    <a:close/>
                    <a:moveTo>
                      <a:pt x="112500" y="307500"/>
                    </a:moveTo>
                    <a:lnTo>
                      <a:pt x="113200" y="307500"/>
                    </a:lnTo>
                    <a:lnTo>
                      <a:pt x="113200" y="308200"/>
                    </a:lnTo>
                    <a:lnTo>
                      <a:pt x="112500" y="308200"/>
                    </a:lnTo>
                    <a:close/>
                    <a:moveTo>
                      <a:pt x="115000" y="305000"/>
                    </a:moveTo>
                    <a:lnTo>
                      <a:pt x="115850" y="305000"/>
                    </a:lnTo>
                    <a:lnTo>
                      <a:pt x="115850" y="305850"/>
                    </a:lnTo>
                    <a:lnTo>
                      <a:pt x="115000" y="305850"/>
                    </a:lnTo>
                    <a:close/>
                    <a:moveTo>
                      <a:pt x="117500" y="307500"/>
                    </a:moveTo>
                    <a:lnTo>
                      <a:pt x="118200" y="307500"/>
                    </a:lnTo>
                    <a:lnTo>
                      <a:pt x="118200" y="308200"/>
                    </a:lnTo>
                    <a:lnTo>
                      <a:pt x="117500" y="308200"/>
                    </a:lnTo>
                    <a:close/>
                    <a:moveTo>
                      <a:pt x="120000" y="305000"/>
                    </a:moveTo>
                    <a:lnTo>
                      <a:pt x="120850" y="305000"/>
                    </a:lnTo>
                    <a:lnTo>
                      <a:pt x="120850" y="305850"/>
                    </a:lnTo>
                    <a:lnTo>
                      <a:pt x="120000" y="305850"/>
                    </a:lnTo>
                    <a:close/>
                    <a:moveTo>
                      <a:pt x="122500" y="307500"/>
                    </a:moveTo>
                    <a:lnTo>
                      <a:pt x="123200" y="307500"/>
                    </a:lnTo>
                    <a:lnTo>
                      <a:pt x="123200" y="308200"/>
                    </a:lnTo>
                    <a:lnTo>
                      <a:pt x="122500" y="308200"/>
                    </a:lnTo>
                    <a:close/>
                    <a:moveTo>
                      <a:pt x="125000" y="305000"/>
                    </a:moveTo>
                    <a:lnTo>
                      <a:pt x="125850" y="305000"/>
                    </a:lnTo>
                    <a:lnTo>
                      <a:pt x="125850" y="305850"/>
                    </a:lnTo>
                    <a:lnTo>
                      <a:pt x="125000" y="305850"/>
                    </a:lnTo>
                    <a:close/>
                    <a:moveTo>
                      <a:pt x="127500" y="307500"/>
                    </a:moveTo>
                    <a:lnTo>
                      <a:pt x="128200" y="307500"/>
                    </a:lnTo>
                    <a:lnTo>
                      <a:pt x="128200" y="308200"/>
                    </a:lnTo>
                    <a:lnTo>
                      <a:pt x="127500" y="308200"/>
                    </a:lnTo>
                    <a:close/>
                    <a:moveTo>
                      <a:pt x="130000" y="305000"/>
                    </a:moveTo>
                    <a:lnTo>
                      <a:pt x="130850" y="305000"/>
                    </a:lnTo>
                    <a:lnTo>
                      <a:pt x="130850" y="305850"/>
                    </a:lnTo>
                    <a:lnTo>
                      <a:pt x="130000" y="305850"/>
                    </a:lnTo>
                    <a:close/>
                    <a:moveTo>
                      <a:pt x="132500" y="307500"/>
                    </a:moveTo>
                    <a:lnTo>
                      <a:pt x="133200" y="307500"/>
                    </a:lnTo>
                    <a:lnTo>
                      <a:pt x="133200" y="308200"/>
                    </a:lnTo>
                    <a:lnTo>
                      <a:pt x="132500" y="308200"/>
                    </a:lnTo>
                    <a:close/>
                    <a:moveTo>
                      <a:pt x="135000" y="305000"/>
                    </a:moveTo>
                    <a:lnTo>
                      <a:pt x="135850" y="305000"/>
                    </a:lnTo>
                    <a:lnTo>
                      <a:pt x="135850" y="305850"/>
                    </a:lnTo>
                    <a:lnTo>
                      <a:pt x="135000" y="305850"/>
                    </a:lnTo>
                    <a:close/>
                    <a:moveTo>
                      <a:pt x="137500" y="307500"/>
                    </a:moveTo>
                    <a:lnTo>
                      <a:pt x="138200" y="307500"/>
                    </a:lnTo>
                    <a:lnTo>
                      <a:pt x="138200" y="308200"/>
                    </a:lnTo>
                    <a:lnTo>
                      <a:pt x="137500" y="308200"/>
                    </a:lnTo>
                    <a:close/>
                    <a:moveTo>
                      <a:pt x="140000" y="305000"/>
                    </a:moveTo>
                    <a:lnTo>
                      <a:pt x="140850" y="305000"/>
                    </a:lnTo>
                    <a:lnTo>
                      <a:pt x="140850" y="305850"/>
                    </a:lnTo>
                    <a:lnTo>
                      <a:pt x="140000" y="305850"/>
                    </a:lnTo>
                    <a:close/>
                    <a:moveTo>
                      <a:pt x="142500" y="307500"/>
                    </a:moveTo>
                    <a:lnTo>
                      <a:pt x="143200" y="307500"/>
                    </a:lnTo>
                    <a:lnTo>
                      <a:pt x="143200" y="308200"/>
                    </a:lnTo>
                    <a:lnTo>
                      <a:pt x="142500" y="308200"/>
                    </a:lnTo>
                    <a:close/>
                    <a:moveTo>
                      <a:pt x="145000" y="305000"/>
                    </a:moveTo>
                    <a:lnTo>
                      <a:pt x="145850" y="305000"/>
                    </a:lnTo>
                    <a:lnTo>
                      <a:pt x="145850" y="305850"/>
                    </a:lnTo>
                    <a:lnTo>
                      <a:pt x="145000" y="305850"/>
                    </a:lnTo>
                    <a:close/>
                    <a:moveTo>
                      <a:pt x="147500" y="307500"/>
                    </a:moveTo>
                    <a:lnTo>
                      <a:pt x="148200" y="307500"/>
                    </a:lnTo>
                    <a:lnTo>
                      <a:pt x="148200" y="308200"/>
                    </a:lnTo>
                    <a:lnTo>
                      <a:pt x="147500" y="308200"/>
                    </a:lnTo>
                    <a:close/>
                    <a:moveTo>
                      <a:pt x="150000" y="305000"/>
                    </a:moveTo>
                    <a:lnTo>
                      <a:pt x="150850" y="305000"/>
                    </a:lnTo>
                    <a:lnTo>
                      <a:pt x="150850" y="305850"/>
                    </a:lnTo>
                    <a:lnTo>
                      <a:pt x="150000" y="305850"/>
                    </a:lnTo>
                    <a:close/>
                    <a:moveTo>
                      <a:pt x="152500" y="307500"/>
                    </a:moveTo>
                    <a:lnTo>
                      <a:pt x="153200" y="307500"/>
                    </a:lnTo>
                    <a:lnTo>
                      <a:pt x="153200" y="308200"/>
                    </a:lnTo>
                    <a:lnTo>
                      <a:pt x="152500" y="308200"/>
                    </a:lnTo>
                    <a:close/>
                    <a:moveTo>
                      <a:pt x="155000" y="305000"/>
                    </a:moveTo>
                    <a:lnTo>
                      <a:pt x="155850" y="305000"/>
                    </a:lnTo>
                    <a:lnTo>
                      <a:pt x="155850" y="305850"/>
                    </a:lnTo>
                    <a:lnTo>
                      <a:pt x="155000" y="305850"/>
                    </a:lnTo>
                    <a:close/>
                    <a:moveTo>
                      <a:pt x="157500" y="307500"/>
                    </a:moveTo>
                    <a:lnTo>
                      <a:pt x="158200" y="307500"/>
                    </a:lnTo>
                    <a:lnTo>
                      <a:pt x="158200" y="308200"/>
                    </a:lnTo>
                    <a:lnTo>
                      <a:pt x="157500" y="308200"/>
                    </a:lnTo>
                    <a:close/>
                    <a:moveTo>
                      <a:pt x="160000" y="305000"/>
                    </a:moveTo>
                    <a:lnTo>
                      <a:pt x="160850" y="305000"/>
                    </a:lnTo>
                    <a:lnTo>
                      <a:pt x="160850" y="305850"/>
                    </a:lnTo>
                    <a:lnTo>
                      <a:pt x="160000" y="305850"/>
                    </a:lnTo>
                    <a:close/>
                    <a:moveTo>
                      <a:pt x="162500" y="307500"/>
                    </a:moveTo>
                    <a:lnTo>
                      <a:pt x="163200" y="307500"/>
                    </a:lnTo>
                    <a:lnTo>
                      <a:pt x="163200" y="308200"/>
                    </a:lnTo>
                    <a:lnTo>
                      <a:pt x="162500" y="308200"/>
                    </a:lnTo>
                    <a:close/>
                    <a:moveTo>
                      <a:pt x="165000" y="305000"/>
                    </a:moveTo>
                    <a:lnTo>
                      <a:pt x="165850" y="305000"/>
                    </a:lnTo>
                    <a:lnTo>
                      <a:pt x="165850" y="305850"/>
                    </a:lnTo>
                    <a:lnTo>
                      <a:pt x="165000" y="305850"/>
                    </a:lnTo>
                    <a:close/>
                    <a:moveTo>
                      <a:pt x="167500" y="307500"/>
                    </a:moveTo>
                    <a:lnTo>
                      <a:pt x="168200" y="307500"/>
                    </a:lnTo>
                    <a:lnTo>
                      <a:pt x="168200" y="308200"/>
                    </a:lnTo>
                    <a:lnTo>
                      <a:pt x="167500" y="308200"/>
                    </a:lnTo>
                    <a:close/>
                    <a:moveTo>
                      <a:pt x="170000" y="305000"/>
                    </a:moveTo>
                    <a:lnTo>
                      <a:pt x="170850" y="305000"/>
                    </a:lnTo>
                    <a:lnTo>
                      <a:pt x="170850" y="305850"/>
                    </a:lnTo>
                    <a:lnTo>
                      <a:pt x="170000" y="305850"/>
                    </a:lnTo>
                    <a:close/>
                    <a:moveTo>
                      <a:pt x="172500" y="307500"/>
                    </a:moveTo>
                    <a:lnTo>
                      <a:pt x="173200" y="307500"/>
                    </a:lnTo>
                    <a:lnTo>
                      <a:pt x="173200" y="308200"/>
                    </a:lnTo>
                    <a:lnTo>
                      <a:pt x="172500" y="308200"/>
                    </a:lnTo>
                    <a:close/>
                    <a:moveTo>
                      <a:pt x="175000" y="305000"/>
                    </a:moveTo>
                    <a:lnTo>
                      <a:pt x="175850" y="305000"/>
                    </a:lnTo>
                    <a:lnTo>
                      <a:pt x="175850" y="305850"/>
                    </a:lnTo>
                    <a:lnTo>
                      <a:pt x="175000" y="305850"/>
                    </a:lnTo>
                    <a:close/>
                    <a:moveTo>
                      <a:pt x="177500" y="307500"/>
                    </a:moveTo>
                    <a:lnTo>
                      <a:pt x="178200" y="307500"/>
                    </a:lnTo>
                    <a:lnTo>
                      <a:pt x="178200" y="308200"/>
                    </a:lnTo>
                    <a:lnTo>
                      <a:pt x="177500" y="308200"/>
                    </a:lnTo>
                    <a:close/>
                    <a:moveTo>
                      <a:pt x="180000" y="305000"/>
                    </a:moveTo>
                    <a:lnTo>
                      <a:pt x="180850" y="305000"/>
                    </a:lnTo>
                    <a:lnTo>
                      <a:pt x="180850" y="305850"/>
                    </a:lnTo>
                    <a:lnTo>
                      <a:pt x="180000" y="305850"/>
                    </a:lnTo>
                    <a:close/>
                    <a:moveTo>
                      <a:pt x="182500" y="307500"/>
                    </a:moveTo>
                    <a:lnTo>
                      <a:pt x="183200" y="307500"/>
                    </a:lnTo>
                    <a:lnTo>
                      <a:pt x="183200" y="308200"/>
                    </a:lnTo>
                    <a:lnTo>
                      <a:pt x="182500" y="308200"/>
                    </a:lnTo>
                    <a:close/>
                    <a:moveTo>
                      <a:pt x="185000" y="305000"/>
                    </a:moveTo>
                    <a:lnTo>
                      <a:pt x="185850" y="305000"/>
                    </a:lnTo>
                    <a:lnTo>
                      <a:pt x="185850" y="305850"/>
                    </a:lnTo>
                    <a:lnTo>
                      <a:pt x="185000" y="305850"/>
                    </a:lnTo>
                    <a:close/>
                    <a:moveTo>
                      <a:pt x="187500" y="307500"/>
                    </a:moveTo>
                    <a:lnTo>
                      <a:pt x="188200" y="307500"/>
                    </a:lnTo>
                    <a:lnTo>
                      <a:pt x="188200" y="308200"/>
                    </a:lnTo>
                    <a:lnTo>
                      <a:pt x="187500" y="308200"/>
                    </a:lnTo>
                    <a:close/>
                    <a:moveTo>
                      <a:pt x="190000" y="305000"/>
                    </a:moveTo>
                    <a:lnTo>
                      <a:pt x="190850" y="305000"/>
                    </a:lnTo>
                    <a:lnTo>
                      <a:pt x="190850" y="305850"/>
                    </a:lnTo>
                    <a:lnTo>
                      <a:pt x="190000" y="305850"/>
                    </a:lnTo>
                    <a:close/>
                    <a:moveTo>
                      <a:pt x="192500" y="307500"/>
                    </a:moveTo>
                    <a:lnTo>
                      <a:pt x="193200" y="307500"/>
                    </a:lnTo>
                    <a:lnTo>
                      <a:pt x="193200" y="308200"/>
                    </a:lnTo>
                    <a:lnTo>
                      <a:pt x="192500" y="308200"/>
                    </a:lnTo>
                    <a:close/>
                    <a:moveTo>
                      <a:pt x="195000" y="305000"/>
                    </a:moveTo>
                    <a:lnTo>
                      <a:pt x="195850" y="305000"/>
                    </a:lnTo>
                    <a:lnTo>
                      <a:pt x="195850" y="305850"/>
                    </a:lnTo>
                    <a:lnTo>
                      <a:pt x="195000" y="305850"/>
                    </a:lnTo>
                    <a:close/>
                    <a:moveTo>
                      <a:pt x="197500" y="307500"/>
                    </a:moveTo>
                    <a:lnTo>
                      <a:pt x="198200" y="307500"/>
                    </a:lnTo>
                    <a:lnTo>
                      <a:pt x="198200" y="308200"/>
                    </a:lnTo>
                    <a:lnTo>
                      <a:pt x="197500" y="308200"/>
                    </a:lnTo>
                    <a:close/>
                    <a:moveTo>
                      <a:pt x="200000" y="305000"/>
                    </a:moveTo>
                    <a:lnTo>
                      <a:pt x="200850" y="305000"/>
                    </a:lnTo>
                    <a:lnTo>
                      <a:pt x="200850" y="305850"/>
                    </a:lnTo>
                    <a:lnTo>
                      <a:pt x="200000" y="305850"/>
                    </a:lnTo>
                    <a:close/>
                    <a:moveTo>
                      <a:pt x="202500" y="307500"/>
                    </a:moveTo>
                    <a:lnTo>
                      <a:pt x="203200" y="307500"/>
                    </a:lnTo>
                    <a:lnTo>
                      <a:pt x="203200" y="308200"/>
                    </a:lnTo>
                    <a:lnTo>
                      <a:pt x="202500" y="308200"/>
                    </a:lnTo>
                    <a:close/>
                    <a:moveTo>
                      <a:pt x="205000" y="305000"/>
                    </a:moveTo>
                    <a:lnTo>
                      <a:pt x="205850" y="305000"/>
                    </a:lnTo>
                    <a:lnTo>
                      <a:pt x="205850" y="305850"/>
                    </a:lnTo>
                    <a:lnTo>
                      <a:pt x="205000" y="305850"/>
                    </a:lnTo>
                    <a:close/>
                    <a:moveTo>
                      <a:pt x="207500" y="307500"/>
                    </a:moveTo>
                    <a:lnTo>
                      <a:pt x="208200" y="307500"/>
                    </a:lnTo>
                    <a:lnTo>
                      <a:pt x="208200" y="308200"/>
                    </a:lnTo>
                    <a:lnTo>
                      <a:pt x="207500" y="308200"/>
                    </a:lnTo>
                    <a:close/>
                    <a:moveTo>
                      <a:pt x="210000" y="305000"/>
                    </a:moveTo>
                    <a:lnTo>
                      <a:pt x="210850" y="305000"/>
                    </a:lnTo>
                    <a:lnTo>
                      <a:pt x="210850" y="305850"/>
                    </a:lnTo>
                    <a:lnTo>
                      <a:pt x="210000" y="305850"/>
                    </a:lnTo>
                    <a:close/>
                    <a:moveTo>
                      <a:pt x="212500" y="307500"/>
                    </a:moveTo>
                    <a:lnTo>
                      <a:pt x="213200" y="307500"/>
                    </a:lnTo>
                    <a:lnTo>
                      <a:pt x="213200" y="308200"/>
                    </a:lnTo>
                    <a:lnTo>
                      <a:pt x="212500" y="308200"/>
                    </a:lnTo>
                    <a:close/>
                    <a:moveTo>
                      <a:pt x="215000" y="305000"/>
                    </a:moveTo>
                    <a:lnTo>
                      <a:pt x="215850" y="305000"/>
                    </a:lnTo>
                    <a:lnTo>
                      <a:pt x="215850" y="305850"/>
                    </a:lnTo>
                    <a:lnTo>
                      <a:pt x="215000" y="305850"/>
                    </a:lnTo>
                    <a:close/>
                    <a:moveTo>
                      <a:pt x="217500" y="307500"/>
                    </a:moveTo>
                    <a:lnTo>
                      <a:pt x="218200" y="307500"/>
                    </a:lnTo>
                    <a:lnTo>
                      <a:pt x="218200" y="308200"/>
                    </a:lnTo>
                    <a:lnTo>
                      <a:pt x="217500" y="308200"/>
                    </a:lnTo>
                    <a:close/>
                    <a:moveTo>
                      <a:pt x="220000" y="305000"/>
                    </a:moveTo>
                    <a:lnTo>
                      <a:pt x="220850" y="305000"/>
                    </a:lnTo>
                    <a:lnTo>
                      <a:pt x="220850" y="305850"/>
                    </a:lnTo>
                    <a:lnTo>
                      <a:pt x="220000" y="305850"/>
                    </a:lnTo>
                    <a:close/>
                    <a:moveTo>
                      <a:pt x="222500" y="307500"/>
                    </a:moveTo>
                    <a:lnTo>
                      <a:pt x="223200" y="307500"/>
                    </a:lnTo>
                    <a:lnTo>
                      <a:pt x="223200" y="308200"/>
                    </a:lnTo>
                    <a:lnTo>
                      <a:pt x="222500" y="308200"/>
                    </a:lnTo>
                    <a:close/>
                    <a:moveTo>
                      <a:pt x="225000" y="305000"/>
                    </a:moveTo>
                    <a:lnTo>
                      <a:pt x="225850" y="305000"/>
                    </a:lnTo>
                    <a:lnTo>
                      <a:pt x="225850" y="305850"/>
                    </a:lnTo>
                    <a:lnTo>
                      <a:pt x="225000" y="305850"/>
                    </a:lnTo>
                    <a:close/>
                    <a:moveTo>
                      <a:pt x="227500" y="307500"/>
                    </a:moveTo>
                    <a:lnTo>
                      <a:pt x="228200" y="307500"/>
                    </a:lnTo>
                    <a:lnTo>
                      <a:pt x="228200" y="308200"/>
                    </a:lnTo>
                    <a:lnTo>
                      <a:pt x="227500" y="308200"/>
                    </a:lnTo>
                    <a:close/>
                    <a:moveTo>
                      <a:pt x="230000" y="305000"/>
                    </a:moveTo>
                    <a:lnTo>
                      <a:pt x="230850" y="305000"/>
                    </a:lnTo>
                    <a:lnTo>
                      <a:pt x="230850" y="305850"/>
                    </a:lnTo>
                    <a:lnTo>
                      <a:pt x="230000" y="305850"/>
                    </a:lnTo>
                    <a:close/>
                    <a:moveTo>
                      <a:pt x="232500" y="307500"/>
                    </a:moveTo>
                    <a:lnTo>
                      <a:pt x="233200" y="307500"/>
                    </a:lnTo>
                    <a:lnTo>
                      <a:pt x="233200" y="308200"/>
                    </a:lnTo>
                    <a:lnTo>
                      <a:pt x="232500" y="308200"/>
                    </a:lnTo>
                    <a:close/>
                    <a:moveTo>
                      <a:pt x="235000" y="305000"/>
                    </a:moveTo>
                    <a:lnTo>
                      <a:pt x="235850" y="305000"/>
                    </a:lnTo>
                    <a:lnTo>
                      <a:pt x="235850" y="305850"/>
                    </a:lnTo>
                    <a:lnTo>
                      <a:pt x="235000" y="305850"/>
                    </a:lnTo>
                    <a:close/>
                    <a:moveTo>
                      <a:pt x="237500" y="307500"/>
                    </a:moveTo>
                    <a:lnTo>
                      <a:pt x="238200" y="307500"/>
                    </a:lnTo>
                    <a:lnTo>
                      <a:pt x="238200" y="308200"/>
                    </a:lnTo>
                    <a:lnTo>
                      <a:pt x="237500" y="308200"/>
                    </a:lnTo>
                    <a:close/>
                    <a:moveTo>
                      <a:pt x="240000" y="305000"/>
                    </a:moveTo>
                    <a:lnTo>
                      <a:pt x="240850" y="305000"/>
                    </a:lnTo>
                    <a:lnTo>
                      <a:pt x="240850" y="305850"/>
                    </a:lnTo>
                    <a:lnTo>
                      <a:pt x="240000" y="305850"/>
                    </a:lnTo>
                    <a:close/>
                    <a:moveTo>
                      <a:pt x="242500" y="307500"/>
                    </a:moveTo>
                    <a:lnTo>
                      <a:pt x="243200" y="307500"/>
                    </a:lnTo>
                    <a:lnTo>
                      <a:pt x="243200" y="308200"/>
                    </a:lnTo>
                    <a:lnTo>
                      <a:pt x="242500" y="308200"/>
                    </a:lnTo>
                    <a:close/>
                    <a:moveTo>
                      <a:pt x="245000" y="305000"/>
                    </a:moveTo>
                    <a:lnTo>
                      <a:pt x="245850" y="305000"/>
                    </a:lnTo>
                    <a:lnTo>
                      <a:pt x="245850" y="305850"/>
                    </a:lnTo>
                    <a:lnTo>
                      <a:pt x="245000" y="305850"/>
                    </a:lnTo>
                    <a:close/>
                    <a:moveTo>
                      <a:pt x="247500" y="307500"/>
                    </a:moveTo>
                    <a:lnTo>
                      <a:pt x="248200" y="307500"/>
                    </a:lnTo>
                    <a:lnTo>
                      <a:pt x="248200" y="308200"/>
                    </a:lnTo>
                    <a:lnTo>
                      <a:pt x="247500" y="308200"/>
                    </a:lnTo>
                    <a:close/>
                    <a:moveTo>
                      <a:pt x="250000" y="305000"/>
                    </a:moveTo>
                    <a:lnTo>
                      <a:pt x="250850" y="305000"/>
                    </a:lnTo>
                    <a:lnTo>
                      <a:pt x="250850" y="305850"/>
                    </a:lnTo>
                    <a:lnTo>
                      <a:pt x="250000" y="305850"/>
                    </a:lnTo>
                    <a:close/>
                    <a:moveTo>
                      <a:pt x="252500" y="307500"/>
                    </a:moveTo>
                    <a:lnTo>
                      <a:pt x="253200" y="307500"/>
                    </a:lnTo>
                    <a:lnTo>
                      <a:pt x="253200" y="308200"/>
                    </a:lnTo>
                    <a:lnTo>
                      <a:pt x="252500" y="308200"/>
                    </a:lnTo>
                    <a:close/>
                    <a:moveTo>
                      <a:pt x="255000" y="305000"/>
                    </a:moveTo>
                    <a:lnTo>
                      <a:pt x="255850" y="305000"/>
                    </a:lnTo>
                    <a:lnTo>
                      <a:pt x="255850" y="305850"/>
                    </a:lnTo>
                    <a:lnTo>
                      <a:pt x="255000" y="305850"/>
                    </a:lnTo>
                    <a:close/>
                    <a:moveTo>
                      <a:pt x="257500" y="307500"/>
                    </a:moveTo>
                    <a:lnTo>
                      <a:pt x="258200" y="307500"/>
                    </a:lnTo>
                    <a:lnTo>
                      <a:pt x="258200" y="308200"/>
                    </a:lnTo>
                    <a:lnTo>
                      <a:pt x="257500" y="308200"/>
                    </a:lnTo>
                    <a:close/>
                    <a:moveTo>
                      <a:pt x="260000" y="305000"/>
                    </a:moveTo>
                    <a:lnTo>
                      <a:pt x="260850" y="305000"/>
                    </a:lnTo>
                    <a:lnTo>
                      <a:pt x="260850" y="305850"/>
                    </a:lnTo>
                    <a:lnTo>
                      <a:pt x="260000" y="305850"/>
                    </a:lnTo>
                    <a:close/>
                    <a:moveTo>
                      <a:pt x="262500" y="307500"/>
                    </a:moveTo>
                    <a:lnTo>
                      <a:pt x="263200" y="307500"/>
                    </a:lnTo>
                    <a:lnTo>
                      <a:pt x="263200" y="308200"/>
                    </a:lnTo>
                    <a:lnTo>
                      <a:pt x="262500" y="308200"/>
                    </a:lnTo>
                    <a:close/>
                    <a:moveTo>
                      <a:pt x="265000" y="305000"/>
                    </a:moveTo>
                    <a:lnTo>
                      <a:pt x="265850" y="305000"/>
                    </a:lnTo>
                    <a:lnTo>
                      <a:pt x="265850" y="305850"/>
                    </a:lnTo>
                    <a:lnTo>
                      <a:pt x="265000" y="305850"/>
                    </a:lnTo>
                    <a:close/>
                    <a:moveTo>
                      <a:pt x="267500" y="307500"/>
                    </a:moveTo>
                    <a:lnTo>
                      <a:pt x="268200" y="307500"/>
                    </a:lnTo>
                    <a:lnTo>
                      <a:pt x="268200" y="308200"/>
                    </a:lnTo>
                    <a:lnTo>
                      <a:pt x="267500" y="308200"/>
                    </a:lnTo>
                    <a:close/>
                    <a:moveTo>
                      <a:pt x="270000" y="305000"/>
                    </a:moveTo>
                    <a:lnTo>
                      <a:pt x="270850" y="305000"/>
                    </a:lnTo>
                    <a:lnTo>
                      <a:pt x="270850" y="305850"/>
                    </a:lnTo>
                    <a:lnTo>
                      <a:pt x="270000" y="305850"/>
                    </a:lnTo>
                    <a:close/>
                    <a:moveTo>
                      <a:pt x="272500" y="307500"/>
                    </a:moveTo>
                    <a:lnTo>
                      <a:pt x="273200" y="307500"/>
                    </a:lnTo>
                    <a:lnTo>
                      <a:pt x="273200" y="308200"/>
                    </a:lnTo>
                    <a:lnTo>
                      <a:pt x="272500" y="308200"/>
                    </a:lnTo>
                    <a:close/>
                    <a:moveTo>
                      <a:pt x="275000" y="305000"/>
                    </a:moveTo>
                    <a:lnTo>
                      <a:pt x="275850" y="305000"/>
                    </a:lnTo>
                    <a:lnTo>
                      <a:pt x="275850" y="305850"/>
                    </a:lnTo>
                    <a:lnTo>
                      <a:pt x="275000" y="305850"/>
                    </a:lnTo>
                    <a:close/>
                    <a:moveTo>
                      <a:pt x="277500" y="307500"/>
                    </a:moveTo>
                    <a:lnTo>
                      <a:pt x="278200" y="307500"/>
                    </a:lnTo>
                    <a:lnTo>
                      <a:pt x="278200" y="308200"/>
                    </a:lnTo>
                    <a:lnTo>
                      <a:pt x="277500" y="308200"/>
                    </a:lnTo>
                    <a:close/>
                    <a:moveTo>
                      <a:pt x="280000" y="305000"/>
                    </a:moveTo>
                    <a:lnTo>
                      <a:pt x="280850" y="305000"/>
                    </a:lnTo>
                    <a:lnTo>
                      <a:pt x="280850" y="305850"/>
                    </a:lnTo>
                    <a:lnTo>
                      <a:pt x="280000" y="305850"/>
                    </a:lnTo>
                    <a:close/>
                    <a:moveTo>
                      <a:pt x="282500" y="307500"/>
                    </a:moveTo>
                    <a:lnTo>
                      <a:pt x="283200" y="307500"/>
                    </a:lnTo>
                    <a:lnTo>
                      <a:pt x="283200" y="308200"/>
                    </a:lnTo>
                    <a:lnTo>
                      <a:pt x="282500" y="308200"/>
                    </a:lnTo>
                    <a:close/>
                    <a:moveTo>
                      <a:pt x="285000" y="305000"/>
                    </a:moveTo>
                    <a:lnTo>
                      <a:pt x="285850" y="305000"/>
                    </a:lnTo>
                    <a:lnTo>
                      <a:pt x="285850" y="305850"/>
                    </a:lnTo>
                    <a:lnTo>
                      <a:pt x="285000" y="305850"/>
                    </a:lnTo>
                    <a:close/>
                    <a:moveTo>
                      <a:pt x="287500" y="307500"/>
                    </a:moveTo>
                    <a:lnTo>
                      <a:pt x="288200" y="307500"/>
                    </a:lnTo>
                    <a:lnTo>
                      <a:pt x="288200" y="308200"/>
                    </a:lnTo>
                    <a:lnTo>
                      <a:pt x="287500" y="308200"/>
                    </a:lnTo>
                    <a:close/>
                    <a:moveTo>
                      <a:pt x="0" y="310000"/>
                    </a:moveTo>
                    <a:lnTo>
                      <a:pt x="850" y="310000"/>
                    </a:lnTo>
                    <a:lnTo>
                      <a:pt x="850" y="310850"/>
                    </a:lnTo>
                    <a:lnTo>
                      <a:pt x="0" y="310850"/>
                    </a:lnTo>
                    <a:close/>
                    <a:moveTo>
                      <a:pt x="2500" y="312500"/>
                    </a:moveTo>
                    <a:lnTo>
                      <a:pt x="3200" y="312500"/>
                    </a:lnTo>
                    <a:lnTo>
                      <a:pt x="3200" y="313200"/>
                    </a:lnTo>
                    <a:lnTo>
                      <a:pt x="2500" y="313200"/>
                    </a:lnTo>
                    <a:close/>
                    <a:moveTo>
                      <a:pt x="5000" y="310000"/>
                    </a:moveTo>
                    <a:lnTo>
                      <a:pt x="5850" y="310000"/>
                    </a:lnTo>
                    <a:lnTo>
                      <a:pt x="5850" y="310850"/>
                    </a:lnTo>
                    <a:lnTo>
                      <a:pt x="5000" y="310850"/>
                    </a:lnTo>
                    <a:close/>
                    <a:moveTo>
                      <a:pt x="7500" y="312500"/>
                    </a:moveTo>
                    <a:lnTo>
                      <a:pt x="8200" y="312500"/>
                    </a:lnTo>
                    <a:lnTo>
                      <a:pt x="8200" y="313200"/>
                    </a:lnTo>
                    <a:lnTo>
                      <a:pt x="7500" y="313200"/>
                    </a:lnTo>
                    <a:close/>
                    <a:moveTo>
                      <a:pt x="10000" y="310000"/>
                    </a:moveTo>
                    <a:lnTo>
                      <a:pt x="10850" y="310000"/>
                    </a:lnTo>
                    <a:lnTo>
                      <a:pt x="10850" y="310850"/>
                    </a:lnTo>
                    <a:lnTo>
                      <a:pt x="10000" y="310850"/>
                    </a:lnTo>
                    <a:close/>
                    <a:moveTo>
                      <a:pt x="12500" y="312500"/>
                    </a:moveTo>
                    <a:lnTo>
                      <a:pt x="13200" y="312500"/>
                    </a:lnTo>
                    <a:lnTo>
                      <a:pt x="13200" y="313200"/>
                    </a:lnTo>
                    <a:lnTo>
                      <a:pt x="12500" y="313200"/>
                    </a:lnTo>
                    <a:close/>
                    <a:moveTo>
                      <a:pt x="15000" y="310000"/>
                    </a:moveTo>
                    <a:lnTo>
                      <a:pt x="15850" y="310000"/>
                    </a:lnTo>
                    <a:lnTo>
                      <a:pt x="15850" y="310850"/>
                    </a:lnTo>
                    <a:lnTo>
                      <a:pt x="15000" y="310850"/>
                    </a:lnTo>
                    <a:close/>
                    <a:moveTo>
                      <a:pt x="17500" y="312500"/>
                    </a:moveTo>
                    <a:lnTo>
                      <a:pt x="18200" y="312500"/>
                    </a:lnTo>
                    <a:lnTo>
                      <a:pt x="18200" y="313200"/>
                    </a:lnTo>
                    <a:lnTo>
                      <a:pt x="17500" y="313200"/>
                    </a:lnTo>
                    <a:close/>
                    <a:moveTo>
                      <a:pt x="20000" y="310000"/>
                    </a:moveTo>
                    <a:lnTo>
                      <a:pt x="20850" y="310000"/>
                    </a:lnTo>
                    <a:lnTo>
                      <a:pt x="20850" y="310850"/>
                    </a:lnTo>
                    <a:lnTo>
                      <a:pt x="20000" y="310850"/>
                    </a:lnTo>
                    <a:close/>
                    <a:moveTo>
                      <a:pt x="22500" y="312500"/>
                    </a:moveTo>
                    <a:lnTo>
                      <a:pt x="23200" y="312500"/>
                    </a:lnTo>
                    <a:lnTo>
                      <a:pt x="23200" y="313200"/>
                    </a:lnTo>
                    <a:lnTo>
                      <a:pt x="22500" y="313200"/>
                    </a:lnTo>
                    <a:close/>
                    <a:moveTo>
                      <a:pt x="25000" y="310000"/>
                    </a:moveTo>
                    <a:lnTo>
                      <a:pt x="25850" y="310000"/>
                    </a:lnTo>
                    <a:lnTo>
                      <a:pt x="25850" y="310850"/>
                    </a:lnTo>
                    <a:lnTo>
                      <a:pt x="25000" y="310850"/>
                    </a:lnTo>
                    <a:close/>
                    <a:moveTo>
                      <a:pt x="27500" y="312500"/>
                    </a:moveTo>
                    <a:lnTo>
                      <a:pt x="28200" y="312500"/>
                    </a:lnTo>
                    <a:lnTo>
                      <a:pt x="28200" y="313200"/>
                    </a:lnTo>
                    <a:lnTo>
                      <a:pt x="27500" y="313200"/>
                    </a:lnTo>
                    <a:close/>
                    <a:moveTo>
                      <a:pt x="30000" y="310000"/>
                    </a:moveTo>
                    <a:lnTo>
                      <a:pt x="30850" y="310000"/>
                    </a:lnTo>
                    <a:lnTo>
                      <a:pt x="30850" y="310850"/>
                    </a:lnTo>
                    <a:lnTo>
                      <a:pt x="30000" y="310850"/>
                    </a:lnTo>
                    <a:close/>
                    <a:moveTo>
                      <a:pt x="32500" y="312500"/>
                    </a:moveTo>
                    <a:lnTo>
                      <a:pt x="33200" y="312500"/>
                    </a:lnTo>
                    <a:lnTo>
                      <a:pt x="33200" y="313200"/>
                    </a:lnTo>
                    <a:lnTo>
                      <a:pt x="32500" y="313200"/>
                    </a:lnTo>
                    <a:close/>
                    <a:moveTo>
                      <a:pt x="35000" y="310000"/>
                    </a:moveTo>
                    <a:lnTo>
                      <a:pt x="35850" y="310000"/>
                    </a:lnTo>
                    <a:lnTo>
                      <a:pt x="35850" y="310850"/>
                    </a:lnTo>
                    <a:lnTo>
                      <a:pt x="35000" y="310850"/>
                    </a:lnTo>
                    <a:close/>
                    <a:moveTo>
                      <a:pt x="37500" y="312500"/>
                    </a:moveTo>
                    <a:lnTo>
                      <a:pt x="38200" y="312500"/>
                    </a:lnTo>
                    <a:lnTo>
                      <a:pt x="38200" y="313200"/>
                    </a:lnTo>
                    <a:lnTo>
                      <a:pt x="37500" y="313200"/>
                    </a:lnTo>
                    <a:close/>
                    <a:moveTo>
                      <a:pt x="40000" y="310000"/>
                    </a:moveTo>
                    <a:lnTo>
                      <a:pt x="40850" y="310000"/>
                    </a:lnTo>
                    <a:lnTo>
                      <a:pt x="40850" y="310850"/>
                    </a:lnTo>
                    <a:lnTo>
                      <a:pt x="40000" y="310850"/>
                    </a:lnTo>
                    <a:close/>
                    <a:moveTo>
                      <a:pt x="42500" y="312500"/>
                    </a:moveTo>
                    <a:lnTo>
                      <a:pt x="43200" y="312500"/>
                    </a:lnTo>
                    <a:lnTo>
                      <a:pt x="43200" y="313200"/>
                    </a:lnTo>
                    <a:lnTo>
                      <a:pt x="42500" y="313200"/>
                    </a:lnTo>
                    <a:close/>
                    <a:moveTo>
                      <a:pt x="45000" y="310000"/>
                    </a:moveTo>
                    <a:lnTo>
                      <a:pt x="45850" y="310000"/>
                    </a:lnTo>
                    <a:lnTo>
                      <a:pt x="45850" y="310850"/>
                    </a:lnTo>
                    <a:lnTo>
                      <a:pt x="45000" y="310850"/>
                    </a:lnTo>
                    <a:close/>
                    <a:moveTo>
                      <a:pt x="47500" y="312500"/>
                    </a:moveTo>
                    <a:lnTo>
                      <a:pt x="48200" y="312500"/>
                    </a:lnTo>
                    <a:lnTo>
                      <a:pt x="48200" y="313200"/>
                    </a:lnTo>
                    <a:lnTo>
                      <a:pt x="47500" y="313200"/>
                    </a:lnTo>
                    <a:close/>
                    <a:moveTo>
                      <a:pt x="50000" y="310000"/>
                    </a:moveTo>
                    <a:lnTo>
                      <a:pt x="50850" y="310000"/>
                    </a:lnTo>
                    <a:lnTo>
                      <a:pt x="50850" y="310850"/>
                    </a:lnTo>
                    <a:lnTo>
                      <a:pt x="50000" y="310850"/>
                    </a:lnTo>
                    <a:close/>
                    <a:moveTo>
                      <a:pt x="52500" y="312500"/>
                    </a:moveTo>
                    <a:lnTo>
                      <a:pt x="53200" y="312500"/>
                    </a:lnTo>
                    <a:lnTo>
                      <a:pt x="53200" y="313200"/>
                    </a:lnTo>
                    <a:lnTo>
                      <a:pt x="52500" y="313200"/>
                    </a:lnTo>
                    <a:close/>
                    <a:moveTo>
                      <a:pt x="55000" y="310000"/>
                    </a:moveTo>
                    <a:lnTo>
                      <a:pt x="55850" y="310000"/>
                    </a:lnTo>
                    <a:lnTo>
                      <a:pt x="55850" y="310850"/>
                    </a:lnTo>
                    <a:lnTo>
                      <a:pt x="55000" y="310850"/>
                    </a:lnTo>
                    <a:close/>
                    <a:moveTo>
                      <a:pt x="57500" y="312500"/>
                    </a:moveTo>
                    <a:lnTo>
                      <a:pt x="58200" y="312500"/>
                    </a:lnTo>
                    <a:lnTo>
                      <a:pt x="58200" y="313200"/>
                    </a:lnTo>
                    <a:lnTo>
                      <a:pt x="57500" y="313200"/>
                    </a:lnTo>
                    <a:close/>
                    <a:moveTo>
                      <a:pt x="60000" y="310000"/>
                    </a:moveTo>
                    <a:lnTo>
                      <a:pt x="60850" y="310000"/>
                    </a:lnTo>
                    <a:lnTo>
                      <a:pt x="60850" y="310850"/>
                    </a:lnTo>
                    <a:lnTo>
                      <a:pt x="60000" y="310850"/>
                    </a:lnTo>
                    <a:close/>
                    <a:moveTo>
                      <a:pt x="62500" y="312500"/>
                    </a:moveTo>
                    <a:lnTo>
                      <a:pt x="63200" y="312500"/>
                    </a:lnTo>
                    <a:lnTo>
                      <a:pt x="63200" y="313200"/>
                    </a:lnTo>
                    <a:lnTo>
                      <a:pt x="62500" y="313200"/>
                    </a:lnTo>
                    <a:close/>
                    <a:moveTo>
                      <a:pt x="65000" y="310000"/>
                    </a:moveTo>
                    <a:lnTo>
                      <a:pt x="65850" y="310000"/>
                    </a:lnTo>
                    <a:lnTo>
                      <a:pt x="65850" y="310850"/>
                    </a:lnTo>
                    <a:lnTo>
                      <a:pt x="65000" y="310850"/>
                    </a:lnTo>
                    <a:close/>
                    <a:moveTo>
                      <a:pt x="67500" y="312500"/>
                    </a:moveTo>
                    <a:lnTo>
                      <a:pt x="68200" y="312500"/>
                    </a:lnTo>
                    <a:lnTo>
                      <a:pt x="68200" y="313200"/>
                    </a:lnTo>
                    <a:lnTo>
                      <a:pt x="67500" y="313200"/>
                    </a:lnTo>
                    <a:close/>
                    <a:moveTo>
                      <a:pt x="70000" y="310000"/>
                    </a:moveTo>
                    <a:lnTo>
                      <a:pt x="70850" y="310000"/>
                    </a:lnTo>
                    <a:lnTo>
                      <a:pt x="70850" y="310850"/>
                    </a:lnTo>
                    <a:lnTo>
                      <a:pt x="70000" y="310850"/>
                    </a:lnTo>
                    <a:close/>
                    <a:moveTo>
                      <a:pt x="72500" y="312500"/>
                    </a:moveTo>
                    <a:lnTo>
                      <a:pt x="73200" y="312500"/>
                    </a:lnTo>
                    <a:lnTo>
                      <a:pt x="73200" y="313200"/>
                    </a:lnTo>
                    <a:lnTo>
                      <a:pt x="72500" y="313200"/>
                    </a:lnTo>
                    <a:close/>
                    <a:moveTo>
                      <a:pt x="75000" y="310000"/>
                    </a:moveTo>
                    <a:lnTo>
                      <a:pt x="75850" y="310000"/>
                    </a:lnTo>
                    <a:lnTo>
                      <a:pt x="75850" y="310850"/>
                    </a:lnTo>
                    <a:lnTo>
                      <a:pt x="75000" y="310850"/>
                    </a:lnTo>
                    <a:close/>
                    <a:moveTo>
                      <a:pt x="77500" y="312500"/>
                    </a:moveTo>
                    <a:lnTo>
                      <a:pt x="78200" y="312500"/>
                    </a:lnTo>
                    <a:lnTo>
                      <a:pt x="78200" y="313200"/>
                    </a:lnTo>
                    <a:lnTo>
                      <a:pt x="77500" y="313200"/>
                    </a:lnTo>
                    <a:close/>
                    <a:moveTo>
                      <a:pt x="80000" y="310000"/>
                    </a:moveTo>
                    <a:lnTo>
                      <a:pt x="80850" y="310000"/>
                    </a:lnTo>
                    <a:lnTo>
                      <a:pt x="80850" y="310850"/>
                    </a:lnTo>
                    <a:lnTo>
                      <a:pt x="80000" y="310850"/>
                    </a:lnTo>
                    <a:close/>
                    <a:moveTo>
                      <a:pt x="82500" y="312500"/>
                    </a:moveTo>
                    <a:lnTo>
                      <a:pt x="83200" y="312500"/>
                    </a:lnTo>
                    <a:lnTo>
                      <a:pt x="83200" y="313200"/>
                    </a:lnTo>
                    <a:lnTo>
                      <a:pt x="82500" y="313200"/>
                    </a:lnTo>
                    <a:close/>
                    <a:moveTo>
                      <a:pt x="85000" y="310000"/>
                    </a:moveTo>
                    <a:lnTo>
                      <a:pt x="85850" y="310000"/>
                    </a:lnTo>
                    <a:lnTo>
                      <a:pt x="85850" y="310850"/>
                    </a:lnTo>
                    <a:lnTo>
                      <a:pt x="85000" y="310850"/>
                    </a:lnTo>
                    <a:close/>
                    <a:moveTo>
                      <a:pt x="87500" y="312500"/>
                    </a:moveTo>
                    <a:lnTo>
                      <a:pt x="88200" y="312500"/>
                    </a:lnTo>
                    <a:lnTo>
                      <a:pt x="88200" y="313200"/>
                    </a:lnTo>
                    <a:lnTo>
                      <a:pt x="87500" y="313200"/>
                    </a:lnTo>
                    <a:close/>
                    <a:moveTo>
                      <a:pt x="90000" y="310000"/>
                    </a:moveTo>
                    <a:lnTo>
                      <a:pt x="90850" y="310000"/>
                    </a:lnTo>
                    <a:lnTo>
                      <a:pt x="90850" y="310850"/>
                    </a:lnTo>
                    <a:lnTo>
                      <a:pt x="90000" y="310850"/>
                    </a:lnTo>
                    <a:close/>
                    <a:moveTo>
                      <a:pt x="92500" y="312500"/>
                    </a:moveTo>
                    <a:lnTo>
                      <a:pt x="93200" y="312500"/>
                    </a:lnTo>
                    <a:lnTo>
                      <a:pt x="93200" y="313200"/>
                    </a:lnTo>
                    <a:lnTo>
                      <a:pt x="92500" y="313200"/>
                    </a:lnTo>
                    <a:close/>
                    <a:moveTo>
                      <a:pt x="95000" y="310000"/>
                    </a:moveTo>
                    <a:lnTo>
                      <a:pt x="95850" y="310000"/>
                    </a:lnTo>
                    <a:lnTo>
                      <a:pt x="95850" y="310850"/>
                    </a:lnTo>
                    <a:lnTo>
                      <a:pt x="95000" y="310850"/>
                    </a:lnTo>
                    <a:close/>
                    <a:moveTo>
                      <a:pt x="97500" y="312500"/>
                    </a:moveTo>
                    <a:lnTo>
                      <a:pt x="98200" y="312500"/>
                    </a:lnTo>
                    <a:lnTo>
                      <a:pt x="98200" y="313200"/>
                    </a:lnTo>
                    <a:lnTo>
                      <a:pt x="97500" y="313200"/>
                    </a:lnTo>
                    <a:close/>
                    <a:moveTo>
                      <a:pt x="100000" y="310000"/>
                    </a:moveTo>
                    <a:lnTo>
                      <a:pt x="100850" y="310000"/>
                    </a:lnTo>
                    <a:lnTo>
                      <a:pt x="100850" y="310850"/>
                    </a:lnTo>
                    <a:lnTo>
                      <a:pt x="100000" y="310850"/>
                    </a:lnTo>
                    <a:close/>
                    <a:moveTo>
                      <a:pt x="102500" y="312500"/>
                    </a:moveTo>
                    <a:lnTo>
                      <a:pt x="103200" y="312500"/>
                    </a:lnTo>
                    <a:lnTo>
                      <a:pt x="103200" y="313200"/>
                    </a:lnTo>
                    <a:lnTo>
                      <a:pt x="102500" y="313200"/>
                    </a:lnTo>
                    <a:close/>
                    <a:moveTo>
                      <a:pt x="105000" y="310000"/>
                    </a:moveTo>
                    <a:lnTo>
                      <a:pt x="105850" y="310000"/>
                    </a:lnTo>
                    <a:lnTo>
                      <a:pt x="105850" y="310850"/>
                    </a:lnTo>
                    <a:lnTo>
                      <a:pt x="105000" y="310850"/>
                    </a:lnTo>
                    <a:close/>
                    <a:moveTo>
                      <a:pt x="107500" y="312500"/>
                    </a:moveTo>
                    <a:lnTo>
                      <a:pt x="108200" y="312500"/>
                    </a:lnTo>
                    <a:lnTo>
                      <a:pt x="108200" y="313200"/>
                    </a:lnTo>
                    <a:lnTo>
                      <a:pt x="107500" y="313200"/>
                    </a:lnTo>
                    <a:close/>
                    <a:moveTo>
                      <a:pt x="110000" y="310000"/>
                    </a:moveTo>
                    <a:lnTo>
                      <a:pt x="110850" y="310000"/>
                    </a:lnTo>
                    <a:lnTo>
                      <a:pt x="110850" y="310850"/>
                    </a:lnTo>
                    <a:lnTo>
                      <a:pt x="110000" y="310850"/>
                    </a:lnTo>
                    <a:close/>
                    <a:moveTo>
                      <a:pt x="112500" y="312500"/>
                    </a:moveTo>
                    <a:lnTo>
                      <a:pt x="113200" y="312500"/>
                    </a:lnTo>
                    <a:lnTo>
                      <a:pt x="113200" y="313200"/>
                    </a:lnTo>
                    <a:lnTo>
                      <a:pt x="112500" y="313200"/>
                    </a:lnTo>
                    <a:close/>
                    <a:moveTo>
                      <a:pt x="115000" y="310000"/>
                    </a:moveTo>
                    <a:lnTo>
                      <a:pt x="115850" y="310000"/>
                    </a:lnTo>
                    <a:lnTo>
                      <a:pt x="115850" y="310850"/>
                    </a:lnTo>
                    <a:lnTo>
                      <a:pt x="115000" y="310850"/>
                    </a:lnTo>
                    <a:close/>
                    <a:moveTo>
                      <a:pt x="117500" y="312500"/>
                    </a:moveTo>
                    <a:lnTo>
                      <a:pt x="118200" y="312500"/>
                    </a:lnTo>
                    <a:lnTo>
                      <a:pt x="118200" y="313200"/>
                    </a:lnTo>
                    <a:lnTo>
                      <a:pt x="117500" y="313200"/>
                    </a:lnTo>
                    <a:close/>
                    <a:moveTo>
                      <a:pt x="120000" y="310000"/>
                    </a:moveTo>
                    <a:lnTo>
                      <a:pt x="120850" y="310000"/>
                    </a:lnTo>
                    <a:lnTo>
                      <a:pt x="120850" y="310850"/>
                    </a:lnTo>
                    <a:lnTo>
                      <a:pt x="120000" y="310850"/>
                    </a:lnTo>
                    <a:close/>
                    <a:moveTo>
                      <a:pt x="122500" y="312500"/>
                    </a:moveTo>
                    <a:lnTo>
                      <a:pt x="123200" y="312500"/>
                    </a:lnTo>
                    <a:lnTo>
                      <a:pt x="123200" y="313200"/>
                    </a:lnTo>
                    <a:lnTo>
                      <a:pt x="122500" y="313200"/>
                    </a:lnTo>
                    <a:close/>
                    <a:moveTo>
                      <a:pt x="125000" y="310000"/>
                    </a:moveTo>
                    <a:lnTo>
                      <a:pt x="125850" y="310000"/>
                    </a:lnTo>
                    <a:lnTo>
                      <a:pt x="125850" y="310850"/>
                    </a:lnTo>
                    <a:lnTo>
                      <a:pt x="125000" y="310850"/>
                    </a:lnTo>
                    <a:close/>
                    <a:moveTo>
                      <a:pt x="127500" y="312500"/>
                    </a:moveTo>
                    <a:lnTo>
                      <a:pt x="128200" y="312500"/>
                    </a:lnTo>
                    <a:lnTo>
                      <a:pt x="128200" y="313200"/>
                    </a:lnTo>
                    <a:lnTo>
                      <a:pt x="127500" y="313200"/>
                    </a:lnTo>
                    <a:close/>
                    <a:moveTo>
                      <a:pt x="130000" y="310000"/>
                    </a:moveTo>
                    <a:lnTo>
                      <a:pt x="130850" y="310000"/>
                    </a:lnTo>
                    <a:lnTo>
                      <a:pt x="130850" y="310850"/>
                    </a:lnTo>
                    <a:lnTo>
                      <a:pt x="130000" y="310850"/>
                    </a:lnTo>
                    <a:close/>
                    <a:moveTo>
                      <a:pt x="132500" y="312500"/>
                    </a:moveTo>
                    <a:lnTo>
                      <a:pt x="133200" y="312500"/>
                    </a:lnTo>
                    <a:lnTo>
                      <a:pt x="133200" y="313200"/>
                    </a:lnTo>
                    <a:lnTo>
                      <a:pt x="132500" y="313200"/>
                    </a:lnTo>
                    <a:close/>
                    <a:moveTo>
                      <a:pt x="135000" y="310000"/>
                    </a:moveTo>
                    <a:lnTo>
                      <a:pt x="135850" y="310000"/>
                    </a:lnTo>
                    <a:lnTo>
                      <a:pt x="135850" y="310850"/>
                    </a:lnTo>
                    <a:lnTo>
                      <a:pt x="135000" y="310850"/>
                    </a:lnTo>
                    <a:close/>
                    <a:moveTo>
                      <a:pt x="137500" y="312500"/>
                    </a:moveTo>
                    <a:lnTo>
                      <a:pt x="138200" y="312500"/>
                    </a:lnTo>
                    <a:lnTo>
                      <a:pt x="138200" y="313200"/>
                    </a:lnTo>
                    <a:lnTo>
                      <a:pt x="137500" y="313200"/>
                    </a:lnTo>
                    <a:close/>
                    <a:moveTo>
                      <a:pt x="140000" y="310000"/>
                    </a:moveTo>
                    <a:lnTo>
                      <a:pt x="140850" y="310000"/>
                    </a:lnTo>
                    <a:lnTo>
                      <a:pt x="140850" y="310850"/>
                    </a:lnTo>
                    <a:lnTo>
                      <a:pt x="140000" y="310850"/>
                    </a:lnTo>
                    <a:close/>
                    <a:moveTo>
                      <a:pt x="142500" y="312500"/>
                    </a:moveTo>
                    <a:lnTo>
                      <a:pt x="143200" y="312500"/>
                    </a:lnTo>
                    <a:lnTo>
                      <a:pt x="143200" y="313200"/>
                    </a:lnTo>
                    <a:lnTo>
                      <a:pt x="142500" y="313200"/>
                    </a:lnTo>
                    <a:close/>
                    <a:moveTo>
                      <a:pt x="145000" y="310000"/>
                    </a:moveTo>
                    <a:lnTo>
                      <a:pt x="145850" y="310000"/>
                    </a:lnTo>
                    <a:lnTo>
                      <a:pt x="145850" y="310850"/>
                    </a:lnTo>
                    <a:lnTo>
                      <a:pt x="145000" y="310850"/>
                    </a:lnTo>
                    <a:close/>
                    <a:moveTo>
                      <a:pt x="147500" y="312500"/>
                    </a:moveTo>
                    <a:lnTo>
                      <a:pt x="148200" y="312500"/>
                    </a:lnTo>
                    <a:lnTo>
                      <a:pt x="148200" y="313200"/>
                    </a:lnTo>
                    <a:lnTo>
                      <a:pt x="147500" y="313200"/>
                    </a:lnTo>
                    <a:close/>
                    <a:moveTo>
                      <a:pt x="150000" y="310000"/>
                    </a:moveTo>
                    <a:lnTo>
                      <a:pt x="150850" y="310000"/>
                    </a:lnTo>
                    <a:lnTo>
                      <a:pt x="150850" y="310850"/>
                    </a:lnTo>
                    <a:lnTo>
                      <a:pt x="150000" y="310850"/>
                    </a:lnTo>
                    <a:close/>
                    <a:moveTo>
                      <a:pt x="152500" y="312500"/>
                    </a:moveTo>
                    <a:lnTo>
                      <a:pt x="153200" y="312500"/>
                    </a:lnTo>
                    <a:lnTo>
                      <a:pt x="153200" y="313200"/>
                    </a:lnTo>
                    <a:lnTo>
                      <a:pt x="152500" y="313200"/>
                    </a:lnTo>
                    <a:close/>
                    <a:moveTo>
                      <a:pt x="155000" y="310000"/>
                    </a:moveTo>
                    <a:lnTo>
                      <a:pt x="155850" y="310000"/>
                    </a:lnTo>
                    <a:lnTo>
                      <a:pt x="155850" y="310850"/>
                    </a:lnTo>
                    <a:lnTo>
                      <a:pt x="155000" y="310850"/>
                    </a:lnTo>
                    <a:close/>
                    <a:moveTo>
                      <a:pt x="157500" y="312500"/>
                    </a:moveTo>
                    <a:lnTo>
                      <a:pt x="158200" y="312500"/>
                    </a:lnTo>
                    <a:lnTo>
                      <a:pt x="158200" y="313200"/>
                    </a:lnTo>
                    <a:lnTo>
                      <a:pt x="157500" y="313200"/>
                    </a:lnTo>
                    <a:close/>
                    <a:moveTo>
                      <a:pt x="160000" y="310000"/>
                    </a:moveTo>
                    <a:lnTo>
                      <a:pt x="160850" y="310000"/>
                    </a:lnTo>
                    <a:lnTo>
                      <a:pt x="160850" y="310850"/>
                    </a:lnTo>
                    <a:lnTo>
                      <a:pt x="160000" y="310850"/>
                    </a:lnTo>
                    <a:close/>
                    <a:moveTo>
                      <a:pt x="162500" y="312500"/>
                    </a:moveTo>
                    <a:lnTo>
                      <a:pt x="163200" y="312500"/>
                    </a:lnTo>
                    <a:lnTo>
                      <a:pt x="163200" y="313200"/>
                    </a:lnTo>
                    <a:lnTo>
                      <a:pt x="162500" y="313200"/>
                    </a:lnTo>
                    <a:close/>
                    <a:moveTo>
                      <a:pt x="165000" y="310000"/>
                    </a:moveTo>
                    <a:lnTo>
                      <a:pt x="165850" y="310000"/>
                    </a:lnTo>
                    <a:lnTo>
                      <a:pt x="165850" y="310850"/>
                    </a:lnTo>
                    <a:lnTo>
                      <a:pt x="165000" y="310850"/>
                    </a:lnTo>
                    <a:close/>
                    <a:moveTo>
                      <a:pt x="167500" y="312500"/>
                    </a:moveTo>
                    <a:lnTo>
                      <a:pt x="168200" y="312500"/>
                    </a:lnTo>
                    <a:lnTo>
                      <a:pt x="168200" y="313200"/>
                    </a:lnTo>
                    <a:lnTo>
                      <a:pt x="167500" y="313200"/>
                    </a:lnTo>
                    <a:close/>
                    <a:moveTo>
                      <a:pt x="170000" y="310000"/>
                    </a:moveTo>
                    <a:lnTo>
                      <a:pt x="170850" y="310000"/>
                    </a:lnTo>
                    <a:lnTo>
                      <a:pt x="170850" y="310850"/>
                    </a:lnTo>
                    <a:lnTo>
                      <a:pt x="170000" y="310850"/>
                    </a:lnTo>
                    <a:close/>
                    <a:moveTo>
                      <a:pt x="172500" y="312500"/>
                    </a:moveTo>
                    <a:lnTo>
                      <a:pt x="173200" y="312500"/>
                    </a:lnTo>
                    <a:lnTo>
                      <a:pt x="173200" y="313200"/>
                    </a:lnTo>
                    <a:lnTo>
                      <a:pt x="172500" y="313200"/>
                    </a:lnTo>
                    <a:close/>
                    <a:moveTo>
                      <a:pt x="175000" y="310000"/>
                    </a:moveTo>
                    <a:lnTo>
                      <a:pt x="175850" y="310000"/>
                    </a:lnTo>
                    <a:lnTo>
                      <a:pt x="175850" y="310850"/>
                    </a:lnTo>
                    <a:lnTo>
                      <a:pt x="175000" y="310850"/>
                    </a:lnTo>
                    <a:close/>
                    <a:moveTo>
                      <a:pt x="177500" y="312500"/>
                    </a:moveTo>
                    <a:lnTo>
                      <a:pt x="178200" y="312500"/>
                    </a:lnTo>
                    <a:lnTo>
                      <a:pt x="178200" y="313200"/>
                    </a:lnTo>
                    <a:lnTo>
                      <a:pt x="177500" y="313200"/>
                    </a:lnTo>
                    <a:close/>
                    <a:moveTo>
                      <a:pt x="180000" y="310000"/>
                    </a:moveTo>
                    <a:lnTo>
                      <a:pt x="180850" y="310000"/>
                    </a:lnTo>
                    <a:lnTo>
                      <a:pt x="180850" y="310850"/>
                    </a:lnTo>
                    <a:lnTo>
                      <a:pt x="180000" y="310850"/>
                    </a:lnTo>
                    <a:close/>
                    <a:moveTo>
                      <a:pt x="182500" y="312500"/>
                    </a:moveTo>
                    <a:lnTo>
                      <a:pt x="183200" y="312500"/>
                    </a:lnTo>
                    <a:lnTo>
                      <a:pt x="183200" y="313200"/>
                    </a:lnTo>
                    <a:lnTo>
                      <a:pt x="182500" y="313200"/>
                    </a:lnTo>
                    <a:close/>
                    <a:moveTo>
                      <a:pt x="185000" y="310000"/>
                    </a:moveTo>
                    <a:lnTo>
                      <a:pt x="185850" y="310000"/>
                    </a:lnTo>
                    <a:lnTo>
                      <a:pt x="185850" y="310850"/>
                    </a:lnTo>
                    <a:lnTo>
                      <a:pt x="185000" y="310850"/>
                    </a:lnTo>
                    <a:close/>
                    <a:moveTo>
                      <a:pt x="187500" y="312500"/>
                    </a:moveTo>
                    <a:lnTo>
                      <a:pt x="188200" y="312500"/>
                    </a:lnTo>
                    <a:lnTo>
                      <a:pt x="188200" y="313200"/>
                    </a:lnTo>
                    <a:lnTo>
                      <a:pt x="187500" y="313200"/>
                    </a:lnTo>
                    <a:close/>
                    <a:moveTo>
                      <a:pt x="190000" y="310000"/>
                    </a:moveTo>
                    <a:lnTo>
                      <a:pt x="190850" y="310000"/>
                    </a:lnTo>
                    <a:lnTo>
                      <a:pt x="190850" y="310850"/>
                    </a:lnTo>
                    <a:lnTo>
                      <a:pt x="190000" y="310850"/>
                    </a:lnTo>
                    <a:close/>
                    <a:moveTo>
                      <a:pt x="192500" y="312500"/>
                    </a:moveTo>
                    <a:lnTo>
                      <a:pt x="193200" y="312500"/>
                    </a:lnTo>
                    <a:lnTo>
                      <a:pt x="193200" y="313200"/>
                    </a:lnTo>
                    <a:lnTo>
                      <a:pt x="192500" y="313200"/>
                    </a:lnTo>
                    <a:close/>
                    <a:moveTo>
                      <a:pt x="195000" y="310000"/>
                    </a:moveTo>
                    <a:lnTo>
                      <a:pt x="195850" y="310000"/>
                    </a:lnTo>
                    <a:lnTo>
                      <a:pt x="195850" y="310850"/>
                    </a:lnTo>
                    <a:lnTo>
                      <a:pt x="195000" y="310850"/>
                    </a:lnTo>
                    <a:close/>
                    <a:moveTo>
                      <a:pt x="197500" y="312500"/>
                    </a:moveTo>
                    <a:lnTo>
                      <a:pt x="198200" y="312500"/>
                    </a:lnTo>
                    <a:lnTo>
                      <a:pt x="198200" y="313200"/>
                    </a:lnTo>
                    <a:lnTo>
                      <a:pt x="197500" y="313200"/>
                    </a:lnTo>
                    <a:close/>
                    <a:moveTo>
                      <a:pt x="200000" y="310000"/>
                    </a:moveTo>
                    <a:lnTo>
                      <a:pt x="200850" y="310000"/>
                    </a:lnTo>
                    <a:lnTo>
                      <a:pt x="200850" y="310850"/>
                    </a:lnTo>
                    <a:lnTo>
                      <a:pt x="200000" y="310850"/>
                    </a:lnTo>
                    <a:close/>
                    <a:moveTo>
                      <a:pt x="202500" y="312500"/>
                    </a:moveTo>
                    <a:lnTo>
                      <a:pt x="203200" y="312500"/>
                    </a:lnTo>
                    <a:lnTo>
                      <a:pt x="203200" y="313200"/>
                    </a:lnTo>
                    <a:lnTo>
                      <a:pt x="202500" y="313200"/>
                    </a:lnTo>
                    <a:close/>
                    <a:moveTo>
                      <a:pt x="205000" y="310000"/>
                    </a:moveTo>
                    <a:lnTo>
                      <a:pt x="205850" y="310000"/>
                    </a:lnTo>
                    <a:lnTo>
                      <a:pt x="205850" y="310850"/>
                    </a:lnTo>
                    <a:lnTo>
                      <a:pt x="205000" y="310850"/>
                    </a:lnTo>
                    <a:close/>
                    <a:moveTo>
                      <a:pt x="207500" y="312500"/>
                    </a:moveTo>
                    <a:lnTo>
                      <a:pt x="208200" y="312500"/>
                    </a:lnTo>
                    <a:lnTo>
                      <a:pt x="208200" y="313200"/>
                    </a:lnTo>
                    <a:lnTo>
                      <a:pt x="207500" y="313200"/>
                    </a:lnTo>
                    <a:close/>
                    <a:moveTo>
                      <a:pt x="210000" y="310000"/>
                    </a:moveTo>
                    <a:lnTo>
                      <a:pt x="210850" y="310000"/>
                    </a:lnTo>
                    <a:lnTo>
                      <a:pt x="210850" y="310850"/>
                    </a:lnTo>
                    <a:lnTo>
                      <a:pt x="210000" y="310850"/>
                    </a:lnTo>
                    <a:close/>
                    <a:moveTo>
                      <a:pt x="212500" y="312500"/>
                    </a:moveTo>
                    <a:lnTo>
                      <a:pt x="213200" y="312500"/>
                    </a:lnTo>
                    <a:lnTo>
                      <a:pt x="213200" y="313200"/>
                    </a:lnTo>
                    <a:lnTo>
                      <a:pt x="212500" y="313200"/>
                    </a:lnTo>
                    <a:close/>
                    <a:moveTo>
                      <a:pt x="215000" y="310000"/>
                    </a:moveTo>
                    <a:lnTo>
                      <a:pt x="215850" y="310000"/>
                    </a:lnTo>
                    <a:lnTo>
                      <a:pt x="215850" y="310850"/>
                    </a:lnTo>
                    <a:lnTo>
                      <a:pt x="215000" y="310850"/>
                    </a:lnTo>
                    <a:close/>
                    <a:moveTo>
                      <a:pt x="217500" y="312500"/>
                    </a:moveTo>
                    <a:lnTo>
                      <a:pt x="218200" y="312500"/>
                    </a:lnTo>
                    <a:lnTo>
                      <a:pt x="218200" y="313200"/>
                    </a:lnTo>
                    <a:lnTo>
                      <a:pt x="217500" y="313200"/>
                    </a:lnTo>
                    <a:close/>
                    <a:moveTo>
                      <a:pt x="220000" y="310000"/>
                    </a:moveTo>
                    <a:lnTo>
                      <a:pt x="220850" y="310000"/>
                    </a:lnTo>
                    <a:lnTo>
                      <a:pt x="220850" y="310850"/>
                    </a:lnTo>
                    <a:lnTo>
                      <a:pt x="220000" y="310850"/>
                    </a:lnTo>
                    <a:close/>
                    <a:moveTo>
                      <a:pt x="222500" y="312500"/>
                    </a:moveTo>
                    <a:lnTo>
                      <a:pt x="223200" y="312500"/>
                    </a:lnTo>
                    <a:lnTo>
                      <a:pt x="223200" y="313200"/>
                    </a:lnTo>
                    <a:lnTo>
                      <a:pt x="222500" y="313200"/>
                    </a:lnTo>
                    <a:close/>
                    <a:moveTo>
                      <a:pt x="225000" y="310000"/>
                    </a:moveTo>
                    <a:lnTo>
                      <a:pt x="225850" y="310000"/>
                    </a:lnTo>
                    <a:lnTo>
                      <a:pt x="225850" y="310850"/>
                    </a:lnTo>
                    <a:lnTo>
                      <a:pt x="225000" y="310850"/>
                    </a:lnTo>
                    <a:close/>
                    <a:moveTo>
                      <a:pt x="227500" y="312500"/>
                    </a:moveTo>
                    <a:lnTo>
                      <a:pt x="228200" y="312500"/>
                    </a:lnTo>
                    <a:lnTo>
                      <a:pt x="228200" y="313200"/>
                    </a:lnTo>
                    <a:lnTo>
                      <a:pt x="227500" y="313200"/>
                    </a:lnTo>
                    <a:close/>
                    <a:moveTo>
                      <a:pt x="230000" y="310000"/>
                    </a:moveTo>
                    <a:lnTo>
                      <a:pt x="230850" y="310000"/>
                    </a:lnTo>
                    <a:lnTo>
                      <a:pt x="230850" y="310850"/>
                    </a:lnTo>
                    <a:lnTo>
                      <a:pt x="230000" y="310850"/>
                    </a:lnTo>
                    <a:close/>
                    <a:moveTo>
                      <a:pt x="232500" y="312500"/>
                    </a:moveTo>
                    <a:lnTo>
                      <a:pt x="233200" y="312500"/>
                    </a:lnTo>
                    <a:lnTo>
                      <a:pt x="233200" y="313200"/>
                    </a:lnTo>
                    <a:lnTo>
                      <a:pt x="232500" y="313200"/>
                    </a:lnTo>
                    <a:close/>
                    <a:moveTo>
                      <a:pt x="235000" y="310000"/>
                    </a:moveTo>
                    <a:lnTo>
                      <a:pt x="235850" y="310000"/>
                    </a:lnTo>
                    <a:lnTo>
                      <a:pt x="235850" y="310850"/>
                    </a:lnTo>
                    <a:lnTo>
                      <a:pt x="235000" y="310850"/>
                    </a:lnTo>
                    <a:close/>
                    <a:moveTo>
                      <a:pt x="237500" y="312500"/>
                    </a:moveTo>
                    <a:lnTo>
                      <a:pt x="238200" y="312500"/>
                    </a:lnTo>
                    <a:lnTo>
                      <a:pt x="238200" y="313200"/>
                    </a:lnTo>
                    <a:lnTo>
                      <a:pt x="237500" y="313200"/>
                    </a:lnTo>
                    <a:close/>
                    <a:moveTo>
                      <a:pt x="240000" y="310000"/>
                    </a:moveTo>
                    <a:lnTo>
                      <a:pt x="240850" y="310000"/>
                    </a:lnTo>
                    <a:lnTo>
                      <a:pt x="240850" y="310850"/>
                    </a:lnTo>
                    <a:lnTo>
                      <a:pt x="240000" y="310850"/>
                    </a:lnTo>
                    <a:close/>
                    <a:moveTo>
                      <a:pt x="242500" y="312500"/>
                    </a:moveTo>
                    <a:lnTo>
                      <a:pt x="243200" y="312500"/>
                    </a:lnTo>
                    <a:lnTo>
                      <a:pt x="243200" y="313200"/>
                    </a:lnTo>
                    <a:lnTo>
                      <a:pt x="242500" y="313200"/>
                    </a:lnTo>
                    <a:close/>
                    <a:moveTo>
                      <a:pt x="245000" y="310000"/>
                    </a:moveTo>
                    <a:lnTo>
                      <a:pt x="245850" y="310000"/>
                    </a:lnTo>
                    <a:lnTo>
                      <a:pt x="245850" y="310850"/>
                    </a:lnTo>
                    <a:lnTo>
                      <a:pt x="245000" y="310850"/>
                    </a:lnTo>
                    <a:close/>
                    <a:moveTo>
                      <a:pt x="247500" y="312500"/>
                    </a:moveTo>
                    <a:lnTo>
                      <a:pt x="248200" y="312500"/>
                    </a:lnTo>
                    <a:lnTo>
                      <a:pt x="248200" y="313200"/>
                    </a:lnTo>
                    <a:lnTo>
                      <a:pt x="247500" y="313200"/>
                    </a:lnTo>
                    <a:close/>
                    <a:moveTo>
                      <a:pt x="250000" y="310000"/>
                    </a:moveTo>
                    <a:lnTo>
                      <a:pt x="250850" y="310000"/>
                    </a:lnTo>
                    <a:lnTo>
                      <a:pt x="250850" y="310850"/>
                    </a:lnTo>
                    <a:lnTo>
                      <a:pt x="250000" y="310850"/>
                    </a:lnTo>
                    <a:close/>
                    <a:moveTo>
                      <a:pt x="252500" y="312500"/>
                    </a:moveTo>
                    <a:lnTo>
                      <a:pt x="253200" y="312500"/>
                    </a:lnTo>
                    <a:lnTo>
                      <a:pt x="253200" y="313200"/>
                    </a:lnTo>
                    <a:lnTo>
                      <a:pt x="252500" y="313200"/>
                    </a:lnTo>
                    <a:close/>
                    <a:moveTo>
                      <a:pt x="255000" y="310000"/>
                    </a:moveTo>
                    <a:lnTo>
                      <a:pt x="255850" y="310000"/>
                    </a:lnTo>
                    <a:lnTo>
                      <a:pt x="255850" y="310850"/>
                    </a:lnTo>
                    <a:lnTo>
                      <a:pt x="255000" y="310850"/>
                    </a:lnTo>
                    <a:close/>
                    <a:moveTo>
                      <a:pt x="257500" y="312500"/>
                    </a:moveTo>
                    <a:lnTo>
                      <a:pt x="258200" y="312500"/>
                    </a:lnTo>
                    <a:lnTo>
                      <a:pt x="258200" y="313200"/>
                    </a:lnTo>
                    <a:lnTo>
                      <a:pt x="257500" y="313200"/>
                    </a:lnTo>
                    <a:close/>
                    <a:moveTo>
                      <a:pt x="260000" y="310000"/>
                    </a:moveTo>
                    <a:lnTo>
                      <a:pt x="260850" y="310000"/>
                    </a:lnTo>
                    <a:lnTo>
                      <a:pt x="260850" y="310850"/>
                    </a:lnTo>
                    <a:lnTo>
                      <a:pt x="260000" y="310850"/>
                    </a:lnTo>
                    <a:close/>
                    <a:moveTo>
                      <a:pt x="262500" y="312500"/>
                    </a:moveTo>
                    <a:lnTo>
                      <a:pt x="263200" y="312500"/>
                    </a:lnTo>
                    <a:lnTo>
                      <a:pt x="263200" y="313200"/>
                    </a:lnTo>
                    <a:lnTo>
                      <a:pt x="262500" y="313200"/>
                    </a:lnTo>
                    <a:close/>
                    <a:moveTo>
                      <a:pt x="265000" y="310000"/>
                    </a:moveTo>
                    <a:lnTo>
                      <a:pt x="265850" y="310000"/>
                    </a:lnTo>
                    <a:lnTo>
                      <a:pt x="265850" y="310850"/>
                    </a:lnTo>
                    <a:lnTo>
                      <a:pt x="265000" y="310850"/>
                    </a:lnTo>
                    <a:close/>
                    <a:moveTo>
                      <a:pt x="267500" y="312500"/>
                    </a:moveTo>
                    <a:lnTo>
                      <a:pt x="268200" y="312500"/>
                    </a:lnTo>
                    <a:lnTo>
                      <a:pt x="268200" y="313200"/>
                    </a:lnTo>
                    <a:lnTo>
                      <a:pt x="267500" y="313200"/>
                    </a:lnTo>
                    <a:close/>
                    <a:moveTo>
                      <a:pt x="270000" y="310000"/>
                    </a:moveTo>
                    <a:lnTo>
                      <a:pt x="270850" y="310000"/>
                    </a:lnTo>
                    <a:lnTo>
                      <a:pt x="270850" y="310850"/>
                    </a:lnTo>
                    <a:lnTo>
                      <a:pt x="270000" y="310850"/>
                    </a:lnTo>
                    <a:close/>
                    <a:moveTo>
                      <a:pt x="272500" y="312500"/>
                    </a:moveTo>
                    <a:lnTo>
                      <a:pt x="273200" y="312500"/>
                    </a:lnTo>
                    <a:lnTo>
                      <a:pt x="273200" y="313200"/>
                    </a:lnTo>
                    <a:lnTo>
                      <a:pt x="272500" y="313200"/>
                    </a:lnTo>
                    <a:close/>
                    <a:moveTo>
                      <a:pt x="275000" y="310000"/>
                    </a:moveTo>
                    <a:lnTo>
                      <a:pt x="275850" y="310000"/>
                    </a:lnTo>
                    <a:lnTo>
                      <a:pt x="275850" y="310850"/>
                    </a:lnTo>
                    <a:lnTo>
                      <a:pt x="275000" y="310850"/>
                    </a:lnTo>
                    <a:close/>
                    <a:moveTo>
                      <a:pt x="277500" y="312500"/>
                    </a:moveTo>
                    <a:lnTo>
                      <a:pt x="278200" y="312500"/>
                    </a:lnTo>
                    <a:lnTo>
                      <a:pt x="278200" y="313200"/>
                    </a:lnTo>
                    <a:lnTo>
                      <a:pt x="277500" y="313200"/>
                    </a:lnTo>
                    <a:close/>
                    <a:moveTo>
                      <a:pt x="280000" y="310000"/>
                    </a:moveTo>
                    <a:lnTo>
                      <a:pt x="280850" y="310000"/>
                    </a:lnTo>
                    <a:lnTo>
                      <a:pt x="280850" y="310850"/>
                    </a:lnTo>
                    <a:lnTo>
                      <a:pt x="280000" y="310850"/>
                    </a:lnTo>
                    <a:close/>
                    <a:moveTo>
                      <a:pt x="282500" y="312500"/>
                    </a:moveTo>
                    <a:lnTo>
                      <a:pt x="283200" y="312500"/>
                    </a:lnTo>
                    <a:lnTo>
                      <a:pt x="283200" y="313200"/>
                    </a:lnTo>
                    <a:lnTo>
                      <a:pt x="282500" y="313200"/>
                    </a:lnTo>
                    <a:close/>
                    <a:moveTo>
                      <a:pt x="285000" y="310000"/>
                    </a:moveTo>
                    <a:lnTo>
                      <a:pt x="285850" y="310000"/>
                    </a:lnTo>
                    <a:lnTo>
                      <a:pt x="285850" y="310850"/>
                    </a:lnTo>
                    <a:lnTo>
                      <a:pt x="285000" y="310850"/>
                    </a:lnTo>
                    <a:close/>
                    <a:moveTo>
                      <a:pt x="287500" y="312500"/>
                    </a:moveTo>
                    <a:lnTo>
                      <a:pt x="288200" y="312500"/>
                    </a:lnTo>
                    <a:lnTo>
                      <a:pt x="288200" y="313200"/>
                    </a:lnTo>
                    <a:lnTo>
                      <a:pt x="287500" y="313200"/>
                    </a:lnTo>
                    <a:close/>
                    <a:moveTo>
                      <a:pt x="0" y="315000"/>
                    </a:moveTo>
                    <a:lnTo>
                      <a:pt x="850" y="315000"/>
                    </a:lnTo>
                    <a:lnTo>
                      <a:pt x="850" y="315850"/>
                    </a:lnTo>
                    <a:lnTo>
                      <a:pt x="0" y="315850"/>
                    </a:lnTo>
                    <a:close/>
                    <a:moveTo>
                      <a:pt x="2500" y="317500"/>
                    </a:moveTo>
                    <a:lnTo>
                      <a:pt x="3200" y="317500"/>
                    </a:lnTo>
                    <a:lnTo>
                      <a:pt x="3200" y="318200"/>
                    </a:lnTo>
                    <a:lnTo>
                      <a:pt x="2500" y="318200"/>
                    </a:lnTo>
                    <a:close/>
                    <a:moveTo>
                      <a:pt x="5000" y="315000"/>
                    </a:moveTo>
                    <a:lnTo>
                      <a:pt x="5850" y="315000"/>
                    </a:lnTo>
                    <a:lnTo>
                      <a:pt x="5850" y="315850"/>
                    </a:lnTo>
                    <a:lnTo>
                      <a:pt x="5000" y="315850"/>
                    </a:lnTo>
                    <a:close/>
                    <a:moveTo>
                      <a:pt x="7500" y="317500"/>
                    </a:moveTo>
                    <a:lnTo>
                      <a:pt x="8200" y="317500"/>
                    </a:lnTo>
                    <a:lnTo>
                      <a:pt x="8200" y="318200"/>
                    </a:lnTo>
                    <a:lnTo>
                      <a:pt x="7500" y="318200"/>
                    </a:lnTo>
                    <a:close/>
                    <a:moveTo>
                      <a:pt x="10000" y="315000"/>
                    </a:moveTo>
                    <a:lnTo>
                      <a:pt x="10850" y="315000"/>
                    </a:lnTo>
                    <a:lnTo>
                      <a:pt x="10850" y="315850"/>
                    </a:lnTo>
                    <a:lnTo>
                      <a:pt x="10000" y="315850"/>
                    </a:lnTo>
                    <a:close/>
                    <a:moveTo>
                      <a:pt x="12500" y="317500"/>
                    </a:moveTo>
                    <a:lnTo>
                      <a:pt x="13200" y="317500"/>
                    </a:lnTo>
                    <a:lnTo>
                      <a:pt x="13200" y="318200"/>
                    </a:lnTo>
                    <a:lnTo>
                      <a:pt x="12500" y="318200"/>
                    </a:lnTo>
                    <a:close/>
                    <a:moveTo>
                      <a:pt x="15000" y="315000"/>
                    </a:moveTo>
                    <a:lnTo>
                      <a:pt x="15850" y="315000"/>
                    </a:lnTo>
                    <a:lnTo>
                      <a:pt x="15850" y="315850"/>
                    </a:lnTo>
                    <a:lnTo>
                      <a:pt x="15000" y="315850"/>
                    </a:lnTo>
                    <a:close/>
                    <a:moveTo>
                      <a:pt x="17500" y="317500"/>
                    </a:moveTo>
                    <a:lnTo>
                      <a:pt x="18200" y="317500"/>
                    </a:lnTo>
                    <a:lnTo>
                      <a:pt x="18200" y="318200"/>
                    </a:lnTo>
                    <a:lnTo>
                      <a:pt x="17500" y="318200"/>
                    </a:lnTo>
                    <a:close/>
                    <a:moveTo>
                      <a:pt x="20000" y="315000"/>
                    </a:moveTo>
                    <a:lnTo>
                      <a:pt x="20850" y="315000"/>
                    </a:lnTo>
                    <a:lnTo>
                      <a:pt x="20850" y="315850"/>
                    </a:lnTo>
                    <a:lnTo>
                      <a:pt x="20000" y="315850"/>
                    </a:lnTo>
                    <a:close/>
                    <a:moveTo>
                      <a:pt x="22500" y="317500"/>
                    </a:moveTo>
                    <a:lnTo>
                      <a:pt x="23200" y="317500"/>
                    </a:lnTo>
                    <a:lnTo>
                      <a:pt x="23200" y="318200"/>
                    </a:lnTo>
                    <a:lnTo>
                      <a:pt x="22500" y="318200"/>
                    </a:lnTo>
                    <a:close/>
                    <a:moveTo>
                      <a:pt x="25000" y="315000"/>
                    </a:moveTo>
                    <a:lnTo>
                      <a:pt x="25850" y="315000"/>
                    </a:lnTo>
                    <a:lnTo>
                      <a:pt x="25850" y="315850"/>
                    </a:lnTo>
                    <a:lnTo>
                      <a:pt x="25000" y="315850"/>
                    </a:lnTo>
                    <a:close/>
                    <a:moveTo>
                      <a:pt x="27500" y="317500"/>
                    </a:moveTo>
                    <a:lnTo>
                      <a:pt x="28200" y="317500"/>
                    </a:lnTo>
                    <a:lnTo>
                      <a:pt x="28200" y="318200"/>
                    </a:lnTo>
                    <a:lnTo>
                      <a:pt x="27500" y="318200"/>
                    </a:lnTo>
                    <a:close/>
                    <a:moveTo>
                      <a:pt x="30000" y="315000"/>
                    </a:moveTo>
                    <a:lnTo>
                      <a:pt x="30850" y="315000"/>
                    </a:lnTo>
                    <a:lnTo>
                      <a:pt x="30850" y="315850"/>
                    </a:lnTo>
                    <a:lnTo>
                      <a:pt x="30000" y="315850"/>
                    </a:lnTo>
                    <a:close/>
                    <a:moveTo>
                      <a:pt x="32500" y="317500"/>
                    </a:moveTo>
                    <a:lnTo>
                      <a:pt x="33200" y="317500"/>
                    </a:lnTo>
                    <a:lnTo>
                      <a:pt x="33200" y="318200"/>
                    </a:lnTo>
                    <a:lnTo>
                      <a:pt x="32500" y="318200"/>
                    </a:lnTo>
                    <a:close/>
                    <a:moveTo>
                      <a:pt x="35000" y="315000"/>
                    </a:moveTo>
                    <a:lnTo>
                      <a:pt x="35850" y="315000"/>
                    </a:lnTo>
                    <a:lnTo>
                      <a:pt x="35850" y="315850"/>
                    </a:lnTo>
                    <a:lnTo>
                      <a:pt x="35000" y="315850"/>
                    </a:lnTo>
                    <a:close/>
                    <a:moveTo>
                      <a:pt x="37500" y="317500"/>
                    </a:moveTo>
                    <a:lnTo>
                      <a:pt x="38200" y="317500"/>
                    </a:lnTo>
                    <a:lnTo>
                      <a:pt x="38200" y="318200"/>
                    </a:lnTo>
                    <a:lnTo>
                      <a:pt x="37500" y="318200"/>
                    </a:lnTo>
                    <a:close/>
                    <a:moveTo>
                      <a:pt x="40000" y="315000"/>
                    </a:moveTo>
                    <a:lnTo>
                      <a:pt x="40850" y="315000"/>
                    </a:lnTo>
                    <a:lnTo>
                      <a:pt x="40850" y="315850"/>
                    </a:lnTo>
                    <a:lnTo>
                      <a:pt x="40000" y="315850"/>
                    </a:lnTo>
                    <a:close/>
                    <a:moveTo>
                      <a:pt x="42500" y="317500"/>
                    </a:moveTo>
                    <a:lnTo>
                      <a:pt x="43200" y="317500"/>
                    </a:lnTo>
                    <a:lnTo>
                      <a:pt x="43200" y="318200"/>
                    </a:lnTo>
                    <a:lnTo>
                      <a:pt x="42500" y="318200"/>
                    </a:lnTo>
                    <a:close/>
                    <a:moveTo>
                      <a:pt x="45000" y="315000"/>
                    </a:moveTo>
                    <a:lnTo>
                      <a:pt x="45850" y="315000"/>
                    </a:lnTo>
                    <a:lnTo>
                      <a:pt x="45850" y="315850"/>
                    </a:lnTo>
                    <a:lnTo>
                      <a:pt x="45000" y="315850"/>
                    </a:lnTo>
                    <a:close/>
                    <a:moveTo>
                      <a:pt x="47500" y="317500"/>
                    </a:moveTo>
                    <a:lnTo>
                      <a:pt x="48200" y="317500"/>
                    </a:lnTo>
                    <a:lnTo>
                      <a:pt x="48200" y="318200"/>
                    </a:lnTo>
                    <a:lnTo>
                      <a:pt x="47500" y="318200"/>
                    </a:lnTo>
                    <a:close/>
                    <a:moveTo>
                      <a:pt x="50000" y="315000"/>
                    </a:moveTo>
                    <a:lnTo>
                      <a:pt x="50850" y="315000"/>
                    </a:lnTo>
                    <a:lnTo>
                      <a:pt x="50850" y="315850"/>
                    </a:lnTo>
                    <a:lnTo>
                      <a:pt x="50000" y="315850"/>
                    </a:lnTo>
                    <a:close/>
                    <a:moveTo>
                      <a:pt x="52500" y="317500"/>
                    </a:moveTo>
                    <a:lnTo>
                      <a:pt x="53200" y="317500"/>
                    </a:lnTo>
                    <a:lnTo>
                      <a:pt x="53200" y="318200"/>
                    </a:lnTo>
                    <a:lnTo>
                      <a:pt x="52500" y="318200"/>
                    </a:lnTo>
                    <a:close/>
                    <a:moveTo>
                      <a:pt x="55000" y="315000"/>
                    </a:moveTo>
                    <a:lnTo>
                      <a:pt x="55850" y="315000"/>
                    </a:lnTo>
                    <a:lnTo>
                      <a:pt x="55850" y="315850"/>
                    </a:lnTo>
                    <a:lnTo>
                      <a:pt x="55000" y="315850"/>
                    </a:lnTo>
                    <a:close/>
                    <a:moveTo>
                      <a:pt x="57500" y="317500"/>
                    </a:moveTo>
                    <a:lnTo>
                      <a:pt x="58200" y="317500"/>
                    </a:lnTo>
                    <a:lnTo>
                      <a:pt x="58200" y="318200"/>
                    </a:lnTo>
                    <a:lnTo>
                      <a:pt x="57500" y="318200"/>
                    </a:lnTo>
                    <a:close/>
                    <a:moveTo>
                      <a:pt x="60000" y="315000"/>
                    </a:moveTo>
                    <a:lnTo>
                      <a:pt x="60850" y="315000"/>
                    </a:lnTo>
                    <a:lnTo>
                      <a:pt x="60850" y="315850"/>
                    </a:lnTo>
                    <a:lnTo>
                      <a:pt x="60000" y="315850"/>
                    </a:lnTo>
                    <a:close/>
                    <a:moveTo>
                      <a:pt x="62500" y="317500"/>
                    </a:moveTo>
                    <a:lnTo>
                      <a:pt x="63200" y="317500"/>
                    </a:lnTo>
                    <a:lnTo>
                      <a:pt x="63200" y="318200"/>
                    </a:lnTo>
                    <a:lnTo>
                      <a:pt x="62500" y="318200"/>
                    </a:lnTo>
                    <a:close/>
                    <a:moveTo>
                      <a:pt x="65000" y="315000"/>
                    </a:moveTo>
                    <a:lnTo>
                      <a:pt x="65850" y="315000"/>
                    </a:lnTo>
                    <a:lnTo>
                      <a:pt x="65850" y="315850"/>
                    </a:lnTo>
                    <a:lnTo>
                      <a:pt x="65000" y="315850"/>
                    </a:lnTo>
                    <a:close/>
                    <a:moveTo>
                      <a:pt x="67500" y="317500"/>
                    </a:moveTo>
                    <a:lnTo>
                      <a:pt x="68200" y="317500"/>
                    </a:lnTo>
                    <a:lnTo>
                      <a:pt x="68200" y="318200"/>
                    </a:lnTo>
                    <a:lnTo>
                      <a:pt x="67500" y="318200"/>
                    </a:lnTo>
                    <a:close/>
                    <a:moveTo>
                      <a:pt x="70000" y="315000"/>
                    </a:moveTo>
                    <a:lnTo>
                      <a:pt x="70850" y="315000"/>
                    </a:lnTo>
                    <a:lnTo>
                      <a:pt x="70850" y="315850"/>
                    </a:lnTo>
                    <a:lnTo>
                      <a:pt x="70000" y="315850"/>
                    </a:lnTo>
                    <a:close/>
                    <a:moveTo>
                      <a:pt x="72500" y="317500"/>
                    </a:moveTo>
                    <a:lnTo>
                      <a:pt x="73200" y="317500"/>
                    </a:lnTo>
                    <a:lnTo>
                      <a:pt x="73200" y="318200"/>
                    </a:lnTo>
                    <a:lnTo>
                      <a:pt x="72500" y="318200"/>
                    </a:lnTo>
                    <a:close/>
                    <a:moveTo>
                      <a:pt x="75000" y="315000"/>
                    </a:moveTo>
                    <a:lnTo>
                      <a:pt x="75850" y="315000"/>
                    </a:lnTo>
                    <a:lnTo>
                      <a:pt x="75850" y="315850"/>
                    </a:lnTo>
                    <a:lnTo>
                      <a:pt x="75000" y="315850"/>
                    </a:lnTo>
                    <a:close/>
                    <a:moveTo>
                      <a:pt x="77500" y="317500"/>
                    </a:moveTo>
                    <a:lnTo>
                      <a:pt x="78200" y="317500"/>
                    </a:lnTo>
                    <a:lnTo>
                      <a:pt x="78200" y="318200"/>
                    </a:lnTo>
                    <a:lnTo>
                      <a:pt x="77500" y="318200"/>
                    </a:lnTo>
                    <a:close/>
                    <a:moveTo>
                      <a:pt x="80000" y="315000"/>
                    </a:moveTo>
                    <a:lnTo>
                      <a:pt x="80850" y="315000"/>
                    </a:lnTo>
                    <a:lnTo>
                      <a:pt x="80850" y="315850"/>
                    </a:lnTo>
                    <a:lnTo>
                      <a:pt x="80000" y="315850"/>
                    </a:lnTo>
                    <a:close/>
                    <a:moveTo>
                      <a:pt x="82500" y="317500"/>
                    </a:moveTo>
                    <a:lnTo>
                      <a:pt x="83200" y="317500"/>
                    </a:lnTo>
                    <a:lnTo>
                      <a:pt x="83200" y="318200"/>
                    </a:lnTo>
                    <a:lnTo>
                      <a:pt x="82500" y="318200"/>
                    </a:lnTo>
                    <a:close/>
                    <a:moveTo>
                      <a:pt x="85000" y="315000"/>
                    </a:moveTo>
                    <a:lnTo>
                      <a:pt x="85850" y="315000"/>
                    </a:lnTo>
                    <a:lnTo>
                      <a:pt x="85850" y="315850"/>
                    </a:lnTo>
                    <a:lnTo>
                      <a:pt x="85000" y="315850"/>
                    </a:lnTo>
                    <a:close/>
                    <a:moveTo>
                      <a:pt x="87500" y="317500"/>
                    </a:moveTo>
                    <a:lnTo>
                      <a:pt x="88200" y="317500"/>
                    </a:lnTo>
                    <a:lnTo>
                      <a:pt x="88200" y="318200"/>
                    </a:lnTo>
                    <a:lnTo>
                      <a:pt x="87500" y="318200"/>
                    </a:lnTo>
                    <a:close/>
                    <a:moveTo>
                      <a:pt x="90000" y="315000"/>
                    </a:moveTo>
                    <a:lnTo>
                      <a:pt x="90850" y="315000"/>
                    </a:lnTo>
                    <a:lnTo>
                      <a:pt x="90850" y="315850"/>
                    </a:lnTo>
                    <a:lnTo>
                      <a:pt x="90000" y="315850"/>
                    </a:lnTo>
                    <a:close/>
                    <a:moveTo>
                      <a:pt x="92500" y="317500"/>
                    </a:moveTo>
                    <a:lnTo>
                      <a:pt x="93200" y="317500"/>
                    </a:lnTo>
                    <a:lnTo>
                      <a:pt x="93200" y="318200"/>
                    </a:lnTo>
                    <a:lnTo>
                      <a:pt x="92500" y="318200"/>
                    </a:lnTo>
                    <a:close/>
                    <a:moveTo>
                      <a:pt x="95000" y="315000"/>
                    </a:moveTo>
                    <a:lnTo>
                      <a:pt x="95850" y="315000"/>
                    </a:lnTo>
                    <a:lnTo>
                      <a:pt x="95850" y="315850"/>
                    </a:lnTo>
                    <a:lnTo>
                      <a:pt x="95000" y="315850"/>
                    </a:lnTo>
                    <a:close/>
                    <a:moveTo>
                      <a:pt x="97500" y="317500"/>
                    </a:moveTo>
                    <a:lnTo>
                      <a:pt x="98200" y="317500"/>
                    </a:lnTo>
                    <a:lnTo>
                      <a:pt x="98200" y="318200"/>
                    </a:lnTo>
                    <a:lnTo>
                      <a:pt x="97500" y="318200"/>
                    </a:lnTo>
                    <a:close/>
                    <a:moveTo>
                      <a:pt x="100000" y="315000"/>
                    </a:moveTo>
                    <a:lnTo>
                      <a:pt x="100850" y="315000"/>
                    </a:lnTo>
                    <a:lnTo>
                      <a:pt x="100850" y="315850"/>
                    </a:lnTo>
                    <a:lnTo>
                      <a:pt x="100000" y="315850"/>
                    </a:lnTo>
                    <a:close/>
                    <a:moveTo>
                      <a:pt x="102500" y="317500"/>
                    </a:moveTo>
                    <a:lnTo>
                      <a:pt x="103200" y="317500"/>
                    </a:lnTo>
                    <a:lnTo>
                      <a:pt x="103200" y="318200"/>
                    </a:lnTo>
                    <a:lnTo>
                      <a:pt x="102500" y="318200"/>
                    </a:lnTo>
                    <a:close/>
                    <a:moveTo>
                      <a:pt x="105000" y="315000"/>
                    </a:moveTo>
                    <a:lnTo>
                      <a:pt x="105850" y="315000"/>
                    </a:lnTo>
                    <a:lnTo>
                      <a:pt x="105850" y="315850"/>
                    </a:lnTo>
                    <a:lnTo>
                      <a:pt x="105000" y="315850"/>
                    </a:lnTo>
                    <a:close/>
                    <a:moveTo>
                      <a:pt x="107500" y="317500"/>
                    </a:moveTo>
                    <a:lnTo>
                      <a:pt x="108200" y="317500"/>
                    </a:lnTo>
                    <a:lnTo>
                      <a:pt x="108200" y="318200"/>
                    </a:lnTo>
                    <a:lnTo>
                      <a:pt x="107500" y="318200"/>
                    </a:lnTo>
                    <a:close/>
                    <a:moveTo>
                      <a:pt x="110000" y="315000"/>
                    </a:moveTo>
                    <a:lnTo>
                      <a:pt x="110850" y="315000"/>
                    </a:lnTo>
                    <a:lnTo>
                      <a:pt x="110850" y="315850"/>
                    </a:lnTo>
                    <a:lnTo>
                      <a:pt x="110000" y="315850"/>
                    </a:lnTo>
                    <a:close/>
                    <a:moveTo>
                      <a:pt x="112500" y="317500"/>
                    </a:moveTo>
                    <a:lnTo>
                      <a:pt x="113200" y="317500"/>
                    </a:lnTo>
                    <a:lnTo>
                      <a:pt x="113200" y="318200"/>
                    </a:lnTo>
                    <a:lnTo>
                      <a:pt x="112500" y="318200"/>
                    </a:lnTo>
                    <a:close/>
                    <a:moveTo>
                      <a:pt x="115000" y="315000"/>
                    </a:moveTo>
                    <a:lnTo>
                      <a:pt x="115850" y="315000"/>
                    </a:lnTo>
                    <a:lnTo>
                      <a:pt x="115850" y="315850"/>
                    </a:lnTo>
                    <a:lnTo>
                      <a:pt x="115000" y="315850"/>
                    </a:lnTo>
                    <a:close/>
                    <a:moveTo>
                      <a:pt x="117500" y="317500"/>
                    </a:moveTo>
                    <a:lnTo>
                      <a:pt x="118200" y="317500"/>
                    </a:lnTo>
                    <a:lnTo>
                      <a:pt x="118200" y="318200"/>
                    </a:lnTo>
                    <a:lnTo>
                      <a:pt x="117500" y="318200"/>
                    </a:lnTo>
                    <a:close/>
                    <a:moveTo>
                      <a:pt x="120000" y="315000"/>
                    </a:moveTo>
                    <a:lnTo>
                      <a:pt x="120850" y="315000"/>
                    </a:lnTo>
                    <a:lnTo>
                      <a:pt x="120850" y="315850"/>
                    </a:lnTo>
                    <a:lnTo>
                      <a:pt x="120000" y="315850"/>
                    </a:lnTo>
                    <a:close/>
                    <a:moveTo>
                      <a:pt x="122500" y="317500"/>
                    </a:moveTo>
                    <a:lnTo>
                      <a:pt x="123200" y="317500"/>
                    </a:lnTo>
                    <a:lnTo>
                      <a:pt x="123200" y="318200"/>
                    </a:lnTo>
                    <a:lnTo>
                      <a:pt x="122500" y="318200"/>
                    </a:lnTo>
                    <a:close/>
                    <a:moveTo>
                      <a:pt x="125000" y="315000"/>
                    </a:moveTo>
                    <a:lnTo>
                      <a:pt x="125850" y="315000"/>
                    </a:lnTo>
                    <a:lnTo>
                      <a:pt x="125850" y="315850"/>
                    </a:lnTo>
                    <a:lnTo>
                      <a:pt x="125000" y="315850"/>
                    </a:lnTo>
                    <a:close/>
                    <a:moveTo>
                      <a:pt x="127500" y="317500"/>
                    </a:moveTo>
                    <a:lnTo>
                      <a:pt x="128200" y="317500"/>
                    </a:lnTo>
                    <a:lnTo>
                      <a:pt x="128200" y="318200"/>
                    </a:lnTo>
                    <a:lnTo>
                      <a:pt x="127500" y="318200"/>
                    </a:lnTo>
                    <a:close/>
                    <a:moveTo>
                      <a:pt x="130000" y="315000"/>
                    </a:moveTo>
                    <a:lnTo>
                      <a:pt x="130850" y="315000"/>
                    </a:lnTo>
                    <a:lnTo>
                      <a:pt x="130850" y="315850"/>
                    </a:lnTo>
                    <a:lnTo>
                      <a:pt x="130000" y="315850"/>
                    </a:lnTo>
                    <a:close/>
                    <a:moveTo>
                      <a:pt x="132500" y="317500"/>
                    </a:moveTo>
                    <a:lnTo>
                      <a:pt x="133200" y="317500"/>
                    </a:lnTo>
                    <a:lnTo>
                      <a:pt x="133200" y="318200"/>
                    </a:lnTo>
                    <a:lnTo>
                      <a:pt x="132500" y="318200"/>
                    </a:lnTo>
                    <a:close/>
                    <a:moveTo>
                      <a:pt x="135000" y="315000"/>
                    </a:moveTo>
                    <a:lnTo>
                      <a:pt x="135850" y="315000"/>
                    </a:lnTo>
                    <a:lnTo>
                      <a:pt x="135850" y="315850"/>
                    </a:lnTo>
                    <a:lnTo>
                      <a:pt x="135000" y="315850"/>
                    </a:lnTo>
                    <a:close/>
                    <a:moveTo>
                      <a:pt x="137500" y="317500"/>
                    </a:moveTo>
                    <a:lnTo>
                      <a:pt x="138200" y="317500"/>
                    </a:lnTo>
                    <a:lnTo>
                      <a:pt x="138200" y="318200"/>
                    </a:lnTo>
                    <a:lnTo>
                      <a:pt x="137500" y="318200"/>
                    </a:lnTo>
                    <a:close/>
                    <a:moveTo>
                      <a:pt x="140000" y="315000"/>
                    </a:moveTo>
                    <a:lnTo>
                      <a:pt x="140850" y="315000"/>
                    </a:lnTo>
                    <a:lnTo>
                      <a:pt x="140850" y="315850"/>
                    </a:lnTo>
                    <a:lnTo>
                      <a:pt x="140000" y="315850"/>
                    </a:lnTo>
                    <a:close/>
                    <a:moveTo>
                      <a:pt x="142500" y="317500"/>
                    </a:moveTo>
                    <a:lnTo>
                      <a:pt x="143200" y="317500"/>
                    </a:lnTo>
                    <a:lnTo>
                      <a:pt x="143200" y="318200"/>
                    </a:lnTo>
                    <a:lnTo>
                      <a:pt x="142500" y="318200"/>
                    </a:lnTo>
                    <a:close/>
                    <a:moveTo>
                      <a:pt x="145000" y="315000"/>
                    </a:moveTo>
                    <a:lnTo>
                      <a:pt x="145850" y="315000"/>
                    </a:lnTo>
                    <a:lnTo>
                      <a:pt x="145850" y="315850"/>
                    </a:lnTo>
                    <a:lnTo>
                      <a:pt x="145000" y="315850"/>
                    </a:lnTo>
                    <a:close/>
                    <a:moveTo>
                      <a:pt x="147500" y="317500"/>
                    </a:moveTo>
                    <a:lnTo>
                      <a:pt x="148200" y="317500"/>
                    </a:lnTo>
                    <a:lnTo>
                      <a:pt x="148200" y="318200"/>
                    </a:lnTo>
                    <a:lnTo>
                      <a:pt x="147500" y="318200"/>
                    </a:lnTo>
                    <a:close/>
                    <a:moveTo>
                      <a:pt x="150000" y="315000"/>
                    </a:moveTo>
                    <a:lnTo>
                      <a:pt x="150850" y="315000"/>
                    </a:lnTo>
                    <a:lnTo>
                      <a:pt x="150850" y="315850"/>
                    </a:lnTo>
                    <a:lnTo>
                      <a:pt x="150000" y="315850"/>
                    </a:lnTo>
                    <a:close/>
                    <a:moveTo>
                      <a:pt x="152500" y="317500"/>
                    </a:moveTo>
                    <a:lnTo>
                      <a:pt x="153200" y="317500"/>
                    </a:lnTo>
                    <a:lnTo>
                      <a:pt x="153200" y="318200"/>
                    </a:lnTo>
                    <a:lnTo>
                      <a:pt x="152500" y="318200"/>
                    </a:lnTo>
                    <a:close/>
                    <a:moveTo>
                      <a:pt x="155000" y="315000"/>
                    </a:moveTo>
                    <a:lnTo>
                      <a:pt x="155850" y="315000"/>
                    </a:lnTo>
                    <a:lnTo>
                      <a:pt x="155850" y="315850"/>
                    </a:lnTo>
                    <a:lnTo>
                      <a:pt x="155000" y="315850"/>
                    </a:lnTo>
                    <a:close/>
                    <a:moveTo>
                      <a:pt x="157500" y="317500"/>
                    </a:moveTo>
                    <a:lnTo>
                      <a:pt x="158200" y="317500"/>
                    </a:lnTo>
                    <a:lnTo>
                      <a:pt x="158200" y="318200"/>
                    </a:lnTo>
                    <a:lnTo>
                      <a:pt x="157500" y="318200"/>
                    </a:lnTo>
                    <a:close/>
                    <a:moveTo>
                      <a:pt x="160000" y="315000"/>
                    </a:moveTo>
                    <a:lnTo>
                      <a:pt x="160850" y="315000"/>
                    </a:lnTo>
                    <a:lnTo>
                      <a:pt x="160850" y="315850"/>
                    </a:lnTo>
                    <a:lnTo>
                      <a:pt x="160000" y="315850"/>
                    </a:lnTo>
                    <a:close/>
                    <a:moveTo>
                      <a:pt x="162500" y="317500"/>
                    </a:moveTo>
                    <a:lnTo>
                      <a:pt x="163200" y="317500"/>
                    </a:lnTo>
                    <a:lnTo>
                      <a:pt x="163200" y="318200"/>
                    </a:lnTo>
                    <a:lnTo>
                      <a:pt x="162500" y="318200"/>
                    </a:lnTo>
                    <a:close/>
                    <a:moveTo>
                      <a:pt x="165000" y="315000"/>
                    </a:moveTo>
                    <a:lnTo>
                      <a:pt x="165850" y="315000"/>
                    </a:lnTo>
                    <a:lnTo>
                      <a:pt x="165850" y="315850"/>
                    </a:lnTo>
                    <a:lnTo>
                      <a:pt x="165000" y="315850"/>
                    </a:lnTo>
                    <a:close/>
                    <a:moveTo>
                      <a:pt x="167500" y="317500"/>
                    </a:moveTo>
                    <a:lnTo>
                      <a:pt x="168200" y="317500"/>
                    </a:lnTo>
                    <a:lnTo>
                      <a:pt x="168200" y="318200"/>
                    </a:lnTo>
                    <a:lnTo>
                      <a:pt x="167500" y="318200"/>
                    </a:lnTo>
                    <a:close/>
                    <a:moveTo>
                      <a:pt x="170000" y="315000"/>
                    </a:moveTo>
                    <a:lnTo>
                      <a:pt x="170850" y="315000"/>
                    </a:lnTo>
                    <a:lnTo>
                      <a:pt x="170850" y="315850"/>
                    </a:lnTo>
                    <a:lnTo>
                      <a:pt x="170000" y="315850"/>
                    </a:lnTo>
                    <a:close/>
                    <a:moveTo>
                      <a:pt x="172500" y="317500"/>
                    </a:moveTo>
                    <a:lnTo>
                      <a:pt x="173200" y="317500"/>
                    </a:lnTo>
                    <a:lnTo>
                      <a:pt x="173200" y="318200"/>
                    </a:lnTo>
                    <a:lnTo>
                      <a:pt x="172500" y="318200"/>
                    </a:lnTo>
                    <a:close/>
                    <a:moveTo>
                      <a:pt x="175000" y="315000"/>
                    </a:moveTo>
                    <a:lnTo>
                      <a:pt x="175850" y="315000"/>
                    </a:lnTo>
                    <a:lnTo>
                      <a:pt x="175850" y="315850"/>
                    </a:lnTo>
                    <a:lnTo>
                      <a:pt x="175000" y="315850"/>
                    </a:lnTo>
                    <a:close/>
                    <a:moveTo>
                      <a:pt x="177500" y="317500"/>
                    </a:moveTo>
                    <a:lnTo>
                      <a:pt x="178200" y="317500"/>
                    </a:lnTo>
                    <a:lnTo>
                      <a:pt x="178200" y="318200"/>
                    </a:lnTo>
                    <a:lnTo>
                      <a:pt x="177500" y="318200"/>
                    </a:lnTo>
                    <a:close/>
                    <a:moveTo>
                      <a:pt x="180000" y="315000"/>
                    </a:moveTo>
                    <a:lnTo>
                      <a:pt x="180850" y="315000"/>
                    </a:lnTo>
                    <a:lnTo>
                      <a:pt x="180850" y="315850"/>
                    </a:lnTo>
                    <a:lnTo>
                      <a:pt x="180000" y="315850"/>
                    </a:lnTo>
                    <a:close/>
                    <a:moveTo>
                      <a:pt x="182500" y="317500"/>
                    </a:moveTo>
                    <a:lnTo>
                      <a:pt x="183200" y="317500"/>
                    </a:lnTo>
                    <a:lnTo>
                      <a:pt x="183200" y="318200"/>
                    </a:lnTo>
                    <a:lnTo>
                      <a:pt x="182500" y="318200"/>
                    </a:lnTo>
                    <a:close/>
                    <a:moveTo>
                      <a:pt x="185000" y="315000"/>
                    </a:moveTo>
                    <a:lnTo>
                      <a:pt x="185850" y="315000"/>
                    </a:lnTo>
                    <a:lnTo>
                      <a:pt x="185850" y="315850"/>
                    </a:lnTo>
                    <a:lnTo>
                      <a:pt x="185000" y="315850"/>
                    </a:lnTo>
                    <a:close/>
                    <a:moveTo>
                      <a:pt x="187500" y="317500"/>
                    </a:moveTo>
                    <a:lnTo>
                      <a:pt x="188200" y="317500"/>
                    </a:lnTo>
                    <a:lnTo>
                      <a:pt x="188200" y="318200"/>
                    </a:lnTo>
                    <a:lnTo>
                      <a:pt x="187500" y="318200"/>
                    </a:lnTo>
                    <a:close/>
                    <a:moveTo>
                      <a:pt x="190000" y="315000"/>
                    </a:moveTo>
                    <a:lnTo>
                      <a:pt x="190850" y="315000"/>
                    </a:lnTo>
                    <a:lnTo>
                      <a:pt x="190850" y="315850"/>
                    </a:lnTo>
                    <a:lnTo>
                      <a:pt x="190000" y="315850"/>
                    </a:lnTo>
                    <a:close/>
                    <a:moveTo>
                      <a:pt x="192500" y="317500"/>
                    </a:moveTo>
                    <a:lnTo>
                      <a:pt x="193200" y="317500"/>
                    </a:lnTo>
                    <a:lnTo>
                      <a:pt x="193200" y="318200"/>
                    </a:lnTo>
                    <a:lnTo>
                      <a:pt x="192500" y="318200"/>
                    </a:lnTo>
                    <a:close/>
                    <a:moveTo>
                      <a:pt x="195000" y="315000"/>
                    </a:moveTo>
                    <a:lnTo>
                      <a:pt x="195850" y="315000"/>
                    </a:lnTo>
                    <a:lnTo>
                      <a:pt x="195850" y="315850"/>
                    </a:lnTo>
                    <a:lnTo>
                      <a:pt x="195000" y="315850"/>
                    </a:lnTo>
                    <a:close/>
                    <a:moveTo>
                      <a:pt x="197500" y="317500"/>
                    </a:moveTo>
                    <a:lnTo>
                      <a:pt x="198200" y="317500"/>
                    </a:lnTo>
                    <a:lnTo>
                      <a:pt x="198200" y="318200"/>
                    </a:lnTo>
                    <a:lnTo>
                      <a:pt x="197500" y="318200"/>
                    </a:lnTo>
                    <a:close/>
                    <a:moveTo>
                      <a:pt x="200000" y="315000"/>
                    </a:moveTo>
                    <a:lnTo>
                      <a:pt x="200850" y="315000"/>
                    </a:lnTo>
                    <a:lnTo>
                      <a:pt x="200850" y="315850"/>
                    </a:lnTo>
                    <a:lnTo>
                      <a:pt x="200000" y="315850"/>
                    </a:lnTo>
                    <a:close/>
                    <a:moveTo>
                      <a:pt x="202500" y="317500"/>
                    </a:moveTo>
                    <a:lnTo>
                      <a:pt x="203200" y="317500"/>
                    </a:lnTo>
                    <a:lnTo>
                      <a:pt x="203200" y="318200"/>
                    </a:lnTo>
                    <a:lnTo>
                      <a:pt x="202500" y="318200"/>
                    </a:lnTo>
                    <a:close/>
                    <a:moveTo>
                      <a:pt x="205000" y="315000"/>
                    </a:moveTo>
                    <a:lnTo>
                      <a:pt x="205850" y="315000"/>
                    </a:lnTo>
                    <a:lnTo>
                      <a:pt x="205850" y="315850"/>
                    </a:lnTo>
                    <a:lnTo>
                      <a:pt x="205000" y="315850"/>
                    </a:lnTo>
                    <a:close/>
                    <a:moveTo>
                      <a:pt x="207500" y="317500"/>
                    </a:moveTo>
                    <a:lnTo>
                      <a:pt x="208200" y="317500"/>
                    </a:lnTo>
                    <a:lnTo>
                      <a:pt x="208200" y="318200"/>
                    </a:lnTo>
                    <a:lnTo>
                      <a:pt x="207500" y="318200"/>
                    </a:lnTo>
                    <a:close/>
                    <a:moveTo>
                      <a:pt x="210000" y="315000"/>
                    </a:moveTo>
                    <a:lnTo>
                      <a:pt x="210850" y="315000"/>
                    </a:lnTo>
                    <a:lnTo>
                      <a:pt x="210850" y="315850"/>
                    </a:lnTo>
                    <a:lnTo>
                      <a:pt x="210000" y="315850"/>
                    </a:lnTo>
                    <a:close/>
                    <a:moveTo>
                      <a:pt x="212500" y="317500"/>
                    </a:moveTo>
                    <a:lnTo>
                      <a:pt x="213200" y="317500"/>
                    </a:lnTo>
                    <a:lnTo>
                      <a:pt x="213200" y="318200"/>
                    </a:lnTo>
                    <a:lnTo>
                      <a:pt x="212500" y="318200"/>
                    </a:lnTo>
                    <a:close/>
                    <a:moveTo>
                      <a:pt x="215000" y="315000"/>
                    </a:moveTo>
                    <a:lnTo>
                      <a:pt x="215850" y="315000"/>
                    </a:lnTo>
                    <a:lnTo>
                      <a:pt x="215850" y="315850"/>
                    </a:lnTo>
                    <a:lnTo>
                      <a:pt x="215000" y="315850"/>
                    </a:lnTo>
                    <a:close/>
                    <a:moveTo>
                      <a:pt x="217500" y="317500"/>
                    </a:moveTo>
                    <a:lnTo>
                      <a:pt x="218200" y="317500"/>
                    </a:lnTo>
                    <a:lnTo>
                      <a:pt x="218200" y="318200"/>
                    </a:lnTo>
                    <a:lnTo>
                      <a:pt x="217500" y="318200"/>
                    </a:lnTo>
                    <a:close/>
                    <a:moveTo>
                      <a:pt x="220000" y="315000"/>
                    </a:moveTo>
                    <a:lnTo>
                      <a:pt x="220850" y="315000"/>
                    </a:lnTo>
                    <a:lnTo>
                      <a:pt x="220850" y="315850"/>
                    </a:lnTo>
                    <a:lnTo>
                      <a:pt x="220000" y="315850"/>
                    </a:lnTo>
                    <a:close/>
                    <a:moveTo>
                      <a:pt x="222500" y="317500"/>
                    </a:moveTo>
                    <a:lnTo>
                      <a:pt x="223200" y="317500"/>
                    </a:lnTo>
                    <a:lnTo>
                      <a:pt x="223200" y="318200"/>
                    </a:lnTo>
                    <a:lnTo>
                      <a:pt x="222500" y="318200"/>
                    </a:lnTo>
                    <a:close/>
                    <a:moveTo>
                      <a:pt x="225000" y="315000"/>
                    </a:moveTo>
                    <a:lnTo>
                      <a:pt x="225850" y="315000"/>
                    </a:lnTo>
                    <a:lnTo>
                      <a:pt x="225850" y="315850"/>
                    </a:lnTo>
                    <a:lnTo>
                      <a:pt x="225000" y="315850"/>
                    </a:lnTo>
                    <a:close/>
                    <a:moveTo>
                      <a:pt x="227500" y="317500"/>
                    </a:moveTo>
                    <a:lnTo>
                      <a:pt x="228200" y="317500"/>
                    </a:lnTo>
                    <a:lnTo>
                      <a:pt x="228200" y="318200"/>
                    </a:lnTo>
                    <a:lnTo>
                      <a:pt x="227500" y="318200"/>
                    </a:lnTo>
                    <a:close/>
                    <a:moveTo>
                      <a:pt x="230000" y="315000"/>
                    </a:moveTo>
                    <a:lnTo>
                      <a:pt x="230850" y="315000"/>
                    </a:lnTo>
                    <a:lnTo>
                      <a:pt x="230850" y="315850"/>
                    </a:lnTo>
                    <a:lnTo>
                      <a:pt x="230000" y="315850"/>
                    </a:lnTo>
                    <a:close/>
                    <a:moveTo>
                      <a:pt x="232500" y="317500"/>
                    </a:moveTo>
                    <a:lnTo>
                      <a:pt x="233200" y="317500"/>
                    </a:lnTo>
                    <a:lnTo>
                      <a:pt x="233200" y="318200"/>
                    </a:lnTo>
                    <a:lnTo>
                      <a:pt x="232500" y="318200"/>
                    </a:lnTo>
                    <a:close/>
                    <a:moveTo>
                      <a:pt x="235000" y="315000"/>
                    </a:moveTo>
                    <a:lnTo>
                      <a:pt x="235850" y="315000"/>
                    </a:lnTo>
                    <a:lnTo>
                      <a:pt x="235850" y="315850"/>
                    </a:lnTo>
                    <a:lnTo>
                      <a:pt x="235000" y="315850"/>
                    </a:lnTo>
                    <a:close/>
                    <a:moveTo>
                      <a:pt x="237500" y="317500"/>
                    </a:moveTo>
                    <a:lnTo>
                      <a:pt x="238200" y="317500"/>
                    </a:lnTo>
                    <a:lnTo>
                      <a:pt x="238200" y="318200"/>
                    </a:lnTo>
                    <a:lnTo>
                      <a:pt x="237500" y="318200"/>
                    </a:lnTo>
                    <a:close/>
                    <a:moveTo>
                      <a:pt x="240000" y="315000"/>
                    </a:moveTo>
                    <a:lnTo>
                      <a:pt x="240850" y="315000"/>
                    </a:lnTo>
                    <a:lnTo>
                      <a:pt x="240850" y="315850"/>
                    </a:lnTo>
                    <a:lnTo>
                      <a:pt x="240000" y="315850"/>
                    </a:lnTo>
                    <a:close/>
                    <a:moveTo>
                      <a:pt x="242500" y="317500"/>
                    </a:moveTo>
                    <a:lnTo>
                      <a:pt x="243200" y="317500"/>
                    </a:lnTo>
                    <a:lnTo>
                      <a:pt x="243200" y="318200"/>
                    </a:lnTo>
                    <a:lnTo>
                      <a:pt x="242500" y="318200"/>
                    </a:lnTo>
                    <a:close/>
                    <a:moveTo>
                      <a:pt x="245000" y="315000"/>
                    </a:moveTo>
                    <a:lnTo>
                      <a:pt x="245850" y="315000"/>
                    </a:lnTo>
                    <a:lnTo>
                      <a:pt x="245850" y="315850"/>
                    </a:lnTo>
                    <a:lnTo>
                      <a:pt x="245000" y="315850"/>
                    </a:lnTo>
                    <a:close/>
                    <a:moveTo>
                      <a:pt x="247500" y="317500"/>
                    </a:moveTo>
                    <a:lnTo>
                      <a:pt x="248200" y="317500"/>
                    </a:lnTo>
                    <a:lnTo>
                      <a:pt x="248200" y="318200"/>
                    </a:lnTo>
                    <a:lnTo>
                      <a:pt x="247500" y="318200"/>
                    </a:lnTo>
                    <a:close/>
                    <a:moveTo>
                      <a:pt x="250000" y="315000"/>
                    </a:moveTo>
                    <a:lnTo>
                      <a:pt x="250850" y="315000"/>
                    </a:lnTo>
                    <a:lnTo>
                      <a:pt x="250850" y="315850"/>
                    </a:lnTo>
                    <a:lnTo>
                      <a:pt x="250000" y="315850"/>
                    </a:lnTo>
                    <a:close/>
                    <a:moveTo>
                      <a:pt x="252500" y="317500"/>
                    </a:moveTo>
                    <a:lnTo>
                      <a:pt x="253200" y="317500"/>
                    </a:lnTo>
                    <a:lnTo>
                      <a:pt x="253200" y="318200"/>
                    </a:lnTo>
                    <a:lnTo>
                      <a:pt x="252500" y="318200"/>
                    </a:lnTo>
                    <a:close/>
                    <a:moveTo>
                      <a:pt x="255000" y="315000"/>
                    </a:moveTo>
                    <a:lnTo>
                      <a:pt x="255850" y="315000"/>
                    </a:lnTo>
                    <a:lnTo>
                      <a:pt x="255850" y="315850"/>
                    </a:lnTo>
                    <a:lnTo>
                      <a:pt x="255000" y="315850"/>
                    </a:lnTo>
                    <a:close/>
                    <a:moveTo>
                      <a:pt x="257500" y="317500"/>
                    </a:moveTo>
                    <a:lnTo>
                      <a:pt x="258200" y="317500"/>
                    </a:lnTo>
                    <a:lnTo>
                      <a:pt x="258200" y="318200"/>
                    </a:lnTo>
                    <a:lnTo>
                      <a:pt x="257500" y="318200"/>
                    </a:lnTo>
                    <a:close/>
                    <a:moveTo>
                      <a:pt x="260000" y="315000"/>
                    </a:moveTo>
                    <a:lnTo>
                      <a:pt x="260850" y="315000"/>
                    </a:lnTo>
                    <a:lnTo>
                      <a:pt x="260850" y="315850"/>
                    </a:lnTo>
                    <a:lnTo>
                      <a:pt x="260000" y="315850"/>
                    </a:lnTo>
                    <a:close/>
                    <a:moveTo>
                      <a:pt x="262500" y="317500"/>
                    </a:moveTo>
                    <a:lnTo>
                      <a:pt x="263200" y="317500"/>
                    </a:lnTo>
                    <a:lnTo>
                      <a:pt x="263200" y="318200"/>
                    </a:lnTo>
                    <a:lnTo>
                      <a:pt x="262500" y="318200"/>
                    </a:lnTo>
                    <a:close/>
                    <a:moveTo>
                      <a:pt x="265000" y="315000"/>
                    </a:moveTo>
                    <a:lnTo>
                      <a:pt x="265850" y="315000"/>
                    </a:lnTo>
                    <a:lnTo>
                      <a:pt x="265850" y="315850"/>
                    </a:lnTo>
                    <a:lnTo>
                      <a:pt x="265000" y="315850"/>
                    </a:lnTo>
                    <a:close/>
                    <a:moveTo>
                      <a:pt x="267500" y="317500"/>
                    </a:moveTo>
                    <a:lnTo>
                      <a:pt x="268200" y="317500"/>
                    </a:lnTo>
                    <a:lnTo>
                      <a:pt x="268200" y="318200"/>
                    </a:lnTo>
                    <a:lnTo>
                      <a:pt x="267500" y="318200"/>
                    </a:lnTo>
                    <a:close/>
                    <a:moveTo>
                      <a:pt x="270000" y="315000"/>
                    </a:moveTo>
                    <a:lnTo>
                      <a:pt x="270850" y="315000"/>
                    </a:lnTo>
                    <a:lnTo>
                      <a:pt x="270850" y="315850"/>
                    </a:lnTo>
                    <a:lnTo>
                      <a:pt x="270000" y="315850"/>
                    </a:lnTo>
                    <a:close/>
                    <a:moveTo>
                      <a:pt x="272500" y="317500"/>
                    </a:moveTo>
                    <a:lnTo>
                      <a:pt x="273200" y="317500"/>
                    </a:lnTo>
                    <a:lnTo>
                      <a:pt x="273200" y="318200"/>
                    </a:lnTo>
                    <a:lnTo>
                      <a:pt x="272500" y="318200"/>
                    </a:lnTo>
                    <a:close/>
                    <a:moveTo>
                      <a:pt x="275000" y="315000"/>
                    </a:moveTo>
                    <a:lnTo>
                      <a:pt x="275850" y="315000"/>
                    </a:lnTo>
                    <a:lnTo>
                      <a:pt x="275850" y="315850"/>
                    </a:lnTo>
                    <a:lnTo>
                      <a:pt x="275000" y="315850"/>
                    </a:lnTo>
                    <a:close/>
                    <a:moveTo>
                      <a:pt x="277500" y="317500"/>
                    </a:moveTo>
                    <a:lnTo>
                      <a:pt x="278200" y="317500"/>
                    </a:lnTo>
                    <a:lnTo>
                      <a:pt x="278200" y="318200"/>
                    </a:lnTo>
                    <a:lnTo>
                      <a:pt x="277500" y="318200"/>
                    </a:lnTo>
                    <a:close/>
                    <a:moveTo>
                      <a:pt x="280000" y="315000"/>
                    </a:moveTo>
                    <a:lnTo>
                      <a:pt x="280850" y="315000"/>
                    </a:lnTo>
                    <a:lnTo>
                      <a:pt x="280850" y="315850"/>
                    </a:lnTo>
                    <a:lnTo>
                      <a:pt x="280000" y="315850"/>
                    </a:lnTo>
                    <a:close/>
                    <a:moveTo>
                      <a:pt x="282500" y="317500"/>
                    </a:moveTo>
                    <a:lnTo>
                      <a:pt x="283200" y="317500"/>
                    </a:lnTo>
                    <a:lnTo>
                      <a:pt x="283200" y="318200"/>
                    </a:lnTo>
                    <a:lnTo>
                      <a:pt x="282500" y="318200"/>
                    </a:lnTo>
                    <a:close/>
                    <a:moveTo>
                      <a:pt x="285000" y="315000"/>
                    </a:moveTo>
                    <a:lnTo>
                      <a:pt x="285850" y="315000"/>
                    </a:lnTo>
                    <a:lnTo>
                      <a:pt x="285850" y="315850"/>
                    </a:lnTo>
                    <a:lnTo>
                      <a:pt x="285000" y="315850"/>
                    </a:lnTo>
                    <a:close/>
                    <a:moveTo>
                      <a:pt x="287500" y="317500"/>
                    </a:moveTo>
                    <a:lnTo>
                      <a:pt x="288200" y="317500"/>
                    </a:lnTo>
                    <a:lnTo>
                      <a:pt x="288200" y="318200"/>
                    </a:lnTo>
                    <a:lnTo>
                      <a:pt x="287500" y="318200"/>
                    </a:lnTo>
                    <a:close/>
                    <a:moveTo>
                      <a:pt x="0" y="320000"/>
                    </a:moveTo>
                    <a:lnTo>
                      <a:pt x="850" y="320000"/>
                    </a:lnTo>
                    <a:lnTo>
                      <a:pt x="850" y="320850"/>
                    </a:lnTo>
                    <a:lnTo>
                      <a:pt x="0" y="320850"/>
                    </a:lnTo>
                    <a:close/>
                    <a:moveTo>
                      <a:pt x="2500" y="322500"/>
                    </a:moveTo>
                    <a:lnTo>
                      <a:pt x="3200" y="322500"/>
                    </a:lnTo>
                    <a:lnTo>
                      <a:pt x="3200" y="323200"/>
                    </a:lnTo>
                    <a:lnTo>
                      <a:pt x="2500" y="323200"/>
                    </a:lnTo>
                    <a:close/>
                    <a:moveTo>
                      <a:pt x="5000" y="320000"/>
                    </a:moveTo>
                    <a:lnTo>
                      <a:pt x="5850" y="320000"/>
                    </a:lnTo>
                    <a:lnTo>
                      <a:pt x="5850" y="320850"/>
                    </a:lnTo>
                    <a:lnTo>
                      <a:pt x="5000" y="320850"/>
                    </a:lnTo>
                    <a:close/>
                    <a:moveTo>
                      <a:pt x="7500" y="322500"/>
                    </a:moveTo>
                    <a:lnTo>
                      <a:pt x="8200" y="322500"/>
                    </a:lnTo>
                    <a:lnTo>
                      <a:pt x="8200" y="323200"/>
                    </a:lnTo>
                    <a:lnTo>
                      <a:pt x="7500" y="323200"/>
                    </a:lnTo>
                    <a:close/>
                    <a:moveTo>
                      <a:pt x="10000" y="320000"/>
                    </a:moveTo>
                    <a:lnTo>
                      <a:pt x="10850" y="320000"/>
                    </a:lnTo>
                    <a:lnTo>
                      <a:pt x="10850" y="320850"/>
                    </a:lnTo>
                    <a:lnTo>
                      <a:pt x="10000" y="320850"/>
                    </a:lnTo>
                    <a:close/>
                    <a:moveTo>
                      <a:pt x="12500" y="322500"/>
                    </a:moveTo>
                    <a:lnTo>
                      <a:pt x="13200" y="322500"/>
                    </a:lnTo>
                    <a:lnTo>
                      <a:pt x="13200" y="323200"/>
                    </a:lnTo>
                    <a:lnTo>
                      <a:pt x="12500" y="323200"/>
                    </a:lnTo>
                    <a:close/>
                    <a:moveTo>
                      <a:pt x="15000" y="320000"/>
                    </a:moveTo>
                    <a:lnTo>
                      <a:pt x="15850" y="320000"/>
                    </a:lnTo>
                    <a:lnTo>
                      <a:pt x="15850" y="320850"/>
                    </a:lnTo>
                    <a:lnTo>
                      <a:pt x="15000" y="320850"/>
                    </a:lnTo>
                    <a:close/>
                    <a:moveTo>
                      <a:pt x="17500" y="322500"/>
                    </a:moveTo>
                    <a:lnTo>
                      <a:pt x="18200" y="322500"/>
                    </a:lnTo>
                    <a:lnTo>
                      <a:pt x="18200" y="323200"/>
                    </a:lnTo>
                    <a:lnTo>
                      <a:pt x="17500" y="323200"/>
                    </a:lnTo>
                    <a:close/>
                    <a:moveTo>
                      <a:pt x="20000" y="320000"/>
                    </a:moveTo>
                    <a:lnTo>
                      <a:pt x="20850" y="320000"/>
                    </a:lnTo>
                    <a:lnTo>
                      <a:pt x="20850" y="320850"/>
                    </a:lnTo>
                    <a:lnTo>
                      <a:pt x="20000" y="320850"/>
                    </a:lnTo>
                    <a:close/>
                    <a:moveTo>
                      <a:pt x="22500" y="322500"/>
                    </a:moveTo>
                    <a:lnTo>
                      <a:pt x="23200" y="322500"/>
                    </a:lnTo>
                    <a:lnTo>
                      <a:pt x="23200" y="323200"/>
                    </a:lnTo>
                    <a:lnTo>
                      <a:pt x="22500" y="323200"/>
                    </a:lnTo>
                    <a:close/>
                    <a:moveTo>
                      <a:pt x="25000" y="320000"/>
                    </a:moveTo>
                    <a:lnTo>
                      <a:pt x="25850" y="320000"/>
                    </a:lnTo>
                    <a:lnTo>
                      <a:pt x="25850" y="320850"/>
                    </a:lnTo>
                    <a:lnTo>
                      <a:pt x="25000" y="320850"/>
                    </a:lnTo>
                    <a:close/>
                    <a:moveTo>
                      <a:pt x="27500" y="322500"/>
                    </a:moveTo>
                    <a:lnTo>
                      <a:pt x="28200" y="322500"/>
                    </a:lnTo>
                    <a:lnTo>
                      <a:pt x="28200" y="323200"/>
                    </a:lnTo>
                    <a:lnTo>
                      <a:pt x="27500" y="323200"/>
                    </a:lnTo>
                    <a:close/>
                    <a:moveTo>
                      <a:pt x="30000" y="320000"/>
                    </a:moveTo>
                    <a:lnTo>
                      <a:pt x="30850" y="320000"/>
                    </a:lnTo>
                    <a:lnTo>
                      <a:pt x="30850" y="320850"/>
                    </a:lnTo>
                    <a:lnTo>
                      <a:pt x="30000" y="320850"/>
                    </a:lnTo>
                    <a:close/>
                    <a:moveTo>
                      <a:pt x="32500" y="322500"/>
                    </a:moveTo>
                    <a:lnTo>
                      <a:pt x="33200" y="322500"/>
                    </a:lnTo>
                    <a:lnTo>
                      <a:pt x="33200" y="323200"/>
                    </a:lnTo>
                    <a:lnTo>
                      <a:pt x="32500" y="323200"/>
                    </a:lnTo>
                    <a:close/>
                    <a:moveTo>
                      <a:pt x="35000" y="320000"/>
                    </a:moveTo>
                    <a:lnTo>
                      <a:pt x="35850" y="320000"/>
                    </a:lnTo>
                    <a:lnTo>
                      <a:pt x="35850" y="320850"/>
                    </a:lnTo>
                    <a:lnTo>
                      <a:pt x="35000" y="320850"/>
                    </a:lnTo>
                    <a:close/>
                    <a:moveTo>
                      <a:pt x="37500" y="322500"/>
                    </a:moveTo>
                    <a:lnTo>
                      <a:pt x="38200" y="322500"/>
                    </a:lnTo>
                    <a:lnTo>
                      <a:pt x="38200" y="323200"/>
                    </a:lnTo>
                    <a:lnTo>
                      <a:pt x="37500" y="323200"/>
                    </a:lnTo>
                    <a:close/>
                    <a:moveTo>
                      <a:pt x="40000" y="320000"/>
                    </a:moveTo>
                    <a:lnTo>
                      <a:pt x="40850" y="320000"/>
                    </a:lnTo>
                    <a:lnTo>
                      <a:pt x="40850" y="320850"/>
                    </a:lnTo>
                    <a:lnTo>
                      <a:pt x="40000" y="320850"/>
                    </a:lnTo>
                    <a:close/>
                    <a:moveTo>
                      <a:pt x="42500" y="322500"/>
                    </a:moveTo>
                    <a:lnTo>
                      <a:pt x="43200" y="322500"/>
                    </a:lnTo>
                    <a:lnTo>
                      <a:pt x="43200" y="323200"/>
                    </a:lnTo>
                    <a:lnTo>
                      <a:pt x="42500" y="323200"/>
                    </a:lnTo>
                    <a:close/>
                    <a:moveTo>
                      <a:pt x="45000" y="320000"/>
                    </a:moveTo>
                    <a:lnTo>
                      <a:pt x="45850" y="320000"/>
                    </a:lnTo>
                    <a:lnTo>
                      <a:pt x="45850" y="320850"/>
                    </a:lnTo>
                    <a:lnTo>
                      <a:pt x="45000" y="320850"/>
                    </a:lnTo>
                    <a:close/>
                    <a:moveTo>
                      <a:pt x="47500" y="322500"/>
                    </a:moveTo>
                    <a:lnTo>
                      <a:pt x="48200" y="322500"/>
                    </a:lnTo>
                    <a:lnTo>
                      <a:pt x="48200" y="323200"/>
                    </a:lnTo>
                    <a:lnTo>
                      <a:pt x="47500" y="323200"/>
                    </a:lnTo>
                    <a:close/>
                    <a:moveTo>
                      <a:pt x="50000" y="320000"/>
                    </a:moveTo>
                    <a:lnTo>
                      <a:pt x="50850" y="320000"/>
                    </a:lnTo>
                    <a:lnTo>
                      <a:pt x="50850" y="320850"/>
                    </a:lnTo>
                    <a:lnTo>
                      <a:pt x="50000" y="320850"/>
                    </a:lnTo>
                    <a:close/>
                    <a:moveTo>
                      <a:pt x="52500" y="322500"/>
                    </a:moveTo>
                    <a:lnTo>
                      <a:pt x="53200" y="322500"/>
                    </a:lnTo>
                    <a:lnTo>
                      <a:pt x="53200" y="323200"/>
                    </a:lnTo>
                    <a:lnTo>
                      <a:pt x="52500" y="323200"/>
                    </a:lnTo>
                    <a:close/>
                    <a:moveTo>
                      <a:pt x="55000" y="320000"/>
                    </a:moveTo>
                    <a:lnTo>
                      <a:pt x="55850" y="320000"/>
                    </a:lnTo>
                    <a:lnTo>
                      <a:pt x="55850" y="320850"/>
                    </a:lnTo>
                    <a:lnTo>
                      <a:pt x="55000" y="320850"/>
                    </a:lnTo>
                    <a:close/>
                    <a:moveTo>
                      <a:pt x="57500" y="322500"/>
                    </a:moveTo>
                    <a:lnTo>
                      <a:pt x="58200" y="322500"/>
                    </a:lnTo>
                    <a:lnTo>
                      <a:pt x="58200" y="323200"/>
                    </a:lnTo>
                    <a:lnTo>
                      <a:pt x="57500" y="323200"/>
                    </a:lnTo>
                    <a:close/>
                    <a:moveTo>
                      <a:pt x="60000" y="320000"/>
                    </a:moveTo>
                    <a:lnTo>
                      <a:pt x="60850" y="320000"/>
                    </a:lnTo>
                    <a:lnTo>
                      <a:pt x="60850" y="320850"/>
                    </a:lnTo>
                    <a:lnTo>
                      <a:pt x="60000" y="320850"/>
                    </a:lnTo>
                    <a:close/>
                    <a:moveTo>
                      <a:pt x="62500" y="322500"/>
                    </a:moveTo>
                    <a:lnTo>
                      <a:pt x="63200" y="322500"/>
                    </a:lnTo>
                    <a:lnTo>
                      <a:pt x="63200" y="323200"/>
                    </a:lnTo>
                    <a:lnTo>
                      <a:pt x="62500" y="323200"/>
                    </a:lnTo>
                    <a:close/>
                    <a:moveTo>
                      <a:pt x="65000" y="320000"/>
                    </a:moveTo>
                    <a:lnTo>
                      <a:pt x="65850" y="320000"/>
                    </a:lnTo>
                    <a:lnTo>
                      <a:pt x="65850" y="320850"/>
                    </a:lnTo>
                    <a:lnTo>
                      <a:pt x="65000" y="320850"/>
                    </a:lnTo>
                    <a:close/>
                    <a:moveTo>
                      <a:pt x="67500" y="322500"/>
                    </a:moveTo>
                    <a:lnTo>
                      <a:pt x="68200" y="322500"/>
                    </a:lnTo>
                    <a:lnTo>
                      <a:pt x="68200" y="323200"/>
                    </a:lnTo>
                    <a:lnTo>
                      <a:pt x="67500" y="323200"/>
                    </a:lnTo>
                    <a:close/>
                    <a:moveTo>
                      <a:pt x="70000" y="320000"/>
                    </a:moveTo>
                    <a:lnTo>
                      <a:pt x="70850" y="320000"/>
                    </a:lnTo>
                    <a:lnTo>
                      <a:pt x="70850" y="320850"/>
                    </a:lnTo>
                    <a:lnTo>
                      <a:pt x="70000" y="320850"/>
                    </a:lnTo>
                    <a:close/>
                    <a:moveTo>
                      <a:pt x="72500" y="322500"/>
                    </a:moveTo>
                    <a:lnTo>
                      <a:pt x="73200" y="322500"/>
                    </a:lnTo>
                    <a:lnTo>
                      <a:pt x="73200" y="323200"/>
                    </a:lnTo>
                    <a:lnTo>
                      <a:pt x="72500" y="323200"/>
                    </a:lnTo>
                    <a:close/>
                    <a:moveTo>
                      <a:pt x="75000" y="320000"/>
                    </a:moveTo>
                    <a:lnTo>
                      <a:pt x="75850" y="320000"/>
                    </a:lnTo>
                    <a:lnTo>
                      <a:pt x="75850" y="320850"/>
                    </a:lnTo>
                    <a:lnTo>
                      <a:pt x="75000" y="320850"/>
                    </a:lnTo>
                    <a:close/>
                    <a:moveTo>
                      <a:pt x="77500" y="322500"/>
                    </a:moveTo>
                    <a:lnTo>
                      <a:pt x="78200" y="322500"/>
                    </a:lnTo>
                    <a:lnTo>
                      <a:pt x="78200" y="323200"/>
                    </a:lnTo>
                    <a:lnTo>
                      <a:pt x="77500" y="323200"/>
                    </a:lnTo>
                    <a:close/>
                    <a:moveTo>
                      <a:pt x="80000" y="320000"/>
                    </a:moveTo>
                    <a:lnTo>
                      <a:pt x="80850" y="320000"/>
                    </a:lnTo>
                    <a:lnTo>
                      <a:pt x="80850" y="320850"/>
                    </a:lnTo>
                    <a:lnTo>
                      <a:pt x="80000" y="320850"/>
                    </a:lnTo>
                    <a:close/>
                    <a:moveTo>
                      <a:pt x="82500" y="322500"/>
                    </a:moveTo>
                    <a:lnTo>
                      <a:pt x="83200" y="322500"/>
                    </a:lnTo>
                    <a:lnTo>
                      <a:pt x="83200" y="323200"/>
                    </a:lnTo>
                    <a:lnTo>
                      <a:pt x="82500" y="323200"/>
                    </a:lnTo>
                    <a:close/>
                    <a:moveTo>
                      <a:pt x="85000" y="320000"/>
                    </a:moveTo>
                    <a:lnTo>
                      <a:pt x="85850" y="320000"/>
                    </a:lnTo>
                    <a:lnTo>
                      <a:pt x="85850" y="320850"/>
                    </a:lnTo>
                    <a:lnTo>
                      <a:pt x="85000" y="320850"/>
                    </a:lnTo>
                    <a:close/>
                    <a:moveTo>
                      <a:pt x="87500" y="322500"/>
                    </a:moveTo>
                    <a:lnTo>
                      <a:pt x="88200" y="322500"/>
                    </a:lnTo>
                    <a:lnTo>
                      <a:pt x="88200" y="323200"/>
                    </a:lnTo>
                    <a:lnTo>
                      <a:pt x="87500" y="323200"/>
                    </a:lnTo>
                    <a:close/>
                    <a:moveTo>
                      <a:pt x="90000" y="320000"/>
                    </a:moveTo>
                    <a:lnTo>
                      <a:pt x="90850" y="320000"/>
                    </a:lnTo>
                    <a:lnTo>
                      <a:pt x="90850" y="320850"/>
                    </a:lnTo>
                    <a:lnTo>
                      <a:pt x="90000" y="320850"/>
                    </a:lnTo>
                    <a:close/>
                    <a:moveTo>
                      <a:pt x="92500" y="322500"/>
                    </a:moveTo>
                    <a:lnTo>
                      <a:pt x="93200" y="322500"/>
                    </a:lnTo>
                    <a:lnTo>
                      <a:pt x="93200" y="323200"/>
                    </a:lnTo>
                    <a:lnTo>
                      <a:pt x="92500" y="323200"/>
                    </a:lnTo>
                    <a:close/>
                    <a:moveTo>
                      <a:pt x="95000" y="320000"/>
                    </a:moveTo>
                    <a:lnTo>
                      <a:pt x="95850" y="320000"/>
                    </a:lnTo>
                    <a:lnTo>
                      <a:pt x="95850" y="320850"/>
                    </a:lnTo>
                    <a:lnTo>
                      <a:pt x="95000" y="320850"/>
                    </a:lnTo>
                    <a:close/>
                    <a:moveTo>
                      <a:pt x="97500" y="322500"/>
                    </a:moveTo>
                    <a:lnTo>
                      <a:pt x="98200" y="322500"/>
                    </a:lnTo>
                    <a:lnTo>
                      <a:pt x="98200" y="323200"/>
                    </a:lnTo>
                    <a:lnTo>
                      <a:pt x="97500" y="323200"/>
                    </a:lnTo>
                    <a:close/>
                    <a:moveTo>
                      <a:pt x="100000" y="320000"/>
                    </a:moveTo>
                    <a:lnTo>
                      <a:pt x="100850" y="320000"/>
                    </a:lnTo>
                    <a:lnTo>
                      <a:pt x="100850" y="320850"/>
                    </a:lnTo>
                    <a:lnTo>
                      <a:pt x="100000" y="320850"/>
                    </a:lnTo>
                    <a:close/>
                    <a:moveTo>
                      <a:pt x="102500" y="322500"/>
                    </a:moveTo>
                    <a:lnTo>
                      <a:pt x="103200" y="322500"/>
                    </a:lnTo>
                    <a:lnTo>
                      <a:pt x="103200" y="323200"/>
                    </a:lnTo>
                    <a:lnTo>
                      <a:pt x="102500" y="323200"/>
                    </a:lnTo>
                    <a:close/>
                    <a:moveTo>
                      <a:pt x="105000" y="320000"/>
                    </a:moveTo>
                    <a:lnTo>
                      <a:pt x="105850" y="320000"/>
                    </a:lnTo>
                    <a:lnTo>
                      <a:pt x="105850" y="320850"/>
                    </a:lnTo>
                    <a:lnTo>
                      <a:pt x="105000" y="320850"/>
                    </a:lnTo>
                    <a:close/>
                    <a:moveTo>
                      <a:pt x="107500" y="322500"/>
                    </a:moveTo>
                    <a:lnTo>
                      <a:pt x="108200" y="322500"/>
                    </a:lnTo>
                    <a:lnTo>
                      <a:pt x="108200" y="323200"/>
                    </a:lnTo>
                    <a:lnTo>
                      <a:pt x="107500" y="323200"/>
                    </a:lnTo>
                    <a:close/>
                    <a:moveTo>
                      <a:pt x="110000" y="320000"/>
                    </a:moveTo>
                    <a:lnTo>
                      <a:pt x="110850" y="320000"/>
                    </a:lnTo>
                    <a:lnTo>
                      <a:pt x="110850" y="320850"/>
                    </a:lnTo>
                    <a:lnTo>
                      <a:pt x="110000" y="320850"/>
                    </a:lnTo>
                    <a:close/>
                    <a:moveTo>
                      <a:pt x="112500" y="322500"/>
                    </a:moveTo>
                    <a:lnTo>
                      <a:pt x="113200" y="322500"/>
                    </a:lnTo>
                    <a:lnTo>
                      <a:pt x="113200" y="323200"/>
                    </a:lnTo>
                    <a:lnTo>
                      <a:pt x="112500" y="323200"/>
                    </a:lnTo>
                    <a:close/>
                    <a:moveTo>
                      <a:pt x="115000" y="320000"/>
                    </a:moveTo>
                    <a:lnTo>
                      <a:pt x="115850" y="320000"/>
                    </a:lnTo>
                    <a:lnTo>
                      <a:pt x="115850" y="320850"/>
                    </a:lnTo>
                    <a:lnTo>
                      <a:pt x="115000" y="320850"/>
                    </a:lnTo>
                    <a:close/>
                    <a:moveTo>
                      <a:pt x="117500" y="322500"/>
                    </a:moveTo>
                    <a:lnTo>
                      <a:pt x="118200" y="322500"/>
                    </a:lnTo>
                    <a:lnTo>
                      <a:pt x="118200" y="323200"/>
                    </a:lnTo>
                    <a:lnTo>
                      <a:pt x="117500" y="323200"/>
                    </a:lnTo>
                    <a:close/>
                    <a:moveTo>
                      <a:pt x="120000" y="320000"/>
                    </a:moveTo>
                    <a:lnTo>
                      <a:pt x="120850" y="320000"/>
                    </a:lnTo>
                    <a:lnTo>
                      <a:pt x="120850" y="320850"/>
                    </a:lnTo>
                    <a:lnTo>
                      <a:pt x="120000" y="320850"/>
                    </a:lnTo>
                    <a:close/>
                    <a:moveTo>
                      <a:pt x="122500" y="322500"/>
                    </a:moveTo>
                    <a:lnTo>
                      <a:pt x="123200" y="322500"/>
                    </a:lnTo>
                    <a:lnTo>
                      <a:pt x="123200" y="323200"/>
                    </a:lnTo>
                    <a:lnTo>
                      <a:pt x="122500" y="323200"/>
                    </a:lnTo>
                    <a:close/>
                    <a:moveTo>
                      <a:pt x="125000" y="320000"/>
                    </a:moveTo>
                    <a:lnTo>
                      <a:pt x="125850" y="320000"/>
                    </a:lnTo>
                    <a:lnTo>
                      <a:pt x="125850" y="320850"/>
                    </a:lnTo>
                    <a:lnTo>
                      <a:pt x="125000" y="320850"/>
                    </a:lnTo>
                    <a:close/>
                    <a:moveTo>
                      <a:pt x="127500" y="322500"/>
                    </a:moveTo>
                    <a:lnTo>
                      <a:pt x="128200" y="322500"/>
                    </a:lnTo>
                    <a:lnTo>
                      <a:pt x="128200" y="323200"/>
                    </a:lnTo>
                    <a:lnTo>
                      <a:pt x="127500" y="323200"/>
                    </a:lnTo>
                    <a:close/>
                    <a:moveTo>
                      <a:pt x="130000" y="320000"/>
                    </a:moveTo>
                    <a:lnTo>
                      <a:pt x="130850" y="320000"/>
                    </a:lnTo>
                    <a:lnTo>
                      <a:pt x="130850" y="320850"/>
                    </a:lnTo>
                    <a:lnTo>
                      <a:pt x="130000" y="320850"/>
                    </a:lnTo>
                    <a:close/>
                    <a:moveTo>
                      <a:pt x="132500" y="322500"/>
                    </a:moveTo>
                    <a:lnTo>
                      <a:pt x="133200" y="322500"/>
                    </a:lnTo>
                    <a:lnTo>
                      <a:pt x="133200" y="323200"/>
                    </a:lnTo>
                    <a:lnTo>
                      <a:pt x="132500" y="323200"/>
                    </a:lnTo>
                    <a:close/>
                    <a:moveTo>
                      <a:pt x="135000" y="320000"/>
                    </a:moveTo>
                    <a:lnTo>
                      <a:pt x="135850" y="320000"/>
                    </a:lnTo>
                    <a:lnTo>
                      <a:pt x="135850" y="320850"/>
                    </a:lnTo>
                    <a:lnTo>
                      <a:pt x="135000" y="320850"/>
                    </a:lnTo>
                    <a:close/>
                    <a:moveTo>
                      <a:pt x="137500" y="322500"/>
                    </a:moveTo>
                    <a:lnTo>
                      <a:pt x="138200" y="322500"/>
                    </a:lnTo>
                    <a:lnTo>
                      <a:pt x="138200" y="323200"/>
                    </a:lnTo>
                    <a:lnTo>
                      <a:pt x="137500" y="323200"/>
                    </a:lnTo>
                    <a:close/>
                    <a:moveTo>
                      <a:pt x="140000" y="320000"/>
                    </a:moveTo>
                    <a:lnTo>
                      <a:pt x="140850" y="320000"/>
                    </a:lnTo>
                    <a:lnTo>
                      <a:pt x="140850" y="320850"/>
                    </a:lnTo>
                    <a:lnTo>
                      <a:pt x="140000" y="320850"/>
                    </a:lnTo>
                    <a:close/>
                    <a:moveTo>
                      <a:pt x="142500" y="322500"/>
                    </a:moveTo>
                    <a:lnTo>
                      <a:pt x="143200" y="322500"/>
                    </a:lnTo>
                    <a:lnTo>
                      <a:pt x="143200" y="323200"/>
                    </a:lnTo>
                    <a:lnTo>
                      <a:pt x="142500" y="323200"/>
                    </a:lnTo>
                    <a:close/>
                    <a:moveTo>
                      <a:pt x="145000" y="320000"/>
                    </a:moveTo>
                    <a:lnTo>
                      <a:pt x="145850" y="320000"/>
                    </a:lnTo>
                    <a:lnTo>
                      <a:pt x="145850" y="320850"/>
                    </a:lnTo>
                    <a:lnTo>
                      <a:pt x="145000" y="320850"/>
                    </a:lnTo>
                    <a:close/>
                    <a:moveTo>
                      <a:pt x="147500" y="322500"/>
                    </a:moveTo>
                    <a:lnTo>
                      <a:pt x="148200" y="322500"/>
                    </a:lnTo>
                    <a:lnTo>
                      <a:pt x="148200" y="323200"/>
                    </a:lnTo>
                    <a:lnTo>
                      <a:pt x="147500" y="323200"/>
                    </a:lnTo>
                    <a:close/>
                    <a:moveTo>
                      <a:pt x="150000" y="320000"/>
                    </a:moveTo>
                    <a:lnTo>
                      <a:pt x="150850" y="320000"/>
                    </a:lnTo>
                    <a:lnTo>
                      <a:pt x="150850" y="320850"/>
                    </a:lnTo>
                    <a:lnTo>
                      <a:pt x="150000" y="320850"/>
                    </a:lnTo>
                    <a:close/>
                    <a:moveTo>
                      <a:pt x="152500" y="322500"/>
                    </a:moveTo>
                    <a:lnTo>
                      <a:pt x="153200" y="322500"/>
                    </a:lnTo>
                    <a:lnTo>
                      <a:pt x="153200" y="323200"/>
                    </a:lnTo>
                    <a:lnTo>
                      <a:pt x="152500" y="323200"/>
                    </a:lnTo>
                    <a:close/>
                    <a:moveTo>
                      <a:pt x="155000" y="320000"/>
                    </a:moveTo>
                    <a:lnTo>
                      <a:pt x="155850" y="320000"/>
                    </a:lnTo>
                    <a:lnTo>
                      <a:pt x="155850" y="320850"/>
                    </a:lnTo>
                    <a:lnTo>
                      <a:pt x="155000" y="320850"/>
                    </a:lnTo>
                    <a:close/>
                    <a:moveTo>
                      <a:pt x="157500" y="322500"/>
                    </a:moveTo>
                    <a:lnTo>
                      <a:pt x="158200" y="322500"/>
                    </a:lnTo>
                    <a:lnTo>
                      <a:pt x="158200" y="323200"/>
                    </a:lnTo>
                    <a:lnTo>
                      <a:pt x="157500" y="323200"/>
                    </a:lnTo>
                    <a:close/>
                    <a:moveTo>
                      <a:pt x="160000" y="320000"/>
                    </a:moveTo>
                    <a:lnTo>
                      <a:pt x="160850" y="320000"/>
                    </a:lnTo>
                    <a:lnTo>
                      <a:pt x="160850" y="320850"/>
                    </a:lnTo>
                    <a:lnTo>
                      <a:pt x="160000" y="320850"/>
                    </a:lnTo>
                    <a:close/>
                    <a:moveTo>
                      <a:pt x="162500" y="322500"/>
                    </a:moveTo>
                    <a:lnTo>
                      <a:pt x="163200" y="322500"/>
                    </a:lnTo>
                    <a:lnTo>
                      <a:pt x="163200" y="323200"/>
                    </a:lnTo>
                    <a:lnTo>
                      <a:pt x="162500" y="323200"/>
                    </a:lnTo>
                    <a:close/>
                    <a:moveTo>
                      <a:pt x="165000" y="320000"/>
                    </a:moveTo>
                    <a:lnTo>
                      <a:pt x="165850" y="320000"/>
                    </a:lnTo>
                    <a:lnTo>
                      <a:pt x="165850" y="320850"/>
                    </a:lnTo>
                    <a:lnTo>
                      <a:pt x="165000" y="320850"/>
                    </a:lnTo>
                    <a:close/>
                    <a:moveTo>
                      <a:pt x="167500" y="322500"/>
                    </a:moveTo>
                    <a:lnTo>
                      <a:pt x="168200" y="322500"/>
                    </a:lnTo>
                    <a:lnTo>
                      <a:pt x="168200" y="323200"/>
                    </a:lnTo>
                    <a:lnTo>
                      <a:pt x="167500" y="323200"/>
                    </a:lnTo>
                    <a:close/>
                    <a:moveTo>
                      <a:pt x="170000" y="320000"/>
                    </a:moveTo>
                    <a:lnTo>
                      <a:pt x="170850" y="320000"/>
                    </a:lnTo>
                    <a:lnTo>
                      <a:pt x="170850" y="320850"/>
                    </a:lnTo>
                    <a:lnTo>
                      <a:pt x="170000" y="320850"/>
                    </a:lnTo>
                    <a:close/>
                    <a:moveTo>
                      <a:pt x="172500" y="322500"/>
                    </a:moveTo>
                    <a:lnTo>
                      <a:pt x="173200" y="322500"/>
                    </a:lnTo>
                    <a:lnTo>
                      <a:pt x="173200" y="323200"/>
                    </a:lnTo>
                    <a:lnTo>
                      <a:pt x="172500" y="323200"/>
                    </a:lnTo>
                    <a:close/>
                    <a:moveTo>
                      <a:pt x="175000" y="320000"/>
                    </a:moveTo>
                    <a:lnTo>
                      <a:pt x="175850" y="320000"/>
                    </a:lnTo>
                    <a:lnTo>
                      <a:pt x="175850" y="320850"/>
                    </a:lnTo>
                    <a:lnTo>
                      <a:pt x="175000" y="320850"/>
                    </a:lnTo>
                    <a:close/>
                    <a:moveTo>
                      <a:pt x="177500" y="322500"/>
                    </a:moveTo>
                    <a:lnTo>
                      <a:pt x="178200" y="322500"/>
                    </a:lnTo>
                    <a:lnTo>
                      <a:pt x="178200" y="323200"/>
                    </a:lnTo>
                    <a:lnTo>
                      <a:pt x="177500" y="323200"/>
                    </a:lnTo>
                    <a:close/>
                    <a:moveTo>
                      <a:pt x="180000" y="320000"/>
                    </a:moveTo>
                    <a:lnTo>
                      <a:pt x="180850" y="320000"/>
                    </a:lnTo>
                    <a:lnTo>
                      <a:pt x="180850" y="320850"/>
                    </a:lnTo>
                    <a:lnTo>
                      <a:pt x="180000" y="320850"/>
                    </a:lnTo>
                    <a:close/>
                    <a:moveTo>
                      <a:pt x="182500" y="322500"/>
                    </a:moveTo>
                    <a:lnTo>
                      <a:pt x="183200" y="322500"/>
                    </a:lnTo>
                    <a:lnTo>
                      <a:pt x="183200" y="323200"/>
                    </a:lnTo>
                    <a:lnTo>
                      <a:pt x="182500" y="323200"/>
                    </a:lnTo>
                    <a:close/>
                    <a:moveTo>
                      <a:pt x="185000" y="320000"/>
                    </a:moveTo>
                    <a:lnTo>
                      <a:pt x="185850" y="320000"/>
                    </a:lnTo>
                    <a:lnTo>
                      <a:pt x="185850" y="320850"/>
                    </a:lnTo>
                    <a:lnTo>
                      <a:pt x="185000" y="320850"/>
                    </a:lnTo>
                    <a:close/>
                    <a:moveTo>
                      <a:pt x="187500" y="322500"/>
                    </a:moveTo>
                    <a:lnTo>
                      <a:pt x="188200" y="322500"/>
                    </a:lnTo>
                    <a:lnTo>
                      <a:pt x="188200" y="323200"/>
                    </a:lnTo>
                    <a:lnTo>
                      <a:pt x="187500" y="323200"/>
                    </a:lnTo>
                    <a:close/>
                    <a:moveTo>
                      <a:pt x="190000" y="320000"/>
                    </a:moveTo>
                    <a:lnTo>
                      <a:pt x="190850" y="320000"/>
                    </a:lnTo>
                    <a:lnTo>
                      <a:pt x="190850" y="320850"/>
                    </a:lnTo>
                    <a:lnTo>
                      <a:pt x="190000" y="320850"/>
                    </a:lnTo>
                    <a:close/>
                    <a:moveTo>
                      <a:pt x="192500" y="322500"/>
                    </a:moveTo>
                    <a:lnTo>
                      <a:pt x="193200" y="322500"/>
                    </a:lnTo>
                    <a:lnTo>
                      <a:pt x="193200" y="323200"/>
                    </a:lnTo>
                    <a:lnTo>
                      <a:pt x="192500" y="323200"/>
                    </a:lnTo>
                    <a:close/>
                    <a:moveTo>
                      <a:pt x="195000" y="320000"/>
                    </a:moveTo>
                    <a:lnTo>
                      <a:pt x="195850" y="320000"/>
                    </a:lnTo>
                    <a:lnTo>
                      <a:pt x="195850" y="320850"/>
                    </a:lnTo>
                    <a:lnTo>
                      <a:pt x="195000" y="320850"/>
                    </a:lnTo>
                    <a:close/>
                    <a:moveTo>
                      <a:pt x="197500" y="322500"/>
                    </a:moveTo>
                    <a:lnTo>
                      <a:pt x="198200" y="322500"/>
                    </a:lnTo>
                    <a:lnTo>
                      <a:pt x="198200" y="323200"/>
                    </a:lnTo>
                    <a:lnTo>
                      <a:pt x="197500" y="323200"/>
                    </a:lnTo>
                    <a:close/>
                    <a:moveTo>
                      <a:pt x="200000" y="320000"/>
                    </a:moveTo>
                    <a:lnTo>
                      <a:pt x="200850" y="320000"/>
                    </a:lnTo>
                    <a:lnTo>
                      <a:pt x="200850" y="320850"/>
                    </a:lnTo>
                    <a:lnTo>
                      <a:pt x="200000" y="320850"/>
                    </a:lnTo>
                    <a:close/>
                    <a:moveTo>
                      <a:pt x="202500" y="322500"/>
                    </a:moveTo>
                    <a:lnTo>
                      <a:pt x="203200" y="322500"/>
                    </a:lnTo>
                    <a:lnTo>
                      <a:pt x="203200" y="323200"/>
                    </a:lnTo>
                    <a:lnTo>
                      <a:pt x="202500" y="323200"/>
                    </a:lnTo>
                    <a:close/>
                    <a:moveTo>
                      <a:pt x="205000" y="320000"/>
                    </a:moveTo>
                    <a:lnTo>
                      <a:pt x="205850" y="320000"/>
                    </a:lnTo>
                    <a:lnTo>
                      <a:pt x="205850" y="320850"/>
                    </a:lnTo>
                    <a:lnTo>
                      <a:pt x="205000" y="320850"/>
                    </a:lnTo>
                    <a:close/>
                    <a:moveTo>
                      <a:pt x="207500" y="322500"/>
                    </a:moveTo>
                    <a:lnTo>
                      <a:pt x="208200" y="322500"/>
                    </a:lnTo>
                    <a:lnTo>
                      <a:pt x="208200" y="323200"/>
                    </a:lnTo>
                    <a:lnTo>
                      <a:pt x="207500" y="323200"/>
                    </a:lnTo>
                    <a:close/>
                    <a:moveTo>
                      <a:pt x="210000" y="320000"/>
                    </a:moveTo>
                    <a:lnTo>
                      <a:pt x="210850" y="320000"/>
                    </a:lnTo>
                    <a:lnTo>
                      <a:pt x="210850" y="320850"/>
                    </a:lnTo>
                    <a:lnTo>
                      <a:pt x="210000" y="320850"/>
                    </a:lnTo>
                    <a:close/>
                    <a:moveTo>
                      <a:pt x="212500" y="322500"/>
                    </a:moveTo>
                    <a:lnTo>
                      <a:pt x="213200" y="322500"/>
                    </a:lnTo>
                    <a:lnTo>
                      <a:pt x="213200" y="323200"/>
                    </a:lnTo>
                    <a:lnTo>
                      <a:pt x="212500" y="323200"/>
                    </a:lnTo>
                    <a:close/>
                    <a:moveTo>
                      <a:pt x="215000" y="320000"/>
                    </a:moveTo>
                    <a:lnTo>
                      <a:pt x="215850" y="320000"/>
                    </a:lnTo>
                    <a:lnTo>
                      <a:pt x="215850" y="320850"/>
                    </a:lnTo>
                    <a:lnTo>
                      <a:pt x="215000" y="320850"/>
                    </a:lnTo>
                    <a:close/>
                    <a:moveTo>
                      <a:pt x="217500" y="322500"/>
                    </a:moveTo>
                    <a:lnTo>
                      <a:pt x="218200" y="322500"/>
                    </a:lnTo>
                    <a:lnTo>
                      <a:pt x="218200" y="323200"/>
                    </a:lnTo>
                    <a:lnTo>
                      <a:pt x="217500" y="323200"/>
                    </a:lnTo>
                    <a:close/>
                    <a:moveTo>
                      <a:pt x="220000" y="320000"/>
                    </a:moveTo>
                    <a:lnTo>
                      <a:pt x="220850" y="320000"/>
                    </a:lnTo>
                    <a:lnTo>
                      <a:pt x="220850" y="320850"/>
                    </a:lnTo>
                    <a:lnTo>
                      <a:pt x="220000" y="320850"/>
                    </a:lnTo>
                    <a:close/>
                    <a:moveTo>
                      <a:pt x="222500" y="322500"/>
                    </a:moveTo>
                    <a:lnTo>
                      <a:pt x="223200" y="322500"/>
                    </a:lnTo>
                    <a:lnTo>
                      <a:pt x="223200" y="323200"/>
                    </a:lnTo>
                    <a:lnTo>
                      <a:pt x="222500" y="323200"/>
                    </a:lnTo>
                    <a:close/>
                    <a:moveTo>
                      <a:pt x="225000" y="320000"/>
                    </a:moveTo>
                    <a:lnTo>
                      <a:pt x="225850" y="320000"/>
                    </a:lnTo>
                    <a:lnTo>
                      <a:pt x="225850" y="320850"/>
                    </a:lnTo>
                    <a:lnTo>
                      <a:pt x="225000" y="320850"/>
                    </a:lnTo>
                    <a:close/>
                    <a:moveTo>
                      <a:pt x="227500" y="322500"/>
                    </a:moveTo>
                    <a:lnTo>
                      <a:pt x="228200" y="322500"/>
                    </a:lnTo>
                    <a:lnTo>
                      <a:pt x="228200" y="323200"/>
                    </a:lnTo>
                    <a:lnTo>
                      <a:pt x="227500" y="323200"/>
                    </a:lnTo>
                    <a:close/>
                    <a:moveTo>
                      <a:pt x="230000" y="320000"/>
                    </a:moveTo>
                    <a:lnTo>
                      <a:pt x="230850" y="320000"/>
                    </a:lnTo>
                    <a:lnTo>
                      <a:pt x="230850" y="320850"/>
                    </a:lnTo>
                    <a:lnTo>
                      <a:pt x="230000" y="320850"/>
                    </a:lnTo>
                    <a:close/>
                    <a:moveTo>
                      <a:pt x="232500" y="322500"/>
                    </a:moveTo>
                    <a:lnTo>
                      <a:pt x="233200" y="322500"/>
                    </a:lnTo>
                    <a:lnTo>
                      <a:pt x="233200" y="323200"/>
                    </a:lnTo>
                    <a:lnTo>
                      <a:pt x="232500" y="323200"/>
                    </a:lnTo>
                    <a:close/>
                    <a:moveTo>
                      <a:pt x="235000" y="320000"/>
                    </a:moveTo>
                    <a:lnTo>
                      <a:pt x="235850" y="320000"/>
                    </a:lnTo>
                    <a:lnTo>
                      <a:pt x="235850" y="320850"/>
                    </a:lnTo>
                    <a:lnTo>
                      <a:pt x="235000" y="320850"/>
                    </a:lnTo>
                    <a:close/>
                    <a:moveTo>
                      <a:pt x="237500" y="322500"/>
                    </a:moveTo>
                    <a:lnTo>
                      <a:pt x="238200" y="322500"/>
                    </a:lnTo>
                    <a:lnTo>
                      <a:pt x="238200" y="323200"/>
                    </a:lnTo>
                    <a:lnTo>
                      <a:pt x="237500" y="323200"/>
                    </a:lnTo>
                    <a:close/>
                    <a:moveTo>
                      <a:pt x="240000" y="320000"/>
                    </a:moveTo>
                    <a:lnTo>
                      <a:pt x="240850" y="320000"/>
                    </a:lnTo>
                    <a:lnTo>
                      <a:pt x="240850" y="320850"/>
                    </a:lnTo>
                    <a:lnTo>
                      <a:pt x="240000" y="320850"/>
                    </a:lnTo>
                    <a:close/>
                    <a:moveTo>
                      <a:pt x="242500" y="322500"/>
                    </a:moveTo>
                    <a:lnTo>
                      <a:pt x="243200" y="322500"/>
                    </a:lnTo>
                    <a:lnTo>
                      <a:pt x="243200" y="323200"/>
                    </a:lnTo>
                    <a:lnTo>
                      <a:pt x="242500" y="323200"/>
                    </a:lnTo>
                    <a:close/>
                    <a:moveTo>
                      <a:pt x="245000" y="320000"/>
                    </a:moveTo>
                    <a:lnTo>
                      <a:pt x="245850" y="320000"/>
                    </a:lnTo>
                    <a:lnTo>
                      <a:pt x="245850" y="320850"/>
                    </a:lnTo>
                    <a:lnTo>
                      <a:pt x="245000" y="320850"/>
                    </a:lnTo>
                    <a:close/>
                    <a:moveTo>
                      <a:pt x="247500" y="322500"/>
                    </a:moveTo>
                    <a:lnTo>
                      <a:pt x="248200" y="322500"/>
                    </a:lnTo>
                    <a:lnTo>
                      <a:pt x="248200" y="323200"/>
                    </a:lnTo>
                    <a:lnTo>
                      <a:pt x="247500" y="323200"/>
                    </a:lnTo>
                    <a:close/>
                    <a:moveTo>
                      <a:pt x="250000" y="320000"/>
                    </a:moveTo>
                    <a:lnTo>
                      <a:pt x="250850" y="320000"/>
                    </a:lnTo>
                    <a:lnTo>
                      <a:pt x="250850" y="320850"/>
                    </a:lnTo>
                    <a:lnTo>
                      <a:pt x="250000" y="320850"/>
                    </a:lnTo>
                    <a:close/>
                    <a:moveTo>
                      <a:pt x="252500" y="322500"/>
                    </a:moveTo>
                    <a:lnTo>
                      <a:pt x="253200" y="322500"/>
                    </a:lnTo>
                    <a:lnTo>
                      <a:pt x="253200" y="323200"/>
                    </a:lnTo>
                    <a:lnTo>
                      <a:pt x="252500" y="323200"/>
                    </a:lnTo>
                    <a:close/>
                    <a:moveTo>
                      <a:pt x="255000" y="320000"/>
                    </a:moveTo>
                    <a:lnTo>
                      <a:pt x="255850" y="320000"/>
                    </a:lnTo>
                    <a:lnTo>
                      <a:pt x="255850" y="320850"/>
                    </a:lnTo>
                    <a:lnTo>
                      <a:pt x="255000" y="320850"/>
                    </a:lnTo>
                    <a:close/>
                    <a:moveTo>
                      <a:pt x="257500" y="322500"/>
                    </a:moveTo>
                    <a:lnTo>
                      <a:pt x="258200" y="322500"/>
                    </a:lnTo>
                    <a:lnTo>
                      <a:pt x="258200" y="323200"/>
                    </a:lnTo>
                    <a:lnTo>
                      <a:pt x="257500" y="323200"/>
                    </a:lnTo>
                    <a:close/>
                    <a:moveTo>
                      <a:pt x="260000" y="320000"/>
                    </a:moveTo>
                    <a:lnTo>
                      <a:pt x="260850" y="320000"/>
                    </a:lnTo>
                    <a:lnTo>
                      <a:pt x="260850" y="320850"/>
                    </a:lnTo>
                    <a:lnTo>
                      <a:pt x="260000" y="320850"/>
                    </a:lnTo>
                    <a:close/>
                    <a:moveTo>
                      <a:pt x="262500" y="322500"/>
                    </a:moveTo>
                    <a:lnTo>
                      <a:pt x="263200" y="322500"/>
                    </a:lnTo>
                    <a:lnTo>
                      <a:pt x="263200" y="323200"/>
                    </a:lnTo>
                    <a:lnTo>
                      <a:pt x="262500" y="323200"/>
                    </a:lnTo>
                    <a:close/>
                    <a:moveTo>
                      <a:pt x="265000" y="320000"/>
                    </a:moveTo>
                    <a:lnTo>
                      <a:pt x="265850" y="320000"/>
                    </a:lnTo>
                    <a:lnTo>
                      <a:pt x="265850" y="320850"/>
                    </a:lnTo>
                    <a:lnTo>
                      <a:pt x="265000" y="320850"/>
                    </a:lnTo>
                    <a:close/>
                    <a:moveTo>
                      <a:pt x="267500" y="322500"/>
                    </a:moveTo>
                    <a:lnTo>
                      <a:pt x="268200" y="322500"/>
                    </a:lnTo>
                    <a:lnTo>
                      <a:pt x="268200" y="323200"/>
                    </a:lnTo>
                    <a:lnTo>
                      <a:pt x="267500" y="323200"/>
                    </a:lnTo>
                    <a:close/>
                    <a:moveTo>
                      <a:pt x="270000" y="320000"/>
                    </a:moveTo>
                    <a:lnTo>
                      <a:pt x="270850" y="320000"/>
                    </a:lnTo>
                    <a:lnTo>
                      <a:pt x="270850" y="320850"/>
                    </a:lnTo>
                    <a:lnTo>
                      <a:pt x="270000" y="320850"/>
                    </a:lnTo>
                    <a:close/>
                    <a:moveTo>
                      <a:pt x="272500" y="322500"/>
                    </a:moveTo>
                    <a:lnTo>
                      <a:pt x="273200" y="322500"/>
                    </a:lnTo>
                    <a:lnTo>
                      <a:pt x="273200" y="323200"/>
                    </a:lnTo>
                    <a:lnTo>
                      <a:pt x="272500" y="323200"/>
                    </a:lnTo>
                    <a:close/>
                    <a:moveTo>
                      <a:pt x="275000" y="320000"/>
                    </a:moveTo>
                    <a:lnTo>
                      <a:pt x="275850" y="320000"/>
                    </a:lnTo>
                    <a:lnTo>
                      <a:pt x="275850" y="320850"/>
                    </a:lnTo>
                    <a:lnTo>
                      <a:pt x="275000" y="320850"/>
                    </a:lnTo>
                    <a:close/>
                    <a:moveTo>
                      <a:pt x="277500" y="322500"/>
                    </a:moveTo>
                    <a:lnTo>
                      <a:pt x="278200" y="322500"/>
                    </a:lnTo>
                    <a:lnTo>
                      <a:pt x="278200" y="323200"/>
                    </a:lnTo>
                    <a:lnTo>
                      <a:pt x="277500" y="323200"/>
                    </a:lnTo>
                    <a:close/>
                    <a:moveTo>
                      <a:pt x="280000" y="320000"/>
                    </a:moveTo>
                    <a:lnTo>
                      <a:pt x="280850" y="320000"/>
                    </a:lnTo>
                    <a:lnTo>
                      <a:pt x="280850" y="320850"/>
                    </a:lnTo>
                    <a:lnTo>
                      <a:pt x="280000" y="320850"/>
                    </a:lnTo>
                    <a:close/>
                    <a:moveTo>
                      <a:pt x="282500" y="322500"/>
                    </a:moveTo>
                    <a:lnTo>
                      <a:pt x="283200" y="322500"/>
                    </a:lnTo>
                    <a:lnTo>
                      <a:pt x="283200" y="323200"/>
                    </a:lnTo>
                    <a:lnTo>
                      <a:pt x="282500" y="323200"/>
                    </a:lnTo>
                    <a:close/>
                    <a:moveTo>
                      <a:pt x="285000" y="320000"/>
                    </a:moveTo>
                    <a:lnTo>
                      <a:pt x="285850" y="320000"/>
                    </a:lnTo>
                    <a:lnTo>
                      <a:pt x="285850" y="320850"/>
                    </a:lnTo>
                    <a:lnTo>
                      <a:pt x="285000" y="320850"/>
                    </a:lnTo>
                    <a:close/>
                    <a:moveTo>
                      <a:pt x="287500" y="322500"/>
                    </a:moveTo>
                    <a:lnTo>
                      <a:pt x="288200" y="322500"/>
                    </a:lnTo>
                    <a:lnTo>
                      <a:pt x="288200" y="323200"/>
                    </a:lnTo>
                    <a:lnTo>
                      <a:pt x="287500" y="323200"/>
                    </a:lnTo>
                    <a:close/>
                    <a:moveTo>
                      <a:pt x="0" y="325000"/>
                    </a:moveTo>
                    <a:lnTo>
                      <a:pt x="850" y="325000"/>
                    </a:lnTo>
                    <a:lnTo>
                      <a:pt x="850" y="325850"/>
                    </a:lnTo>
                    <a:lnTo>
                      <a:pt x="0" y="325850"/>
                    </a:lnTo>
                    <a:close/>
                    <a:moveTo>
                      <a:pt x="2500" y="327500"/>
                    </a:moveTo>
                    <a:lnTo>
                      <a:pt x="3200" y="327500"/>
                    </a:lnTo>
                    <a:lnTo>
                      <a:pt x="3200" y="328200"/>
                    </a:lnTo>
                    <a:lnTo>
                      <a:pt x="2500" y="328200"/>
                    </a:lnTo>
                    <a:close/>
                    <a:moveTo>
                      <a:pt x="5000" y="325000"/>
                    </a:moveTo>
                    <a:lnTo>
                      <a:pt x="5850" y="325000"/>
                    </a:lnTo>
                    <a:lnTo>
                      <a:pt x="5850" y="325850"/>
                    </a:lnTo>
                    <a:lnTo>
                      <a:pt x="5000" y="325850"/>
                    </a:lnTo>
                    <a:close/>
                    <a:moveTo>
                      <a:pt x="7500" y="327500"/>
                    </a:moveTo>
                    <a:lnTo>
                      <a:pt x="8200" y="327500"/>
                    </a:lnTo>
                    <a:lnTo>
                      <a:pt x="8200" y="328200"/>
                    </a:lnTo>
                    <a:lnTo>
                      <a:pt x="7500" y="328200"/>
                    </a:lnTo>
                    <a:close/>
                    <a:moveTo>
                      <a:pt x="10000" y="325000"/>
                    </a:moveTo>
                    <a:lnTo>
                      <a:pt x="10850" y="325000"/>
                    </a:lnTo>
                    <a:lnTo>
                      <a:pt x="10850" y="325850"/>
                    </a:lnTo>
                    <a:lnTo>
                      <a:pt x="10000" y="325850"/>
                    </a:lnTo>
                    <a:close/>
                    <a:moveTo>
                      <a:pt x="12500" y="327500"/>
                    </a:moveTo>
                    <a:lnTo>
                      <a:pt x="13200" y="327500"/>
                    </a:lnTo>
                    <a:lnTo>
                      <a:pt x="13200" y="328200"/>
                    </a:lnTo>
                    <a:lnTo>
                      <a:pt x="12500" y="328200"/>
                    </a:lnTo>
                    <a:close/>
                    <a:moveTo>
                      <a:pt x="15000" y="325000"/>
                    </a:moveTo>
                    <a:lnTo>
                      <a:pt x="15850" y="325000"/>
                    </a:lnTo>
                    <a:lnTo>
                      <a:pt x="15850" y="325850"/>
                    </a:lnTo>
                    <a:lnTo>
                      <a:pt x="15000" y="325850"/>
                    </a:lnTo>
                    <a:close/>
                    <a:moveTo>
                      <a:pt x="17500" y="327500"/>
                    </a:moveTo>
                    <a:lnTo>
                      <a:pt x="18200" y="327500"/>
                    </a:lnTo>
                    <a:lnTo>
                      <a:pt x="18200" y="328200"/>
                    </a:lnTo>
                    <a:lnTo>
                      <a:pt x="17500" y="328200"/>
                    </a:lnTo>
                    <a:close/>
                    <a:moveTo>
                      <a:pt x="20000" y="325000"/>
                    </a:moveTo>
                    <a:lnTo>
                      <a:pt x="20850" y="325000"/>
                    </a:lnTo>
                    <a:lnTo>
                      <a:pt x="20850" y="325850"/>
                    </a:lnTo>
                    <a:lnTo>
                      <a:pt x="20000" y="325850"/>
                    </a:lnTo>
                    <a:close/>
                    <a:moveTo>
                      <a:pt x="22500" y="327500"/>
                    </a:moveTo>
                    <a:lnTo>
                      <a:pt x="23200" y="327500"/>
                    </a:lnTo>
                    <a:lnTo>
                      <a:pt x="23200" y="328200"/>
                    </a:lnTo>
                    <a:lnTo>
                      <a:pt x="22500" y="328200"/>
                    </a:lnTo>
                    <a:close/>
                    <a:moveTo>
                      <a:pt x="25000" y="325000"/>
                    </a:moveTo>
                    <a:lnTo>
                      <a:pt x="25850" y="325000"/>
                    </a:lnTo>
                    <a:lnTo>
                      <a:pt x="25850" y="325850"/>
                    </a:lnTo>
                    <a:lnTo>
                      <a:pt x="25000" y="325850"/>
                    </a:lnTo>
                    <a:close/>
                    <a:moveTo>
                      <a:pt x="27500" y="327500"/>
                    </a:moveTo>
                    <a:lnTo>
                      <a:pt x="28200" y="327500"/>
                    </a:lnTo>
                    <a:lnTo>
                      <a:pt x="28200" y="328200"/>
                    </a:lnTo>
                    <a:lnTo>
                      <a:pt x="27500" y="328200"/>
                    </a:lnTo>
                    <a:close/>
                    <a:moveTo>
                      <a:pt x="30000" y="325000"/>
                    </a:moveTo>
                    <a:lnTo>
                      <a:pt x="30850" y="325000"/>
                    </a:lnTo>
                    <a:lnTo>
                      <a:pt x="30850" y="325850"/>
                    </a:lnTo>
                    <a:lnTo>
                      <a:pt x="30000" y="325850"/>
                    </a:lnTo>
                    <a:close/>
                    <a:moveTo>
                      <a:pt x="32500" y="327500"/>
                    </a:moveTo>
                    <a:lnTo>
                      <a:pt x="33200" y="327500"/>
                    </a:lnTo>
                    <a:lnTo>
                      <a:pt x="33200" y="328200"/>
                    </a:lnTo>
                    <a:lnTo>
                      <a:pt x="32500" y="328200"/>
                    </a:lnTo>
                    <a:close/>
                    <a:moveTo>
                      <a:pt x="35000" y="325000"/>
                    </a:moveTo>
                    <a:lnTo>
                      <a:pt x="35850" y="325000"/>
                    </a:lnTo>
                    <a:lnTo>
                      <a:pt x="35850" y="325850"/>
                    </a:lnTo>
                    <a:lnTo>
                      <a:pt x="35000" y="325850"/>
                    </a:lnTo>
                    <a:close/>
                    <a:moveTo>
                      <a:pt x="37500" y="327500"/>
                    </a:moveTo>
                    <a:lnTo>
                      <a:pt x="38200" y="327500"/>
                    </a:lnTo>
                    <a:lnTo>
                      <a:pt x="38200" y="328200"/>
                    </a:lnTo>
                    <a:lnTo>
                      <a:pt x="37500" y="328200"/>
                    </a:lnTo>
                    <a:close/>
                    <a:moveTo>
                      <a:pt x="40000" y="325000"/>
                    </a:moveTo>
                    <a:lnTo>
                      <a:pt x="40850" y="325000"/>
                    </a:lnTo>
                    <a:lnTo>
                      <a:pt x="40850" y="325850"/>
                    </a:lnTo>
                    <a:lnTo>
                      <a:pt x="40000" y="325850"/>
                    </a:lnTo>
                    <a:close/>
                    <a:moveTo>
                      <a:pt x="42500" y="327500"/>
                    </a:moveTo>
                    <a:lnTo>
                      <a:pt x="43200" y="327500"/>
                    </a:lnTo>
                    <a:lnTo>
                      <a:pt x="43200" y="328200"/>
                    </a:lnTo>
                    <a:lnTo>
                      <a:pt x="42500" y="328200"/>
                    </a:lnTo>
                    <a:close/>
                    <a:moveTo>
                      <a:pt x="45000" y="325000"/>
                    </a:moveTo>
                    <a:lnTo>
                      <a:pt x="45850" y="325000"/>
                    </a:lnTo>
                    <a:lnTo>
                      <a:pt x="45850" y="325850"/>
                    </a:lnTo>
                    <a:lnTo>
                      <a:pt x="45000" y="325850"/>
                    </a:lnTo>
                    <a:close/>
                    <a:moveTo>
                      <a:pt x="47500" y="327500"/>
                    </a:moveTo>
                    <a:lnTo>
                      <a:pt x="48200" y="327500"/>
                    </a:lnTo>
                    <a:lnTo>
                      <a:pt x="48200" y="328200"/>
                    </a:lnTo>
                    <a:lnTo>
                      <a:pt x="47500" y="328200"/>
                    </a:lnTo>
                    <a:close/>
                    <a:moveTo>
                      <a:pt x="50000" y="325000"/>
                    </a:moveTo>
                    <a:lnTo>
                      <a:pt x="50850" y="325000"/>
                    </a:lnTo>
                    <a:lnTo>
                      <a:pt x="50850" y="325850"/>
                    </a:lnTo>
                    <a:lnTo>
                      <a:pt x="50000" y="325850"/>
                    </a:lnTo>
                    <a:close/>
                    <a:moveTo>
                      <a:pt x="52500" y="327500"/>
                    </a:moveTo>
                    <a:lnTo>
                      <a:pt x="53200" y="327500"/>
                    </a:lnTo>
                    <a:lnTo>
                      <a:pt x="53200" y="328200"/>
                    </a:lnTo>
                    <a:lnTo>
                      <a:pt x="52500" y="328200"/>
                    </a:lnTo>
                    <a:close/>
                    <a:moveTo>
                      <a:pt x="55000" y="325000"/>
                    </a:moveTo>
                    <a:lnTo>
                      <a:pt x="55850" y="325000"/>
                    </a:lnTo>
                    <a:lnTo>
                      <a:pt x="55850" y="325850"/>
                    </a:lnTo>
                    <a:lnTo>
                      <a:pt x="55000" y="325850"/>
                    </a:lnTo>
                    <a:close/>
                    <a:moveTo>
                      <a:pt x="57500" y="327500"/>
                    </a:moveTo>
                    <a:lnTo>
                      <a:pt x="58200" y="327500"/>
                    </a:lnTo>
                    <a:lnTo>
                      <a:pt x="58200" y="328200"/>
                    </a:lnTo>
                    <a:lnTo>
                      <a:pt x="57500" y="328200"/>
                    </a:lnTo>
                    <a:close/>
                    <a:moveTo>
                      <a:pt x="60000" y="325000"/>
                    </a:moveTo>
                    <a:lnTo>
                      <a:pt x="60850" y="325000"/>
                    </a:lnTo>
                    <a:lnTo>
                      <a:pt x="60850" y="325850"/>
                    </a:lnTo>
                    <a:lnTo>
                      <a:pt x="60000" y="325850"/>
                    </a:lnTo>
                    <a:close/>
                    <a:moveTo>
                      <a:pt x="62500" y="327500"/>
                    </a:moveTo>
                    <a:lnTo>
                      <a:pt x="63200" y="327500"/>
                    </a:lnTo>
                    <a:lnTo>
                      <a:pt x="63200" y="328200"/>
                    </a:lnTo>
                    <a:lnTo>
                      <a:pt x="62500" y="328200"/>
                    </a:lnTo>
                    <a:close/>
                    <a:moveTo>
                      <a:pt x="65000" y="325000"/>
                    </a:moveTo>
                    <a:lnTo>
                      <a:pt x="65850" y="325000"/>
                    </a:lnTo>
                    <a:lnTo>
                      <a:pt x="65850" y="325850"/>
                    </a:lnTo>
                    <a:lnTo>
                      <a:pt x="65000" y="325850"/>
                    </a:lnTo>
                    <a:close/>
                    <a:moveTo>
                      <a:pt x="67500" y="327500"/>
                    </a:moveTo>
                    <a:lnTo>
                      <a:pt x="68200" y="327500"/>
                    </a:lnTo>
                    <a:lnTo>
                      <a:pt x="68200" y="328200"/>
                    </a:lnTo>
                    <a:lnTo>
                      <a:pt x="67500" y="328200"/>
                    </a:lnTo>
                    <a:close/>
                    <a:moveTo>
                      <a:pt x="70000" y="325000"/>
                    </a:moveTo>
                    <a:lnTo>
                      <a:pt x="70850" y="325000"/>
                    </a:lnTo>
                    <a:lnTo>
                      <a:pt x="70850" y="325850"/>
                    </a:lnTo>
                    <a:lnTo>
                      <a:pt x="70000" y="325850"/>
                    </a:lnTo>
                    <a:close/>
                    <a:moveTo>
                      <a:pt x="72500" y="327500"/>
                    </a:moveTo>
                    <a:lnTo>
                      <a:pt x="73200" y="327500"/>
                    </a:lnTo>
                    <a:lnTo>
                      <a:pt x="73200" y="328200"/>
                    </a:lnTo>
                    <a:lnTo>
                      <a:pt x="72500" y="328200"/>
                    </a:lnTo>
                    <a:close/>
                    <a:moveTo>
                      <a:pt x="75000" y="325000"/>
                    </a:moveTo>
                    <a:lnTo>
                      <a:pt x="75850" y="325000"/>
                    </a:lnTo>
                    <a:lnTo>
                      <a:pt x="75850" y="325850"/>
                    </a:lnTo>
                    <a:lnTo>
                      <a:pt x="75000" y="325850"/>
                    </a:lnTo>
                    <a:close/>
                    <a:moveTo>
                      <a:pt x="77500" y="327500"/>
                    </a:moveTo>
                    <a:lnTo>
                      <a:pt x="78200" y="327500"/>
                    </a:lnTo>
                    <a:lnTo>
                      <a:pt x="78200" y="328200"/>
                    </a:lnTo>
                    <a:lnTo>
                      <a:pt x="77500" y="328200"/>
                    </a:lnTo>
                    <a:close/>
                    <a:moveTo>
                      <a:pt x="80000" y="325000"/>
                    </a:moveTo>
                    <a:lnTo>
                      <a:pt x="80850" y="325000"/>
                    </a:lnTo>
                    <a:lnTo>
                      <a:pt x="80850" y="325850"/>
                    </a:lnTo>
                    <a:lnTo>
                      <a:pt x="80000" y="325850"/>
                    </a:lnTo>
                    <a:close/>
                    <a:moveTo>
                      <a:pt x="82500" y="327500"/>
                    </a:moveTo>
                    <a:lnTo>
                      <a:pt x="83200" y="327500"/>
                    </a:lnTo>
                    <a:lnTo>
                      <a:pt x="83200" y="328200"/>
                    </a:lnTo>
                    <a:lnTo>
                      <a:pt x="82500" y="328200"/>
                    </a:lnTo>
                    <a:close/>
                    <a:moveTo>
                      <a:pt x="85000" y="325000"/>
                    </a:moveTo>
                    <a:lnTo>
                      <a:pt x="85850" y="325000"/>
                    </a:lnTo>
                    <a:lnTo>
                      <a:pt x="85850" y="325850"/>
                    </a:lnTo>
                    <a:lnTo>
                      <a:pt x="85000" y="325850"/>
                    </a:lnTo>
                    <a:close/>
                    <a:moveTo>
                      <a:pt x="87500" y="327500"/>
                    </a:moveTo>
                    <a:lnTo>
                      <a:pt x="88200" y="327500"/>
                    </a:lnTo>
                    <a:lnTo>
                      <a:pt x="88200" y="328200"/>
                    </a:lnTo>
                    <a:lnTo>
                      <a:pt x="87500" y="328200"/>
                    </a:lnTo>
                    <a:close/>
                    <a:moveTo>
                      <a:pt x="90000" y="325000"/>
                    </a:moveTo>
                    <a:lnTo>
                      <a:pt x="90850" y="325000"/>
                    </a:lnTo>
                    <a:lnTo>
                      <a:pt x="90850" y="325850"/>
                    </a:lnTo>
                    <a:lnTo>
                      <a:pt x="90000" y="325850"/>
                    </a:lnTo>
                    <a:close/>
                    <a:moveTo>
                      <a:pt x="92500" y="327500"/>
                    </a:moveTo>
                    <a:lnTo>
                      <a:pt x="93200" y="327500"/>
                    </a:lnTo>
                    <a:lnTo>
                      <a:pt x="93200" y="328200"/>
                    </a:lnTo>
                    <a:lnTo>
                      <a:pt x="92500" y="328200"/>
                    </a:lnTo>
                    <a:close/>
                    <a:moveTo>
                      <a:pt x="95000" y="325000"/>
                    </a:moveTo>
                    <a:lnTo>
                      <a:pt x="95850" y="325000"/>
                    </a:lnTo>
                    <a:lnTo>
                      <a:pt x="95850" y="325850"/>
                    </a:lnTo>
                    <a:lnTo>
                      <a:pt x="95000" y="325850"/>
                    </a:lnTo>
                    <a:close/>
                    <a:moveTo>
                      <a:pt x="97500" y="327500"/>
                    </a:moveTo>
                    <a:lnTo>
                      <a:pt x="98200" y="327500"/>
                    </a:lnTo>
                    <a:lnTo>
                      <a:pt x="98200" y="328200"/>
                    </a:lnTo>
                    <a:lnTo>
                      <a:pt x="97500" y="328200"/>
                    </a:lnTo>
                    <a:close/>
                    <a:moveTo>
                      <a:pt x="100000" y="325000"/>
                    </a:moveTo>
                    <a:lnTo>
                      <a:pt x="100850" y="325000"/>
                    </a:lnTo>
                    <a:lnTo>
                      <a:pt x="100850" y="325850"/>
                    </a:lnTo>
                    <a:lnTo>
                      <a:pt x="100000" y="325850"/>
                    </a:lnTo>
                    <a:close/>
                    <a:moveTo>
                      <a:pt x="102500" y="327500"/>
                    </a:moveTo>
                    <a:lnTo>
                      <a:pt x="103200" y="327500"/>
                    </a:lnTo>
                    <a:lnTo>
                      <a:pt x="103200" y="328200"/>
                    </a:lnTo>
                    <a:lnTo>
                      <a:pt x="102500" y="328200"/>
                    </a:lnTo>
                    <a:close/>
                    <a:moveTo>
                      <a:pt x="105000" y="325000"/>
                    </a:moveTo>
                    <a:lnTo>
                      <a:pt x="105850" y="325000"/>
                    </a:lnTo>
                    <a:lnTo>
                      <a:pt x="105850" y="325850"/>
                    </a:lnTo>
                    <a:lnTo>
                      <a:pt x="105000" y="325850"/>
                    </a:lnTo>
                    <a:close/>
                    <a:moveTo>
                      <a:pt x="107500" y="327500"/>
                    </a:moveTo>
                    <a:lnTo>
                      <a:pt x="108200" y="327500"/>
                    </a:lnTo>
                    <a:lnTo>
                      <a:pt x="108200" y="328200"/>
                    </a:lnTo>
                    <a:lnTo>
                      <a:pt x="107500" y="328200"/>
                    </a:lnTo>
                    <a:close/>
                    <a:moveTo>
                      <a:pt x="110000" y="325000"/>
                    </a:moveTo>
                    <a:lnTo>
                      <a:pt x="110850" y="325000"/>
                    </a:lnTo>
                    <a:lnTo>
                      <a:pt x="110850" y="325850"/>
                    </a:lnTo>
                    <a:lnTo>
                      <a:pt x="110000" y="325850"/>
                    </a:lnTo>
                    <a:close/>
                    <a:moveTo>
                      <a:pt x="112500" y="327500"/>
                    </a:moveTo>
                    <a:lnTo>
                      <a:pt x="113200" y="327500"/>
                    </a:lnTo>
                    <a:lnTo>
                      <a:pt x="113200" y="328200"/>
                    </a:lnTo>
                    <a:lnTo>
                      <a:pt x="112500" y="328200"/>
                    </a:lnTo>
                    <a:close/>
                    <a:moveTo>
                      <a:pt x="115000" y="325000"/>
                    </a:moveTo>
                    <a:lnTo>
                      <a:pt x="115850" y="325000"/>
                    </a:lnTo>
                    <a:lnTo>
                      <a:pt x="115850" y="325850"/>
                    </a:lnTo>
                    <a:lnTo>
                      <a:pt x="115000" y="325850"/>
                    </a:lnTo>
                    <a:close/>
                    <a:moveTo>
                      <a:pt x="117500" y="327500"/>
                    </a:moveTo>
                    <a:lnTo>
                      <a:pt x="118200" y="327500"/>
                    </a:lnTo>
                    <a:lnTo>
                      <a:pt x="118200" y="328200"/>
                    </a:lnTo>
                    <a:lnTo>
                      <a:pt x="117500" y="328200"/>
                    </a:lnTo>
                    <a:close/>
                    <a:moveTo>
                      <a:pt x="120000" y="325000"/>
                    </a:moveTo>
                    <a:lnTo>
                      <a:pt x="120850" y="325000"/>
                    </a:lnTo>
                    <a:lnTo>
                      <a:pt x="120850" y="325850"/>
                    </a:lnTo>
                    <a:lnTo>
                      <a:pt x="120000" y="325850"/>
                    </a:lnTo>
                    <a:close/>
                    <a:moveTo>
                      <a:pt x="122500" y="327500"/>
                    </a:moveTo>
                    <a:lnTo>
                      <a:pt x="123200" y="327500"/>
                    </a:lnTo>
                    <a:lnTo>
                      <a:pt x="123200" y="328200"/>
                    </a:lnTo>
                    <a:lnTo>
                      <a:pt x="122500" y="328200"/>
                    </a:lnTo>
                    <a:close/>
                    <a:moveTo>
                      <a:pt x="125000" y="325000"/>
                    </a:moveTo>
                    <a:lnTo>
                      <a:pt x="125850" y="325000"/>
                    </a:lnTo>
                    <a:lnTo>
                      <a:pt x="125850" y="325850"/>
                    </a:lnTo>
                    <a:lnTo>
                      <a:pt x="125000" y="325850"/>
                    </a:lnTo>
                    <a:close/>
                    <a:moveTo>
                      <a:pt x="127500" y="327500"/>
                    </a:moveTo>
                    <a:lnTo>
                      <a:pt x="128200" y="327500"/>
                    </a:lnTo>
                    <a:lnTo>
                      <a:pt x="128200" y="328200"/>
                    </a:lnTo>
                    <a:lnTo>
                      <a:pt x="127500" y="328200"/>
                    </a:lnTo>
                    <a:close/>
                    <a:moveTo>
                      <a:pt x="130000" y="325000"/>
                    </a:moveTo>
                    <a:lnTo>
                      <a:pt x="130850" y="325000"/>
                    </a:lnTo>
                    <a:lnTo>
                      <a:pt x="130850" y="325850"/>
                    </a:lnTo>
                    <a:lnTo>
                      <a:pt x="130000" y="325850"/>
                    </a:lnTo>
                    <a:close/>
                    <a:moveTo>
                      <a:pt x="132500" y="327500"/>
                    </a:moveTo>
                    <a:lnTo>
                      <a:pt x="133200" y="327500"/>
                    </a:lnTo>
                    <a:lnTo>
                      <a:pt x="133200" y="328200"/>
                    </a:lnTo>
                    <a:lnTo>
                      <a:pt x="132500" y="328200"/>
                    </a:lnTo>
                    <a:close/>
                    <a:moveTo>
                      <a:pt x="135000" y="325000"/>
                    </a:moveTo>
                    <a:lnTo>
                      <a:pt x="135850" y="325000"/>
                    </a:lnTo>
                    <a:lnTo>
                      <a:pt x="135850" y="325850"/>
                    </a:lnTo>
                    <a:lnTo>
                      <a:pt x="135000" y="325850"/>
                    </a:lnTo>
                    <a:close/>
                    <a:moveTo>
                      <a:pt x="137500" y="327500"/>
                    </a:moveTo>
                    <a:lnTo>
                      <a:pt x="138200" y="327500"/>
                    </a:lnTo>
                    <a:lnTo>
                      <a:pt x="138200" y="328200"/>
                    </a:lnTo>
                    <a:lnTo>
                      <a:pt x="137500" y="328200"/>
                    </a:lnTo>
                    <a:close/>
                    <a:moveTo>
                      <a:pt x="140000" y="325000"/>
                    </a:moveTo>
                    <a:lnTo>
                      <a:pt x="140850" y="325000"/>
                    </a:lnTo>
                    <a:lnTo>
                      <a:pt x="140850" y="325850"/>
                    </a:lnTo>
                    <a:lnTo>
                      <a:pt x="140000" y="325850"/>
                    </a:lnTo>
                    <a:close/>
                    <a:moveTo>
                      <a:pt x="142500" y="327500"/>
                    </a:moveTo>
                    <a:lnTo>
                      <a:pt x="143200" y="327500"/>
                    </a:lnTo>
                    <a:lnTo>
                      <a:pt x="143200" y="328200"/>
                    </a:lnTo>
                    <a:lnTo>
                      <a:pt x="142500" y="328200"/>
                    </a:lnTo>
                    <a:close/>
                    <a:moveTo>
                      <a:pt x="145000" y="325000"/>
                    </a:moveTo>
                    <a:lnTo>
                      <a:pt x="145850" y="325000"/>
                    </a:lnTo>
                    <a:lnTo>
                      <a:pt x="145850" y="325850"/>
                    </a:lnTo>
                    <a:lnTo>
                      <a:pt x="145000" y="325850"/>
                    </a:lnTo>
                    <a:close/>
                    <a:moveTo>
                      <a:pt x="147500" y="327500"/>
                    </a:moveTo>
                    <a:lnTo>
                      <a:pt x="148200" y="327500"/>
                    </a:lnTo>
                    <a:lnTo>
                      <a:pt x="148200" y="328200"/>
                    </a:lnTo>
                    <a:lnTo>
                      <a:pt x="147500" y="328200"/>
                    </a:lnTo>
                    <a:close/>
                    <a:moveTo>
                      <a:pt x="150000" y="325000"/>
                    </a:moveTo>
                    <a:lnTo>
                      <a:pt x="150850" y="325000"/>
                    </a:lnTo>
                    <a:lnTo>
                      <a:pt x="150850" y="325850"/>
                    </a:lnTo>
                    <a:lnTo>
                      <a:pt x="150000" y="325850"/>
                    </a:lnTo>
                    <a:close/>
                    <a:moveTo>
                      <a:pt x="152500" y="327500"/>
                    </a:moveTo>
                    <a:lnTo>
                      <a:pt x="153200" y="327500"/>
                    </a:lnTo>
                    <a:lnTo>
                      <a:pt x="153200" y="328200"/>
                    </a:lnTo>
                    <a:lnTo>
                      <a:pt x="152500" y="328200"/>
                    </a:lnTo>
                    <a:close/>
                    <a:moveTo>
                      <a:pt x="155000" y="325000"/>
                    </a:moveTo>
                    <a:lnTo>
                      <a:pt x="155850" y="325000"/>
                    </a:lnTo>
                    <a:lnTo>
                      <a:pt x="155850" y="325850"/>
                    </a:lnTo>
                    <a:lnTo>
                      <a:pt x="155000" y="325850"/>
                    </a:lnTo>
                    <a:close/>
                    <a:moveTo>
                      <a:pt x="157500" y="327500"/>
                    </a:moveTo>
                    <a:lnTo>
                      <a:pt x="158200" y="327500"/>
                    </a:lnTo>
                    <a:lnTo>
                      <a:pt x="158200" y="328200"/>
                    </a:lnTo>
                    <a:lnTo>
                      <a:pt x="157500" y="328200"/>
                    </a:lnTo>
                    <a:close/>
                    <a:moveTo>
                      <a:pt x="160000" y="325000"/>
                    </a:moveTo>
                    <a:lnTo>
                      <a:pt x="160850" y="325000"/>
                    </a:lnTo>
                    <a:lnTo>
                      <a:pt x="160850" y="325850"/>
                    </a:lnTo>
                    <a:lnTo>
                      <a:pt x="160000" y="325850"/>
                    </a:lnTo>
                    <a:close/>
                    <a:moveTo>
                      <a:pt x="162500" y="327500"/>
                    </a:moveTo>
                    <a:lnTo>
                      <a:pt x="163200" y="327500"/>
                    </a:lnTo>
                    <a:lnTo>
                      <a:pt x="163200" y="328200"/>
                    </a:lnTo>
                    <a:lnTo>
                      <a:pt x="162500" y="328200"/>
                    </a:lnTo>
                    <a:close/>
                    <a:moveTo>
                      <a:pt x="165000" y="325000"/>
                    </a:moveTo>
                    <a:lnTo>
                      <a:pt x="165850" y="325000"/>
                    </a:lnTo>
                    <a:lnTo>
                      <a:pt x="165850" y="325850"/>
                    </a:lnTo>
                    <a:lnTo>
                      <a:pt x="165000" y="325850"/>
                    </a:lnTo>
                    <a:close/>
                    <a:moveTo>
                      <a:pt x="167500" y="327500"/>
                    </a:moveTo>
                    <a:lnTo>
                      <a:pt x="168200" y="327500"/>
                    </a:lnTo>
                    <a:lnTo>
                      <a:pt x="168200" y="328200"/>
                    </a:lnTo>
                    <a:lnTo>
                      <a:pt x="167500" y="328200"/>
                    </a:lnTo>
                    <a:close/>
                    <a:moveTo>
                      <a:pt x="170000" y="325000"/>
                    </a:moveTo>
                    <a:lnTo>
                      <a:pt x="170850" y="325000"/>
                    </a:lnTo>
                    <a:lnTo>
                      <a:pt x="170850" y="325850"/>
                    </a:lnTo>
                    <a:lnTo>
                      <a:pt x="170000" y="325850"/>
                    </a:lnTo>
                    <a:close/>
                    <a:moveTo>
                      <a:pt x="172500" y="327500"/>
                    </a:moveTo>
                    <a:lnTo>
                      <a:pt x="173200" y="327500"/>
                    </a:lnTo>
                    <a:lnTo>
                      <a:pt x="173200" y="328200"/>
                    </a:lnTo>
                    <a:lnTo>
                      <a:pt x="172500" y="328200"/>
                    </a:lnTo>
                    <a:close/>
                    <a:moveTo>
                      <a:pt x="175000" y="325000"/>
                    </a:moveTo>
                    <a:lnTo>
                      <a:pt x="175850" y="325000"/>
                    </a:lnTo>
                    <a:lnTo>
                      <a:pt x="175850" y="325850"/>
                    </a:lnTo>
                    <a:lnTo>
                      <a:pt x="175000" y="325850"/>
                    </a:lnTo>
                    <a:close/>
                    <a:moveTo>
                      <a:pt x="177500" y="327500"/>
                    </a:moveTo>
                    <a:lnTo>
                      <a:pt x="178200" y="327500"/>
                    </a:lnTo>
                    <a:lnTo>
                      <a:pt x="178200" y="328200"/>
                    </a:lnTo>
                    <a:lnTo>
                      <a:pt x="177500" y="328200"/>
                    </a:lnTo>
                    <a:close/>
                    <a:moveTo>
                      <a:pt x="180000" y="325000"/>
                    </a:moveTo>
                    <a:lnTo>
                      <a:pt x="180850" y="325000"/>
                    </a:lnTo>
                    <a:lnTo>
                      <a:pt x="180850" y="325850"/>
                    </a:lnTo>
                    <a:lnTo>
                      <a:pt x="180000" y="325850"/>
                    </a:lnTo>
                    <a:close/>
                    <a:moveTo>
                      <a:pt x="182500" y="327500"/>
                    </a:moveTo>
                    <a:lnTo>
                      <a:pt x="183200" y="327500"/>
                    </a:lnTo>
                    <a:lnTo>
                      <a:pt x="183200" y="328200"/>
                    </a:lnTo>
                    <a:lnTo>
                      <a:pt x="182500" y="328200"/>
                    </a:lnTo>
                    <a:close/>
                    <a:moveTo>
                      <a:pt x="185000" y="325000"/>
                    </a:moveTo>
                    <a:lnTo>
                      <a:pt x="185850" y="325000"/>
                    </a:lnTo>
                    <a:lnTo>
                      <a:pt x="185850" y="325850"/>
                    </a:lnTo>
                    <a:lnTo>
                      <a:pt x="185000" y="325850"/>
                    </a:lnTo>
                    <a:close/>
                    <a:moveTo>
                      <a:pt x="187500" y="327500"/>
                    </a:moveTo>
                    <a:lnTo>
                      <a:pt x="188200" y="327500"/>
                    </a:lnTo>
                    <a:lnTo>
                      <a:pt x="188200" y="328200"/>
                    </a:lnTo>
                    <a:lnTo>
                      <a:pt x="187500" y="328200"/>
                    </a:lnTo>
                    <a:close/>
                    <a:moveTo>
                      <a:pt x="190000" y="325000"/>
                    </a:moveTo>
                    <a:lnTo>
                      <a:pt x="190850" y="325000"/>
                    </a:lnTo>
                    <a:lnTo>
                      <a:pt x="190850" y="325850"/>
                    </a:lnTo>
                    <a:lnTo>
                      <a:pt x="190000" y="325850"/>
                    </a:lnTo>
                    <a:close/>
                    <a:moveTo>
                      <a:pt x="192500" y="327500"/>
                    </a:moveTo>
                    <a:lnTo>
                      <a:pt x="193200" y="327500"/>
                    </a:lnTo>
                    <a:lnTo>
                      <a:pt x="193200" y="328200"/>
                    </a:lnTo>
                    <a:lnTo>
                      <a:pt x="192500" y="328200"/>
                    </a:lnTo>
                    <a:close/>
                    <a:moveTo>
                      <a:pt x="195000" y="325000"/>
                    </a:moveTo>
                    <a:lnTo>
                      <a:pt x="195850" y="325000"/>
                    </a:lnTo>
                    <a:lnTo>
                      <a:pt x="195850" y="325850"/>
                    </a:lnTo>
                    <a:lnTo>
                      <a:pt x="195000" y="325850"/>
                    </a:lnTo>
                    <a:close/>
                    <a:moveTo>
                      <a:pt x="197500" y="327500"/>
                    </a:moveTo>
                    <a:lnTo>
                      <a:pt x="198200" y="327500"/>
                    </a:lnTo>
                    <a:lnTo>
                      <a:pt x="198200" y="328200"/>
                    </a:lnTo>
                    <a:lnTo>
                      <a:pt x="197500" y="328200"/>
                    </a:lnTo>
                    <a:close/>
                    <a:moveTo>
                      <a:pt x="200000" y="325000"/>
                    </a:moveTo>
                    <a:lnTo>
                      <a:pt x="200850" y="325000"/>
                    </a:lnTo>
                    <a:lnTo>
                      <a:pt x="200850" y="325850"/>
                    </a:lnTo>
                    <a:lnTo>
                      <a:pt x="200000" y="325850"/>
                    </a:lnTo>
                    <a:close/>
                    <a:moveTo>
                      <a:pt x="202500" y="327500"/>
                    </a:moveTo>
                    <a:lnTo>
                      <a:pt x="203200" y="327500"/>
                    </a:lnTo>
                    <a:lnTo>
                      <a:pt x="203200" y="328200"/>
                    </a:lnTo>
                    <a:lnTo>
                      <a:pt x="202500" y="328200"/>
                    </a:lnTo>
                    <a:close/>
                    <a:moveTo>
                      <a:pt x="205000" y="325000"/>
                    </a:moveTo>
                    <a:lnTo>
                      <a:pt x="205850" y="325000"/>
                    </a:lnTo>
                    <a:lnTo>
                      <a:pt x="205850" y="325850"/>
                    </a:lnTo>
                    <a:lnTo>
                      <a:pt x="205000" y="325850"/>
                    </a:lnTo>
                    <a:close/>
                    <a:moveTo>
                      <a:pt x="207500" y="327500"/>
                    </a:moveTo>
                    <a:lnTo>
                      <a:pt x="208200" y="327500"/>
                    </a:lnTo>
                    <a:lnTo>
                      <a:pt x="208200" y="328200"/>
                    </a:lnTo>
                    <a:lnTo>
                      <a:pt x="207500" y="328200"/>
                    </a:lnTo>
                    <a:close/>
                    <a:moveTo>
                      <a:pt x="210000" y="325000"/>
                    </a:moveTo>
                    <a:lnTo>
                      <a:pt x="210850" y="325000"/>
                    </a:lnTo>
                    <a:lnTo>
                      <a:pt x="210850" y="325850"/>
                    </a:lnTo>
                    <a:lnTo>
                      <a:pt x="210000" y="325850"/>
                    </a:lnTo>
                    <a:close/>
                    <a:moveTo>
                      <a:pt x="212500" y="327500"/>
                    </a:moveTo>
                    <a:lnTo>
                      <a:pt x="213200" y="327500"/>
                    </a:lnTo>
                    <a:lnTo>
                      <a:pt x="213200" y="328200"/>
                    </a:lnTo>
                    <a:lnTo>
                      <a:pt x="212500" y="328200"/>
                    </a:lnTo>
                    <a:close/>
                    <a:moveTo>
                      <a:pt x="215000" y="325000"/>
                    </a:moveTo>
                    <a:lnTo>
                      <a:pt x="215850" y="325000"/>
                    </a:lnTo>
                    <a:lnTo>
                      <a:pt x="215850" y="325850"/>
                    </a:lnTo>
                    <a:lnTo>
                      <a:pt x="215000" y="325850"/>
                    </a:lnTo>
                    <a:close/>
                    <a:moveTo>
                      <a:pt x="217500" y="327500"/>
                    </a:moveTo>
                    <a:lnTo>
                      <a:pt x="218200" y="327500"/>
                    </a:lnTo>
                    <a:lnTo>
                      <a:pt x="218200" y="328200"/>
                    </a:lnTo>
                    <a:lnTo>
                      <a:pt x="217500" y="328200"/>
                    </a:lnTo>
                    <a:close/>
                    <a:moveTo>
                      <a:pt x="220000" y="325000"/>
                    </a:moveTo>
                    <a:lnTo>
                      <a:pt x="220850" y="325000"/>
                    </a:lnTo>
                    <a:lnTo>
                      <a:pt x="220850" y="325850"/>
                    </a:lnTo>
                    <a:lnTo>
                      <a:pt x="220000" y="325850"/>
                    </a:lnTo>
                    <a:close/>
                    <a:moveTo>
                      <a:pt x="222500" y="327500"/>
                    </a:moveTo>
                    <a:lnTo>
                      <a:pt x="223200" y="327500"/>
                    </a:lnTo>
                    <a:lnTo>
                      <a:pt x="223200" y="328200"/>
                    </a:lnTo>
                    <a:lnTo>
                      <a:pt x="222500" y="328200"/>
                    </a:lnTo>
                    <a:close/>
                    <a:moveTo>
                      <a:pt x="225000" y="325000"/>
                    </a:moveTo>
                    <a:lnTo>
                      <a:pt x="225850" y="325000"/>
                    </a:lnTo>
                    <a:lnTo>
                      <a:pt x="225850" y="325850"/>
                    </a:lnTo>
                    <a:lnTo>
                      <a:pt x="225000" y="325850"/>
                    </a:lnTo>
                    <a:close/>
                    <a:moveTo>
                      <a:pt x="227500" y="327500"/>
                    </a:moveTo>
                    <a:lnTo>
                      <a:pt x="228200" y="327500"/>
                    </a:lnTo>
                    <a:lnTo>
                      <a:pt x="228200" y="328200"/>
                    </a:lnTo>
                    <a:lnTo>
                      <a:pt x="227500" y="328200"/>
                    </a:lnTo>
                    <a:close/>
                    <a:moveTo>
                      <a:pt x="230000" y="325000"/>
                    </a:moveTo>
                    <a:lnTo>
                      <a:pt x="230850" y="325000"/>
                    </a:lnTo>
                    <a:lnTo>
                      <a:pt x="230850" y="325850"/>
                    </a:lnTo>
                    <a:lnTo>
                      <a:pt x="230000" y="325850"/>
                    </a:lnTo>
                    <a:close/>
                    <a:moveTo>
                      <a:pt x="232500" y="327500"/>
                    </a:moveTo>
                    <a:lnTo>
                      <a:pt x="233200" y="327500"/>
                    </a:lnTo>
                    <a:lnTo>
                      <a:pt x="233200" y="328200"/>
                    </a:lnTo>
                    <a:lnTo>
                      <a:pt x="232500" y="328200"/>
                    </a:lnTo>
                    <a:close/>
                    <a:moveTo>
                      <a:pt x="235000" y="325000"/>
                    </a:moveTo>
                    <a:lnTo>
                      <a:pt x="235850" y="325000"/>
                    </a:lnTo>
                    <a:lnTo>
                      <a:pt x="235850" y="325850"/>
                    </a:lnTo>
                    <a:lnTo>
                      <a:pt x="235000" y="325850"/>
                    </a:lnTo>
                    <a:close/>
                    <a:moveTo>
                      <a:pt x="237500" y="327500"/>
                    </a:moveTo>
                    <a:lnTo>
                      <a:pt x="238200" y="327500"/>
                    </a:lnTo>
                    <a:lnTo>
                      <a:pt x="238200" y="328200"/>
                    </a:lnTo>
                    <a:lnTo>
                      <a:pt x="237500" y="328200"/>
                    </a:lnTo>
                    <a:close/>
                    <a:moveTo>
                      <a:pt x="240000" y="325000"/>
                    </a:moveTo>
                    <a:lnTo>
                      <a:pt x="240850" y="325000"/>
                    </a:lnTo>
                    <a:lnTo>
                      <a:pt x="240850" y="325850"/>
                    </a:lnTo>
                    <a:lnTo>
                      <a:pt x="240000" y="325850"/>
                    </a:lnTo>
                    <a:close/>
                    <a:moveTo>
                      <a:pt x="242500" y="327500"/>
                    </a:moveTo>
                    <a:lnTo>
                      <a:pt x="243200" y="327500"/>
                    </a:lnTo>
                    <a:lnTo>
                      <a:pt x="243200" y="328200"/>
                    </a:lnTo>
                    <a:lnTo>
                      <a:pt x="242500" y="328200"/>
                    </a:lnTo>
                    <a:close/>
                    <a:moveTo>
                      <a:pt x="245000" y="325000"/>
                    </a:moveTo>
                    <a:lnTo>
                      <a:pt x="245850" y="325000"/>
                    </a:lnTo>
                    <a:lnTo>
                      <a:pt x="245850" y="325850"/>
                    </a:lnTo>
                    <a:lnTo>
                      <a:pt x="245000" y="325850"/>
                    </a:lnTo>
                    <a:close/>
                    <a:moveTo>
                      <a:pt x="247500" y="327500"/>
                    </a:moveTo>
                    <a:lnTo>
                      <a:pt x="248200" y="327500"/>
                    </a:lnTo>
                    <a:lnTo>
                      <a:pt x="248200" y="328200"/>
                    </a:lnTo>
                    <a:lnTo>
                      <a:pt x="247500" y="328200"/>
                    </a:lnTo>
                    <a:close/>
                    <a:moveTo>
                      <a:pt x="250000" y="325000"/>
                    </a:moveTo>
                    <a:lnTo>
                      <a:pt x="250850" y="325000"/>
                    </a:lnTo>
                    <a:lnTo>
                      <a:pt x="250850" y="325850"/>
                    </a:lnTo>
                    <a:lnTo>
                      <a:pt x="250000" y="325850"/>
                    </a:lnTo>
                    <a:close/>
                    <a:moveTo>
                      <a:pt x="252500" y="327500"/>
                    </a:moveTo>
                    <a:lnTo>
                      <a:pt x="253200" y="327500"/>
                    </a:lnTo>
                    <a:lnTo>
                      <a:pt x="253200" y="328200"/>
                    </a:lnTo>
                    <a:lnTo>
                      <a:pt x="252500" y="328200"/>
                    </a:lnTo>
                    <a:close/>
                    <a:moveTo>
                      <a:pt x="255000" y="325000"/>
                    </a:moveTo>
                    <a:lnTo>
                      <a:pt x="255850" y="325000"/>
                    </a:lnTo>
                    <a:lnTo>
                      <a:pt x="255850" y="325850"/>
                    </a:lnTo>
                    <a:lnTo>
                      <a:pt x="255000" y="325850"/>
                    </a:lnTo>
                    <a:close/>
                    <a:moveTo>
                      <a:pt x="257500" y="327500"/>
                    </a:moveTo>
                    <a:lnTo>
                      <a:pt x="258200" y="327500"/>
                    </a:lnTo>
                    <a:lnTo>
                      <a:pt x="258200" y="328200"/>
                    </a:lnTo>
                    <a:lnTo>
                      <a:pt x="257500" y="328200"/>
                    </a:lnTo>
                    <a:close/>
                    <a:moveTo>
                      <a:pt x="260000" y="325000"/>
                    </a:moveTo>
                    <a:lnTo>
                      <a:pt x="260850" y="325000"/>
                    </a:lnTo>
                    <a:lnTo>
                      <a:pt x="260850" y="325850"/>
                    </a:lnTo>
                    <a:lnTo>
                      <a:pt x="260000" y="325850"/>
                    </a:lnTo>
                    <a:close/>
                    <a:moveTo>
                      <a:pt x="262500" y="327500"/>
                    </a:moveTo>
                    <a:lnTo>
                      <a:pt x="263200" y="327500"/>
                    </a:lnTo>
                    <a:lnTo>
                      <a:pt x="263200" y="328200"/>
                    </a:lnTo>
                    <a:lnTo>
                      <a:pt x="262500" y="328200"/>
                    </a:lnTo>
                    <a:close/>
                    <a:moveTo>
                      <a:pt x="265000" y="325000"/>
                    </a:moveTo>
                    <a:lnTo>
                      <a:pt x="265850" y="325000"/>
                    </a:lnTo>
                    <a:lnTo>
                      <a:pt x="265850" y="325850"/>
                    </a:lnTo>
                    <a:lnTo>
                      <a:pt x="265000" y="325850"/>
                    </a:lnTo>
                    <a:close/>
                    <a:moveTo>
                      <a:pt x="267500" y="327500"/>
                    </a:moveTo>
                    <a:lnTo>
                      <a:pt x="268200" y="327500"/>
                    </a:lnTo>
                    <a:lnTo>
                      <a:pt x="268200" y="328200"/>
                    </a:lnTo>
                    <a:lnTo>
                      <a:pt x="267500" y="328200"/>
                    </a:lnTo>
                    <a:close/>
                    <a:moveTo>
                      <a:pt x="270000" y="325000"/>
                    </a:moveTo>
                    <a:lnTo>
                      <a:pt x="270850" y="325000"/>
                    </a:lnTo>
                    <a:lnTo>
                      <a:pt x="270850" y="325850"/>
                    </a:lnTo>
                    <a:lnTo>
                      <a:pt x="270000" y="325850"/>
                    </a:lnTo>
                    <a:close/>
                    <a:moveTo>
                      <a:pt x="272500" y="327500"/>
                    </a:moveTo>
                    <a:lnTo>
                      <a:pt x="273200" y="327500"/>
                    </a:lnTo>
                    <a:lnTo>
                      <a:pt x="273200" y="328200"/>
                    </a:lnTo>
                    <a:lnTo>
                      <a:pt x="272500" y="328200"/>
                    </a:lnTo>
                    <a:close/>
                    <a:moveTo>
                      <a:pt x="275000" y="325000"/>
                    </a:moveTo>
                    <a:lnTo>
                      <a:pt x="275850" y="325000"/>
                    </a:lnTo>
                    <a:lnTo>
                      <a:pt x="275850" y="325850"/>
                    </a:lnTo>
                    <a:lnTo>
                      <a:pt x="275000" y="325850"/>
                    </a:lnTo>
                    <a:close/>
                    <a:moveTo>
                      <a:pt x="277500" y="327500"/>
                    </a:moveTo>
                    <a:lnTo>
                      <a:pt x="278200" y="327500"/>
                    </a:lnTo>
                    <a:lnTo>
                      <a:pt x="278200" y="328200"/>
                    </a:lnTo>
                    <a:lnTo>
                      <a:pt x="277500" y="328200"/>
                    </a:lnTo>
                    <a:close/>
                    <a:moveTo>
                      <a:pt x="280000" y="325000"/>
                    </a:moveTo>
                    <a:lnTo>
                      <a:pt x="280850" y="325000"/>
                    </a:lnTo>
                    <a:lnTo>
                      <a:pt x="280850" y="325850"/>
                    </a:lnTo>
                    <a:lnTo>
                      <a:pt x="280000" y="325850"/>
                    </a:lnTo>
                    <a:close/>
                    <a:moveTo>
                      <a:pt x="282500" y="327500"/>
                    </a:moveTo>
                    <a:lnTo>
                      <a:pt x="283200" y="327500"/>
                    </a:lnTo>
                    <a:lnTo>
                      <a:pt x="283200" y="328200"/>
                    </a:lnTo>
                    <a:lnTo>
                      <a:pt x="282500" y="328200"/>
                    </a:lnTo>
                    <a:close/>
                    <a:moveTo>
                      <a:pt x="285000" y="325000"/>
                    </a:moveTo>
                    <a:lnTo>
                      <a:pt x="285850" y="325000"/>
                    </a:lnTo>
                    <a:lnTo>
                      <a:pt x="285850" y="325850"/>
                    </a:lnTo>
                    <a:lnTo>
                      <a:pt x="285000" y="325850"/>
                    </a:lnTo>
                    <a:close/>
                    <a:moveTo>
                      <a:pt x="287500" y="327500"/>
                    </a:moveTo>
                    <a:lnTo>
                      <a:pt x="288200" y="327500"/>
                    </a:lnTo>
                    <a:lnTo>
                      <a:pt x="288200" y="328200"/>
                    </a:lnTo>
                    <a:lnTo>
                      <a:pt x="287500" y="328200"/>
                    </a:lnTo>
                    <a:close/>
                  </a:path>
                </a:pathLst>
              </a:custGeom>
              <a:solidFill>
                <a:srgbClr val="BFECE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" name="Logical Rules header divider"/>
              <p:cNvCxnSpPr/>
              <p:nvPr/>
            </p:nvCxnSpPr>
            <p:spPr>
              <a:xfrm>
                <a:off x="457200" y="1700784"/>
                <a:ext cx="2651760" cy="0"/>
              </a:xfrm>
              <a:prstGeom prst="line">
                <a:avLst/>
              </a:prstGeom>
              <a:ln w="27432">
                <a:solidFill>
                  <a:srgbClr val="60D7CE"/>
                </a:solidFill>
              </a:ln>
              <a:effectLst/>
            </p:spPr>
          </p:cxnSp>
          <p:sp>
            <p:nvSpPr>
              <p:cNvPr id="11" name="Logical Rules"/>
              <p:cNvSpPr txBox="1"/>
              <p:nvPr/>
            </p:nvSpPr>
            <p:spPr>
              <a:xfrm>
                <a:off x="1045702" y="1252728"/>
                <a:ext cx="1621060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Logical Rules</a:t>
                </a:r>
              </a:p>
            </p:txBody>
          </p:sp>
          <p:sp>
            <p:nvSpPr>
              <p:cNvPr id="12" name="Syllogism card"/>
              <p:cNvSpPr/>
              <p:nvPr/>
            </p:nvSpPr>
            <p:spPr>
              <a:xfrm>
                <a:off x="658368" y="1847088"/>
                <a:ext cx="1371600" cy="1170432"/>
              </a:xfrm>
              <a:prstGeom prst="rect">
                <a:avLst/>
              </a:prstGeom>
              <a:solidFill>
                <a:srgbClr val="FFFFFF"/>
              </a:solidFill>
              <a:ln w="41148">
                <a:solidFill>
                  <a:srgbClr val="73DCD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3" name="Connector"/>
              <p:cNvCxnSpPr/>
              <p:nvPr/>
            </p:nvCxnSpPr>
            <p:spPr>
              <a:xfrm>
                <a:off x="658368" y="2194560"/>
                <a:ext cx="1371600" cy="0"/>
              </a:xfrm>
              <a:prstGeom prst="line">
                <a:avLst/>
              </a:prstGeom>
              <a:ln w="41148">
                <a:solidFill>
                  <a:srgbClr val="73DCD4"/>
                </a:solidFill>
              </a:ln>
              <a:effectLst/>
            </p:spPr>
          </p:cxnSp>
          <p:sp>
            <p:nvSpPr>
              <p:cNvPr id="14" name="Syllogism"/>
              <p:cNvSpPr txBox="1"/>
              <p:nvPr/>
            </p:nvSpPr>
            <p:spPr>
              <a:xfrm>
                <a:off x="916990" y="1892808"/>
                <a:ext cx="927509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Syllogism</a:t>
                </a:r>
              </a:p>
            </p:txBody>
          </p:sp>
          <p:sp>
            <p:nvSpPr>
              <p:cNvPr id="15" name="…"/>
              <p:cNvSpPr txBox="1"/>
              <p:nvPr/>
            </p:nvSpPr>
            <p:spPr>
              <a:xfrm>
                <a:off x="768096" y="2432304"/>
                <a:ext cx="237298" cy="35661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…</a:t>
                </a:r>
              </a:p>
            </p:txBody>
          </p:sp>
          <p:sp>
            <p:nvSpPr>
              <p:cNvPr id="16" name="Instantiation card"/>
              <p:cNvSpPr/>
              <p:nvPr/>
            </p:nvSpPr>
            <p:spPr>
              <a:xfrm>
                <a:off x="1097280" y="2350008"/>
                <a:ext cx="1325880" cy="1161288"/>
              </a:xfrm>
              <a:prstGeom prst="rect">
                <a:avLst/>
              </a:prstGeom>
              <a:solidFill>
                <a:srgbClr val="FFFFFF"/>
              </a:solidFill>
              <a:ln w="41148">
                <a:solidFill>
                  <a:srgbClr val="73DCD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" name="Connector"/>
              <p:cNvCxnSpPr/>
              <p:nvPr/>
            </p:nvCxnSpPr>
            <p:spPr>
              <a:xfrm>
                <a:off x="1097280" y="2715768"/>
                <a:ext cx="1325880" cy="0"/>
              </a:xfrm>
              <a:prstGeom prst="line">
                <a:avLst/>
              </a:prstGeom>
              <a:ln w="41148">
                <a:solidFill>
                  <a:srgbClr val="73DCD4"/>
                </a:solidFill>
              </a:ln>
              <a:effectLst/>
            </p:spPr>
          </p:cxnSp>
          <p:sp>
            <p:nvSpPr>
              <p:cNvPr id="18" name="Instantiation"/>
              <p:cNvSpPr txBox="1"/>
              <p:nvPr/>
            </p:nvSpPr>
            <p:spPr>
              <a:xfrm>
                <a:off x="1176468" y="2386584"/>
                <a:ext cx="1231511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Instantiation</a:t>
                </a:r>
              </a:p>
            </p:txBody>
          </p:sp>
          <p:sp>
            <p:nvSpPr>
              <p:cNvPr id="19" name="…"/>
              <p:cNvSpPr txBox="1"/>
              <p:nvPr/>
            </p:nvSpPr>
            <p:spPr>
              <a:xfrm>
                <a:off x="1124712" y="2907792"/>
                <a:ext cx="237298" cy="35661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…</a:t>
                </a:r>
              </a:p>
            </p:txBody>
          </p:sp>
          <p:sp>
            <p:nvSpPr>
              <p:cNvPr id="20" name="Modus Ponens card"/>
              <p:cNvSpPr/>
              <p:nvPr/>
            </p:nvSpPr>
            <p:spPr>
              <a:xfrm>
                <a:off x="1389888" y="2880360"/>
                <a:ext cx="1572768" cy="1170432"/>
              </a:xfrm>
              <a:prstGeom prst="rect">
                <a:avLst/>
              </a:prstGeom>
              <a:solidFill>
                <a:srgbClr val="FFFFFF"/>
              </a:solidFill>
              <a:ln w="41148">
                <a:solidFill>
                  <a:srgbClr val="73DCD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1" name="Connector"/>
              <p:cNvCxnSpPr/>
              <p:nvPr/>
            </p:nvCxnSpPr>
            <p:spPr>
              <a:xfrm>
                <a:off x="1389888" y="3209544"/>
                <a:ext cx="1527048" cy="0"/>
              </a:xfrm>
              <a:prstGeom prst="line">
                <a:avLst/>
              </a:prstGeom>
              <a:ln w="41148">
                <a:solidFill>
                  <a:srgbClr val="73DCD4"/>
                </a:solidFill>
              </a:ln>
              <a:effectLst/>
            </p:spPr>
          </p:cxnSp>
          <p:sp>
            <p:nvSpPr>
              <p:cNvPr id="22" name="Modus Ponens"/>
              <p:cNvSpPr txBox="1"/>
              <p:nvPr/>
            </p:nvSpPr>
            <p:spPr>
              <a:xfrm>
                <a:off x="1502634" y="2898648"/>
                <a:ext cx="1420428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Modus Ponens</a:t>
                </a:r>
              </a:p>
            </p:txBody>
          </p:sp>
          <p:sp>
            <p:nvSpPr>
              <p:cNvPr id="23" name="Formula: ℱ    ℱ → 𝒢"/>
              <p:cNvSpPr txBox="1"/>
              <p:nvPr/>
            </p:nvSpPr>
            <p:spPr>
              <a:xfrm>
                <a:off x="1655064" y="3291840"/>
                <a:ext cx="1077599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ℱ</a:t>
                </a:r>
                <a:r>
                  <a:rPr sz="1584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   </a:t>
                </a:r>
                <a:r>
                  <a:rPr sz="1584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ℱ</a:t>
                </a:r>
                <a:r>
                  <a:rPr sz="1584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→ </a:t>
                </a:r>
                <a:r>
                  <a:rPr sz="1584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𝒢</a:t>
                </a:r>
              </a:p>
            </p:txBody>
          </p:sp>
          <p:cxnSp>
            <p:nvCxnSpPr>
              <p:cNvPr id="24" name="Modus Ponens inference rule"/>
              <p:cNvCxnSpPr/>
              <p:nvPr/>
            </p:nvCxnSpPr>
            <p:spPr>
              <a:xfrm>
                <a:off x="1600200" y="3611880"/>
                <a:ext cx="1042416" cy="0"/>
              </a:xfrm>
              <a:prstGeom prst="line">
                <a:avLst/>
              </a:prstGeom>
              <a:ln w="29260">
                <a:solidFill>
                  <a:srgbClr val="575757"/>
                </a:solidFill>
              </a:ln>
              <a:effectLst/>
            </p:spPr>
          </p:cxnSp>
          <p:sp>
            <p:nvSpPr>
              <p:cNvPr id="25" name="Formula: 𝒢"/>
              <p:cNvSpPr txBox="1"/>
              <p:nvPr/>
            </p:nvSpPr>
            <p:spPr>
              <a:xfrm>
                <a:off x="2423160" y="3639312"/>
                <a:ext cx="210955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𝒢</a:t>
                </a:r>
              </a:p>
            </p:txBody>
          </p:sp>
          <p:grpSp>
            <p:nvGrpSpPr>
              <p:cNvPr id="26" name="Logical rule search icon"/>
              <p:cNvGrpSpPr/>
              <p:nvPr/>
            </p:nvGrpSpPr>
            <p:grpSpPr>
              <a:xfrm>
                <a:off x="2724912" y="2240280"/>
                <a:ext cx="722376" cy="612648"/>
                <a:chOff x="2724912" y="2240280"/>
                <a:chExt cx="722376" cy="612648"/>
              </a:xfrm>
            </p:grpSpPr>
            <p:sp>
              <p:nvSpPr>
                <p:cNvPr id="27" name="Rectangle"/>
                <p:cNvSpPr/>
                <p:nvPr/>
              </p:nvSpPr>
              <p:spPr>
                <a:xfrm>
                  <a:off x="2724912" y="2240280"/>
                  <a:ext cx="722376" cy="61264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" name="Document outline"/>
                <p:cNvSpPr/>
                <p:nvPr/>
              </p:nvSpPr>
              <p:spPr>
                <a:xfrm>
                  <a:off x="2862072" y="2258568"/>
                  <a:ext cx="557784" cy="5669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1000" h="62000">
                      <a:moveTo>
                        <a:pt x="5000" y="0"/>
                      </a:moveTo>
                      <a:lnTo>
                        <a:pt x="45000" y="0"/>
                      </a:lnTo>
                      <a:lnTo>
                        <a:pt x="61000" y="13000"/>
                      </a:lnTo>
                      <a:lnTo>
                        <a:pt x="61000" y="57000"/>
                      </a:lnTo>
                      <a:quadBezTo>
                        <a:pt x="61000" y="62000"/>
                        <a:pt x="56000" y="62000"/>
                      </a:quadBezTo>
                      <a:lnTo>
                        <a:pt x="5000" y="62000"/>
                      </a:lnTo>
                      <a:quadBezTo>
                        <a:pt x="0" y="62000"/>
                        <a:pt x="0" y="57000"/>
                      </a:quadBezTo>
                      <a:lnTo>
                        <a:pt x="0" y="5000"/>
                      </a:lnTo>
                      <a:quadBezTo>
                        <a:pt x="0" y="0"/>
                        <a:pt x="5000" y="0"/>
                      </a:quadBezTo>
                      <a:close/>
                    </a:path>
                  </a:pathLst>
                </a:custGeom>
                <a:solidFill>
                  <a:srgbClr val="FFFFFF"/>
                </a:solidFill>
                <a:ln w="24688">
                  <a:solidFill>
                    <a:srgbClr val="111111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9" name="Folded corner"/>
                <p:cNvSpPr/>
                <p:nvPr/>
              </p:nvSpPr>
              <p:spPr>
                <a:xfrm>
                  <a:off x="3273552" y="2258568"/>
                  <a:ext cx="146304" cy="12801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6000" h="14000">
                      <a:moveTo>
                        <a:pt x="0" y="0"/>
                      </a:moveTo>
                      <a:lnTo>
                        <a:pt x="0" y="11000"/>
                      </a:lnTo>
                      <a:quadBezTo>
                        <a:pt x="0" y="14000"/>
                        <a:pt x="3000" y="14000"/>
                      </a:quadBezTo>
                      <a:lnTo>
                        <a:pt x="16000" y="14000"/>
                      </a:lnTo>
                    </a:path>
                  </a:pathLst>
                </a:custGeom>
                <a:noFill/>
                <a:ln w="21945">
                  <a:solidFill>
                    <a:srgbClr val="111111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30" name="Page text"/>
                <p:cNvCxnSpPr/>
                <p:nvPr/>
              </p:nvCxnSpPr>
              <p:spPr>
                <a:xfrm>
                  <a:off x="2935224" y="2322576"/>
                  <a:ext cx="274320" cy="0"/>
                </a:xfrm>
                <a:prstGeom prst="line">
                  <a:avLst/>
                </a:prstGeom>
                <a:ln w="18288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31" name="Page text"/>
                <p:cNvCxnSpPr/>
                <p:nvPr/>
              </p:nvCxnSpPr>
              <p:spPr>
                <a:xfrm>
                  <a:off x="3108960" y="2395728"/>
                  <a:ext cx="109728" cy="0"/>
                </a:xfrm>
                <a:prstGeom prst="line">
                  <a:avLst/>
                </a:prstGeom>
                <a:ln w="18288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32" name="Page text"/>
                <p:cNvCxnSpPr/>
                <p:nvPr/>
              </p:nvCxnSpPr>
              <p:spPr>
                <a:xfrm>
                  <a:off x="3163824" y="2459736"/>
                  <a:ext cx="192024" cy="0"/>
                </a:xfrm>
                <a:prstGeom prst="line">
                  <a:avLst/>
                </a:prstGeom>
                <a:ln w="18288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33" name="Page text"/>
                <p:cNvCxnSpPr/>
                <p:nvPr/>
              </p:nvCxnSpPr>
              <p:spPr>
                <a:xfrm>
                  <a:off x="3191256" y="2523744"/>
                  <a:ext cx="164592" cy="0"/>
                </a:xfrm>
                <a:prstGeom prst="line">
                  <a:avLst/>
                </a:prstGeom>
                <a:ln w="18288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34" name="Page text"/>
                <p:cNvCxnSpPr/>
                <p:nvPr/>
              </p:nvCxnSpPr>
              <p:spPr>
                <a:xfrm>
                  <a:off x="3209544" y="2587752"/>
                  <a:ext cx="146304" cy="0"/>
                </a:xfrm>
                <a:prstGeom prst="line">
                  <a:avLst/>
                </a:prstGeom>
                <a:ln w="18288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35" name="Page text"/>
                <p:cNvCxnSpPr/>
                <p:nvPr/>
              </p:nvCxnSpPr>
              <p:spPr>
                <a:xfrm>
                  <a:off x="3191256" y="2651760"/>
                  <a:ext cx="164592" cy="0"/>
                </a:xfrm>
                <a:prstGeom prst="line">
                  <a:avLst/>
                </a:prstGeom>
                <a:ln w="18288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36" name="Page text"/>
                <p:cNvCxnSpPr/>
                <p:nvPr/>
              </p:nvCxnSpPr>
              <p:spPr>
                <a:xfrm>
                  <a:off x="3246120" y="2715768"/>
                  <a:ext cx="109728" cy="0"/>
                </a:xfrm>
                <a:prstGeom prst="line">
                  <a:avLst/>
                </a:prstGeom>
                <a:ln w="18288">
                  <a:solidFill>
                    <a:srgbClr val="111111"/>
                  </a:solidFill>
                </a:ln>
                <a:effectLst/>
              </p:spPr>
            </p:cxnSp>
            <p:sp>
              <p:nvSpPr>
                <p:cNvPr id="37" name="Magnifying glass handle"/>
                <p:cNvSpPr/>
                <p:nvPr/>
              </p:nvSpPr>
              <p:spPr>
                <a:xfrm>
                  <a:off x="3063240" y="2596896"/>
                  <a:ext cx="246888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7000" h="23000">
                      <a:moveTo>
                        <a:pt x="3000" y="0"/>
                      </a:moveTo>
                      <a:lnTo>
                        <a:pt x="21000" y="15000"/>
                      </a:lnTo>
                      <a:quadBezTo>
                        <a:pt x="27000" y="23000"/>
                        <a:pt x="18000" y="21000"/>
                      </a:quadBezTo>
                      <a:lnTo>
                        <a:pt x="0" y="5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3774">
                  <a:solidFill>
                    <a:srgbClr val="111111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Magnifying glass rim"/>
                <p:cNvSpPr/>
                <p:nvPr/>
              </p:nvSpPr>
              <p:spPr>
                <a:xfrm>
                  <a:off x="2734056" y="2368296"/>
                  <a:ext cx="420624" cy="365760"/>
                </a:xfrm>
                <a:prstGeom prst="ellipse">
                  <a:avLst/>
                </a:prstGeom>
                <a:solidFill>
                  <a:srgbClr val="FFFFFF"/>
                </a:solidFill>
                <a:ln w="24688">
                  <a:solidFill>
                    <a:srgbClr val="111111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Magnifying glass lens"/>
                <p:cNvSpPr/>
                <p:nvPr/>
              </p:nvSpPr>
              <p:spPr>
                <a:xfrm>
                  <a:off x="2779776" y="2414016"/>
                  <a:ext cx="329184" cy="274320"/>
                </a:xfrm>
                <a:prstGeom prst="ellipse">
                  <a:avLst/>
                </a:prstGeom>
                <a:solidFill>
                  <a:srgbClr val="FFFFFF"/>
                </a:solidFill>
                <a:ln w="20116">
                  <a:solidFill>
                    <a:srgbClr val="111111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40" name="Magnifier detail"/>
                <p:cNvCxnSpPr/>
                <p:nvPr/>
              </p:nvCxnSpPr>
              <p:spPr>
                <a:xfrm>
                  <a:off x="2898648" y="2496312"/>
                  <a:ext cx="82296" cy="0"/>
                </a:xfrm>
                <a:prstGeom prst="line">
                  <a:avLst/>
                </a:prstGeom>
                <a:ln w="21031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41" name="Magnifier detail"/>
                <p:cNvCxnSpPr/>
                <p:nvPr/>
              </p:nvCxnSpPr>
              <p:spPr>
                <a:xfrm>
                  <a:off x="2852928" y="2551176"/>
                  <a:ext cx="182880" cy="0"/>
                </a:xfrm>
                <a:prstGeom prst="line">
                  <a:avLst/>
                </a:prstGeom>
                <a:ln w="21031">
                  <a:solidFill>
                    <a:srgbClr val="111111"/>
                  </a:solidFill>
                </a:ln>
                <a:effectLst/>
              </p:spPr>
            </p:cxnSp>
            <p:cxnSp>
              <p:nvCxnSpPr>
                <p:cNvPr id="42" name="Magnifier detail"/>
                <p:cNvCxnSpPr/>
                <p:nvPr/>
              </p:nvCxnSpPr>
              <p:spPr>
                <a:xfrm>
                  <a:off x="2898648" y="2606040"/>
                  <a:ext cx="82296" cy="0"/>
                </a:xfrm>
                <a:prstGeom prst="line">
                  <a:avLst/>
                </a:prstGeom>
                <a:ln w="21031">
                  <a:solidFill>
                    <a:srgbClr val="111111"/>
                  </a:solidFill>
                </a:ln>
                <a:effectLst/>
              </p:spPr>
            </p:cxnSp>
          </p:grpSp>
        </p:grpSp>
        <p:grpSp>
          <p:nvGrpSpPr>
            <p:cNvPr id="43" name="Backward deduction"/>
            <p:cNvGrpSpPr/>
            <p:nvPr/>
          </p:nvGrpSpPr>
          <p:grpSpPr>
            <a:xfrm>
              <a:off x="457200" y="822960"/>
              <a:ext cx="4224528" cy="5266944"/>
              <a:chOff x="457200" y="822960"/>
              <a:chExt cx="4224528" cy="5266944"/>
            </a:xfrm>
          </p:grpSpPr>
          <p:sp>
            <p:nvSpPr>
              <p:cNvPr id="44" name="Applicable rules prompt"/>
              <p:cNvSpPr/>
              <p:nvPr/>
            </p:nvSpPr>
            <p:spPr>
              <a:xfrm>
                <a:off x="457200" y="4498848"/>
                <a:ext cx="2852928" cy="850392"/>
              </a:xfrm>
              <a:prstGeom prst="rect">
                <a:avLst/>
              </a:prstGeom>
              <a:solidFill>
                <a:srgbClr val="D3F3F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Search for"/>
              <p:cNvSpPr txBox="1"/>
              <p:nvPr/>
            </p:nvSpPr>
            <p:spPr>
              <a:xfrm>
                <a:off x="1271159" y="4553712"/>
                <a:ext cx="1298162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Search for</a:t>
                </a:r>
              </a:p>
            </p:txBody>
          </p:sp>
          <p:sp>
            <p:nvSpPr>
              <p:cNvPr id="46" name="Applicable Rules"/>
              <p:cNvSpPr txBox="1"/>
              <p:nvPr/>
            </p:nvSpPr>
            <p:spPr>
              <a:xfrm>
                <a:off x="883539" y="4919472"/>
                <a:ext cx="2073402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Applicable Rules</a:t>
                </a:r>
              </a:p>
            </p:txBody>
          </p:sp>
          <p:sp>
            <p:nvSpPr>
              <p:cNvPr id="47" name="Backward deduction arrow"/>
              <p:cNvSpPr/>
              <p:nvPr/>
            </p:nvSpPr>
            <p:spPr>
              <a:xfrm>
                <a:off x="3429000" y="822960"/>
                <a:ext cx="256032" cy="5266944"/>
              </a:xfrm>
              <a:custGeom>
                <a:avLst/>
                <a:gdLst/>
                <a:ahLst/>
                <a:cxnLst/>
                <a:rect l="0" t="0" r="r" b="b"/>
                <a:pathLst>
                  <a:path w="28000" h="576000">
                    <a:moveTo>
                      <a:pt x="7000" y="576000"/>
                    </a:moveTo>
                    <a:lnTo>
                      <a:pt x="7000" y="14000"/>
                    </a:lnTo>
                    <a:lnTo>
                      <a:pt x="0" y="14000"/>
                    </a:lnTo>
                    <a:lnTo>
                      <a:pt x="14000" y="0"/>
                    </a:lnTo>
                    <a:lnTo>
                      <a:pt x="28000" y="14000"/>
                    </a:lnTo>
                    <a:lnTo>
                      <a:pt x="21000" y="14000"/>
                    </a:lnTo>
                    <a:lnTo>
                      <a:pt x="21000" y="576000"/>
                    </a:lnTo>
                    <a:close/>
                  </a:path>
                </a:pathLst>
              </a:custGeom>
              <a:solidFill>
                <a:srgbClr val="6CDCD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Deduction shaft gradient"/>
              <p:cNvSpPr/>
              <p:nvPr/>
            </p:nvSpPr>
            <p:spPr>
              <a:xfrm>
                <a:off x="3493008" y="950976"/>
                <a:ext cx="128016" cy="5138928"/>
              </a:xfrm>
              <a:prstGeom prst="rect">
                <a:avLst/>
              </a:prstGeom>
              <a:gradFill rotWithShape="1">
                <a:gsLst>
                  <a:gs pos="0">
                    <a:srgbClr val="70E3DC"/>
                  </a:gs>
                  <a:gs pos="100000">
                    <a:srgbClr val="2B9E94"/>
                  </a:gs>
                </a:gsLst>
                <a:lin scaled="0" ang="5400000"/>
              </a:gra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Backward deduction label background"/>
              <p:cNvSpPr/>
              <p:nvPr/>
            </p:nvSpPr>
            <p:spPr>
              <a:xfrm>
                <a:off x="3310128" y="4873752"/>
                <a:ext cx="1371600" cy="6217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Backward"/>
              <p:cNvSpPr txBox="1"/>
              <p:nvPr/>
            </p:nvSpPr>
            <p:spPr>
              <a:xfrm>
                <a:off x="3474720" y="4928616"/>
                <a:ext cx="1109996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 dirty="0">
                    <a:solidFill>
                      <a:srgbClr val="C90000"/>
                    </a:solidFill>
                    <a:latin typeface="Arial"/>
                    <a:ea typeface="Arial"/>
                  </a:rPr>
                  <a:t>Backward</a:t>
                </a:r>
              </a:p>
            </p:txBody>
          </p:sp>
          <p:sp>
            <p:nvSpPr>
              <p:cNvPr id="51" name="Deduction"/>
              <p:cNvSpPr txBox="1"/>
              <p:nvPr/>
            </p:nvSpPr>
            <p:spPr>
              <a:xfrm>
                <a:off x="3474720" y="5175504"/>
                <a:ext cx="1146000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 dirty="0">
                    <a:solidFill>
                      <a:srgbClr val="C90000"/>
                    </a:solidFill>
                    <a:latin typeface="Arial"/>
                    <a:ea typeface="Arial"/>
                  </a:rPr>
                  <a:t>Deduction</a:t>
                </a:r>
              </a:p>
            </p:txBody>
          </p:sp>
        </p:grpSp>
        <p:grpSp>
          <p:nvGrpSpPr>
            <p:cNvPr id="52" name="Logical tree"/>
            <p:cNvGrpSpPr/>
            <p:nvPr/>
          </p:nvGrpSpPr>
          <p:grpSpPr>
            <a:xfrm>
              <a:off x="4041648" y="640080"/>
              <a:ext cx="5181290" cy="4956048"/>
              <a:chOff x="4041648" y="640080"/>
              <a:chExt cx="5181290" cy="4956048"/>
            </a:xfrm>
          </p:grpSpPr>
          <p:sp>
            <p:nvSpPr>
              <p:cNvPr id="53" name="4 Instantiation dashed region"/>
              <p:cNvSpPr/>
              <p:nvPr/>
            </p:nvSpPr>
            <p:spPr>
              <a:xfrm>
                <a:off x="4352544" y="996696"/>
                <a:ext cx="1847088" cy="1993392"/>
              </a:xfrm>
              <a:prstGeom prst="rect">
                <a:avLst/>
              </a:prstGeom>
              <a:solidFill>
                <a:srgbClr val="EFF3F3">
                  <a:alpha val="35000"/>
                </a:srgbClr>
              </a:solidFill>
              <a:ln w="36576">
                <a:solidFill>
                  <a:srgbClr val="EEA5AF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Disjunctive inference dashed region"/>
              <p:cNvSpPr/>
              <p:nvPr/>
            </p:nvSpPr>
            <p:spPr>
              <a:xfrm>
                <a:off x="4041648" y="2368296"/>
                <a:ext cx="2743200" cy="2414016"/>
              </a:xfrm>
              <a:prstGeom prst="rect">
                <a:avLst/>
              </a:prstGeom>
              <a:solidFill>
                <a:srgbClr val="EFF3F3">
                  <a:alpha val="35000"/>
                </a:srgbClr>
              </a:solidFill>
              <a:ln w="36576">
                <a:solidFill>
                  <a:srgbClr val="EEA5AF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1 Modus Ponens dashed region"/>
              <p:cNvSpPr/>
              <p:nvPr/>
            </p:nvSpPr>
            <p:spPr>
              <a:xfrm>
                <a:off x="5870448" y="3355848"/>
                <a:ext cx="2203704" cy="2240280"/>
              </a:xfrm>
              <a:prstGeom prst="rect">
                <a:avLst/>
              </a:prstGeom>
              <a:solidFill>
                <a:srgbClr val="EFF3F3">
                  <a:alpha val="35000"/>
                </a:srgbClr>
              </a:solidFill>
              <a:ln w="36576">
                <a:solidFill>
                  <a:srgbClr val="EEA5AF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2 Syllogism dashed region"/>
              <p:cNvSpPr/>
              <p:nvPr/>
            </p:nvSpPr>
            <p:spPr>
              <a:xfrm>
                <a:off x="6501384" y="1453896"/>
                <a:ext cx="2231136" cy="2615184"/>
              </a:xfrm>
              <a:prstGeom prst="rect">
                <a:avLst/>
              </a:prstGeom>
              <a:solidFill>
                <a:srgbClr val="EFF3F3">
                  <a:alpha val="35000"/>
                </a:srgbClr>
              </a:solidFill>
              <a:ln w="36576">
                <a:solidFill>
                  <a:srgbClr val="EEA5AF"/>
                </a:solidFill>
                <a:prstDash val="dash"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4. Instantiation"/>
              <p:cNvSpPr txBox="1"/>
              <p:nvPr/>
            </p:nvSpPr>
            <p:spPr>
              <a:xfrm>
                <a:off x="4407408" y="640080"/>
                <a:ext cx="2008912" cy="411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60" b="1" i="0" dirty="0">
                    <a:solidFill>
                      <a:srgbClr val="000000"/>
                    </a:solidFill>
                    <a:latin typeface="Arial"/>
                    <a:ea typeface="Arial"/>
                  </a:rPr>
                  <a:t>4. Instantiation</a:t>
                </a:r>
              </a:p>
            </p:txBody>
          </p:sp>
          <p:sp>
            <p:nvSpPr>
              <p:cNvPr id="58" name="2. Syllogism"/>
              <p:cNvSpPr txBox="1"/>
              <p:nvPr/>
            </p:nvSpPr>
            <p:spPr>
              <a:xfrm>
                <a:off x="7086600" y="1133856"/>
                <a:ext cx="1674031" cy="41148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60" b="1" i="0" dirty="0">
                    <a:solidFill>
                      <a:srgbClr val="000000"/>
                    </a:solidFill>
                    <a:latin typeface="Arial"/>
                    <a:ea typeface="Arial"/>
                  </a:rPr>
                  <a:t>2. Syllogism</a:t>
                </a:r>
              </a:p>
            </p:txBody>
          </p:sp>
          <p:sp>
            <p:nvSpPr>
              <p:cNvPr id="59" name="1. Modus"/>
              <p:cNvSpPr txBox="1"/>
              <p:nvPr/>
            </p:nvSpPr>
            <p:spPr>
              <a:xfrm>
                <a:off x="8119872" y="4617720"/>
                <a:ext cx="1103066" cy="3977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1. Modus</a:t>
                </a:r>
              </a:p>
            </p:txBody>
          </p:sp>
          <p:sp>
            <p:nvSpPr>
              <p:cNvPr id="60" name="Ponens"/>
              <p:cNvSpPr txBox="1"/>
              <p:nvPr/>
            </p:nvSpPr>
            <p:spPr>
              <a:xfrm>
                <a:off x="8238744" y="4928616"/>
                <a:ext cx="876467" cy="3977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Ponens</a:t>
                </a:r>
              </a:p>
            </p:txBody>
          </p:sp>
          <p:cxnSp>
            <p:nvCxnSpPr>
              <p:cNvPr id="61" name="Universal instantiation"/>
              <p:cNvCxnSpPr/>
              <p:nvPr/>
            </p:nvCxnSpPr>
            <p:spPr>
              <a:xfrm>
                <a:off x="5202936" y="1563624"/>
                <a:ext cx="429768" cy="950976"/>
              </a:xfrm>
              <a:prstGeom prst="line">
                <a:avLst/>
              </a:prstGeom>
              <a:ln w="36576">
                <a:solidFill>
                  <a:srgbClr val="ABABAB"/>
                </a:solidFill>
              </a:ln>
              <a:effectLst/>
            </p:spPr>
          </p:cxnSp>
          <p:cxnSp>
            <p:nvCxnSpPr>
              <p:cNvPr id="62" name="Negation to P"/>
              <p:cNvCxnSpPr/>
              <p:nvPr/>
            </p:nvCxnSpPr>
            <p:spPr>
              <a:xfrm>
                <a:off x="5641848" y="2898648"/>
                <a:ext cx="630936" cy="1362456"/>
              </a:xfrm>
              <a:prstGeom prst="line">
                <a:avLst/>
              </a:prstGeom>
              <a:ln w="36576">
                <a:solidFill>
                  <a:srgbClr val="ABABAB"/>
                </a:solidFill>
              </a:ln>
              <a:effectLst/>
            </p:spPr>
          </p:cxnSp>
          <p:cxnSp>
            <p:nvCxnSpPr>
              <p:cNvPr id="63" name="Disjunction to P"/>
              <p:cNvCxnSpPr/>
              <p:nvPr/>
            </p:nvCxnSpPr>
            <p:spPr>
              <a:xfrm>
                <a:off x="4910328" y="3739896"/>
                <a:ext cx="1362456" cy="521208"/>
              </a:xfrm>
              <a:prstGeom prst="line">
                <a:avLst/>
              </a:prstGeom>
              <a:ln w="36576">
                <a:solidFill>
                  <a:srgbClr val="ABABAB"/>
                </a:solidFill>
              </a:ln>
              <a:effectLst/>
            </p:spPr>
          </p:cxnSp>
          <p:cxnSp>
            <p:nvCxnSpPr>
              <p:cNvPr id="64" name="P→T to P→Q"/>
              <p:cNvCxnSpPr/>
              <p:nvPr/>
            </p:nvCxnSpPr>
            <p:spPr>
              <a:xfrm>
                <a:off x="7050024" y="1984248"/>
                <a:ext cx="393192" cy="1517904"/>
              </a:xfrm>
              <a:prstGeom prst="line">
                <a:avLst/>
              </a:prstGeom>
              <a:ln w="36576">
                <a:solidFill>
                  <a:srgbClr val="ABABAB"/>
                </a:solidFill>
              </a:ln>
              <a:effectLst/>
            </p:spPr>
          </p:cxnSp>
          <p:cxnSp>
            <p:nvCxnSpPr>
              <p:cNvPr id="65" name="T→Q to P→Q"/>
              <p:cNvCxnSpPr/>
              <p:nvPr/>
            </p:nvCxnSpPr>
            <p:spPr>
              <a:xfrm flipH="1">
                <a:off x="7443216" y="2843784"/>
                <a:ext cx="594360" cy="658368"/>
              </a:xfrm>
              <a:prstGeom prst="line">
                <a:avLst/>
              </a:prstGeom>
              <a:ln w="36576">
                <a:solidFill>
                  <a:srgbClr val="ABABAB"/>
                </a:solidFill>
              </a:ln>
              <a:effectLst/>
            </p:spPr>
          </p:cxnSp>
          <p:cxnSp>
            <p:nvCxnSpPr>
              <p:cNvPr id="66" name="P to Q"/>
              <p:cNvCxnSpPr/>
              <p:nvPr/>
            </p:nvCxnSpPr>
            <p:spPr>
              <a:xfrm>
                <a:off x="6300216" y="4727448"/>
                <a:ext cx="676656" cy="347472"/>
              </a:xfrm>
              <a:prstGeom prst="line">
                <a:avLst/>
              </a:prstGeom>
              <a:ln w="36576">
                <a:solidFill>
                  <a:srgbClr val="ABABAB"/>
                </a:solidFill>
              </a:ln>
              <a:effectLst/>
            </p:spPr>
          </p:cxnSp>
          <p:cxnSp>
            <p:nvCxnSpPr>
              <p:cNvPr id="67" name="P→Q to Q"/>
              <p:cNvCxnSpPr/>
              <p:nvPr/>
            </p:nvCxnSpPr>
            <p:spPr>
              <a:xfrm flipH="1">
                <a:off x="6976872" y="3886200"/>
                <a:ext cx="466344" cy="1188720"/>
              </a:xfrm>
              <a:prstGeom prst="line">
                <a:avLst/>
              </a:prstGeom>
              <a:ln w="36576">
                <a:solidFill>
                  <a:srgbClr val="ABABAB"/>
                </a:solidFill>
              </a:ln>
              <a:effectLst/>
            </p:spPr>
          </p:cxnSp>
          <p:grpSp>
            <p:nvGrpSpPr>
              <p:cNvPr id="68" name="leaf node ∀x (¬R(x))"/>
              <p:cNvGrpSpPr/>
              <p:nvPr/>
            </p:nvGrpSpPr>
            <p:grpSpPr>
              <a:xfrm>
                <a:off x="4526280" y="1179576"/>
                <a:ext cx="1353312" cy="393192"/>
                <a:chOff x="4526280" y="1179576"/>
                <a:chExt cx="1353312" cy="393192"/>
              </a:xfrm>
            </p:grpSpPr>
            <p:sp>
              <p:nvSpPr>
                <p:cNvPr id="69" name="leaf node border"/>
                <p:cNvSpPr/>
                <p:nvPr/>
              </p:nvSpPr>
              <p:spPr>
                <a:xfrm>
                  <a:off x="4526280" y="1179576"/>
                  <a:ext cx="1353312" cy="384048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FEB582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" name="Formula: ∀x (¬R(x))"/>
                <p:cNvSpPr txBox="1"/>
                <p:nvPr/>
              </p:nvSpPr>
              <p:spPr>
                <a:xfrm>
                  <a:off x="4670503" y="1216152"/>
                  <a:ext cx="1138017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0" i="0" dirty="0">
                      <a:solidFill>
                        <a:srgbClr val="000000"/>
                      </a:solidFill>
                      <a:latin typeface="Cambria Math"/>
                      <a:ea typeface="Cambria Math"/>
                    </a:rPr>
                    <a:t>∀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x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 (¬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R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(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x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))</a:t>
                  </a:r>
                </a:p>
              </p:txBody>
            </p:sp>
          </p:grpSp>
          <p:grpSp>
            <p:nvGrpSpPr>
              <p:cNvPr id="71" name="inode node ¬R(a)"/>
              <p:cNvGrpSpPr/>
              <p:nvPr/>
            </p:nvGrpSpPr>
            <p:grpSpPr>
              <a:xfrm>
                <a:off x="5257800" y="2514600"/>
                <a:ext cx="758952" cy="393192"/>
                <a:chOff x="5257800" y="2514600"/>
                <a:chExt cx="758952" cy="393192"/>
              </a:xfrm>
            </p:grpSpPr>
            <p:sp>
              <p:nvSpPr>
                <p:cNvPr id="72" name="inode node border"/>
                <p:cNvSpPr/>
                <p:nvPr/>
              </p:nvSpPr>
              <p:spPr>
                <a:xfrm>
                  <a:off x="5257800" y="2514600"/>
                  <a:ext cx="758952" cy="384048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ABD58C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Formula: ¬R(a)"/>
                <p:cNvSpPr txBox="1"/>
                <p:nvPr/>
              </p:nvSpPr>
              <p:spPr>
                <a:xfrm>
                  <a:off x="5352339" y="2551176"/>
                  <a:ext cx="643027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¬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R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(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a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)</a:t>
                  </a:r>
                </a:p>
              </p:txBody>
            </p:sp>
          </p:grpSp>
          <p:grpSp>
            <p:nvGrpSpPr>
              <p:cNvPr id="74" name="leaf node P ∨ (R(a))"/>
              <p:cNvGrpSpPr/>
              <p:nvPr/>
            </p:nvGrpSpPr>
            <p:grpSpPr>
              <a:xfrm>
                <a:off x="4251960" y="3355848"/>
                <a:ext cx="1289304" cy="393192"/>
                <a:chOff x="4251960" y="3355848"/>
                <a:chExt cx="1289304" cy="393192"/>
              </a:xfrm>
            </p:grpSpPr>
            <p:sp>
              <p:nvSpPr>
                <p:cNvPr id="75" name="leaf node border"/>
                <p:cNvSpPr/>
                <p:nvPr/>
              </p:nvSpPr>
              <p:spPr>
                <a:xfrm>
                  <a:off x="4251960" y="3355848"/>
                  <a:ext cx="1289304" cy="384048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FEB582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" name="Formula: P ∨ (R(a))"/>
                <p:cNvSpPr txBox="1"/>
                <p:nvPr/>
              </p:nvSpPr>
              <p:spPr>
                <a:xfrm>
                  <a:off x="4388209" y="3392424"/>
                  <a:ext cx="1089958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P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 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Cambria Math"/>
                      <a:ea typeface="Cambria Math"/>
                    </a:rPr>
                    <a:t>∨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 (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R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(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a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))</a:t>
                  </a:r>
                </a:p>
              </p:txBody>
            </p:sp>
          </p:grpSp>
          <p:grpSp>
            <p:nvGrpSpPr>
              <p:cNvPr id="77" name="inode node P"/>
              <p:cNvGrpSpPr/>
              <p:nvPr/>
            </p:nvGrpSpPr>
            <p:grpSpPr>
              <a:xfrm>
                <a:off x="6062472" y="4261104"/>
                <a:ext cx="438912" cy="466344"/>
                <a:chOff x="6062472" y="4261104"/>
                <a:chExt cx="438912" cy="466344"/>
              </a:xfrm>
            </p:grpSpPr>
            <p:sp>
              <p:nvSpPr>
                <p:cNvPr id="78" name="inode node border"/>
                <p:cNvSpPr/>
                <p:nvPr/>
              </p:nvSpPr>
              <p:spPr>
                <a:xfrm>
                  <a:off x="6062472" y="4261104"/>
                  <a:ext cx="438912" cy="466344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ABD58C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" name="Formula: P"/>
                <p:cNvSpPr txBox="1"/>
                <p:nvPr/>
              </p:nvSpPr>
              <p:spPr>
                <a:xfrm>
                  <a:off x="6209312" y="4338828"/>
                  <a:ext cx="218384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P</a:t>
                  </a:r>
                </a:p>
              </p:txBody>
            </p:sp>
          </p:grpSp>
          <p:grpSp>
            <p:nvGrpSpPr>
              <p:cNvPr id="80" name="leaf node P → T"/>
              <p:cNvGrpSpPr/>
              <p:nvPr/>
            </p:nvGrpSpPr>
            <p:grpSpPr>
              <a:xfrm>
                <a:off x="6611112" y="1600200"/>
                <a:ext cx="886968" cy="393192"/>
                <a:chOff x="6611112" y="1600200"/>
                <a:chExt cx="886968" cy="393192"/>
              </a:xfrm>
            </p:grpSpPr>
            <p:sp>
              <p:nvSpPr>
                <p:cNvPr id="81" name="leaf node border"/>
                <p:cNvSpPr/>
                <p:nvPr/>
              </p:nvSpPr>
              <p:spPr>
                <a:xfrm>
                  <a:off x="6611112" y="1600200"/>
                  <a:ext cx="886968" cy="384048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FEB582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" name="Formula: P → T"/>
                <p:cNvSpPr txBox="1"/>
                <p:nvPr/>
              </p:nvSpPr>
              <p:spPr>
                <a:xfrm>
                  <a:off x="6731056" y="1636776"/>
                  <a:ext cx="720233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P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 → 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T</a:t>
                  </a:r>
                </a:p>
              </p:txBody>
            </p:sp>
          </p:grpSp>
          <p:grpSp>
            <p:nvGrpSpPr>
              <p:cNvPr id="83" name="leaf node T → Q"/>
              <p:cNvGrpSpPr/>
              <p:nvPr/>
            </p:nvGrpSpPr>
            <p:grpSpPr>
              <a:xfrm>
                <a:off x="7626096" y="2459736"/>
                <a:ext cx="841248" cy="393192"/>
                <a:chOff x="7626096" y="2459736"/>
                <a:chExt cx="841248" cy="393192"/>
              </a:xfrm>
            </p:grpSpPr>
            <p:sp>
              <p:nvSpPr>
                <p:cNvPr id="84" name="leaf node border"/>
                <p:cNvSpPr/>
                <p:nvPr/>
              </p:nvSpPr>
              <p:spPr>
                <a:xfrm>
                  <a:off x="7626096" y="2459736"/>
                  <a:ext cx="841248" cy="384048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FEB582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5" name="Formula: T → Q"/>
                <p:cNvSpPr txBox="1"/>
                <p:nvPr/>
              </p:nvSpPr>
              <p:spPr>
                <a:xfrm>
                  <a:off x="7709946" y="2496312"/>
                  <a:ext cx="746700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T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 → 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Q</a:t>
                  </a:r>
                </a:p>
              </p:txBody>
            </p:sp>
          </p:grpSp>
          <p:grpSp>
            <p:nvGrpSpPr>
              <p:cNvPr id="86" name="inode node P → Q"/>
              <p:cNvGrpSpPr/>
              <p:nvPr/>
            </p:nvGrpSpPr>
            <p:grpSpPr>
              <a:xfrm>
                <a:off x="6940296" y="3502152"/>
                <a:ext cx="1005840" cy="393192"/>
                <a:chOff x="6940296" y="3502152"/>
                <a:chExt cx="1005840" cy="393192"/>
              </a:xfrm>
            </p:grpSpPr>
            <p:sp>
              <p:nvSpPr>
                <p:cNvPr id="87" name="inode node border"/>
                <p:cNvSpPr/>
                <p:nvPr/>
              </p:nvSpPr>
              <p:spPr>
                <a:xfrm>
                  <a:off x="6940296" y="3502152"/>
                  <a:ext cx="1005840" cy="384048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ABD58C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" name="Formula: P → Q"/>
                <p:cNvSpPr txBox="1"/>
                <p:nvPr/>
              </p:nvSpPr>
              <p:spPr>
                <a:xfrm>
                  <a:off x="7106442" y="3538728"/>
                  <a:ext cx="746700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P</a:t>
                  </a:r>
                  <a:r>
                    <a:rPr sz="1872" b="0" i="0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 → </a:t>
                  </a: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Q</a:t>
                  </a:r>
                </a:p>
              </p:txBody>
            </p:sp>
          </p:grpSp>
          <p:grpSp>
            <p:nvGrpSpPr>
              <p:cNvPr id="89" name="root node Q"/>
              <p:cNvGrpSpPr/>
              <p:nvPr/>
            </p:nvGrpSpPr>
            <p:grpSpPr>
              <a:xfrm>
                <a:off x="6757416" y="5074920"/>
                <a:ext cx="475488" cy="429768"/>
                <a:chOff x="6757416" y="5074920"/>
                <a:chExt cx="475488" cy="429768"/>
              </a:xfrm>
            </p:grpSpPr>
            <p:sp>
              <p:nvSpPr>
                <p:cNvPr id="90" name="root node border"/>
                <p:cNvSpPr/>
                <p:nvPr/>
              </p:nvSpPr>
              <p:spPr>
                <a:xfrm>
                  <a:off x="6757416" y="5074920"/>
                  <a:ext cx="475488" cy="429768"/>
                </a:xfrm>
                <a:prstGeom prst="rect">
                  <a:avLst/>
                </a:prstGeom>
                <a:solidFill>
                  <a:srgbClr val="F3F7F6"/>
                </a:solidFill>
                <a:ln w="41148">
                  <a:solidFill>
                    <a:srgbClr val="00B75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" name="Formula: Q"/>
                <p:cNvSpPr txBox="1"/>
                <p:nvPr/>
              </p:nvSpPr>
              <p:spPr>
                <a:xfrm>
                  <a:off x="6909310" y="5134356"/>
                  <a:ext cx="244852" cy="356616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rIns="0" tIns="0" bIns="0" anchor="t">
                  <a:no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872" b="1" i="1" dirty="0">
                      <a:solidFill>
                        <a:srgbClr val="000000"/>
                      </a:solidFill>
                      <a:latin typeface="Times New Roman"/>
                      <a:ea typeface="Times New Roman"/>
                    </a:rPr>
                    <a:t>Q</a:t>
                  </a:r>
                </a:p>
              </p:txBody>
            </p:sp>
          </p:grpSp>
        </p:grpSp>
        <p:grpSp>
          <p:nvGrpSpPr>
            <p:cNvPr id="92" name="Tree legend"/>
            <p:cNvGrpSpPr/>
            <p:nvPr/>
          </p:nvGrpSpPr>
          <p:grpSpPr>
            <a:xfrm>
              <a:off x="4059936" y="5806440"/>
              <a:ext cx="4874056" cy="384048"/>
              <a:chOff x="4059936" y="5806440"/>
              <a:chExt cx="4874056" cy="384048"/>
            </a:xfrm>
          </p:grpSpPr>
          <p:sp>
            <p:nvSpPr>
              <p:cNvPr id="93" name="root node legend swatch"/>
              <p:cNvSpPr/>
              <p:nvPr/>
            </p:nvSpPr>
            <p:spPr>
              <a:xfrm>
                <a:off x="4059936" y="5870448"/>
                <a:ext cx="475488" cy="228600"/>
              </a:xfrm>
              <a:prstGeom prst="rect">
                <a:avLst/>
              </a:prstGeom>
              <a:solidFill>
                <a:srgbClr val="F6FCFC"/>
              </a:solidFill>
              <a:ln w="41148">
                <a:solidFill>
                  <a:srgbClr val="00B75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root node"/>
              <p:cNvSpPr txBox="1"/>
              <p:nvPr/>
            </p:nvSpPr>
            <p:spPr>
              <a:xfrm>
                <a:off x="4636008" y="5806440"/>
                <a:ext cx="1124283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root node</a:t>
                </a:r>
              </a:p>
            </p:txBody>
          </p:sp>
          <p:sp>
            <p:nvSpPr>
              <p:cNvPr id="95" name="inode legend swatch"/>
              <p:cNvSpPr/>
              <p:nvPr/>
            </p:nvSpPr>
            <p:spPr>
              <a:xfrm>
                <a:off x="5852160" y="5870448"/>
                <a:ext cx="502920" cy="228600"/>
              </a:xfrm>
              <a:prstGeom prst="rect">
                <a:avLst/>
              </a:prstGeom>
              <a:solidFill>
                <a:srgbClr val="F6FCFC"/>
              </a:solidFill>
              <a:ln w="41148">
                <a:solidFill>
                  <a:srgbClr val="ABD58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inode"/>
              <p:cNvSpPr txBox="1"/>
              <p:nvPr/>
            </p:nvSpPr>
            <p:spPr>
              <a:xfrm>
                <a:off x="6455664" y="5806440"/>
                <a:ext cx="677353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inode</a:t>
                </a:r>
              </a:p>
            </p:txBody>
          </p:sp>
          <p:sp>
            <p:nvSpPr>
              <p:cNvPr id="97" name="leaf node legend swatch"/>
              <p:cNvSpPr/>
              <p:nvPr/>
            </p:nvSpPr>
            <p:spPr>
              <a:xfrm>
                <a:off x="7287768" y="5870448"/>
                <a:ext cx="475488" cy="228600"/>
              </a:xfrm>
              <a:prstGeom prst="rect">
                <a:avLst/>
              </a:prstGeom>
              <a:solidFill>
                <a:srgbClr val="F6FCFC"/>
              </a:solidFill>
              <a:ln w="41148">
                <a:solidFill>
                  <a:srgbClr val="FEB58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leaf node"/>
              <p:cNvSpPr txBox="1"/>
              <p:nvPr/>
            </p:nvSpPr>
            <p:spPr>
              <a:xfrm>
                <a:off x="7863840" y="5806440"/>
                <a:ext cx="1070152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leaf node</a:t>
                </a:r>
              </a:p>
            </p:txBody>
          </p:sp>
        </p:grpSp>
      </p:grpSp>
      <p:grpSp>
        <p:nvGrpSpPr>
          <p:cNvPr id="99" name="Synthetic Example Post-processing panel"/>
          <p:cNvGrpSpPr/>
          <p:nvPr/>
        </p:nvGrpSpPr>
        <p:grpSpPr>
          <a:xfrm>
            <a:off x="-27432" y="6565392"/>
            <a:ext cx="9592056" cy="3456432"/>
            <a:chOff x="-27432" y="6565392"/>
            <a:chExt cx="9592056" cy="3456432"/>
          </a:xfrm>
        </p:grpSpPr>
        <p:sp>
          <p:nvSpPr>
            <p:cNvPr id="100" name="Synthetic example frame"/>
            <p:cNvSpPr/>
            <p:nvPr/>
          </p:nvSpPr>
          <p:spPr>
            <a:xfrm>
              <a:off x="-27432" y="6565392"/>
              <a:ext cx="9592056" cy="3456432"/>
            </a:xfrm>
            <a:prstGeom prst="rect">
              <a:avLst/>
            </a:prstGeom>
            <a:solidFill>
              <a:srgbClr val="F3F9EF"/>
            </a:solidFill>
            <a:ln w="36576">
              <a:solidFill>
                <a:srgbClr val="27958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Synthetic Example Post-processing"/>
            <p:cNvSpPr txBox="1"/>
            <p:nvPr/>
          </p:nvSpPr>
          <p:spPr>
            <a:xfrm>
              <a:off x="2164145" y="6629400"/>
              <a:ext cx="5272909" cy="5486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79" b="1" i="1" dirty="0">
                  <a:solidFill>
                    <a:srgbClr val="000000"/>
                  </a:solidFill>
                  <a:latin typeface="Calibri"/>
                  <a:ea typeface="Calibri"/>
                </a:rPr>
                <a:t>Synthetic Example Post-processing</a:t>
              </a:r>
            </a:p>
          </p:txBody>
        </p:sp>
        <p:sp>
          <p:nvSpPr>
            <p:cNvPr id="102" name="Premises:"/>
            <p:cNvSpPr txBox="1"/>
            <p:nvPr/>
          </p:nvSpPr>
          <p:spPr>
            <a:xfrm>
              <a:off x="265176" y="6995160"/>
              <a:ext cx="1358491" cy="4800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00000"/>
                  </a:solidFill>
                  <a:latin typeface="Calibri"/>
                  <a:ea typeface="Calibri"/>
                </a:rPr>
                <a:t>Premises:</a:t>
              </a:r>
            </a:p>
          </p:txBody>
        </p:sp>
        <p:sp>
          <p:nvSpPr>
            <p:cNvPr id="103" name="&quot;rule1&quot;: &quot;No region has achieved full vaccination coverage.&quot;"/>
            <p:cNvSpPr txBox="1"/>
            <p:nvPr/>
          </p:nvSpPr>
          <p:spPr>
            <a:xfrm>
              <a:off x="265176" y="7379208"/>
              <a:ext cx="8059400" cy="3840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16" b="1" i="0" dirty="0">
                  <a:solidFill>
                    <a:srgbClr val="000000"/>
                  </a:solidFill>
                  <a:latin typeface="Calibri"/>
                  <a:ea typeface="Calibri"/>
                </a:rPr>
                <a:t>"rule1"</a:t>
              </a: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: "No region has achieved full vaccination coverage."   </a:t>
              </a:r>
              <a:r>
                <a:rPr sz="2016" b="1" i="0" dirty="0">
                  <a:solidFill>
                    <a:srgbClr val="000000"/>
                  </a:solidFill>
                  <a:latin typeface="Calibri"/>
                  <a:ea typeface="Calibri"/>
                </a:rPr>
                <a:t>"rule2"</a:t>
              </a: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:  "If the</a:t>
              </a:r>
            </a:p>
          </p:txBody>
        </p:sp>
        <p:sp>
          <p:nvSpPr>
            <p:cNvPr id="104" name="government initiated a nationwide vaccination campaign, then"/>
            <p:cNvSpPr txBox="1"/>
            <p:nvPr/>
          </p:nvSpPr>
          <p:spPr>
            <a:xfrm>
              <a:off x="265176" y="7699248"/>
              <a:ext cx="9082278" cy="3840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government initiated a nationwide vaccination campaign, then vaccination rates across</a:t>
              </a:r>
            </a:p>
          </p:txBody>
        </p:sp>
        <p:sp>
          <p:nvSpPr>
            <p:cNvPr id="105" name="regions increased significantly.&quot;  &quot;rule3&quot;: …,&quot;rule4&quot;: ...,"/>
            <p:cNvSpPr txBox="1"/>
            <p:nvPr/>
          </p:nvSpPr>
          <p:spPr>
            <a:xfrm>
              <a:off x="265176" y="8110728"/>
              <a:ext cx="5753987" cy="3840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regions increased significantly."  </a:t>
              </a:r>
              <a:r>
                <a:rPr sz="2016" b="1" i="0" dirty="0">
                  <a:solidFill>
                    <a:srgbClr val="000000"/>
                  </a:solidFill>
                  <a:latin typeface="Calibri"/>
                  <a:ea typeface="Calibri"/>
                </a:rPr>
                <a:t>"rule3"</a:t>
              </a: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: </a:t>
              </a:r>
              <a:r>
                <a:rPr sz="2016" b="1" i="0" dirty="0">
                  <a:solidFill>
                    <a:srgbClr val="000000"/>
                  </a:solidFill>
                  <a:latin typeface="Calibri"/>
                  <a:ea typeface="Calibri"/>
                </a:rPr>
                <a:t>…,"rule4"</a:t>
              </a: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: ...,</a:t>
              </a:r>
            </a:p>
          </p:txBody>
        </p:sp>
        <p:sp>
          <p:nvSpPr>
            <p:cNvPr id="106" name="conclusions:"/>
            <p:cNvSpPr txBox="1"/>
            <p:nvPr/>
          </p:nvSpPr>
          <p:spPr>
            <a:xfrm>
              <a:off x="265176" y="8439912"/>
              <a:ext cx="1699623" cy="4800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00000"/>
                  </a:solidFill>
                  <a:latin typeface="Calibri"/>
                  <a:ea typeface="Calibri"/>
                </a:rPr>
                <a:t>conclusions:</a:t>
              </a:r>
            </a:p>
          </p:txBody>
        </p:sp>
        <p:sp>
          <p:nvSpPr>
            <p:cNvPr id="107" name="•   &quot;The spread of the disease was effectively contained.&quot;"/>
            <p:cNvSpPr txBox="1"/>
            <p:nvPr/>
          </p:nvSpPr>
          <p:spPr>
            <a:xfrm>
              <a:off x="265176" y="8833104"/>
              <a:ext cx="6116532" cy="3840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•   </a:t>
              </a:r>
              <a:r>
                <a:rPr sz="2016" b="1" i="0" dirty="0">
                  <a:solidFill>
                    <a:srgbClr val="000000"/>
                  </a:solidFill>
                  <a:latin typeface="Calibri"/>
                  <a:ea typeface="Calibri"/>
                </a:rPr>
                <a:t>"The spread of the disease was effectively contained."</a:t>
              </a:r>
            </a:p>
          </p:txBody>
        </p:sp>
        <p:sp>
          <p:nvSpPr>
            <p:cNvPr id="108" name="•   &quot;Country a is making great efforts to develop the new en"/>
            <p:cNvSpPr txBox="1"/>
            <p:nvPr/>
          </p:nvSpPr>
          <p:spPr>
            <a:xfrm>
              <a:off x="265176" y="9144000"/>
              <a:ext cx="8746736" cy="3840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•   </a:t>
              </a:r>
              <a:r>
                <a:rPr sz="2016" b="1" i="0" dirty="0">
                  <a:solidFill>
                    <a:srgbClr val="000000"/>
                  </a:solidFill>
                  <a:latin typeface="Calibri"/>
                  <a:ea typeface="Calibri"/>
                </a:rPr>
                <a:t>"Country a is making great efforts to develop the new energy vehicle industry."</a:t>
              </a:r>
            </a:p>
          </p:txBody>
        </p:sp>
        <p:sp>
          <p:nvSpPr>
            <p:cNvPr id="109" name="•   &quot; City Z has achieved full vaccination coverage.&quot;"/>
            <p:cNvSpPr txBox="1"/>
            <p:nvPr/>
          </p:nvSpPr>
          <p:spPr>
            <a:xfrm>
              <a:off x="265176" y="9464040"/>
              <a:ext cx="5416820" cy="38404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16" b="0" i="0" dirty="0">
                  <a:solidFill>
                    <a:srgbClr val="000000"/>
                  </a:solidFill>
                  <a:latin typeface="Calibri"/>
                  <a:ea typeface="Calibri"/>
                </a:rPr>
                <a:t>•   </a:t>
              </a:r>
              <a:r>
                <a:rPr sz="2016" b="1" i="0" dirty="0">
                  <a:solidFill>
                    <a:srgbClr val="000000"/>
                  </a:solidFill>
                  <a:latin typeface="Calibri"/>
                  <a:ea typeface="Calibri"/>
                </a:rPr>
                <a:t>" City Z has achieved full vaccination coverage."</a:t>
              </a:r>
            </a:p>
          </p:txBody>
        </p:sp>
        <p:sp>
          <p:nvSpPr>
            <p:cNvPr id="110" name="True label background"/>
            <p:cNvSpPr/>
            <p:nvPr/>
          </p:nvSpPr>
          <p:spPr>
            <a:xfrm>
              <a:off x="6355080" y="8842248"/>
              <a:ext cx="1088136" cy="320040"/>
            </a:xfrm>
            <a:prstGeom prst="rect">
              <a:avLst/>
            </a:prstGeom>
            <a:solidFill>
              <a:srgbClr val="ADD78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True"/>
            <p:cNvSpPr txBox="1"/>
            <p:nvPr/>
          </p:nvSpPr>
          <p:spPr>
            <a:xfrm>
              <a:off x="6638455" y="8823960"/>
              <a:ext cx="594539" cy="4251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0" dirty="0">
                  <a:solidFill>
                    <a:srgbClr val="FFFFFF"/>
                  </a:solidFill>
                  <a:latin typeface="Calibri"/>
                  <a:ea typeface="Calibri"/>
                </a:rPr>
                <a:t>True</a:t>
              </a:r>
            </a:p>
          </p:txBody>
        </p:sp>
        <p:sp>
          <p:nvSpPr>
            <p:cNvPr id="112" name="False label background"/>
            <p:cNvSpPr/>
            <p:nvPr/>
          </p:nvSpPr>
          <p:spPr>
            <a:xfrm>
              <a:off x="5696712" y="9564624"/>
              <a:ext cx="1078992" cy="283464"/>
            </a:xfrm>
            <a:prstGeom prst="rect">
              <a:avLst/>
            </a:prstGeom>
            <a:solidFill>
              <a:srgbClr val="EC92A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False"/>
            <p:cNvSpPr txBox="1"/>
            <p:nvPr/>
          </p:nvSpPr>
          <p:spPr>
            <a:xfrm>
              <a:off x="5942368" y="9528048"/>
              <a:ext cx="660833" cy="4251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0" dirty="0">
                  <a:solidFill>
                    <a:srgbClr val="FFFFFF"/>
                  </a:solidFill>
                  <a:latin typeface="Calibri"/>
                  <a:ea typeface="Calibri"/>
                </a:rPr>
                <a:t>False</a:t>
              </a:r>
            </a:p>
          </p:txBody>
        </p:sp>
        <p:sp>
          <p:nvSpPr>
            <p:cNvPr id="114" name="Uncertain label background"/>
            <p:cNvSpPr/>
            <p:nvPr/>
          </p:nvSpPr>
          <p:spPr>
            <a:xfrm>
              <a:off x="7991856" y="9445752"/>
              <a:ext cx="1325880" cy="274320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Uncertain"/>
            <p:cNvSpPr txBox="1"/>
            <p:nvPr/>
          </p:nvSpPr>
          <p:spPr>
            <a:xfrm>
              <a:off x="8113880" y="9409176"/>
              <a:ext cx="1154984" cy="3977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88" b="1" i="0" dirty="0">
                  <a:solidFill>
                    <a:srgbClr val="FFFFFF"/>
                  </a:solidFill>
                  <a:latin typeface="Calibri"/>
                  <a:ea typeface="Calibri"/>
                </a:rPr>
                <a:t>Uncertain</a:t>
              </a:r>
            </a:p>
          </p:txBody>
        </p:sp>
      </p:grpSp>
      <p:grpSp>
        <p:nvGrpSpPr>
          <p:cNvPr id="116" name="Instantiation via LLM panel"/>
          <p:cNvGrpSpPr/>
          <p:nvPr/>
        </p:nvGrpSpPr>
        <p:grpSpPr>
          <a:xfrm>
            <a:off x="9701784" y="128016"/>
            <a:ext cx="7781544" cy="9902952"/>
            <a:chOff x="9701784" y="128016"/>
            <a:chExt cx="7781544" cy="9902952"/>
          </a:xfrm>
        </p:grpSpPr>
        <p:sp>
          <p:nvSpPr>
            <p:cNvPr id="117" name="Instantiation frame"/>
            <p:cNvSpPr/>
            <p:nvPr/>
          </p:nvSpPr>
          <p:spPr>
            <a:xfrm>
              <a:off x="9701784" y="155448"/>
              <a:ext cx="7781544" cy="9875520"/>
            </a:xfrm>
            <a:prstGeom prst="rect">
              <a:avLst/>
            </a:prstGeom>
            <a:solidFill>
              <a:srgbClr val="FCF2E9"/>
            </a:solidFill>
            <a:ln w="36576">
              <a:solidFill>
                <a:srgbClr val="C55E0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Instantiation via LLM"/>
            <p:cNvSpPr txBox="1"/>
            <p:nvPr/>
          </p:nvSpPr>
          <p:spPr>
            <a:xfrm>
              <a:off x="11632463" y="128016"/>
              <a:ext cx="3344114" cy="5623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952" b="1" i="1" dirty="0">
                  <a:solidFill>
                    <a:srgbClr val="000000"/>
                  </a:solidFill>
                  <a:latin typeface="Calibri"/>
                  <a:ea typeface="Calibri"/>
                </a:rPr>
                <a:t>Instantiation via LLM</a:t>
              </a:r>
            </a:p>
          </p:txBody>
        </p:sp>
        <p:grpSp>
          <p:nvGrpSpPr>
            <p:cNvPr id="119" name="Leaf node list"/>
            <p:cNvGrpSpPr/>
            <p:nvPr/>
          </p:nvGrpSpPr>
          <p:grpSpPr>
            <a:xfrm>
              <a:off x="9939528" y="640080"/>
              <a:ext cx="2039112" cy="1783080"/>
              <a:chOff x="9939528" y="640080"/>
              <a:chExt cx="2039112" cy="1783080"/>
            </a:xfrm>
          </p:grpSpPr>
          <p:sp>
            <p:nvSpPr>
              <p:cNvPr id="120" name="Leaf Node List box"/>
              <p:cNvSpPr/>
              <p:nvPr/>
            </p:nvSpPr>
            <p:spPr>
              <a:xfrm>
                <a:off x="9939528" y="640080"/>
                <a:ext cx="2039112" cy="1783080"/>
              </a:xfrm>
              <a:prstGeom prst="roundRect">
                <a:avLst>
                  <a:gd name="adj" fmla="val 9230"/>
                </a:avLst>
              </a:prstGeom>
              <a:solidFill>
                <a:srgbClr val="FCE6D3"/>
              </a:solidFill>
              <a:ln w="25603">
                <a:solidFill>
                  <a:srgbClr val="FFB58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Leaf Node List"/>
              <p:cNvSpPr txBox="1"/>
              <p:nvPr/>
            </p:nvSpPr>
            <p:spPr>
              <a:xfrm>
                <a:off x="10111835" y="667512"/>
                <a:ext cx="1776794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Leaf Node List</a:t>
                </a:r>
              </a:p>
            </p:txBody>
          </p:sp>
          <p:sp>
            <p:nvSpPr>
              <p:cNvPr id="122" name="Formula: ∀x (¬R(x))"/>
              <p:cNvSpPr txBox="1"/>
              <p:nvPr/>
            </p:nvSpPr>
            <p:spPr>
              <a:xfrm>
                <a:off x="10230055" y="1152144"/>
                <a:ext cx="1138017" cy="35661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∀</a:t>
                </a: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x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(¬</a:t>
                </a: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R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</a:t>
                </a: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x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))</a:t>
                </a:r>
              </a:p>
            </p:txBody>
          </p:sp>
          <p:sp>
            <p:nvSpPr>
              <p:cNvPr id="123" name="Formula: P → T"/>
              <p:cNvSpPr txBox="1"/>
              <p:nvPr/>
            </p:nvSpPr>
            <p:spPr>
              <a:xfrm>
                <a:off x="10438948" y="1417320"/>
                <a:ext cx="720233" cy="35661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→ </a:t>
                </a: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T</a:t>
                </a:r>
              </a:p>
            </p:txBody>
          </p:sp>
          <p:sp>
            <p:nvSpPr>
              <p:cNvPr id="124" name="Formula: T → Q"/>
              <p:cNvSpPr txBox="1"/>
              <p:nvPr/>
            </p:nvSpPr>
            <p:spPr>
              <a:xfrm>
                <a:off x="10425714" y="1673352"/>
                <a:ext cx="746700" cy="35661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T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→ </a:t>
                </a: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Q</a:t>
                </a:r>
              </a:p>
            </p:txBody>
          </p:sp>
          <p:sp>
            <p:nvSpPr>
              <p:cNvPr id="125" name="Formula: P ∨ (R(a))"/>
              <p:cNvSpPr txBox="1"/>
              <p:nvPr/>
            </p:nvSpPr>
            <p:spPr>
              <a:xfrm>
                <a:off x="10254085" y="1929384"/>
                <a:ext cx="1089958" cy="35661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</a:t>
                </a:r>
                <a:r>
                  <a:rPr sz="1872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∨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(</a:t>
                </a: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R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</a:t>
                </a:r>
                <a:r>
                  <a:rPr sz="1872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sz="1872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))</a:t>
                </a:r>
              </a:p>
            </p:txBody>
          </p:sp>
        </p:grpSp>
        <p:grpSp>
          <p:nvGrpSpPr>
            <p:cNvPr id="126" name="Diversity scenarios"/>
            <p:cNvGrpSpPr/>
            <p:nvPr/>
          </p:nvGrpSpPr>
          <p:grpSpPr>
            <a:xfrm>
              <a:off x="13972032" y="640080"/>
              <a:ext cx="3118104" cy="1783080"/>
              <a:chOff x="13972032" y="640080"/>
              <a:chExt cx="3118104" cy="1783080"/>
            </a:xfrm>
          </p:grpSpPr>
          <p:sp>
            <p:nvSpPr>
              <p:cNvPr id="127" name="Diversity box"/>
              <p:cNvSpPr/>
              <p:nvPr/>
            </p:nvSpPr>
            <p:spPr>
              <a:xfrm>
                <a:off x="13972032" y="640080"/>
                <a:ext cx="3118104" cy="1783080"/>
              </a:xfrm>
              <a:prstGeom prst="roundRect">
                <a:avLst>
                  <a:gd name="adj" fmla="val 10256"/>
                </a:avLst>
              </a:prstGeom>
              <a:solidFill>
                <a:srgbClr val="DAE2F5"/>
              </a:solidFill>
              <a:ln w="27432">
                <a:solidFill>
                  <a:srgbClr val="A5A5A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Diversity"/>
              <p:cNvSpPr txBox="1"/>
              <p:nvPr/>
            </p:nvSpPr>
            <p:spPr>
              <a:xfrm>
                <a:off x="14154912" y="704088"/>
                <a:ext cx="1141571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Diversity</a:t>
                </a:r>
              </a:p>
            </p:txBody>
          </p:sp>
          <p:sp>
            <p:nvSpPr>
              <p:cNvPr id="129" name="randomly select scenarios"/>
              <p:cNvSpPr txBox="1"/>
              <p:nvPr/>
            </p:nvSpPr>
            <p:spPr>
              <a:xfrm>
                <a:off x="14154912" y="1060704"/>
                <a:ext cx="2762613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randomly select scenarios</a:t>
                </a:r>
              </a:p>
            </p:txBody>
          </p:sp>
          <p:sp>
            <p:nvSpPr>
              <p:cNvPr id="130" name="topics   (num=3)"/>
              <p:cNvSpPr txBox="1"/>
              <p:nvPr/>
            </p:nvSpPr>
            <p:spPr>
              <a:xfrm>
                <a:off x="14154912" y="1380744"/>
                <a:ext cx="1752862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topics   (num=3)</a:t>
                </a:r>
              </a:p>
            </p:txBody>
          </p:sp>
          <p:sp>
            <p:nvSpPr>
              <p:cNvPr id="131" name="•   Public Health"/>
              <p:cNvSpPr txBox="1"/>
              <p:nvPr/>
            </p:nvSpPr>
            <p:spPr>
              <a:xfrm>
                <a:off x="14154912" y="1673352"/>
                <a:ext cx="1781991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D91A35"/>
                    </a:solidFill>
                    <a:latin typeface="Calibri"/>
                    <a:ea typeface="Calibri"/>
                  </a:rPr>
                  <a:t>•   Public Health</a:t>
                </a:r>
              </a:p>
            </p:txBody>
          </p:sp>
          <p:sp>
            <p:nvSpPr>
              <p:cNvPr id="132" name="•   Economics"/>
              <p:cNvSpPr txBox="1"/>
              <p:nvPr/>
            </p:nvSpPr>
            <p:spPr>
              <a:xfrm>
                <a:off x="14154912" y="1984248"/>
                <a:ext cx="1478203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•   Economics</a:t>
                </a:r>
              </a:p>
            </p:txBody>
          </p:sp>
        </p:grpSp>
        <p:sp>
          <p:nvSpPr>
            <p:cNvPr id="133" name="Leaf node list to LLM"/>
            <p:cNvSpPr/>
            <p:nvPr/>
          </p:nvSpPr>
          <p:spPr>
            <a:xfrm>
              <a:off x="11987784" y="1362456"/>
              <a:ext cx="566928" cy="246888"/>
            </a:xfrm>
            <a:custGeom>
              <a:avLst/>
              <a:gdLst/>
              <a:ahLst/>
              <a:cxnLst/>
              <a:rect l="0" t="0" r="r" b="b"/>
              <a:pathLst>
                <a:path w="62000" h="27000">
                  <a:moveTo>
                    <a:pt x="0" y="6750"/>
                  </a:moveTo>
                  <a:lnTo>
                    <a:pt x="44450" y="6750"/>
                  </a:lnTo>
                  <a:lnTo>
                    <a:pt x="44450" y="0"/>
                  </a:lnTo>
                  <a:lnTo>
                    <a:pt x="62000" y="13500"/>
                  </a:lnTo>
                  <a:lnTo>
                    <a:pt x="44450" y="27000"/>
                  </a:lnTo>
                  <a:lnTo>
                    <a:pt x="44450" y="20250"/>
                  </a:lnTo>
                  <a:lnTo>
                    <a:pt x="0" y="20250"/>
                  </a:lnTo>
                  <a:close/>
                </a:path>
              </a:pathLst>
            </a:custGeom>
            <a:solidFill>
              <a:srgbClr val="FFF5C9"/>
            </a:solidFill>
            <a:ln w="18288">
              <a:solidFill>
                <a:srgbClr val="2E58B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Diversity to LLM"/>
            <p:cNvSpPr/>
            <p:nvPr/>
          </p:nvSpPr>
          <p:spPr>
            <a:xfrm>
              <a:off x="13405104" y="1362456"/>
              <a:ext cx="566928" cy="246888"/>
            </a:xfrm>
            <a:custGeom>
              <a:avLst/>
              <a:gdLst/>
              <a:ahLst/>
              <a:cxnLst/>
              <a:rect l="0" t="0" r="r" b="b"/>
              <a:pathLst>
                <a:path w="62000" h="27000">
                  <a:moveTo>
                    <a:pt x="62000" y="6750"/>
                  </a:moveTo>
                  <a:lnTo>
                    <a:pt x="17550" y="6750"/>
                  </a:lnTo>
                  <a:lnTo>
                    <a:pt x="17550" y="0"/>
                  </a:lnTo>
                  <a:lnTo>
                    <a:pt x="0" y="13500"/>
                  </a:lnTo>
                  <a:lnTo>
                    <a:pt x="17550" y="27000"/>
                  </a:lnTo>
                  <a:lnTo>
                    <a:pt x="17550" y="20250"/>
                  </a:lnTo>
                  <a:lnTo>
                    <a:pt x="62000" y="20250"/>
                  </a:lnTo>
                  <a:close/>
                </a:path>
              </a:pathLst>
            </a:custGeom>
            <a:solidFill>
              <a:srgbClr val="FFF5C9"/>
            </a:solidFill>
            <a:ln w="18288">
              <a:solidFill>
                <a:srgbClr val="2E58B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35" name="LLM instantiation robot"/>
            <p:cNvGrpSpPr/>
            <p:nvPr/>
          </p:nvGrpSpPr>
          <p:grpSpPr>
            <a:xfrm>
              <a:off x="12554712" y="1005840"/>
              <a:ext cx="832104" cy="813816"/>
              <a:chOff x="12554712" y="1005840"/>
              <a:chExt cx="832104" cy="813816"/>
            </a:xfrm>
          </p:grpSpPr>
          <p:sp>
            <p:nvSpPr>
              <p:cNvPr id="136" name="Ellipse"/>
              <p:cNvSpPr/>
              <p:nvPr/>
            </p:nvSpPr>
            <p:spPr>
              <a:xfrm>
                <a:off x="12554712" y="1225296"/>
                <a:ext cx="109728" cy="219456"/>
              </a:xfrm>
              <a:prstGeom prst="ellipse">
                <a:avLst/>
              </a:prstGeom>
              <a:solidFill>
                <a:srgbClr val="ADCED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Ellipse"/>
              <p:cNvSpPr/>
              <p:nvPr/>
            </p:nvSpPr>
            <p:spPr>
              <a:xfrm>
                <a:off x="13139928" y="1234440"/>
                <a:ext cx="100584" cy="219456"/>
              </a:xfrm>
              <a:prstGeom prst="ellipse">
                <a:avLst/>
              </a:prstGeom>
              <a:solidFill>
                <a:srgbClr val="ADCED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Ellipse"/>
              <p:cNvSpPr/>
              <p:nvPr/>
            </p:nvSpPr>
            <p:spPr>
              <a:xfrm>
                <a:off x="12646152" y="1472184"/>
                <a:ext cx="521208" cy="347472"/>
              </a:xfrm>
              <a:prstGeom prst="ellipse">
                <a:avLst/>
              </a:prstGeom>
              <a:solidFill>
                <a:srgbClr val="C0DDEF"/>
              </a:solidFill>
              <a:ln w="4572">
                <a:solidFill>
                  <a:srgbClr val="B3D2E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Ellipse"/>
              <p:cNvSpPr/>
              <p:nvPr/>
            </p:nvSpPr>
            <p:spPr>
              <a:xfrm rot="1200000">
                <a:off x="12563856" y="1581912"/>
                <a:ext cx="91440" cy="237744"/>
              </a:xfrm>
              <a:prstGeom prst="ellipse">
                <a:avLst/>
              </a:prstGeom>
              <a:solidFill>
                <a:srgbClr val="D9ECFA"/>
              </a:solidFill>
              <a:ln w="3657">
                <a:solidFill>
                  <a:srgbClr val="AFCFD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Ellipse"/>
              <p:cNvSpPr/>
              <p:nvPr/>
            </p:nvSpPr>
            <p:spPr>
              <a:xfrm rot="20400000">
                <a:off x="13130784" y="1581912"/>
                <a:ext cx="91440" cy="237744"/>
              </a:xfrm>
              <a:prstGeom prst="ellipse">
                <a:avLst/>
              </a:prstGeom>
              <a:solidFill>
                <a:srgbClr val="D9ECFA"/>
              </a:solidFill>
              <a:ln w="3657">
                <a:solidFill>
                  <a:srgbClr val="AFCFD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Rectangle"/>
              <p:cNvSpPr/>
              <p:nvPr/>
            </p:nvSpPr>
            <p:spPr>
              <a:xfrm>
                <a:off x="12618720" y="1115568"/>
                <a:ext cx="566928" cy="438912"/>
              </a:xfrm>
              <a:prstGeom prst="roundRect">
                <a:avLst>
                  <a:gd name="adj" fmla="val 35416"/>
                </a:avLst>
              </a:prstGeom>
              <a:solidFill>
                <a:srgbClr val="D8EBFA"/>
              </a:solidFill>
              <a:ln w="5486">
                <a:solidFill>
                  <a:srgbClr val="C5DCEB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Rectangle"/>
              <p:cNvSpPr/>
              <p:nvPr/>
            </p:nvSpPr>
            <p:spPr>
              <a:xfrm>
                <a:off x="12682728" y="1225296"/>
                <a:ext cx="429768" cy="265176"/>
              </a:xfrm>
              <a:prstGeom prst="roundRect">
                <a:avLst>
                  <a:gd name="adj" fmla="val 24137"/>
                </a:avLst>
              </a:prstGeom>
              <a:solidFill>
                <a:srgbClr val="19397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Ellipse"/>
              <p:cNvSpPr/>
              <p:nvPr/>
            </p:nvSpPr>
            <p:spPr>
              <a:xfrm>
                <a:off x="12737592" y="1289304"/>
                <a:ext cx="73152" cy="73152"/>
              </a:xfrm>
              <a:prstGeom prst="ellipse">
                <a:avLst/>
              </a:prstGeom>
              <a:solidFill>
                <a:srgbClr val="04CE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Ellipse"/>
              <p:cNvSpPr/>
              <p:nvPr/>
            </p:nvSpPr>
            <p:spPr>
              <a:xfrm>
                <a:off x="12984480" y="1289304"/>
                <a:ext cx="73152" cy="73152"/>
              </a:xfrm>
              <a:prstGeom prst="ellipse">
                <a:avLst/>
              </a:prstGeom>
              <a:solidFill>
                <a:srgbClr val="04CE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Robot smile"/>
              <p:cNvSpPr/>
              <p:nvPr/>
            </p:nvSpPr>
            <p:spPr>
              <a:xfrm>
                <a:off x="12838176" y="1389888"/>
                <a:ext cx="91440" cy="73152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8000">
                    <a:moveTo>
                      <a:pt x="0" y="0"/>
                    </a:moveTo>
                    <a:cubicBezTo>
                      <a:pt x="0" y="8000"/>
                      <a:pt x="10000" y="8000"/>
                      <a:pt x="10000" y="0"/>
                    </a:cubicBezTo>
                    <a:close/>
                  </a:path>
                </a:pathLst>
              </a:custGeom>
              <a:solidFill>
                <a:srgbClr val="04CE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Ellipse"/>
              <p:cNvSpPr/>
              <p:nvPr/>
            </p:nvSpPr>
            <p:spPr>
              <a:xfrm>
                <a:off x="12838176" y="1609344"/>
                <a:ext cx="118872" cy="118872"/>
              </a:xfrm>
              <a:prstGeom prst="ellipse">
                <a:avLst/>
              </a:prstGeom>
              <a:solidFill>
                <a:srgbClr val="23437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Rectangle"/>
              <p:cNvSpPr/>
              <p:nvPr/>
            </p:nvSpPr>
            <p:spPr>
              <a:xfrm>
                <a:off x="13030200" y="1005840"/>
                <a:ext cx="356616" cy="320040"/>
              </a:xfrm>
              <a:prstGeom prst="roundRect">
                <a:avLst>
                  <a:gd name="adj" fmla="val 8571"/>
                </a:avLst>
              </a:prstGeom>
              <a:solidFill>
                <a:srgbClr val="6BC67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Polygon"/>
              <p:cNvSpPr/>
              <p:nvPr/>
            </p:nvSpPr>
            <p:spPr>
              <a:xfrm>
                <a:off x="13240512" y="1316736"/>
                <a:ext cx="82296" cy="54864"/>
              </a:xfrm>
              <a:custGeom>
                <a:avLst/>
                <a:gdLst/>
                <a:ahLst/>
                <a:cxnLst/>
                <a:rect l="0" t="0" r="r" b="b"/>
                <a:pathLst>
                  <a:path w="9000" h="6000">
                    <a:moveTo>
                      <a:pt x="0" y="0"/>
                    </a:moveTo>
                    <a:lnTo>
                      <a:pt x="9000" y="6000"/>
                    </a:lnTo>
                    <a:lnTo>
                      <a:pt x="8000" y="0"/>
                    </a:lnTo>
                    <a:close/>
                  </a:path>
                </a:pathLst>
              </a:custGeom>
              <a:solidFill>
                <a:srgbClr val="6BC67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49" name="Speech bubble line"/>
              <p:cNvCxnSpPr/>
              <p:nvPr/>
            </p:nvCxnSpPr>
            <p:spPr>
              <a:xfrm>
                <a:off x="13094208" y="1088136"/>
                <a:ext cx="219456" cy="0"/>
              </a:xfrm>
              <a:prstGeom prst="line">
                <a:avLst/>
              </a:prstGeom>
              <a:ln w="27432">
                <a:solidFill>
                  <a:srgbClr val="51A967"/>
                </a:solidFill>
              </a:ln>
              <a:effectLst/>
            </p:spPr>
          </p:cxnSp>
          <p:cxnSp>
            <p:nvCxnSpPr>
              <p:cNvPr id="150" name="Speech bubble line"/>
              <p:cNvCxnSpPr/>
              <p:nvPr/>
            </p:nvCxnSpPr>
            <p:spPr>
              <a:xfrm>
                <a:off x="13094208" y="1161288"/>
                <a:ext cx="219456" cy="0"/>
              </a:xfrm>
              <a:prstGeom prst="line">
                <a:avLst/>
              </a:prstGeom>
              <a:ln w="27432">
                <a:solidFill>
                  <a:srgbClr val="51A967"/>
                </a:solidFill>
              </a:ln>
              <a:effectLst/>
            </p:spPr>
          </p:cxnSp>
          <p:cxnSp>
            <p:nvCxnSpPr>
              <p:cNvPr id="151" name="Speech bubble line"/>
              <p:cNvCxnSpPr/>
              <p:nvPr/>
            </p:nvCxnSpPr>
            <p:spPr>
              <a:xfrm>
                <a:off x="13094208" y="1234440"/>
                <a:ext cx="219456" cy="0"/>
              </a:xfrm>
              <a:prstGeom prst="line">
                <a:avLst/>
              </a:prstGeom>
              <a:ln w="27432">
                <a:solidFill>
                  <a:srgbClr val="51A967"/>
                </a:solidFill>
              </a:ln>
              <a:effectLst/>
            </p:spPr>
          </p:cxnSp>
        </p:grpSp>
        <p:sp>
          <p:nvSpPr>
            <p:cNvPr id="152" name="Step 1 down arrow"/>
            <p:cNvSpPr/>
            <p:nvPr/>
          </p:nvSpPr>
          <p:spPr>
            <a:xfrm>
              <a:off x="12810744" y="1965960"/>
              <a:ext cx="274320" cy="585216"/>
            </a:xfrm>
            <a:custGeom>
              <a:avLst/>
              <a:gdLst/>
              <a:ahLst/>
              <a:cxnLst/>
              <a:rect l="0" t="0" r="r" b="b"/>
              <a:pathLst>
                <a:path w="30000" h="64000">
                  <a:moveTo>
                    <a:pt x="7500" y="0"/>
                  </a:moveTo>
                  <a:lnTo>
                    <a:pt x="22500" y="0"/>
                  </a:lnTo>
                  <a:lnTo>
                    <a:pt x="22500" y="32000"/>
                  </a:lnTo>
                  <a:lnTo>
                    <a:pt x="30000" y="32000"/>
                  </a:lnTo>
                  <a:lnTo>
                    <a:pt x="15000" y="64000"/>
                  </a:lnTo>
                  <a:lnTo>
                    <a:pt x="0" y="32000"/>
                  </a:lnTo>
                  <a:lnTo>
                    <a:pt x="7500" y="32000"/>
                  </a:lnTo>
                  <a:close/>
                </a:path>
              </a:pathLst>
            </a:custGeom>
            <a:solidFill>
              <a:srgbClr val="FFF5C9"/>
            </a:solidFill>
            <a:ln w="18288">
              <a:solidFill>
                <a:srgbClr val="2E58B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Step"/>
            <p:cNvSpPr txBox="1"/>
            <p:nvPr/>
          </p:nvSpPr>
          <p:spPr>
            <a:xfrm>
              <a:off x="13130784" y="1892808"/>
              <a:ext cx="667619" cy="411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60" b="1" i="0" dirty="0">
                  <a:solidFill>
                    <a:srgbClr val="C60000"/>
                  </a:solidFill>
                  <a:latin typeface="Arial"/>
                  <a:ea typeface="Arial"/>
                </a:rPr>
                <a:t>Step</a:t>
              </a:r>
            </a:p>
          </p:txBody>
        </p:sp>
        <p:sp>
          <p:nvSpPr>
            <p:cNvPr id="154" name="Step 1 circle"/>
            <p:cNvSpPr/>
            <p:nvPr/>
          </p:nvSpPr>
          <p:spPr>
            <a:xfrm>
              <a:off x="13286232" y="2286000"/>
              <a:ext cx="237744" cy="237744"/>
            </a:xfrm>
            <a:prstGeom prst="ellipse">
              <a:avLst/>
            </a:prstGeom>
            <a:noFill/>
            <a:ln w="18288">
              <a:solidFill>
                <a:srgbClr val="C6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1"/>
            <p:cNvSpPr txBox="1"/>
            <p:nvPr/>
          </p:nvSpPr>
          <p:spPr>
            <a:xfrm>
              <a:off x="13344855" y="2249424"/>
              <a:ext cx="193649" cy="3566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1" i="0" dirty="0">
                  <a:solidFill>
                    <a:srgbClr val="C60000"/>
                  </a:solidFill>
                  <a:latin typeface="Calibri"/>
                  <a:ea typeface="Calibri"/>
                </a:rPr>
                <a:t>1</a:t>
              </a:r>
            </a:p>
          </p:txBody>
        </p:sp>
        <p:grpSp>
          <p:nvGrpSpPr>
            <p:cNvPr id="156" name="Instantiated realistic reasoning scenarios"/>
            <p:cNvGrpSpPr/>
            <p:nvPr/>
          </p:nvGrpSpPr>
          <p:grpSpPr>
            <a:xfrm>
              <a:off x="9939528" y="2578608"/>
              <a:ext cx="6592824" cy="1536192"/>
              <a:chOff x="9939528" y="2578608"/>
              <a:chExt cx="6592824" cy="1536192"/>
            </a:xfrm>
          </p:grpSpPr>
          <p:sp>
            <p:nvSpPr>
              <p:cNvPr id="157" name="Realistic scenarios box"/>
              <p:cNvSpPr/>
              <p:nvPr/>
            </p:nvSpPr>
            <p:spPr>
              <a:xfrm>
                <a:off x="9939528" y="2578608"/>
                <a:ext cx="6592824" cy="1536192"/>
              </a:xfrm>
              <a:prstGeom prst="roundRect">
                <a:avLst>
                  <a:gd name="adj" fmla="val 9523"/>
                </a:avLst>
              </a:prstGeom>
              <a:solidFill>
                <a:srgbClr val="F2F2F2"/>
              </a:solidFill>
              <a:ln w="27432">
                <a:solidFill>
                  <a:srgbClr val="D9D9D9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Instantiated Realistic Reasoning Scenarios"/>
              <p:cNvSpPr txBox="1"/>
              <p:nvPr/>
            </p:nvSpPr>
            <p:spPr>
              <a:xfrm>
                <a:off x="10222992" y="2651760"/>
                <a:ext cx="5146072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Instantiated Realistic Reasoning Scenarios</a:t>
                </a:r>
              </a:p>
            </p:txBody>
          </p:sp>
          <p:sp>
            <p:nvSpPr>
              <p:cNvPr id="159" name="&quot;P&quot;: &quot;The government initiated a nationwide vaccination camp"/>
              <p:cNvSpPr txBox="1"/>
              <p:nvPr/>
            </p:nvSpPr>
            <p:spPr>
              <a:xfrm>
                <a:off x="10222992" y="3044952"/>
                <a:ext cx="6166164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1" i="0" dirty="0">
                    <a:solidFill>
                      <a:srgbClr val="000000"/>
                    </a:solidFill>
                    <a:latin typeface="Arial"/>
                    <a:ea typeface="Arial"/>
                  </a:rPr>
                  <a:t>"P":</a:t>
                </a:r>
                <a:r>
                  <a:rPr sz="1584" b="0" i="0" dirty="0">
                    <a:solidFill>
                      <a:srgbClr val="000000"/>
                    </a:solidFill>
                    <a:latin typeface="Arial"/>
                    <a:ea typeface="Arial"/>
                  </a:rPr>
                  <a:t> "The government initiated a nationwide vaccination campaign.",</a:t>
                </a:r>
              </a:p>
            </p:txBody>
          </p:sp>
          <p:sp>
            <p:nvSpPr>
              <p:cNvPr id="160" name="&quot;Q&quot;: &quot;The spread of the disease was effectively contained.&quot;,"/>
              <p:cNvSpPr txBox="1"/>
              <p:nvPr/>
            </p:nvSpPr>
            <p:spPr>
              <a:xfrm>
                <a:off x="10222992" y="3291840"/>
                <a:ext cx="5413105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1" i="0" dirty="0">
                    <a:solidFill>
                      <a:srgbClr val="000000"/>
                    </a:solidFill>
                    <a:latin typeface="Arial"/>
                    <a:ea typeface="Arial"/>
                  </a:rPr>
                  <a:t>"Q":</a:t>
                </a:r>
                <a:r>
                  <a:rPr sz="1584" b="0" i="0" dirty="0">
                    <a:solidFill>
                      <a:srgbClr val="000000"/>
                    </a:solidFill>
                    <a:latin typeface="Arial"/>
                    <a:ea typeface="Arial"/>
                  </a:rPr>
                  <a:t> "The spread of the disease was effectively contained.",</a:t>
                </a:r>
              </a:p>
            </p:txBody>
          </p:sp>
          <p:sp>
            <p:nvSpPr>
              <p:cNvPr id="161" name="“R(x)”: “Region x has achieved full vaccination coverage.&quot;,"/>
              <p:cNvSpPr txBox="1"/>
              <p:nvPr/>
            </p:nvSpPr>
            <p:spPr>
              <a:xfrm>
                <a:off x="10222992" y="3529584"/>
                <a:ext cx="5333077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1" i="0" dirty="0">
                    <a:solidFill>
                      <a:srgbClr val="000000"/>
                    </a:solidFill>
                    <a:latin typeface="Arial"/>
                    <a:ea typeface="Arial"/>
                  </a:rPr>
                  <a:t>“R(x)”:</a:t>
                </a:r>
                <a:r>
                  <a:rPr sz="1584" b="0" i="0" dirty="0">
                    <a:solidFill>
                      <a:srgbClr val="000000"/>
                    </a:solidFill>
                    <a:latin typeface="Arial"/>
                    <a:ea typeface="Arial"/>
                  </a:rPr>
                  <a:t> “Region x has achieved full vaccination coverage.",</a:t>
                </a:r>
              </a:p>
            </p:txBody>
          </p:sp>
          <p:sp>
            <p:nvSpPr>
              <p:cNvPr id="162" name="&quot;T&quot;: &quot;Vaccination rates across regions increased significant"/>
              <p:cNvSpPr txBox="1"/>
              <p:nvPr/>
            </p:nvSpPr>
            <p:spPr>
              <a:xfrm>
                <a:off x="10222992" y="3767328"/>
                <a:ext cx="5610005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1" i="0" dirty="0">
                    <a:solidFill>
                      <a:srgbClr val="000000"/>
                    </a:solidFill>
                    <a:latin typeface="Arial"/>
                    <a:ea typeface="Arial"/>
                  </a:rPr>
                  <a:t>"T":</a:t>
                </a:r>
                <a:r>
                  <a:rPr sz="1584" b="0" i="0" dirty="0">
                    <a:solidFill>
                      <a:srgbClr val="000000"/>
                    </a:solidFill>
                    <a:latin typeface="Arial"/>
                    <a:ea typeface="Arial"/>
                  </a:rPr>
                  <a:t> "Vaccination rates across regions increased significantly."</a:t>
                </a:r>
              </a:p>
            </p:txBody>
          </p:sp>
        </p:grpSp>
        <p:grpSp>
          <p:nvGrpSpPr>
            <p:cNvPr id="163" name="Inode Sequence based on depth"/>
            <p:cNvGrpSpPr/>
            <p:nvPr/>
          </p:nvGrpSpPr>
          <p:grpSpPr>
            <a:xfrm>
              <a:off x="9939528" y="4224528"/>
              <a:ext cx="4407408" cy="1801368"/>
              <a:chOff x="9939528" y="4224528"/>
              <a:chExt cx="4407408" cy="1801368"/>
            </a:xfrm>
          </p:grpSpPr>
          <p:sp>
            <p:nvSpPr>
              <p:cNvPr id="164" name="Inode sequence box"/>
              <p:cNvSpPr/>
              <p:nvPr/>
            </p:nvSpPr>
            <p:spPr>
              <a:xfrm>
                <a:off x="9939528" y="4224528"/>
                <a:ext cx="4407408" cy="1801368"/>
              </a:xfrm>
              <a:prstGeom prst="roundRect">
                <a:avLst>
                  <a:gd name="adj" fmla="val 7106"/>
                </a:avLst>
              </a:prstGeom>
              <a:solidFill>
                <a:srgbClr val="E2F1DC"/>
              </a:solidFill>
              <a:ln w="25603">
                <a:solidFill>
                  <a:srgbClr val="ABD88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Inode Sequence based on depth"/>
              <p:cNvSpPr txBox="1"/>
              <p:nvPr/>
            </p:nvSpPr>
            <p:spPr>
              <a:xfrm>
                <a:off x="10177272" y="4343400"/>
                <a:ext cx="3963638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Inode Sequence based on depth</a:t>
                </a:r>
              </a:p>
            </p:txBody>
          </p:sp>
          <p:sp>
            <p:nvSpPr>
              <p:cNvPr id="166" name="Step1:"/>
              <p:cNvSpPr txBox="1"/>
              <p:nvPr/>
            </p:nvSpPr>
            <p:spPr>
              <a:xfrm>
                <a:off x="10177272" y="4782312"/>
                <a:ext cx="674370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Step1:</a:t>
                </a:r>
              </a:p>
            </p:txBody>
          </p:sp>
          <p:sp>
            <p:nvSpPr>
              <p:cNvPr id="167" name="Formula: (P → T), (T → Q)  ⊢ (P → Q)"/>
              <p:cNvSpPr txBox="1"/>
              <p:nvPr/>
            </p:nvSpPr>
            <p:spPr>
              <a:xfrm>
                <a:off x="10863072" y="4782312"/>
                <a:ext cx="2872841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→ 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T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), 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T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→ 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Q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  </a:t>
                </a:r>
                <a:r>
                  <a:rPr sz="1800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⊢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→ 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Q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</a:t>
                </a:r>
              </a:p>
            </p:txBody>
          </p:sp>
          <p:sp>
            <p:nvSpPr>
              <p:cNvPr id="168" name="Step2:"/>
              <p:cNvSpPr txBox="1"/>
              <p:nvPr/>
            </p:nvSpPr>
            <p:spPr>
              <a:xfrm>
                <a:off x="10177272" y="5047488"/>
                <a:ext cx="674370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Step2:</a:t>
                </a:r>
              </a:p>
            </p:txBody>
          </p:sp>
          <p:sp>
            <p:nvSpPr>
              <p:cNvPr id="169" name="Formula: ∀x (¬R(x))  ⊢ ¬R(a)"/>
              <p:cNvSpPr txBox="1"/>
              <p:nvPr/>
            </p:nvSpPr>
            <p:spPr>
              <a:xfrm>
                <a:off x="10863072" y="5047488"/>
                <a:ext cx="1956209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∀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x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(¬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R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x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))  </a:t>
                </a:r>
                <a:r>
                  <a:rPr sz="1800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⊢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¬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R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</a:t>
                </a:r>
              </a:p>
            </p:txBody>
          </p:sp>
          <p:sp>
            <p:nvSpPr>
              <p:cNvPr id="170" name="Step3:"/>
              <p:cNvSpPr txBox="1"/>
              <p:nvPr/>
            </p:nvSpPr>
            <p:spPr>
              <a:xfrm>
                <a:off x="10177272" y="5312664"/>
                <a:ext cx="674370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Step3:</a:t>
                </a:r>
              </a:p>
            </p:txBody>
          </p:sp>
          <p:sp>
            <p:nvSpPr>
              <p:cNvPr id="171" name="Formula: (¬R(a) ∨ P), (¬R(a))  ⊢ P"/>
              <p:cNvSpPr txBox="1"/>
              <p:nvPr/>
            </p:nvSpPr>
            <p:spPr>
              <a:xfrm>
                <a:off x="10863072" y="5312664"/>
                <a:ext cx="2445145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(¬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R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 </a:t>
                </a:r>
                <a:r>
                  <a:rPr sz="1800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∨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), (¬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R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))  </a:t>
                </a:r>
                <a:r>
                  <a:rPr sz="1800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⊢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</a:p>
            </p:txBody>
          </p:sp>
          <p:sp>
            <p:nvSpPr>
              <p:cNvPr id="172" name="Step4:"/>
              <p:cNvSpPr txBox="1"/>
              <p:nvPr/>
            </p:nvSpPr>
            <p:spPr>
              <a:xfrm>
                <a:off x="10177272" y="5586984"/>
                <a:ext cx="674370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Step4:</a:t>
                </a:r>
              </a:p>
            </p:txBody>
          </p:sp>
          <p:sp>
            <p:nvSpPr>
              <p:cNvPr id="173" name="Formula: P, (P → Q) ⊢ P"/>
              <p:cNvSpPr txBox="1"/>
              <p:nvPr/>
            </p:nvSpPr>
            <p:spPr>
              <a:xfrm>
                <a:off x="10863072" y="5586984"/>
                <a:ext cx="1520619" cy="3429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, (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→ 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Q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) </a:t>
                </a:r>
                <a:r>
                  <a:rPr sz="1800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⊢</a:t>
                </a:r>
                <a:r>
                  <a:rPr sz="1800" b="0" i="0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 </a:t>
                </a:r>
                <a:r>
                  <a:rPr sz="1800" b="1" i="1" dirty="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P</a:t>
                </a:r>
              </a:p>
            </p:txBody>
          </p:sp>
        </p:grpSp>
        <p:sp>
          <p:nvSpPr>
            <p:cNvPr id="174" name="Scenarios to reasoning robot"/>
            <p:cNvSpPr/>
            <p:nvPr/>
          </p:nvSpPr>
          <p:spPr>
            <a:xfrm>
              <a:off x="15179040" y="4197096"/>
              <a:ext cx="265176" cy="438912"/>
            </a:xfrm>
            <a:custGeom>
              <a:avLst/>
              <a:gdLst/>
              <a:ahLst/>
              <a:cxnLst/>
              <a:rect l="0" t="0" r="r" b="b"/>
              <a:pathLst>
                <a:path w="29000" h="48000">
                  <a:moveTo>
                    <a:pt x="7250" y="0"/>
                  </a:moveTo>
                  <a:lnTo>
                    <a:pt x="21750" y="0"/>
                  </a:lnTo>
                  <a:lnTo>
                    <a:pt x="21750" y="24000"/>
                  </a:lnTo>
                  <a:lnTo>
                    <a:pt x="29000" y="24000"/>
                  </a:lnTo>
                  <a:lnTo>
                    <a:pt x="14500" y="48000"/>
                  </a:lnTo>
                  <a:lnTo>
                    <a:pt x="0" y="24000"/>
                  </a:lnTo>
                  <a:lnTo>
                    <a:pt x="7250" y="24000"/>
                  </a:lnTo>
                  <a:close/>
                </a:path>
              </a:pathLst>
            </a:custGeom>
            <a:solidFill>
              <a:srgbClr val="FFF5C9"/>
            </a:solidFill>
            <a:ln w="18288">
              <a:solidFill>
                <a:srgbClr val="2E58B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Inode sequence to LLM"/>
            <p:cNvSpPr/>
            <p:nvPr/>
          </p:nvSpPr>
          <p:spPr>
            <a:xfrm>
              <a:off x="14356080" y="4873752"/>
              <a:ext cx="566928" cy="256032"/>
            </a:xfrm>
            <a:custGeom>
              <a:avLst/>
              <a:gdLst/>
              <a:ahLst/>
              <a:cxnLst/>
              <a:rect l="0" t="0" r="r" b="b"/>
              <a:pathLst>
                <a:path w="62000" h="28000">
                  <a:moveTo>
                    <a:pt x="0" y="7000"/>
                  </a:moveTo>
                  <a:lnTo>
                    <a:pt x="43800" y="7000"/>
                  </a:lnTo>
                  <a:lnTo>
                    <a:pt x="43800" y="0"/>
                  </a:lnTo>
                  <a:lnTo>
                    <a:pt x="62000" y="14000"/>
                  </a:lnTo>
                  <a:lnTo>
                    <a:pt x="43800" y="28000"/>
                  </a:lnTo>
                  <a:lnTo>
                    <a:pt x="43800" y="21000"/>
                  </a:lnTo>
                  <a:lnTo>
                    <a:pt x="0" y="21000"/>
                  </a:lnTo>
                  <a:close/>
                </a:path>
              </a:pathLst>
            </a:custGeom>
            <a:solidFill>
              <a:srgbClr val="FFF5C9"/>
            </a:solidFill>
            <a:ln w="18288">
              <a:solidFill>
                <a:srgbClr val="2E58B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76" name="LLM reasoning robot"/>
            <p:cNvGrpSpPr/>
            <p:nvPr/>
          </p:nvGrpSpPr>
          <p:grpSpPr>
            <a:xfrm>
              <a:off x="14923008" y="4562856"/>
              <a:ext cx="832104" cy="813816"/>
              <a:chOff x="14923008" y="4562856"/>
              <a:chExt cx="832104" cy="813816"/>
            </a:xfrm>
          </p:grpSpPr>
          <p:sp>
            <p:nvSpPr>
              <p:cNvPr id="177" name="Ellipse"/>
              <p:cNvSpPr/>
              <p:nvPr/>
            </p:nvSpPr>
            <p:spPr>
              <a:xfrm>
                <a:off x="14923008" y="4782312"/>
                <a:ext cx="109728" cy="219456"/>
              </a:xfrm>
              <a:prstGeom prst="ellipse">
                <a:avLst/>
              </a:prstGeom>
              <a:solidFill>
                <a:srgbClr val="ADCED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Ellipse"/>
              <p:cNvSpPr/>
              <p:nvPr/>
            </p:nvSpPr>
            <p:spPr>
              <a:xfrm>
                <a:off x="15508224" y="4791456"/>
                <a:ext cx="100584" cy="219456"/>
              </a:xfrm>
              <a:prstGeom prst="ellipse">
                <a:avLst/>
              </a:prstGeom>
              <a:solidFill>
                <a:srgbClr val="ADCED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Ellipse"/>
              <p:cNvSpPr/>
              <p:nvPr/>
            </p:nvSpPr>
            <p:spPr>
              <a:xfrm>
                <a:off x="15014448" y="5029200"/>
                <a:ext cx="521208" cy="347472"/>
              </a:xfrm>
              <a:prstGeom prst="ellipse">
                <a:avLst/>
              </a:prstGeom>
              <a:solidFill>
                <a:srgbClr val="C0DDEF"/>
              </a:solidFill>
              <a:ln w="4572">
                <a:solidFill>
                  <a:srgbClr val="B3D2E3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Ellipse"/>
              <p:cNvSpPr/>
              <p:nvPr/>
            </p:nvSpPr>
            <p:spPr>
              <a:xfrm rot="1200000">
                <a:off x="14932152" y="5138928"/>
                <a:ext cx="91440" cy="237744"/>
              </a:xfrm>
              <a:prstGeom prst="ellipse">
                <a:avLst/>
              </a:prstGeom>
              <a:solidFill>
                <a:srgbClr val="D9ECFA"/>
              </a:solidFill>
              <a:ln w="3657">
                <a:solidFill>
                  <a:srgbClr val="AFCFD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Ellipse"/>
              <p:cNvSpPr/>
              <p:nvPr/>
            </p:nvSpPr>
            <p:spPr>
              <a:xfrm rot="20400000">
                <a:off x="15499080" y="5138928"/>
                <a:ext cx="91440" cy="237744"/>
              </a:xfrm>
              <a:prstGeom prst="ellipse">
                <a:avLst/>
              </a:prstGeom>
              <a:solidFill>
                <a:srgbClr val="D9ECFA"/>
              </a:solidFill>
              <a:ln w="3657">
                <a:solidFill>
                  <a:srgbClr val="AFCFD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Rectangle"/>
              <p:cNvSpPr/>
              <p:nvPr/>
            </p:nvSpPr>
            <p:spPr>
              <a:xfrm>
                <a:off x="14987016" y="4672584"/>
                <a:ext cx="566928" cy="438912"/>
              </a:xfrm>
              <a:prstGeom prst="roundRect">
                <a:avLst>
                  <a:gd name="adj" fmla="val 35416"/>
                </a:avLst>
              </a:prstGeom>
              <a:solidFill>
                <a:srgbClr val="D8EBFA"/>
              </a:solidFill>
              <a:ln w="5486">
                <a:solidFill>
                  <a:srgbClr val="C5DCEB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Rectangle"/>
              <p:cNvSpPr/>
              <p:nvPr/>
            </p:nvSpPr>
            <p:spPr>
              <a:xfrm>
                <a:off x="15051024" y="4782312"/>
                <a:ext cx="429768" cy="265176"/>
              </a:xfrm>
              <a:prstGeom prst="roundRect">
                <a:avLst>
                  <a:gd name="adj" fmla="val 24137"/>
                </a:avLst>
              </a:prstGeom>
              <a:solidFill>
                <a:srgbClr val="193971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Ellipse"/>
              <p:cNvSpPr/>
              <p:nvPr/>
            </p:nvSpPr>
            <p:spPr>
              <a:xfrm>
                <a:off x="15105888" y="4846320"/>
                <a:ext cx="73152" cy="73152"/>
              </a:xfrm>
              <a:prstGeom prst="ellipse">
                <a:avLst/>
              </a:prstGeom>
              <a:solidFill>
                <a:srgbClr val="04CE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Ellipse"/>
              <p:cNvSpPr/>
              <p:nvPr/>
            </p:nvSpPr>
            <p:spPr>
              <a:xfrm>
                <a:off x="15352776" y="4846320"/>
                <a:ext cx="73152" cy="73152"/>
              </a:xfrm>
              <a:prstGeom prst="ellipse">
                <a:avLst/>
              </a:prstGeom>
              <a:solidFill>
                <a:srgbClr val="04CE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Robot smile"/>
              <p:cNvSpPr/>
              <p:nvPr/>
            </p:nvSpPr>
            <p:spPr>
              <a:xfrm>
                <a:off x="15206472" y="4946904"/>
                <a:ext cx="91440" cy="73152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8000">
                    <a:moveTo>
                      <a:pt x="0" y="0"/>
                    </a:moveTo>
                    <a:cubicBezTo>
                      <a:pt x="0" y="8000"/>
                      <a:pt x="10000" y="8000"/>
                      <a:pt x="10000" y="0"/>
                    </a:cubicBezTo>
                    <a:close/>
                  </a:path>
                </a:pathLst>
              </a:custGeom>
              <a:solidFill>
                <a:srgbClr val="04CED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Ellipse"/>
              <p:cNvSpPr/>
              <p:nvPr/>
            </p:nvSpPr>
            <p:spPr>
              <a:xfrm>
                <a:off x="15206472" y="5166360"/>
                <a:ext cx="118872" cy="118872"/>
              </a:xfrm>
              <a:prstGeom prst="ellipse">
                <a:avLst/>
              </a:prstGeom>
              <a:solidFill>
                <a:srgbClr val="234377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Rectangle"/>
              <p:cNvSpPr/>
              <p:nvPr/>
            </p:nvSpPr>
            <p:spPr>
              <a:xfrm>
                <a:off x="15398496" y="4562856"/>
                <a:ext cx="356616" cy="320040"/>
              </a:xfrm>
              <a:prstGeom prst="roundRect">
                <a:avLst>
                  <a:gd name="adj" fmla="val 8571"/>
                </a:avLst>
              </a:prstGeom>
              <a:solidFill>
                <a:srgbClr val="6BC67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olygon"/>
              <p:cNvSpPr/>
              <p:nvPr/>
            </p:nvSpPr>
            <p:spPr>
              <a:xfrm>
                <a:off x="15608808" y="4873752"/>
                <a:ext cx="82296" cy="54864"/>
              </a:xfrm>
              <a:custGeom>
                <a:avLst/>
                <a:gdLst/>
                <a:ahLst/>
                <a:cxnLst/>
                <a:rect l="0" t="0" r="r" b="b"/>
                <a:pathLst>
                  <a:path w="9000" h="6000">
                    <a:moveTo>
                      <a:pt x="0" y="0"/>
                    </a:moveTo>
                    <a:lnTo>
                      <a:pt x="9000" y="6000"/>
                    </a:lnTo>
                    <a:lnTo>
                      <a:pt x="8000" y="0"/>
                    </a:lnTo>
                    <a:close/>
                  </a:path>
                </a:pathLst>
              </a:custGeom>
              <a:solidFill>
                <a:srgbClr val="6BC67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90" name="Speech bubble line"/>
              <p:cNvCxnSpPr/>
              <p:nvPr/>
            </p:nvCxnSpPr>
            <p:spPr>
              <a:xfrm>
                <a:off x="15462504" y="4645152"/>
                <a:ext cx="219456" cy="0"/>
              </a:xfrm>
              <a:prstGeom prst="line">
                <a:avLst/>
              </a:prstGeom>
              <a:ln w="27432">
                <a:solidFill>
                  <a:srgbClr val="51A967"/>
                </a:solidFill>
              </a:ln>
              <a:effectLst/>
            </p:spPr>
          </p:cxnSp>
          <p:cxnSp>
            <p:nvCxnSpPr>
              <p:cNvPr id="191" name="Speech bubble line"/>
              <p:cNvCxnSpPr/>
              <p:nvPr/>
            </p:nvCxnSpPr>
            <p:spPr>
              <a:xfrm>
                <a:off x="15462504" y="4718304"/>
                <a:ext cx="219456" cy="0"/>
              </a:xfrm>
              <a:prstGeom prst="line">
                <a:avLst/>
              </a:prstGeom>
              <a:ln w="27432">
                <a:solidFill>
                  <a:srgbClr val="51A967"/>
                </a:solidFill>
              </a:ln>
              <a:effectLst/>
            </p:spPr>
          </p:cxnSp>
          <p:cxnSp>
            <p:nvCxnSpPr>
              <p:cNvPr id="192" name="Speech bubble line"/>
              <p:cNvCxnSpPr/>
              <p:nvPr/>
            </p:nvCxnSpPr>
            <p:spPr>
              <a:xfrm>
                <a:off x="15462504" y="4791456"/>
                <a:ext cx="219456" cy="0"/>
              </a:xfrm>
              <a:prstGeom prst="line">
                <a:avLst/>
              </a:prstGeom>
              <a:ln w="27432">
                <a:solidFill>
                  <a:srgbClr val="51A967"/>
                </a:solidFill>
              </a:ln>
              <a:effectLst/>
            </p:spPr>
          </p:cxnSp>
        </p:grpSp>
        <p:sp>
          <p:nvSpPr>
            <p:cNvPr id="193" name="Step 2 down arrow"/>
            <p:cNvSpPr/>
            <p:nvPr/>
          </p:nvSpPr>
          <p:spPr>
            <a:xfrm>
              <a:off x="15151608" y="5614416"/>
              <a:ext cx="310896" cy="585216"/>
            </a:xfrm>
            <a:custGeom>
              <a:avLst/>
              <a:gdLst/>
              <a:ahLst/>
              <a:cxnLst/>
              <a:rect l="0" t="0" r="r" b="b"/>
              <a:pathLst>
                <a:path w="34000" h="64000">
                  <a:moveTo>
                    <a:pt x="8500" y="0"/>
                  </a:moveTo>
                  <a:lnTo>
                    <a:pt x="25500" y="0"/>
                  </a:lnTo>
                  <a:lnTo>
                    <a:pt x="25500" y="32000"/>
                  </a:lnTo>
                  <a:lnTo>
                    <a:pt x="34000" y="32000"/>
                  </a:lnTo>
                  <a:lnTo>
                    <a:pt x="17000" y="64000"/>
                  </a:lnTo>
                  <a:lnTo>
                    <a:pt x="0" y="32000"/>
                  </a:lnTo>
                  <a:lnTo>
                    <a:pt x="8500" y="32000"/>
                  </a:lnTo>
                  <a:close/>
                </a:path>
              </a:pathLst>
            </a:custGeom>
            <a:solidFill>
              <a:srgbClr val="FFF5C9"/>
            </a:solidFill>
            <a:ln w="18288">
              <a:solidFill>
                <a:srgbClr val="2E58B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Step"/>
            <p:cNvSpPr txBox="1"/>
            <p:nvPr/>
          </p:nvSpPr>
          <p:spPr>
            <a:xfrm>
              <a:off x="15508224" y="5532120"/>
              <a:ext cx="667619" cy="411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60" b="1" i="0" dirty="0">
                  <a:solidFill>
                    <a:srgbClr val="C60000"/>
                  </a:solidFill>
                  <a:latin typeface="Arial"/>
                  <a:ea typeface="Arial"/>
                </a:rPr>
                <a:t>Step</a:t>
              </a:r>
            </a:p>
          </p:txBody>
        </p:sp>
        <p:sp>
          <p:nvSpPr>
            <p:cNvPr id="195" name="Step 2 circle"/>
            <p:cNvSpPr/>
            <p:nvPr/>
          </p:nvSpPr>
          <p:spPr>
            <a:xfrm>
              <a:off x="15672816" y="5907024"/>
              <a:ext cx="237744" cy="237744"/>
            </a:xfrm>
            <a:prstGeom prst="ellipse">
              <a:avLst/>
            </a:prstGeom>
            <a:noFill/>
            <a:ln w="18288">
              <a:solidFill>
                <a:srgbClr val="C6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2"/>
            <p:cNvSpPr txBox="1"/>
            <p:nvPr/>
          </p:nvSpPr>
          <p:spPr>
            <a:xfrm>
              <a:off x="15731439" y="5879592"/>
              <a:ext cx="193649" cy="3566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72" b="1" i="0" dirty="0">
                  <a:solidFill>
                    <a:srgbClr val="C60000"/>
                  </a:solidFill>
                  <a:latin typeface="Calibri"/>
                  <a:ea typeface="Calibri"/>
                </a:rPr>
                <a:t>2</a:t>
              </a:r>
            </a:p>
          </p:txBody>
        </p:sp>
        <p:grpSp>
          <p:nvGrpSpPr>
            <p:cNvPr id="197" name="Natural Language Reasoning Processes"/>
            <p:cNvGrpSpPr/>
            <p:nvPr/>
          </p:nvGrpSpPr>
          <p:grpSpPr>
            <a:xfrm>
              <a:off x="9939528" y="6227064"/>
              <a:ext cx="7406640" cy="3621024"/>
              <a:chOff x="9939528" y="6227064"/>
              <a:chExt cx="7406640" cy="3621024"/>
            </a:xfrm>
          </p:grpSpPr>
          <p:sp>
            <p:nvSpPr>
              <p:cNvPr id="198" name="Natural language reasoning box"/>
              <p:cNvSpPr/>
              <p:nvPr/>
            </p:nvSpPr>
            <p:spPr>
              <a:xfrm>
                <a:off x="9939528" y="6227064"/>
                <a:ext cx="7406640" cy="3621024"/>
              </a:xfrm>
              <a:prstGeom prst="roundRect">
                <a:avLst>
                  <a:gd name="adj" fmla="val 4292"/>
                </a:avLst>
              </a:prstGeom>
              <a:solidFill>
                <a:srgbClr val="F2F2F2"/>
              </a:solidFill>
              <a:ln w="27432">
                <a:solidFill>
                  <a:srgbClr val="BFBFB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Natural Language Reasoning Processes"/>
              <p:cNvSpPr txBox="1"/>
              <p:nvPr/>
            </p:nvSpPr>
            <p:spPr>
              <a:xfrm>
                <a:off x="10158984" y="6281928"/>
                <a:ext cx="4758309" cy="43891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Natural Language Reasoning Processes</a:t>
                </a:r>
              </a:p>
            </p:txBody>
          </p:sp>
          <p:sp>
            <p:nvSpPr>
              <p:cNvPr id="200" name="Step 1: From rule (∀x ¬R(x)), we deduce that no region has a"/>
              <p:cNvSpPr txBox="1"/>
              <p:nvPr/>
            </p:nvSpPr>
            <p:spPr>
              <a:xfrm>
                <a:off x="10131552" y="6665976"/>
                <a:ext cx="7141910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 1:</a:t>
                </a: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 From rule (</a:t>
                </a:r>
                <a:r>
                  <a:rPr sz="2016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∀</a:t>
                </a: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x ¬R(x)), we deduce that no region has achieved</a:t>
                </a:r>
              </a:p>
            </p:txBody>
          </p:sp>
          <p:sp>
            <p:nvSpPr>
              <p:cNvPr id="201" name="full vaccination coverage. Therefore, City Z has not achieve"/>
              <p:cNvSpPr txBox="1"/>
              <p:nvPr/>
            </p:nvSpPr>
            <p:spPr>
              <a:xfrm>
                <a:off x="10131552" y="6967728"/>
                <a:ext cx="6666226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full vaccination coverage. Therefore, City Z has not achieved full</a:t>
                </a:r>
              </a:p>
            </p:txBody>
          </p:sp>
          <p:sp>
            <p:nvSpPr>
              <p:cNvPr id="202" name="vaccination coverage (~R(a))."/>
              <p:cNvSpPr txBox="1"/>
              <p:nvPr/>
            </p:nvSpPr>
            <p:spPr>
              <a:xfrm>
                <a:off x="10131552" y="7269480"/>
                <a:ext cx="3063026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vaccination coverage (~R(a)).</a:t>
                </a:r>
              </a:p>
            </p:txBody>
          </p:sp>
          <p:sp>
            <p:nvSpPr>
              <p:cNvPr id="203" name="Step 2: Using rule (P → T) and rule (T → Q), we deduce that "/>
              <p:cNvSpPr txBox="1"/>
              <p:nvPr/>
            </p:nvSpPr>
            <p:spPr>
              <a:xfrm>
                <a:off x="10131552" y="7589520"/>
                <a:ext cx="6843748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 2:</a:t>
                </a: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 Using rule (P → T) and rule (T → Q), we deduce that if the</a:t>
                </a:r>
              </a:p>
            </p:txBody>
          </p:sp>
          <p:sp>
            <p:nvSpPr>
              <p:cNvPr id="204" name="government initiated a nationwide vaccination campaign (P), "/>
              <p:cNvSpPr txBox="1"/>
              <p:nvPr/>
            </p:nvSpPr>
            <p:spPr>
              <a:xfrm>
                <a:off x="10131552" y="7891272"/>
                <a:ext cx="6911132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government initiated a nationwide vaccination campaign (P), then</a:t>
                </a:r>
              </a:p>
            </p:txBody>
          </p:sp>
          <p:sp>
            <p:nvSpPr>
              <p:cNvPr id="205" name="the spread of the disease was effectively contained (Q)."/>
              <p:cNvSpPr txBox="1"/>
              <p:nvPr/>
            </p:nvSpPr>
            <p:spPr>
              <a:xfrm>
                <a:off x="10131552" y="8202168"/>
                <a:ext cx="5814995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the spread of the disease was effectively contained (Q).</a:t>
                </a:r>
              </a:p>
            </p:txBody>
          </p:sp>
          <p:sp>
            <p:nvSpPr>
              <p:cNvPr id="206" name="Step 3: From rule (P ∨ R(a)) and step1 (~R(a)), we deduce th"/>
              <p:cNvSpPr txBox="1"/>
              <p:nvPr/>
            </p:nvSpPr>
            <p:spPr>
              <a:xfrm>
                <a:off x="10131552" y="8513064"/>
                <a:ext cx="6902381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 3:</a:t>
                </a: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 From rule (P </a:t>
                </a:r>
                <a:r>
                  <a:rPr sz="2016" b="0" i="0" dirty="0">
                    <a:solidFill>
                      <a:srgbClr val="000000"/>
                    </a:solidFill>
                    <a:latin typeface="Cambria Math"/>
                    <a:ea typeface="Cambria Math"/>
                  </a:rPr>
                  <a:t>∨</a:t>
                </a: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 R(a)) and step1 (~R(a)), we deduce that the</a:t>
                </a:r>
              </a:p>
            </p:txBody>
          </p:sp>
          <p:sp>
            <p:nvSpPr>
              <p:cNvPr id="207" name="government initiated a nationwide vaccination campaign (P)."/>
              <p:cNvSpPr txBox="1"/>
              <p:nvPr/>
            </p:nvSpPr>
            <p:spPr>
              <a:xfrm>
                <a:off x="10131552" y="8814816"/>
                <a:ext cx="637181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government initiated a nationwide vaccination campaign (P).</a:t>
                </a:r>
              </a:p>
            </p:txBody>
          </p:sp>
          <p:sp>
            <p:nvSpPr>
              <p:cNvPr id="208" name="Step 4:From step2 (P → Q) and step3 (P), we deduce that the "/>
              <p:cNvSpPr txBox="1"/>
              <p:nvPr/>
            </p:nvSpPr>
            <p:spPr>
              <a:xfrm>
                <a:off x="10131552" y="9134856"/>
                <a:ext cx="7177415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1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Step 4:</a:t>
                </a: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From step2 (P → Q) and step3 (P), we deduce that the spread</a:t>
                </a:r>
              </a:p>
            </p:txBody>
          </p:sp>
          <p:sp>
            <p:nvSpPr>
              <p:cNvPr id="209" name="of the disease was effectively contained (Q)."/>
              <p:cNvSpPr txBox="1"/>
              <p:nvPr/>
            </p:nvSpPr>
            <p:spPr>
              <a:xfrm>
                <a:off x="10131552" y="9436608"/>
                <a:ext cx="4646474" cy="38404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t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16" b="0" i="0" dirty="0">
                    <a:solidFill>
                      <a:srgbClr val="000000"/>
                    </a:solidFill>
                    <a:latin typeface="Calibri"/>
                    <a:ea typeface="Calibri"/>
                  </a:rPr>
                  <a:t>of the disease was effectively contained (Q).</a:t>
                </a:r>
              </a:p>
            </p:txBody>
          </p:sp>
        </p:grpSp>
      </p:grpSp>
      <p:grpSp>
        <p:nvGrpSpPr>
          <p:cNvPr id="210" name="Cross-panel workflow arrows"/>
          <p:cNvGrpSpPr/>
          <p:nvPr/>
        </p:nvGrpSpPr>
        <p:grpSpPr>
          <a:xfrm>
            <a:off x="9253728" y="1490472"/>
            <a:ext cx="667512" cy="6592824"/>
            <a:chOff x="9253728" y="1490472"/>
            <a:chExt cx="667512" cy="6592824"/>
          </a:xfrm>
        </p:grpSpPr>
        <p:sp>
          <p:nvSpPr>
            <p:cNvPr id="211" name="Logical tree leaf list to instantiation"/>
            <p:cNvSpPr/>
            <p:nvPr/>
          </p:nvSpPr>
          <p:spPr>
            <a:xfrm>
              <a:off x="9317736" y="1490472"/>
              <a:ext cx="603504" cy="292608"/>
            </a:xfrm>
            <a:custGeom>
              <a:avLst/>
              <a:gdLst/>
              <a:ahLst/>
              <a:cxnLst/>
              <a:rect l="0" t="0" r="r" b="b"/>
              <a:pathLst>
                <a:path w="66000" h="32000">
                  <a:moveTo>
                    <a:pt x="0" y="8000"/>
                  </a:moveTo>
                  <a:lnTo>
                    <a:pt x="45200" y="8000"/>
                  </a:lnTo>
                  <a:lnTo>
                    <a:pt x="45200" y="0"/>
                  </a:lnTo>
                  <a:lnTo>
                    <a:pt x="66000" y="16000"/>
                  </a:lnTo>
                  <a:lnTo>
                    <a:pt x="45200" y="32000"/>
                  </a:lnTo>
                  <a:lnTo>
                    <a:pt x="45200" y="24000"/>
                  </a:lnTo>
                  <a:lnTo>
                    <a:pt x="0" y="24000"/>
                  </a:lnTo>
                  <a:close/>
                </a:path>
              </a:pathLst>
            </a:custGeom>
            <a:solidFill>
              <a:srgbClr val="FDB57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Logical tree inference sequence to LLM"/>
            <p:cNvSpPr/>
            <p:nvPr/>
          </p:nvSpPr>
          <p:spPr>
            <a:xfrm>
              <a:off x="9317736" y="4974336"/>
              <a:ext cx="585216" cy="301752"/>
            </a:xfrm>
            <a:custGeom>
              <a:avLst/>
              <a:gdLst/>
              <a:ahLst/>
              <a:cxnLst/>
              <a:rect l="0" t="0" r="r" b="b"/>
              <a:pathLst>
                <a:path w="64000" h="33000">
                  <a:moveTo>
                    <a:pt x="0" y="8250"/>
                  </a:moveTo>
                  <a:lnTo>
                    <a:pt x="42550" y="8250"/>
                  </a:lnTo>
                  <a:lnTo>
                    <a:pt x="42550" y="0"/>
                  </a:lnTo>
                  <a:lnTo>
                    <a:pt x="64000" y="16500"/>
                  </a:lnTo>
                  <a:lnTo>
                    <a:pt x="42550" y="33000"/>
                  </a:lnTo>
                  <a:lnTo>
                    <a:pt x="42550" y="24750"/>
                  </a:lnTo>
                  <a:lnTo>
                    <a:pt x="0" y="24750"/>
                  </a:lnTo>
                  <a:close/>
                </a:path>
              </a:pathLst>
            </a:custGeom>
            <a:solidFill>
              <a:srgbClr val="ADD88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Natural language reasoning to synthetic example"/>
            <p:cNvSpPr/>
            <p:nvPr/>
          </p:nvSpPr>
          <p:spPr>
            <a:xfrm>
              <a:off x="9253728" y="7781544"/>
              <a:ext cx="612648" cy="301752"/>
            </a:xfrm>
            <a:custGeom>
              <a:avLst/>
              <a:gdLst/>
              <a:ahLst/>
              <a:cxnLst/>
              <a:rect l="0" t="0" r="r" b="b"/>
              <a:pathLst>
                <a:path w="67000" h="33000">
                  <a:moveTo>
                    <a:pt x="67000" y="8250"/>
                  </a:moveTo>
                  <a:lnTo>
                    <a:pt x="21450" y="8250"/>
                  </a:lnTo>
                  <a:lnTo>
                    <a:pt x="21450" y="0"/>
                  </a:lnTo>
                  <a:lnTo>
                    <a:pt x="0" y="16500"/>
                  </a:lnTo>
                  <a:lnTo>
                    <a:pt x="21450" y="33000"/>
                  </a:lnTo>
                  <a:lnTo>
                    <a:pt x="21450" y="24750"/>
                  </a:lnTo>
                  <a:lnTo>
                    <a:pt x="67000" y="24750"/>
                  </a:lnTo>
                  <a:close/>
                </a:path>
              </a:pathLst>
            </a:custGeom>
            <a:solidFill>
              <a:srgbClr val="3058A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LogicTree Improving Complex Reasoning of LLMs via Instantiated Multi-step Synthetic Logical Data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46752" cy="10049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LogicTree — Editable reconstruction</dc:title>
  <dc:subject>Logical Tree Generation, Instantiation via LLM, and Synthetic Example Post-processing</dc:subject>
  <dc:creator/>
  <cp:keywords>editable; vector; LogicTree; logical reasoning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