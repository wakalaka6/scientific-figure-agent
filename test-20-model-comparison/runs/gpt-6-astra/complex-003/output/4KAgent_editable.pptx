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611344" cy="10433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rect 0"/>
          <p:cNvSpPr/>
          <p:nvPr/>
        </p:nvSpPr>
        <p:spPr>
          <a:xfrm>
            <a:off x="0" y="0"/>
            <a:ext cx="17611344" cy="10433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3" name="Profile Module"/>
          <p:cNvGrpSpPr/>
          <p:nvPr/>
        </p:nvGrpSpPr>
        <p:grpSpPr>
          <a:xfrm>
            <a:off x="45720" y="173736"/>
            <a:ext cx="2862072" cy="1965960"/>
            <a:chOff x="45720" y="173736"/>
            <a:chExt cx="2862072" cy="1965960"/>
          </a:xfrm>
        </p:grpSpPr>
        <p:grpSp>
          <p:nvGrpSpPr>
            <p:cNvPr id="4" name="Agent robot ?"/>
            <p:cNvGrpSpPr/>
            <p:nvPr/>
          </p:nvGrpSpPr>
          <p:grpSpPr>
            <a:xfrm>
              <a:off x="148316" y="173736"/>
              <a:ext cx="468355" cy="497251"/>
              <a:chOff x="148316" y="173736"/>
              <a:chExt cx="468355" cy="497251"/>
            </a:xfrm>
          </p:grpSpPr>
          <p:sp>
            <p:nvSpPr>
              <p:cNvPr id="5" name="Editable rect 3"/>
              <p:cNvSpPr/>
              <p:nvPr/>
            </p:nvSpPr>
            <p:spPr>
              <a:xfrm>
                <a:off x="288585" y="192024"/>
                <a:ext cx="175931" cy="143195"/>
              </a:xfrm>
              <a:prstGeom prst="roundRect">
                <a:avLst>
                  <a:gd name="adj" fmla="val 19157"/>
                </a:avLst>
              </a:prstGeom>
              <a:solidFill>
                <a:srgbClr val="FFFFFF"/>
              </a:solidFill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Editable path 4"/>
              <p:cNvSpPr/>
              <p:nvPr/>
            </p:nvSpPr>
            <p:spPr>
              <a:xfrm>
                <a:off x="364663" y="335219"/>
                <a:ext cx="47549" cy="44440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6">
                    <a:moveTo>
                      <a:pt x="0" y="0"/>
                    </a:moveTo>
                    <a:lnTo>
                      <a:pt x="260" y="486"/>
                    </a:lnTo>
                    <a:lnTo>
                      <a:pt x="520" y="0"/>
                    </a:lnTo>
                  </a:path>
                </a:pathLst>
              </a:custGeom>
              <a:solidFill>
                <a:srgbClr val="FFFFFF"/>
              </a:solidFill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Text: ?"/>
              <p:cNvSpPr txBox="1"/>
              <p:nvPr/>
            </p:nvSpPr>
            <p:spPr>
              <a:xfrm>
                <a:off x="298094" y="173736"/>
                <a:ext cx="152156" cy="1755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120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1" i="0">
                    <a:solidFill>
                      <a:srgbClr val="A922A2"/>
                    </a:solidFill>
                    <a:latin typeface="Liberation Serif"/>
                  </a:rPr>
                  <a:t>?</a:t>
                </a:r>
              </a:p>
            </p:txBody>
          </p:sp>
          <p:sp>
            <p:nvSpPr>
              <p:cNvPr id="8" name="Editable rect 6"/>
              <p:cNvSpPr/>
              <p:nvPr/>
            </p:nvSpPr>
            <p:spPr>
              <a:xfrm>
                <a:off x="202997" y="394472"/>
                <a:ext cx="370881" cy="276515"/>
              </a:xfrm>
              <a:prstGeom prst="roundRect">
                <a:avLst>
                  <a:gd name="adj" fmla="val 26455"/>
                </a:avLst>
              </a:prstGeom>
              <a:solidFill>
                <a:srgbClr val="FFFFFF"/>
              </a:solidFill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Editable rect 7"/>
              <p:cNvSpPr/>
              <p:nvPr/>
            </p:nvSpPr>
            <p:spPr>
              <a:xfrm>
                <a:off x="250546" y="478414"/>
                <a:ext cx="275783" cy="143195"/>
              </a:xfrm>
              <a:prstGeom prst="roundRect">
                <a:avLst>
                  <a:gd name="adj" fmla="val 31928"/>
                </a:avLst>
              </a:prstGeom>
              <a:noFill/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Editable rect 8"/>
              <p:cNvSpPr/>
              <p:nvPr/>
            </p:nvSpPr>
            <p:spPr>
              <a:xfrm>
                <a:off x="321869" y="404348"/>
                <a:ext cx="104607" cy="69129"/>
              </a:xfrm>
              <a:prstGeom prst="roundRect">
                <a:avLst>
                  <a:gd name="adj" fmla="val 13227"/>
                </a:avLst>
              </a:prstGeom>
              <a:noFill/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Editable rect 9"/>
              <p:cNvSpPr/>
              <p:nvPr/>
            </p:nvSpPr>
            <p:spPr>
              <a:xfrm>
                <a:off x="164958" y="399410"/>
                <a:ext cx="3328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Editable path 10"/>
              <p:cNvSpPr/>
              <p:nvPr/>
            </p:nvSpPr>
            <p:spPr>
              <a:xfrm>
                <a:off x="148316" y="508041"/>
                <a:ext cx="1664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0">
                    <a:moveTo>
                      <a:pt x="182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Editable rect 11"/>
              <p:cNvSpPr/>
              <p:nvPr/>
            </p:nvSpPr>
            <p:spPr>
              <a:xfrm>
                <a:off x="583387" y="399410"/>
                <a:ext cx="3328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Editable path 12"/>
              <p:cNvSpPr/>
              <p:nvPr/>
            </p:nvSpPr>
            <p:spPr>
              <a:xfrm>
                <a:off x="566745" y="508041"/>
                <a:ext cx="1664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0">
                    <a:moveTo>
                      <a:pt x="182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Editable ellipse 13"/>
              <p:cNvSpPr/>
              <p:nvPr/>
            </p:nvSpPr>
            <p:spPr>
              <a:xfrm>
                <a:off x="302849" y="532729"/>
                <a:ext cx="30431" cy="30431"/>
              </a:xfrm>
              <a:prstGeom prst="ellipse">
                <a:avLst/>
              </a:prstGeom>
              <a:noFill/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Editable ellipse 14"/>
              <p:cNvSpPr/>
              <p:nvPr/>
            </p:nvSpPr>
            <p:spPr>
              <a:xfrm>
                <a:off x="450251" y="532729"/>
                <a:ext cx="30431" cy="30431"/>
              </a:xfrm>
              <a:prstGeom prst="ellipse">
                <a:avLst/>
              </a:prstGeom>
              <a:noFill/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Editable path 15"/>
              <p:cNvSpPr/>
              <p:nvPr/>
            </p:nvSpPr>
            <p:spPr>
              <a:xfrm>
                <a:off x="374172" y="582107"/>
                <a:ext cx="38039" cy="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0">
                    <a:moveTo>
                      <a:pt x="0" y="0"/>
                    </a:moveTo>
                    <a:lnTo>
                      <a:pt x="416" y="0"/>
                    </a:lnTo>
                  </a:path>
                </a:pathLst>
              </a:custGeom>
              <a:noFill/>
              <a:ln w="12801" cap="rnd">
                <a:solidFill>
                  <a:srgbClr val="A922A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Text: P"/>
            <p:cNvSpPr txBox="1"/>
            <p:nvPr/>
          </p:nvSpPr>
          <p:spPr>
            <a:xfrm>
              <a:off x="694944" y="228600"/>
              <a:ext cx="237744" cy="46817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32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79" b="1" i="0">
                  <a:solidFill>
                    <a:srgbClr val="A525A0"/>
                  </a:solidFill>
                  <a:latin typeface="Liberation Serif"/>
                </a:rPr>
                <a:t>P</a:t>
              </a:r>
            </a:p>
          </p:txBody>
        </p:sp>
        <p:sp>
          <p:nvSpPr>
            <p:cNvPr id="19" name="Text: rofile Module"/>
            <p:cNvSpPr txBox="1"/>
            <p:nvPr/>
          </p:nvSpPr>
          <p:spPr>
            <a:xfrm>
              <a:off x="914400" y="292608"/>
              <a:ext cx="1993392" cy="3745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i="0">
                  <a:solidFill>
                    <a:srgbClr val="A525A0"/>
                  </a:solidFill>
                  <a:latin typeface="Liberation Serif"/>
                </a:rPr>
                <a:t>rofile Module</a:t>
              </a:r>
            </a:p>
          </p:txBody>
        </p:sp>
        <p:sp>
          <p:nvSpPr>
            <p:cNvPr id="20" name="Editable rect 19"/>
            <p:cNvSpPr/>
            <p:nvPr/>
          </p:nvSpPr>
          <p:spPr>
            <a:xfrm>
              <a:off x="45720" y="740664"/>
              <a:ext cx="2642616" cy="1399032"/>
            </a:xfrm>
            <a:prstGeom prst="roundRect">
              <a:avLst>
                <a:gd name="adj" fmla="val 18300"/>
              </a:avLst>
            </a:prstGeom>
            <a:solidFill>
              <a:srgbClr val="F8E7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Editable rect 20"/>
            <p:cNvSpPr/>
            <p:nvPr/>
          </p:nvSpPr>
          <p:spPr>
            <a:xfrm>
              <a:off x="292608" y="850392"/>
              <a:ext cx="310896" cy="192024"/>
            </a:xfrm>
            <a:prstGeom prst="roundRect">
              <a:avLst>
                <a:gd name="adj" fmla="val 50000"/>
              </a:avLst>
            </a:prstGeom>
            <a:noFill/>
            <a:ln w="22859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Editable ellipse 21"/>
            <p:cNvSpPr/>
            <p:nvPr/>
          </p:nvSpPr>
          <p:spPr>
            <a:xfrm>
              <a:off x="338328" y="886968"/>
              <a:ext cx="118872" cy="118872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: 4K"/>
            <p:cNvSpPr txBox="1"/>
            <p:nvPr/>
          </p:nvSpPr>
          <p:spPr>
            <a:xfrm>
              <a:off x="731520" y="795528"/>
              <a:ext cx="1234440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4K</a:t>
              </a:r>
            </a:p>
          </p:txBody>
        </p:sp>
        <p:sp>
          <p:nvSpPr>
            <p:cNvPr id="24" name="Editable rect 23"/>
            <p:cNvSpPr/>
            <p:nvPr/>
          </p:nvSpPr>
          <p:spPr>
            <a:xfrm>
              <a:off x="292608" y="1188720"/>
              <a:ext cx="310896" cy="192024"/>
            </a:xfrm>
            <a:prstGeom prst="roundRect">
              <a:avLst>
                <a:gd name="adj" fmla="val 50000"/>
              </a:avLst>
            </a:prstGeom>
            <a:noFill/>
            <a:ln w="22859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Editable ellipse 24"/>
            <p:cNvSpPr/>
            <p:nvPr/>
          </p:nvSpPr>
          <p:spPr>
            <a:xfrm>
              <a:off x="338328" y="1225296"/>
              <a:ext cx="118872" cy="118872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: Face"/>
            <p:cNvSpPr txBox="1"/>
            <p:nvPr/>
          </p:nvSpPr>
          <p:spPr>
            <a:xfrm>
              <a:off x="731520" y="1133856"/>
              <a:ext cx="1234440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Face</a:t>
              </a:r>
            </a:p>
          </p:txBody>
        </p:sp>
        <p:sp>
          <p:nvSpPr>
            <p:cNvPr id="27" name="Editable rect 26"/>
            <p:cNvSpPr/>
            <p:nvPr/>
          </p:nvSpPr>
          <p:spPr>
            <a:xfrm>
              <a:off x="292608" y="1527048"/>
              <a:ext cx="310896" cy="192024"/>
            </a:xfrm>
            <a:prstGeom prst="roundRect">
              <a:avLst>
                <a:gd name="adj" fmla="val 50000"/>
              </a:avLst>
            </a:prstGeom>
            <a:noFill/>
            <a:ln w="22859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Editable ellipse 27"/>
            <p:cNvSpPr/>
            <p:nvPr/>
          </p:nvSpPr>
          <p:spPr>
            <a:xfrm>
              <a:off x="338328" y="1563624"/>
              <a:ext cx="118872" cy="118872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: VLM"/>
            <p:cNvSpPr txBox="1"/>
            <p:nvPr/>
          </p:nvSpPr>
          <p:spPr>
            <a:xfrm>
              <a:off x="731520" y="1472184"/>
              <a:ext cx="1234440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VLM</a:t>
              </a:r>
            </a:p>
          </p:txBody>
        </p:sp>
        <p:sp>
          <p:nvSpPr>
            <p:cNvPr id="30" name="Editable rect 29"/>
            <p:cNvSpPr/>
            <p:nvPr/>
          </p:nvSpPr>
          <p:spPr>
            <a:xfrm>
              <a:off x="292608" y="1865376"/>
              <a:ext cx="310896" cy="192024"/>
            </a:xfrm>
            <a:prstGeom prst="roundRect">
              <a:avLst>
                <a:gd name="adj" fmla="val 50000"/>
              </a:avLst>
            </a:prstGeom>
            <a:noFill/>
            <a:ln w="22859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Editable ellipse 30"/>
            <p:cNvSpPr/>
            <p:nvPr/>
          </p:nvSpPr>
          <p:spPr>
            <a:xfrm>
              <a:off x="338328" y="1901952"/>
              <a:ext cx="118872" cy="118872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: Preference"/>
            <p:cNvSpPr txBox="1"/>
            <p:nvPr/>
          </p:nvSpPr>
          <p:spPr>
            <a:xfrm>
              <a:off x="731520" y="1810512"/>
              <a:ext cx="1234440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Preference</a:t>
              </a:r>
            </a:p>
          </p:txBody>
        </p:sp>
        <p:sp>
          <p:nvSpPr>
            <p:cNvPr id="33" name="Editable path 32"/>
            <p:cNvSpPr/>
            <p:nvPr/>
          </p:nvSpPr>
          <p:spPr>
            <a:xfrm>
              <a:off x="1426464" y="1143000"/>
              <a:ext cx="347472" cy="310896"/>
            </a:xfrm>
            <a:custGeom>
              <a:avLst/>
              <a:gdLst/>
              <a:ahLst/>
              <a:cxnLst/>
              <a:rect l="l" t="t" r="r" b="b"/>
              <a:pathLst>
                <a:path w="3800" h="3400">
                  <a:moveTo>
                    <a:pt x="2000" y="3200"/>
                  </a:moveTo>
                  <a:lnTo>
                    <a:pt x="700" y="2600"/>
                  </a:lnTo>
                  <a:lnTo>
                    <a:pt x="200" y="1900"/>
                  </a:lnTo>
                  <a:lnTo>
                    <a:pt x="0" y="1200"/>
                  </a:lnTo>
                  <a:lnTo>
                    <a:pt x="200" y="1000"/>
                  </a:lnTo>
                  <a:lnTo>
                    <a:pt x="600" y="1200"/>
                  </a:lnTo>
                  <a:lnTo>
                    <a:pt x="1000" y="1800"/>
                  </a:lnTo>
                  <a:lnTo>
                    <a:pt x="1400" y="1800"/>
                  </a:lnTo>
                  <a:lnTo>
                    <a:pt x="400" y="500"/>
                  </a:lnTo>
                  <a:lnTo>
                    <a:pt x="400" y="0"/>
                  </a:lnTo>
                  <a:lnTo>
                    <a:pt x="800" y="0"/>
                  </a:lnTo>
                  <a:lnTo>
                    <a:pt x="2000" y="1400"/>
                  </a:lnTo>
                  <a:lnTo>
                    <a:pt x="2200" y="1100"/>
                  </a:lnTo>
                  <a:lnTo>
                    <a:pt x="2500" y="1100"/>
                  </a:lnTo>
                  <a:lnTo>
                    <a:pt x="2900" y="1700"/>
                  </a:lnTo>
                  <a:lnTo>
                    <a:pt x="3100" y="1400"/>
                  </a:lnTo>
                  <a:lnTo>
                    <a:pt x="3500" y="1600"/>
                  </a:lnTo>
                  <a:lnTo>
                    <a:pt x="3800" y="2200"/>
                  </a:lnTo>
                  <a:lnTo>
                    <a:pt x="3700" y="2800"/>
                  </a:lnTo>
                  <a:lnTo>
                    <a:pt x="3000" y="3400"/>
                  </a:lnTo>
                </a:path>
              </a:pathLst>
            </a:custGeom>
            <a:noFill/>
            <a:ln w="25603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Editable path 33"/>
            <p:cNvSpPr/>
            <p:nvPr/>
          </p:nvSpPr>
          <p:spPr>
            <a:xfrm>
              <a:off x="1325880" y="1170432"/>
              <a:ext cx="36576" cy="18288"/>
            </a:xfrm>
            <a:custGeom>
              <a:avLst/>
              <a:gdLst/>
              <a:ahLst/>
              <a:cxnLst/>
              <a:rect l="l" t="t" r="r" b="b"/>
              <a:pathLst>
                <a:path w="400" h="200">
                  <a:moveTo>
                    <a:pt x="400" y="200"/>
                  </a:moveTo>
                  <a:lnTo>
                    <a:pt x="0" y="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Editable path 34"/>
            <p:cNvSpPr/>
            <p:nvPr/>
          </p:nvSpPr>
          <p:spPr>
            <a:xfrm>
              <a:off x="1344168" y="1261872"/>
              <a:ext cx="36576" cy="9144"/>
            </a:xfrm>
            <a:custGeom>
              <a:avLst/>
              <a:gdLst/>
              <a:ahLst/>
              <a:cxnLst/>
              <a:rect l="l" t="t" r="r" b="b"/>
              <a:pathLst>
                <a:path w="400" h="100">
                  <a:moveTo>
                    <a:pt x="400" y="0"/>
                  </a:moveTo>
                  <a:lnTo>
                    <a:pt x="0" y="10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Editable path 35"/>
            <p:cNvSpPr/>
            <p:nvPr/>
          </p:nvSpPr>
          <p:spPr>
            <a:xfrm>
              <a:off x="1426464" y="1069848"/>
              <a:ext cx="9144" cy="36576"/>
            </a:xfrm>
            <a:custGeom>
              <a:avLst/>
              <a:gdLst/>
              <a:ahLst/>
              <a:cxnLst/>
              <a:rect l="l" t="t" r="r" b="b"/>
              <a:pathLst>
                <a:path w="100" h="400">
                  <a:moveTo>
                    <a:pt x="100" y="400"/>
                  </a:moveTo>
                  <a:lnTo>
                    <a:pt x="0" y="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Editable path 36"/>
            <p:cNvSpPr/>
            <p:nvPr/>
          </p:nvSpPr>
          <p:spPr>
            <a:xfrm>
              <a:off x="1508760" y="1069848"/>
              <a:ext cx="9144" cy="36576"/>
            </a:xfrm>
            <a:custGeom>
              <a:avLst/>
              <a:gdLst/>
              <a:ahLst/>
              <a:cxnLst/>
              <a:rect l="l" t="t" r="r" b="b"/>
              <a:pathLst>
                <a:path w="100" h="400">
                  <a:moveTo>
                    <a:pt x="0" y="400"/>
                  </a:moveTo>
                  <a:lnTo>
                    <a:pt x="100" y="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Editable path 37"/>
            <p:cNvSpPr/>
            <p:nvPr/>
          </p:nvSpPr>
          <p:spPr>
            <a:xfrm>
              <a:off x="1572768" y="1115568"/>
              <a:ext cx="27432" cy="27432"/>
            </a:xfrm>
            <a:custGeom>
              <a:avLst/>
              <a:gdLst/>
              <a:ahLst/>
              <a:cxnLst/>
              <a:rect l="l" t="t" r="r" b="b"/>
              <a:pathLst>
                <a:path w="300" h="300">
                  <a:moveTo>
                    <a:pt x="0" y="300"/>
                  </a:moveTo>
                  <a:lnTo>
                    <a:pt x="300" y="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Editable path 38"/>
            <p:cNvSpPr/>
            <p:nvPr/>
          </p:nvSpPr>
          <p:spPr>
            <a:xfrm>
              <a:off x="1737360" y="1115568"/>
              <a:ext cx="9144" cy="36576"/>
            </a:xfrm>
            <a:custGeom>
              <a:avLst/>
              <a:gdLst/>
              <a:ahLst/>
              <a:cxnLst/>
              <a:rect l="l" t="t" r="r" b="b"/>
              <a:pathLst>
                <a:path w="100" h="400">
                  <a:moveTo>
                    <a:pt x="100" y="400"/>
                  </a:moveTo>
                  <a:lnTo>
                    <a:pt x="0" y="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Editable path 39"/>
            <p:cNvSpPr/>
            <p:nvPr/>
          </p:nvSpPr>
          <p:spPr>
            <a:xfrm>
              <a:off x="1810512" y="1078992"/>
              <a:ext cx="9144" cy="36576"/>
            </a:xfrm>
            <a:custGeom>
              <a:avLst/>
              <a:gdLst/>
              <a:ahLst/>
              <a:cxnLst/>
              <a:rect l="l" t="t" r="r" b="b"/>
              <a:pathLst>
                <a:path w="100" h="400">
                  <a:moveTo>
                    <a:pt x="0" y="400"/>
                  </a:moveTo>
                  <a:lnTo>
                    <a:pt x="100" y="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Editable path 40"/>
            <p:cNvSpPr/>
            <p:nvPr/>
          </p:nvSpPr>
          <p:spPr>
            <a:xfrm>
              <a:off x="1865376" y="1152144"/>
              <a:ext cx="36576" cy="18288"/>
            </a:xfrm>
            <a:custGeom>
              <a:avLst/>
              <a:gdLst/>
              <a:ahLst/>
              <a:cxnLst/>
              <a:rect l="l" t="t" r="r" b="b"/>
              <a:pathLst>
                <a:path w="400" h="200">
                  <a:moveTo>
                    <a:pt x="0" y="200"/>
                  </a:moveTo>
                  <a:lnTo>
                    <a:pt x="400" y="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Editable path 41"/>
            <p:cNvSpPr/>
            <p:nvPr/>
          </p:nvSpPr>
          <p:spPr>
            <a:xfrm>
              <a:off x="1865376" y="1234440"/>
              <a:ext cx="36576" cy="9144"/>
            </a:xfrm>
            <a:custGeom>
              <a:avLst/>
              <a:gdLst/>
              <a:ahLst/>
              <a:cxnLst/>
              <a:rect l="l" t="t" r="r" b="b"/>
              <a:pathLst>
                <a:path w="400" h="100">
                  <a:moveTo>
                    <a:pt x="0" y="0"/>
                  </a:moveTo>
                  <a:lnTo>
                    <a:pt x="400" y="100"/>
                  </a:lnTo>
                </a:path>
              </a:pathLst>
            </a:custGeom>
            <a:noFill/>
            <a:ln w="25603" cap="rnd">
              <a:solidFill>
                <a:srgbClr val="4F4F4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Editable path 42"/>
            <p:cNvSpPr/>
            <p:nvPr/>
          </p:nvSpPr>
          <p:spPr>
            <a:xfrm>
              <a:off x="1444752" y="1618488"/>
              <a:ext cx="316382" cy="0"/>
            </a:xfrm>
            <a:custGeom>
              <a:avLst/>
              <a:gdLst/>
              <a:ahLst/>
              <a:cxnLst/>
              <a:rect l="l" t="t" r="r" b="b"/>
              <a:pathLst>
                <a:path w="3460" h="0">
                  <a:moveTo>
                    <a:pt x="0" y="0"/>
                  </a:moveTo>
                  <a:lnTo>
                    <a:pt x="3460" y="0"/>
                  </a:lnTo>
                </a:path>
              </a:pathLst>
            </a:custGeom>
            <a:noFill/>
            <a:ln w="64008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Editable path 43"/>
            <p:cNvSpPr/>
            <p:nvPr/>
          </p:nvSpPr>
          <p:spPr>
            <a:xfrm>
              <a:off x="1728216" y="1527048"/>
              <a:ext cx="164592" cy="182880"/>
            </a:xfrm>
            <a:custGeom>
              <a:avLst/>
              <a:gdLst/>
              <a:ahLst/>
              <a:cxnLst/>
              <a:rect l="l" t="t" r="r" b="b"/>
              <a:pathLst>
                <a:path w="1800" h="2000">
                  <a:moveTo>
                    <a:pt x="1800" y="1000"/>
                  </a:moveTo>
                  <a:lnTo>
                    <a:pt x="0" y="0"/>
                  </a:lnTo>
                  <a:lnTo>
                    <a:pt x="0" y="200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45" name="Profile document"/>
            <p:cNvGrpSpPr/>
            <p:nvPr/>
          </p:nvGrpSpPr>
          <p:grpSpPr>
            <a:xfrm>
              <a:off x="2048256" y="1280160"/>
              <a:ext cx="429768" cy="475488"/>
              <a:chOff x="2048256" y="1280160"/>
              <a:chExt cx="429768" cy="475488"/>
            </a:xfrm>
          </p:grpSpPr>
          <p:sp>
            <p:nvSpPr>
              <p:cNvPr id="46" name="Editable rect 45"/>
              <p:cNvSpPr/>
              <p:nvPr/>
            </p:nvSpPr>
            <p:spPr>
              <a:xfrm>
                <a:off x="2048256" y="1280160"/>
                <a:ext cx="429768" cy="475488"/>
              </a:xfrm>
              <a:prstGeom prst="roundRect">
                <a:avLst>
                  <a:gd name="adj" fmla="val 4255"/>
                </a:avLst>
              </a:prstGeom>
              <a:solidFill>
                <a:srgbClr val="FFFFFF"/>
              </a:solidFill>
              <a:ln w="21945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Editable ellipse 46"/>
              <p:cNvSpPr/>
              <p:nvPr/>
            </p:nvSpPr>
            <p:spPr>
              <a:xfrm>
                <a:off x="2168591" y="1327709"/>
                <a:ext cx="167610" cy="167610"/>
              </a:xfrm>
              <a:prstGeom prst="ellipse">
                <a:avLst/>
              </a:prstGeom>
              <a:solidFill>
                <a:srgbClr val="F57568"/>
              </a:solidFill>
              <a:ln w="18288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Editable ellipse 47"/>
              <p:cNvSpPr/>
              <p:nvPr/>
            </p:nvSpPr>
            <p:spPr>
              <a:xfrm>
                <a:off x="2224461" y="1356238"/>
                <a:ext cx="55870" cy="55870"/>
              </a:xfrm>
              <a:prstGeom prst="ellipse">
                <a:avLst/>
              </a:prstGeom>
              <a:solidFill>
                <a:srgbClr val="FBE0B8"/>
              </a:solidFill>
              <a:ln w="14630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Editable path 48"/>
              <p:cNvSpPr/>
              <p:nvPr/>
            </p:nvSpPr>
            <p:spPr>
              <a:xfrm>
                <a:off x="2194377" y="1413297"/>
                <a:ext cx="116037" cy="42794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468">
                    <a:moveTo>
                      <a:pt x="0" y="468"/>
                    </a:moveTo>
                    <a:lnTo>
                      <a:pt x="47" y="104"/>
                    </a:lnTo>
                    <a:lnTo>
                      <a:pt x="564" y="0"/>
                    </a:lnTo>
                    <a:lnTo>
                      <a:pt x="1175" y="156"/>
                    </a:lnTo>
                    <a:lnTo>
                      <a:pt x="1269" y="468"/>
                    </a:lnTo>
                    <a:close/>
                  </a:path>
                </a:pathLst>
              </a:custGeom>
              <a:solidFill>
                <a:srgbClr val="B4E5EE"/>
              </a:solidFill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Editable ellipse 49"/>
              <p:cNvSpPr/>
              <p:nvPr/>
            </p:nvSpPr>
            <p:spPr>
              <a:xfrm>
                <a:off x="2117019" y="1532169"/>
                <a:ext cx="20117" cy="20117"/>
              </a:xfrm>
              <a:prstGeom prst="ellipse">
                <a:avLst/>
              </a:prstGeom>
              <a:solidFill>
                <a:srgbClr val="08090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Editable path 50"/>
              <p:cNvSpPr/>
              <p:nvPr/>
            </p:nvSpPr>
            <p:spPr>
              <a:xfrm>
                <a:off x="2159996" y="1541678"/>
                <a:ext cx="16331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0">
                    <a:moveTo>
                      <a:pt x="0" y="0"/>
                    </a:moveTo>
                    <a:lnTo>
                      <a:pt x="1786" y="0"/>
                    </a:lnTo>
                  </a:path>
                </a:pathLst>
              </a:custGeom>
              <a:noFill/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Editable ellipse 51"/>
              <p:cNvSpPr/>
              <p:nvPr/>
            </p:nvSpPr>
            <p:spPr>
              <a:xfrm>
                <a:off x="2117019" y="1584472"/>
                <a:ext cx="20117" cy="20117"/>
              </a:xfrm>
              <a:prstGeom prst="ellipse">
                <a:avLst/>
              </a:prstGeom>
              <a:solidFill>
                <a:srgbClr val="08090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Editable path 52"/>
              <p:cNvSpPr/>
              <p:nvPr/>
            </p:nvSpPr>
            <p:spPr>
              <a:xfrm>
                <a:off x="2159996" y="1593982"/>
                <a:ext cx="16331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0">
                    <a:moveTo>
                      <a:pt x="0" y="0"/>
                    </a:moveTo>
                    <a:lnTo>
                      <a:pt x="1786" y="0"/>
                    </a:lnTo>
                  </a:path>
                </a:pathLst>
              </a:custGeom>
              <a:noFill/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Editable ellipse 53"/>
              <p:cNvSpPr/>
              <p:nvPr/>
            </p:nvSpPr>
            <p:spPr>
              <a:xfrm>
                <a:off x="2117019" y="1636776"/>
                <a:ext cx="20117" cy="20117"/>
              </a:xfrm>
              <a:prstGeom prst="ellipse">
                <a:avLst/>
              </a:prstGeom>
              <a:solidFill>
                <a:srgbClr val="08090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Editable path 54"/>
              <p:cNvSpPr/>
              <p:nvPr/>
            </p:nvSpPr>
            <p:spPr>
              <a:xfrm>
                <a:off x="2159996" y="1646286"/>
                <a:ext cx="16331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0">
                    <a:moveTo>
                      <a:pt x="0" y="0"/>
                    </a:moveTo>
                    <a:lnTo>
                      <a:pt x="1786" y="0"/>
                    </a:lnTo>
                  </a:path>
                </a:pathLst>
              </a:custGeom>
              <a:noFill/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Editable ellipse 55"/>
              <p:cNvSpPr/>
              <p:nvPr/>
            </p:nvSpPr>
            <p:spPr>
              <a:xfrm>
                <a:off x="2117019" y="1689080"/>
                <a:ext cx="20117" cy="20117"/>
              </a:xfrm>
              <a:prstGeom prst="ellipse">
                <a:avLst/>
              </a:prstGeom>
              <a:solidFill>
                <a:srgbClr val="08090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Editable path 56"/>
              <p:cNvSpPr/>
              <p:nvPr/>
            </p:nvSpPr>
            <p:spPr>
              <a:xfrm>
                <a:off x="2159996" y="1698589"/>
                <a:ext cx="16331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0">
                    <a:moveTo>
                      <a:pt x="0" y="0"/>
                    </a:moveTo>
                    <a:lnTo>
                      <a:pt x="1786" y="0"/>
                    </a:lnTo>
                  </a:path>
                </a:pathLst>
              </a:custGeom>
              <a:noFill/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Editable path 57"/>
              <p:cNvSpPr/>
              <p:nvPr/>
            </p:nvSpPr>
            <p:spPr>
              <a:xfrm>
                <a:off x="2324313" y="1413297"/>
                <a:ext cx="208392" cy="284013"/>
              </a:xfrm>
              <a:custGeom>
                <a:avLst/>
                <a:gdLst/>
                <a:ahLst/>
                <a:cxnLst/>
                <a:rect l="l" t="t" r="r" b="b"/>
                <a:pathLst>
                  <a:path w="2279" h="3106">
                    <a:moveTo>
                      <a:pt x="1634" y="0"/>
                    </a:moveTo>
                    <a:lnTo>
                      <a:pt x="2279" y="387"/>
                    </a:lnTo>
                    <a:lnTo>
                      <a:pt x="645" y="3106"/>
                    </a:lnTo>
                    <a:lnTo>
                      <a:pt x="0" y="2719"/>
                    </a:lnTo>
                    <a:close/>
                  </a:path>
                </a:pathLst>
              </a:custGeom>
              <a:solidFill>
                <a:srgbClr val="FFB74C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Editable path 58"/>
              <p:cNvSpPr/>
              <p:nvPr/>
            </p:nvSpPr>
            <p:spPr>
              <a:xfrm>
                <a:off x="2455804" y="1413297"/>
                <a:ext cx="76901" cy="65288"/>
              </a:xfrm>
              <a:custGeom>
                <a:avLst/>
                <a:gdLst/>
                <a:ahLst/>
                <a:cxnLst/>
                <a:rect l="l" t="t" r="r" b="b"/>
                <a:pathLst>
                  <a:path w="841" h="714">
                    <a:moveTo>
                      <a:pt x="196" y="0"/>
                    </a:moveTo>
                    <a:lnTo>
                      <a:pt x="841" y="387"/>
                    </a:lnTo>
                    <a:lnTo>
                      <a:pt x="645" y="714"/>
                    </a:lnTo>
                    <a:lnTo>
                      <a:pt x="0" y="326"/>
                    </a:lnTo>
                    <a:close/>
                  </a:path>
                </a:pathLst>
              </a:custGeom>
              <a:solidFill>
                <a:srgbClr val="F87869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Editable path 59"/>
              <p:cNvSpPr/>
              <p:nvPr/>
            </p:nvSpPr>
            <p:spPr>
              <a:xfrm>
                <a:off x="2323948" y="1661922"/>
                <a:ext cx="59345" cy="67391"/>
              </a:xfrm>
              <a:custGeom>
                <a:avLst/>
                <a:gdLst/>
                <a:ahLst/>
                <a:cxnLst/>
                <a:rect l="l" t="t" r="r" b="b"/>
                <a:pathLst>
                  <a:path w="649" h="737">
                    <a:moveTo>
                      <a:pt x="649" y="387"/>
                    </a:moveTo>
                    <a:lnTo>
                      <a:pt x="4" y="0"/>
                    </a:lnTo>
                    <a:lnTo>
                      <a:pt x="0" y="737"/>
                    </a:lnTo>
                    <a:close/>
                  </a:path>
                </a:pathLst>
              </a:custGeom>
              <a:solidFill>
                <a:srgbClr val="FFE3B1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1" name="Text: Profile"/>
            <p:cNvSpPr txBox="1"/>
            <p:nvPr/>
          </p:nvSpPr>
          <p:spPr>
            <a:xfrm>
              <a:off x="1975104" y="1819656"/>
              <a:ext cx="713232" cy="3043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080909"/>
                  </a:solidFill>
                  <a:latin typeface="Liberation Serif"/>
                </a:rPr>
                <a:t>Profile</a:t>
              </a:r>
            </a:p>
          </p:txBody>
        </p:sp>
      </p:grpSp>
      <p:grpSp>
        <p:nvGrpSpPr>
          <p:cNvPr id="62" name="Low resolution input"/>
          <p:cNvGrpSpPr/>
          <p:nvPr/>
        </p:nvGrpSpPr>
        <p:grpSpPr>
          <a:xfrm>
            <a:off x="219456" y="2258568"/>
            <a:ext cx="2286000" cy="1783080"/>
            <a:chOff x="219456" y="2258568"/>
            <a:chExt cx="2286000" cy="1783080"/>
          </a:xfrm>
        </p:grpSpPr>
        <p:pic>
          <p:nvPicPr>
            <p:cNvPr id="63" name="Photo: input" descr="inpu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456" y="2258568"/>
              <a:ext cx="2286000" cy="1783080"/>
            </a:xfrm>
            <a:prstGeom prst="rect">
              <a:avLst/>
            </a:prstGeom>
            <a:effectLst/>
          </p:spPr>
        </p:pic>
        <p:sp>
          <p:nvSpPr>
            <p:cNvPr id="64" name="Editable rect 65"/>
            <p:cNvSpPr/>
            <p:nvPr/>
          </p:nvSpPr>
          <p:spPr>
            <a:xfrm>
              <a:off x="256032" y="3675888"/>
              <a:ext cx="1362456" cy="320040"/>
            </a:xfrm>
            <a:prstGeom prst="roundRect">
              <a:avLst>
                <a:gd name="adj" fmla="val 50000"/>
              </a:avLst>
            </a:prstGeom>
            <a:solidFill>
              <a:srgbClr val="56636B"/>
            </a:solidFill>
            <a:ln w="23774" cap="rnd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: Res: 259×194"/>
            <p:cNvSpPr txBox="1"/>
            <p:nvPr/>
          </p:nvSpPr>
          <p:spPr>
            <a:xfrm>
              <a:off x="301752" y="3675888"/>
              <a:ext cx="1289304" cy="25749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17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 i="0">
                  <a:solidFill>
                    <a:srgbClr val="FFFFFF"/>
                  </a:solidFill>
                  <a:latin typeface="Liberation Serif"/>
                </a:rPr>
                <a:t>Res: 259×194</a:t>
              </a:r>
            </a:p>
          </p:txBody>
        </p:sp>
      </p:grpSp>
      <p:sp>
        <p:nvSpPr>
          <p:cNvPr id="66" name="Editable path 68"/>
          <p:cNvSpPr/>
          <p:nvPr/>
        </p:nvSpPr>
        <p:spPr>
          <a:xfrm>
            <a:off x="2724912" y="1618488"/>
            <a:ext cx="665683" cy="0"/>
          </a:xfrm>
          <a:custGeom>
            <a:avLst/>
            <a:gdLst/>
            <a:ahLst/>
            <a:cxnLst/>
            <a:rect l="l" t="t" r="r" b="b"/>
            <a:pathLst>
              <a:path w="7280" h="0">
                <a:moveTo>
                  <a:pt x="0" y="0"/>
                </a:moveTo>
                <a:lnTo>
                  <a:pt x="7280" y="0"/>
                </a:lnTo>
              </a:path>
            </a:pathLst>
          </a:custGeom>
          <a:noFill/>
          <a:ln w="64008" cap="rnd">
            <a:solidFill>
              <a:srgbClr val="A4A4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path 69"/>
          <p:cNvSpPr/>
          <p:nvPr/>
        </p:nvSpPr>
        <p:spPr>
          <a:xfrm>
            <a:off x="3355848" y="1517904"/>
            <a:ext cx="173736" cy="201168"/>
          </a:xfrm>
          <a:custGeom>
            <a:avLst/>
            <a:gdLst/>
            <a:ahLst/>
            <a:cxnLst/>
            <a:rect l="l" t="t" r="r" b="b"/>
            <a:pathLst>
              <a:path w="1900" h="2200">
                <a:moveTo>
                  <a:pt x="1900" y="1100"/>
                </a:moveTo>
                <a:lnTo>
                  <a:pt x="0" y="0"/>
                </a:lnTo>
                <a:lnTo>
                  <a:pt x="0" y="2200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68" name="Profile document"/>
          <p:cNvGrpSpPr/>
          <p:nvPr/>
        </p:nvGrpSpPr>
        <p:grpSpPr>
          <a:xfrm>
            <a:off x="2889504" y="1014984"/>
            <a:ext cx="429768" cy="493776"/>
            <a:chOff x="2889504" y="1014984"/>
            <a:chExt cx="429768" cy="493776"/>
          </a:xfrm>
        </p:grpSpPr>
        <p:sp>
          <p:nvSpPr>
            <p:cNvPr id="69" name="Editable rect 71"/>
            <p:cNvSpPr/>
            <p:nvPr/>
          </p:nvSpPr>
          <p:spPr>
            <a:xfrm>
              <a:off x="2889504" y="1014984"/>
              <a:ext cx="429768" cy="493776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21945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Editable ellipse 72"/>
            <p:cNvSpPr/>
            <p:nvPr/>
          </p:nvSpPr>
          <p:spPr>
            <a:xfrm>
              <a:off x="3009839" y="1064362"/>
              <a:ext cx="167610" cy="167610"/>
            </a:xfrm>
            <a:prstGeom prst="ellipse">
              <a:avLst/>
            </a:prstGeom>
            <a:solidFill>
              <a:srgbClr val="F57568"/>
            </a:solidFill>
            <a:ln w="18288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Editable ellipse 73"/>
            <p:cNvSpPr/>
            <p:nvPr/>
          </p:nvSpPr>
          <p:spPr>
            <a:xfrm>
              <a:off x="3065709" y="1093988"/>
              <a:ext cx="55870" cy="55870"/>
            </a:xfrm>
            <a:prstGeom prst="ellipse">
              <a:avLst/>
            </a:prstGeom>
            <a:solidFill>
              <a:srgbClr val="FBE0B8"/>
            </a:solidFill>
            <a:ln w="14630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Editable path 74"/>
            <p:cNvSpPr/>
            <p:nvPr/>
          </p:nvSpPr>
          <p:spPr>
            <a:xfrm>
              <a:off x="3035625" y="1153241"/>
              <a:ext cx="116037" cy="44440"/>
            </a:xfrm>
            <a:custGeom>
              <a:avLst/>
              <a:gdLst/>
              <a:ahLst/>
              <a:cxnLst/>
              <a:rect l="l" t="t" r="r" b="b"/>
              <a:pathLst>
                <a:path w="1269" h="486">
                  <a:moveTo>
                    <a:pt x="0" y="486"/>
                  </a:moveTo>
                  <a:lnTo>
                    <a:pt x="47" y="108"/>
                  </a:lnTo>
                  <a:lnTo>
                    <a:pt x="564" y="0"/>
                  </a:lnTo>
                  <a:lnTo>
                    <a:pt x="1175" y="162"/>
                  </a:lnTo>
                  <a:lnTo>
                    <a:pt x="1269" y="486"/>
                  </a:lnTo>
                  <a:close/>
                </a:path>
              </a:pathLst>
            </a:custGeom>
            <a:solidFill>
              <a:srgbClr val="B4E5EE"/>
            </a:solidFill>
            <a:ln w="12801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Editable ellipse 75"/>
            <p:cNvSpPr/>
            <p:nvPr/>
          </p:nvSpPr>
          <p:spPr>
            <a:xfrm>
              <a:off x="2958267" y="1276685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Editable path 76"/>
            <p:cNvSpPr/>
            <p:nvPr/>
          </p:nvSpPr>
          <p:spPr>
            <a:xfrm>
              <a:off x="3001244" y="1286561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Editable ellipse 77"/>
            <p:cNvSpPr/>
            <p:nvPr/>
          </p:nvSpPr>
          <p:spPr>
            <a:xfrm>
              <a:off x="2958267" y="1331001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Editable path 78"/>
            <p:cNvSpPr/>
            <p:nvPr/>
          </p:nvSpPr>
          <p:spPr>
            <a:xfrm>
              <a:off x="3001244" y="1340876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Editable ellipse 79"/>
            <p:cNvSpPr/>
            <p:nvPr/>
          </p:nvSpPr>
          <p:spPr>
            <a:xfrm>
              <a:off x="2958267" y="1385316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Editable path 80"/>
            <p:cNvSpPr/>
            <p:nvPr/>
          </p:nvSpPr>
          <p:spPr>
            <a:xfrm>
              <a:off x="3001244" y="1395192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Editable ellipse 81"/>
            <p:cNvSpPr/>
            <p:nvPr/>
          </p:nvSpPr>
          <p:spPr>
            <a:xfrm>
              <a:off x="2958267" y="1439631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Editable path 82"/>
            <p:cNvSpPr/>
            <p:nvPr/>
          </p:nvSpPr>
          <p:spPr>
            <a:xfrm>
              <a:off x="3001244" y="1449507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Editable path 83"/>
            <p:cNvSpPr/>
            <p:nvPr/>
          </p:nvSpPr>
          <p:spPr>
            <a:xfrm>
              <a:off x="3159801" y="1153241"/>
              <a:ext cx="214152" cy="293614"/>
            </a:xfrm>
            <a:custGeom>
              <a:avLst/>
              <a:gdLst/>
              <a:ahLst/>
              <a:cxnLst/>
              <a:rect l="l" t="t" r="r" b="b"/>
              <a:pathLst>
                <a:path w="2342" h="3211">
                  <a:moveTo>
                    <a:pt x="1697" y="0"/>
                  </a:moveTo>
                  <a:lnTo>
                    <a:pt x="2342" y="387"/>
                  </a:lnTo>
                  <a:lnTo>
                    <a:pt x="645" y="3211"/>
                  </a:lnTo>
                  <a:lnTo>
                    <a:pt x="0" y="2824"/>
                  </a:lnTo>
                  <a:close/>
                </a:path>
              </a:pathLst>
            </a:custGeom>
            <a:solidFill>
              <a:srgbClr val="FFB74C"/>
            </a:solidFill>
            <a:ln w="13716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Editable path 84"/>
            <p:cNvSpPr/>
            <p:nvPr/>
          </p:nvSpPr>
          <p:spPr>
            <a:xfrm>
              <a:off x="3296321" y="1153241"/>
              <a:ext cx="77633" cy="66385"/>
            </a:xfrm>
            <a:custGeom>
              <a:avLst/>
              <a:gdLst/>
              <a:ahLst/>
              <a:cxnLst/>
              <a:rect l="l" t="t" r="r" b="b"/>
              <a:pathLst>
                <a:path w="849" h="726">
                  <a:moveTo>
                    <a:pt x="204" y="0"/>
                  </a:moveTo>
                  <a:lnTo>
                    <a:pt x="849" y="387"/>
                  </a:lnTo>
                  <a:lnTo>
                    <a:pt x="645" y="726"/>
                  </a:lnTo>
                  <a:lnTo>
                    <a:pt x="0" y="339"/>
                  </a:lnTo>
                  <a:close/>
                </a:path>
              </a:pathLst>
            </a:custGeom>
            <a:solidFill>
              <a:srgbClr val="F87869"/>
            </a:solidFill>
            <a:ln w="1097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Editable path 85"/>
            <p:cNvSpPr/>
            <p:nvPr/>
          </p:nvSpPr>
          <p:spPr>
            <a:xfrm>
              <a:off x="3158246" y="1411468"/>
              <a:ext cx="60533" cy="69312"/>
            </a:xfrm>
            <a:custGeom>
              <a:avLst/>
              <a:gdLst/>
              <a:ahLst/>
              <a:cxnLst/>
              <a:rect l="l" t="t" r="r" b="b"/>
              <a:pathLst>
                <a:path w="662" h="758">
                  <a:moveTo>
                    <a:pt x="662" y="387"/>
                  </a:moveTo>
                  <a:lnTo>
                    <a:pt x="17" y="0"/>
                  </a:lnTo>
                  <a:lnTo>
                    <a:pt x="0" y="758"/>
                  </a:lnTo>
                  <a:close/>
                </a:path>
              </a:pathLst>
            </a:custGeom>
            <a:solidFill>
              <a:srgbClr val="FFE3B1"/>
            </a:solidFill>
            <a:ln w="1097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4" name="Editable path 87"/>
          <p:cNvSpPr/>
          <p:nvPr/>
        </p:nvSpPr>
        <p:spPr>
          <a:xfrm>
            <a:off x="2560320" y="3200400"/>
            <a:ext cx="715061" cy="0"/>
          </a:xfrm>
          <a:custGeom>
            <a:avLst/>
            <a:gdLst/>
            <a:ahLst/>
            <a:cxnLst/>
            <a:rect l="l" t="t" r="r" b="b"/>
            <a:pathLst>
              <a:path w="7820" h="0">
                <a:moveTo>
                  <a:pt x="0" y="0"/>
                </a:moveTo>
                <a:lnTo>
                  <a:pt x="7820" y="0"/>
                </a:lnTo>
              </a:path>
            </a:pathLst>
          </a:custGeom>
          <a:noFill/>
          <a:ln w="109728" cap="rnd">
            <a:solidFill>
              <a:srgbClr val="A4A4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Editable path 88"/>
          <p:cNvSpPr/>
          <p:nvPr/>
        </p:nvSpPr>
        <p:spPr>
          <a:xfrm>
            <a:off x="3209544" y="3026664"/>
            <a:ext cx="329184" cy="347472"/>
          </a:xfrm>
          <a:custGeom>
            <a:avLst/>
            <a:gdLst/>
            <a:ahLst/>
            <a:cxnLst/>
            <a:rect l="l" t="t" r="r" b="b"/>
            <a:pathLst>
              <a:path w="3600" h="3800">
                <a:moveTo>
                  <a:pt x="3600" y="1900"/>
                </a:moveTo>
                <a:lnTo>
                  <a:pt x="0" y="0"/>
                </a:lnTo>
                <a:lnTo>
                  <a:pt x="0" y="3800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86" name="Perception Agent overview"/>
          <p:cNvGrpSpPr/>
          <p:nvPr/>
        </p:nvGrpSpPr>
        <p:grpSpPr>
          <a:xfrm>
            <a:off x="0" y="0"/>
            <a:ext cx="7269480" cy="4041648"/>
            <a:chOff x="0" y="0"/>
            <a:chExt cx="7269480" cy="4041648"/>
          </a:xfrm>
        </p:grpSpPr>
        <p:grpSp>
          <p:nvGrpSpPr>
            <p:cNvPr id="87" name="Agent robot P"/>
            <p:cNvGrpSpPr/>
            <p:nvPr/>
          </p:nvGrpSpPr>
          <p:grpSpPr>
            <a:xfrm>
              <a:off x="3970508" y="173736"/>
              <a:ext cx="468355" cy="497251"/>
              <a:chOff x="3970508" y="173736"/>
              <a:chExt cx="468355" cy="497251"/>
            </a:xfrm>
          </p:grpSpPr>
          <p:sp>
            <p:nvSpPr>
              <p:cNvPr id="88" name="Editable rect 91"/>
              <p:cNvSpPr/>
              <p:nvPr/>
            </p:nvSpPr>
            <p:spPr>
              <a:xfrm>
                <a:off x="4110777" y="192024"/>
                <a:ext cx="175931" cy="143195"/>
              </a:xfrm>
              <a:prstGeom prst="roundRect">
                <a:avLst>
                  <a:gd name="adj" fmla="val 19157"/>
                </a:avLst>
              </a:prstGeom>
              <a:solidFill>
                <a:srgbClr val="FFFFFF"/>
              </a:solidFill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Editable path 92"/>
              <p:cNvSpPr/>
              <p:nvPr/>
            </p:nvSpPr>
            <p:spPr>
              <a:xfrm>
                <a:off x="4186855" y="335219"/>
                <a:ext cx="47549" cy="44440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6">
                    <a:moveTo>
                      <a:pt x="0" y="0"/>
                    </a:moveTo>
                    <a:lnTo>
                      <a:pt x="260" y="486"/>
                    </a:lnTo>
                    <a:lnTo>
                      <a:pt x="520" y="0"/>
                    </a:lnTo>
                  </a:path>
                </a:pathLst>
              </a:custGeom>
              <a:solidFill>
                <a:srgbClr val="FFFFFF"/>
              </a:solidFill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Text: P"/>
              <p:cNvSpPr txBox="1"/>
              <p:nvPr/>
            </p:nvSpPr>
            <p:spPr>
              <a:xfrm>
                <a:off x="4120286" y="173736"/>
                <a:ext cx="152156" cy="1755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120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1" i="0">
                    <a:solidFill>
                      <a:srgbClr val="2DAED6"/>
                    </a:solidFill>
                    <a:latin typeface="Liberation Serif"/>
                  </a:rPr>
                  <a:t>P</a:t>
                </a:r>
              </a:p>
            </p:txBody>
          </p:sp>
          <p:sp>
            <p:nvSpPr>
              <p:cNvPr id="91" name="Editable rect 94"/>
              <p:cNvSpPr/>
              <p:nvPr/>
            </p:nvSpPr>
            <p:spPr>
              <a:xfrm>
                <a:off x="4025189" y="394472"/>
                <a:ext cx="370881" cy="276515"/>
              </a:xfrm>
              <a:prstGeom prst="roundRect">
                <a:avLst>
                  <a:gd name="adj" fmla="val 26455"/>
                </a:avLst>
              </a:prstGeom>
              <a:solidFill>
                <a:srgbClr val="FFFFFF"/>
              </a:solidFill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Editable rect 95"/>
              <p:cNvSpPr/>
              <p:nvPr/>
            </p:nvSpPr>
            <p:spPr>
              <a:xfrm>
                <a:off x="4072738" y="478414"/>
                <a:ext cx="275783" cy="143195"/>
              </a:xfrm>
              <a:prstGeom prst="roundRect">
                <a:avLst>
                  <a:gd name="adj" fmla="val 31928"/>
                </a:avLst>
              </a:prstGeom>
              <a:noFill/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Editable rect 96"/>
              <p:cNvSpPr/>
              <p:nvPr/>
            </p:nvSpPr>
            <p:spPr>
              <a:xfrm>
                <a:off x="4144061" y="404348"/>
                <a:ext cx="104607" cy="69129"/>
              </a:xfrm>
              <a:prstGeom prst="roundRect">
                <a:avLst>
                  <a:gd name="adj" fmla="val 13227"/>
                </a:avLst>
              </a:prstGeom>
              <a:noFill/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Editable rect 97"/>
              <p:cNvSpPr/>
              <p:nvPr/>
            </p:nvSpPr>
            <p:spPr>
              <a:xfrm>
                <a:off x="3987150" y="399410"/>
                <a:ext cx="3328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Editable path 98"/>
              <p:cNvSpPr/>
              <p:nvPr/>
            </p:nvSpPr>
            <p:spPr>
              <a:xfrm>
                <a:off x="3970508" y="508041"/>
                <a:ext cx="1664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0">
                    <a:moveTo>
                      <a:pt x="182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Editable rect 99"/>
              <p:cNvSpPr/>
              <p:nvPr/>
            </p:nvSpPr>
            <p:spPr>
              <a:xfrm>
                <a:off x="4405579" y="399410"/>
                <a:ext cx="3328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Editable path 100"/>
              <p:cNvSpPr/>
              <p:nvPr/>
            </p:nvSpPr>
            <p:spPr>
              <a:xfrm>
                <a:off x="4388937" y="508041"/>
                <a:ext cx="1664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0">
                    <a:moveTo>
                      <a:pt x="182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Editable ellipse 101"/>
              <p:cNvSpPr/>
              <p:nvPr/>
            </p:nvSpPr>
            <p:spPr>
              <a:xfrm>
                <a:off x="4125041" y="532729"/>
                <a:ext cx="30431" cy="30431"/>
              </a:xfrm>
              <a:prstGeom prst="ellipse">
                <a:avLst/>
              </a:prstGeom>
              <a:noFill/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Editable ellipse 102"/>
              <p:cNvSpPr/>
              <p:nvPr/>
            </p:nvSpPr>
            <p:spPr>
              <a:xfrm>
                <a:off x="4272443" y="532729"/>
                <a:ext cx="30431" cy="30431"/>
              </a:xfrm>
              <a:prstGeom prst="ellipse">
                <a:avLst/>
              </a:prstGeom>
              <a:noFill/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Editable path 103"/>
              <p:cNvSpPr/>
              <p:nvPr/>
            </p:nvSpPr>
            <p:spPr>
              <a:xfrm>
                <a:off x="4196364" y="582107"/>
                <a:ext cx="38039" cy="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0">
                    <a:moveTo>
                      <a:pt x="0" y="0"/>
                    </a:moveTo>
                    <a:lnTo>
                      <a:pt x="416" y="0"/>
                    </a:lnTo>
                  </a:path>
                </a:pathLst>
              </a:custGeom>
              <a:noFill/>
              <a:ln w="12801" cap="rnd">
                <a:solidFill>
                  <a:srgbClr val="2DAED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1" name="Text: P"/>
            <p:cNvSpPr txBox="1"/>
            <p:nvPr/>
          </p:nvSpPr>
          <p:spPr>
            <a:xfrm>
              <a:off x="4572000" y="228600"/>
              <a:ext cx="237744" cy="46817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32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79" b="1" i="0">
                  <a:solidFill>
                    <a:srgbClr val="00A5D6"/>
                  </a:solidFill>
                  <a:latin typeface="Liberation Serif"/>
                </a:rPr>
                <a:t>P</a:t>
              </a:r>
            </a:p>
          </p:txBody>
        </p:sp>
        <p:sp>
          <p:nvSpPr>
            <p:cNvPr id="102" name="Text: erception Agent"/>
            <p:cNvSpPr txBox="1"/>
            <p:nvPr/>
          </p:nvSpPr>
          <p:spPr>
            <a:xfrm>
              <a:off x="4791456" y="292608"/>
              <a:ext cx="2331720" cy="3745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i="0">
                  <a:solidFill>
                    <a:srgbClr val="00A5D6"/>
                  </a:solidFill>
                  <a:latin typeface="Liberation Serif"/>
                </a:rPr>
                <a:t>erception Agent</a:t>
              </a:r>
            </a:p>
          </p:txBody>
        </p:sp>
        <p:sp>
          <p:nvSpPr>
            <p:cNvPr id="103" name="Editable rect 107"/>
            <p:cNvSpPr/>
            <p:nvPr/>
          </p:nvSpPr>
          <p:spPr>
            <a:xfrm>
              <a:off x="3566160" y="740664"/>
              <a:ext cx="3703320" cy="3300984"/>
            </a:xfrm>
            <a:prstGeom prst="roundRect">
              <a:avLst>
                <a:gd name="adj" fmla="val 6371"/>
              </a:avLst>
            </a:prstGeom>
            <a:solidFill>
              <a:srgbClr val="E2F6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Editable rect 108"/>
            <p:cNvSpPr/>
            <p:nvPr/>
          </p:nvSpPr>
          <p:spPr>
            <a:xfrm>
              <a:off x="3685032" y="886968"/>
              <a:ext cx="3474720" cy="777240"/>
            </a:xfrm>
            <a:prstGeom prst="roundRect">
              <a:avLst>
                <a:gd name="adj" fmla="val 18823"/>
              </a:avLst>
            </a:prstGeom>
            <a:noFill/>
            <a:ln w="36576" cap="flat">
              <a:solidFill>
                <a:srgbClr val="A4A4A4"/>
              </a:solidFill>
              <a:custDash>
                <a:ds d="300000" sp="1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: Stage 1:"/>
            <p:cNvSpPr txBox="1"/>
            <p:nvPr/>
          </p:nvSpPr>
          <p:spPr>
            <a:xfrm>
              <a:off x="4142232" y="1088136"/>
              <a:ext cx="987552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080909"/>
                  </a:solidFill>
                  <a:latin typeface="Liberation Serif"/>
                </a:rPr>
                <a:t>Stage 1:</a:t>
              </a:r>
            </a:p>
          </p:txBody>
        </p:sp>
        <p:sp>
          <p:nvSpPr>
            <p:cNvPr id="106" name="Text: Image Analyzer"/>
            <p:cNvSpPr txBox="1"/>
            <p:nvPr/>
          </p:nvSpPr>
          <p:spPr>
            <a:xfrm>
              <a:off x="5138928" y="1088136"/>
              <a:ext cx="1901952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Image Analyzer</a:t>
              </a:r>
            </a:p>
          </p:txBody>
        </p:sp>
        <p:sp>
          <p:nvSpPr>
            <p:cNvPr id="107" name="Editable path 111"/>
            <p:cNvSpPr/>
            <p:nvPr/>
          </p:nvSpPr>
          <p:spPr>
            <a:xfrm>
              <a:off x="5431536" y="1664208"/>
              <a:ext cx="0" cy="352958"/>
            </a:xfrm>
            <a:custGeom>
              <a:avLst/>
              <a:gdLst/>
              <a:ahLst/>
              <a:cxnLst/>
              <a:rect l="l" t="t" r="r" b="b"/>
              <a:pathLst>
                <a:path w="0" h="3860">
                  <a:moveTo>
                    <a:pt x="0" y="0"/>
                  </a:moveTo>
                  <a:lnTo>
                    <a:pt x="0" y="3860"/>
                  </a:lnTo>
                </a:path>
              </a:pathLst>
            </a:custGeom>
            <a:noFill/>
            <a:ln w="5486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Editable path 112"/>
            <p:cNvSpPr/>
            <p:nvPr/>
          </p:nvSpPr>
          <p:spPr>
            <a:xfrm>
              <a:off x="5349240" y="1984248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800" h="1800">
                  <a:moveTo>
                    <a:pt x="900" y="1800"/>
                  </a:moveTo>
                  <a:lnTo>
                    <a:pt x="1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09" name="Document ico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0" name="Editable path 114"/>
              <p:cNvSpPr/>
              <p:nvPr/>
            </p:nvSpPr>
            <p:spPr>
              <a:xfrm>
                <a:off x="5632704" y="1764792"/>
                <a:ext cx="246888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3600">
                    <a:moveTo>
                      <a:pt x="0" y="0"/>
                    </a:moveTo>
                    <a:lnTo>
                      <a:pt x="1836" y="0"/>
                    </a:lnTo>
                    <a:lnTo>
                      <a:pt x="2700" y="900"/>
                    </a:lnTo>
                    <a:lnTo>
                      <a:pt x="2700" y="3600"/>
                    </a:lnTo>
                    <a:lnTo>
                      <a:pt x="0" y="3600"/>
                    </a:lnTo>
                    <a:close/>
                  </a:path>
                </a:pathLst>
              </a:custGeom>
              <a:solidFill>
                <a:srgbClr val="FFFFFF"/>
              </a:solidFill>
              <a:ln w="2377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Editable path 115"/>
              <p:cNvSpPr/>
              <p:nvPr/>
            </p:nvSpPr>
            <p:spPr>
              <a:xfrm>
                <a:off x="5800588" y="1764792"/>
                <a:ext cx="79004" cy="82296"/>
              </a:xfrm>
              <a:custGeom>
                <a:avLst/>
                <a:gdLst/>
                <a:ahLst/>
                <a:cxnLst/>
                <a:rect l="l" t="t" r="r" b="b"/>
                <a:pathLst>
                  <a:path w="864" h="900">
                    <a:moveTo>
                      <a:pt x="0" y="0"/>
                    </a:moveTo>
                    <a:lnTo>
                      <a:pt x="0" y="900"/>
                    </a:lnTo>
                    <a:lnTo>
                      <a:pt x="864" y="900"/>
                    </a:lnTo>
                  </a:path>
                </a:pathLst>
              </a:custGeom>
              <a:noFill/>
              <a:ln w="21945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Editable path 116"/>
              <p:cNvSpPr/>
              <p:nvPr/>
            </p:nvSpPr>
            <p:spPr>
              <a:xfrm>
                <a:off x="5679613" y="1906341"/>
                <a:ext cx="140726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0">
                    <a:moveTo>
                      <a:pt x="0" y="0"/>
                    </a:moveTo>
                    <a:lnTo>
                      <a:pt x="1539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Editable path 117"/>
              <p:cNvSpPr/>
              <p:nvPr/>
            </p:nvSpPr>
            <p:spPr>
              <a:xfrm>
                <a:off x="5679613" y="1939260"/>
                <a:ext cx="140726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0">
                    <a:moveTo>
                      <a:pt x="0" y="0"/>
                    </a:moveTo>
                    <a:lnTo>
                      <a:pt x="1539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Editable path 118"/>
              <p:cNvSpPr/>
              <p:nvPr/>
            </p:nvSpPr>
            <p:spPr>
              <a:xfrm>
                <a:off x="5679613" y="1972178"/>
                <a:ext cx="140726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0">
                    <a:moveTo>
                      <a:pt x="0" y="0"/>
                    </a:moveTo>
                    <a:lnTo>
                      <a:pt x="1539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Editable path 119"/>
              <p:cNvSpPr/>
              <p:nvPr/>
            </p:nvSpPr>
            <p:spPr>
              <a:xfrm>
                <a:off x="5679613" y="2005096"/>
                <a:ext cx="10616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0">
                    <a:moveTo>
                      <a:pt x="0" y="0"/>
                    </a:moveTo>
                    <a:lnTo>
                      <a:pt x="1161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Editable path 120"/>
              <p:cNvSpPr/>
              <p:nvPr/>
            </p:nvSpPr>
            <p:spPr>
              <a:xfrm>
                <a:off x="5679613" y="2038015"/>
                <a:ext cx="9381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0">
                    <a:moveTo>
                      <a:pt x="0" y="0"/>
                    </a:moveTo>
                    <a:lnTo>
                      <a:pt x="1026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7" name="Text: Quality / scores"/>
            <p:cNvSpPr txBox="1"/>
            <p:nvPr/>
          </p:nvSpPr>
          <p:spPr>
            <a:xfrm>
              <a:off x="5961888" y="1655064"/>
              <a:ext cx="1014984" cy="5303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Quality</a:t>
              </a:r>
            </a:p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scores</a:t>
              </a:r>
            </a:p>
          </p:txBody>
        </p:sp>
        <p:sp>
          <p:nvSpPr>
            <p:cNvPr id="118" name="Editable rect 123"/>
            <p:cNvSpPr/>
            <p:nvPr/>
          </p:nvSpPr>
          <p:spPr>
            <a:xfrm>
              <a:off x="3685032" y="2176272"/>
              <a:ext cx="3474720" cy="777240"/>
            </a:xfrm>
            <a:prstGeom prst="roundRect">
              <a:avLst>
                <a:gd name="adj" fmla="val 18823"/>
              </a:avLst>
            </a:prstGeom>
            <a:noFill/>
            <a:ln w="36576" cap="flat">
              <a:solidFill>
                <a:srgbClr val="A4A4A4"/>
              </a:solidFill>
              <a:custDash>
                <a:ds d="300000" sp="1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: Stage 2:"/>
            <p:cNvSpPr txBox="1"/>
            <p:nvPr/>
          </p:nvSpPr>
          <p:spPr>
            <a:xfrm>
              <a:off x="3749040" y="2258568"/>
              <a:ext cx="97840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080909"/>
                  </a:solidFill>
                  <a:latin typeface="Liberation Serif"/>
                </a:rPr>
                <a:t>Stage 2:</a:t>
              </a:r>
            </a:p>
          </p:txBody>
        </p:sp>
        <p:sp>
          <p:nvSpPr>
            <p:cNvPr id="120" name="Text: Degradation Reasoning"/>
            <p:cNvSpPr txBox="1"/>
            <p:nvPr/>
          </p:nvSpPr>
          <p:spPr>
            <a:xfrm>
              <a:off x="4718304" y="2258568"/>
              <a:ext cx="2414016" cy="32186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1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80" b="0" i="0">
                  <a:solidFill>
                    <a:srgbClr val="080909"/>
                  </a:solidFill>
                  <a:latin typeface="Liberation Serif"/>
                </a:rPr>
                <a:t>Degradation Reasoning</a:t>
              </a:r>
            </a:p>
          </p:txBody>
        </p:sp>
        <p:sp>
          <p:nvSpPr>
            <p:cNvPr id="121" name="Text: &amp; Task Planning"/>
            <p:cNvSpPr txBox="1"/>
            <p:nvPr/>
          </p:nvSpPr>
          <p:spPr>
            <a:xfrm>
              <a:off x="3840480" y="2532888"/>
              <a:ext cx="3255264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&amp; Task Planning</a:t>
              </a:r>
            </a:p>
          </p:txBody>
        </p:sp>
        <p:sp>
          <p:nvSpPr>
            <p:cNvPr id="122" name="Editable path 127"/>
            <p:cNvSpPr/>
            <p:nvPr/>
          </p:nvSpPr>
          <p:spPr>
            <a:xfrm>
              <a:off x="5431536" y="2962656"/>
              <a:ext cx="0" cy="323698"/>
            </a:xfrm>
            <a:custGeom>
              <a:avLst/>
              <a:gdLst/>
              <a:ahLst/>
              <a:cxnLst/>
              <a:rect l="l" t="t" r="r" b="b"/>
              <a:pathLst>
                <a:path w="0" h="3540">
                  <a:moveTo>
                    <a:pt x="0" y="0"/>
                  </a:moveTo>
                  <a:lnTo>
                    <a:pt x="0" y="3540"/>
                  </a:lnTo>
                </a:path>
              </a:pathLst>
            </a:custGeom>
            <a:noFill/>
            <a:ln w="5486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Editable path 128"/>
            <p:cNvSpPr/>
            <p:nvPr/>
          </p:nvSpPr>
          <p:spPr>
            <a:xfrm>
              <a:off x="5349240" y="3255264"/>
              <a:ext cx="164592" cy="155448"/>
            </a:xfrm>
            <a:custGeom>
              <a:avLst/>
              <a:gdLst/>
              <a:ahLst/>
              <a:cxnLst/>
              <a:rect l="l" t="t" r="r" b="b"/>
              <a:pathLst>
                <a:path w="1800" h="1700">
                  <a:moveTo>
                    <a:pt x="900" y="1700"/>
                  </a:moveTo>
                  <a:lnTo>
                    <a:pt x="1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24" name="Image description icon"/>
            <p:cNvGrpSpPr/>
            <p:nvPr/>
          </p:nvGrpSpPr>
          <p:grpSpPr>
            <a:xfrm>
              <a:off x="5614416" y="3044952"/>
              <a:ext cx="277612" cy="295717"/>
              <a:chOff x="5614416" y="3044952"/>
              <a:chExt cx="277612" cy="295717"/>
            </a:xfrm>
          </p:grpSpPr>
          <p:sp>
            <p:nvSpPr>
              <p:cNvPr id="125" name="Editable ellipse 130"/>
              <p:cNvSpPr/>
              <p:nvPr/>
            </p:nvSpPr>
            <p:spPr>
              <a:xfrm>
                <a:off x="5614416" y="3044952"/>
                <a:ext cx="205191" cy="205191"/>
              </a:xfrm>
              <a:prstGeom prst="ellipse">
                <a:avLst/>
              </a:prstGeom>
              <a:solidFill>
                <a:srgbClr val="FFFFFF"/>
              </a:solidFill>
              <a:ln w="11887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Editable ellipse 131"/>
              <p:cNvSpPr/>
              <p:nvPr/>
            </p:nvSpPr>
            <p:spPr>
              <a:xfrm>
                <a:off x="5641848" y="3072384"/>
                <a:ext cx="144841" cy="144841"/>
              </a:xfrm>
              <a:prstGeom prst="ellipse">
                <a:avLst/>
              </a:prstGeom>
              <a:noFill/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Editable path 132"/>
              <p:cNvSpPr/>
              <p:nvPr/>
            </p:nvSpPr>
            <p:spPr>
              <a:xfrm>
                <a:off x="5768310" y="3213933"/>
                <a:ext cx="123718" cy="126736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1386">
                    <a:moveTo>
                      <a:pt x="198" y="0"/>
                    </a:moveTo>
                    <a:lnTo>
                      <a:pt x="1353" y="1155"/>
                    </a:lnTo>
                    <a:lnTo>
                      <a:pt x="1155" y="1386"/>
                    </a:lnTo>
                    <a:lnTo>
                      <a:pt x="0" y="198"/>
                    </a:lnTo>
                    <a:close/>
                  </a:path>
                </a:pathLst>
              </a:custGeom>
              <a:solidFill>
                <a:srgbClr val="FFFFFF"/>
              </a:solidFill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Editable path 133"/>
              <p:cNvSpPr/>
              <p:nvPr/>
            </p:nvSpPr>
            <p:spPr>
              <a:xfrm>
                <a:off x="5674766" y="3096250"/>
                <a:ext cx="90526" cy="93543"/>
              </a:xfrm>
              <a:custGeom>
                <a:avLst/>
                <a:gdLst/>
                <a:ahLst/>
                <a:cxnLst/>
                <a:rect l="l" t="t" r="r" b="b"/>
                <a:pathLst>
                  <a:path w="990" h="1023">
                    <a:moveTo>
                      <a:pt x="0" y="1023"/>
                    </a:moveTo>
                    <a:lnTo>
                      <a:pt x="528" y="0"/>
                    </a:lnTo>
                    <a:lnTo>
                      <a:pt x="990" y="1023"/>
                    </a:lnTo>
                    <a:close/>
                  </a:path>
                </a:pathLst>
              </a:custGeom>
              <a:noFill/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Text: !"/>
              <p:cNvSpPr txBox="1"/>
              <p:nvPr/>
            </p:nvSpPr>
            <p:spPr>
              <a:xfrm>
                <a:off x="5701924" y="3077870"/>
                <a:ext cx="48280" cy="10428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71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641" b="0" i="0">
                    <a:solidFill>
                      <a:srgbClr val="43575A"/>
                    </a:solidFill>
                    <a:latin typeface="Liberation Serif"/>
                  </a:rPr>
                  <a:t>!</a:t>
                </a:r>
              </a:p>
            </p:txBody>
          </p:sp>
        </p:grpSp>
        <p:sp>
          <p:nvSpPr>
            <p:cNvPr id="130" name="Text: Description"/>
            <p:cNvSpPr txBox="1"/>
            <p:nvPr/>
          </p:nvSpPr>
          <p:spPr>
            <a:xfrm>
              <a:off x="5961888" y="3017520"/>
              <a:ext cx="1133856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Description</a:t>
              </a:r>
            </a:p>
          </p:txBody>
        </p:sp>
        <p:sp>
          <p:nvSpPr>
            <p:cNvPr id="131" name="Editable rect 137"/>
            <p:cNvSpPr/>
            <p:nvPr/>
          </p:nvSpPr>
          <p:spPr>
            <a:xfrm>
              <a:off x="3685032" y="3419856"/>
              <a:ext cx="3474720" cy="539496"/>
            </a:xfrm>
            <a:prstGeom prst="roundRect">
              <a:avLst>
                <a:gd name="adj" fmla="val 27118"/>
              </a:avLst>
            </a:prstGeom>
            <a:noFill/>
            <a:ln w="36576" cap="flat">
              <a:solidFill>
                <a:srgbClr val="A4A4A4"/>
              </a:solidFill>
              <a:custDash>
                <a:ds d="300000" sp="1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32" name="Restoration task clipboard"/>
            <p:cNvGrpSpPr/>
            <p:nvPr/>
          </p:nvGrpSpPr>
          <p:grpSpPr>
            <a:xfrm>
              <a:off x="4261104" y="3575304"/>
              <a:ext cx="329242" cy="307056"/>
              <a:chOff x="4261104" y="3575304"/>
              <a:chExt cx="329242" cy="307056"/>
            </a:xfrm>
          </p:grpSpPr>
          <p:grpSp>
            <p:nvGrpSpPr>
              <p:cNvPr id="133" name="Restoration task clipboard"/>
              <p:cNvGrpSpPr/>
              <p:nvPr/>
            </p:nvGrpSpPr>
            <p:grpSpPr>
              <a:xfrm>
                <a:off x="4383999" y="3575304"/>
                <a:ext cx="206347" cy="254251"/>
                <a:chOff x="4383999" y="3575304"/>
                <a:chExt cx="206347" cy="254251"/>
              </a:xfrm>
            </p:grpSpPr>
            <p:sp>
              <p:nvSpPr>
                <p:cNvPr id="134" name="Editable rect 140"/>
                <p:cNvSpPr/>
                <p:nvPr/>
              </p:nvSpPr>
              <p:spPr>
                <a:xfrm>
                  <a:off x="4383999" y="3575304"/>
                  <a:ext cx="206347" cy="254251"/>
                </a:xfrm>
                <a:prstGeom prst="roundRect">
                  <a:avLst>
                    <a:gd name="adj" fmla="val 8862"/>
                  </a:avLst>
                </a:prstGeom>
                <a:solidFill>
                  <a:srgbClr val="5BC0D9"/>
                </a:solidFill>
                <a:ln w="18288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5" name="Editable rect 141"/>
                <p:cNvSpPr/>
                <p:nvPr/>
              </p:nvSpPr>
              <p:spPr>
                <a:xfrm>
                  <a:off x="4404131" y="3602736"/>
                  <a:ext cx="161051" cy="210414"/>
                </a:xfrm>
                <a:prstGeom prst="rect">
                  <a:avLst/>
                </a:prstGeom>
                <a:solidFill>
                  <a:srgbClr val="FFFFFF"/>
                </a:solidFill>
                <a:ln w="15544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6" name="Editable path 142"/>
                <p:cNvSpPr/>
                <p:nvPr/>
              </p:nvSpPr>
              <p:spPr>
                <a:xfrm>
                  <a:off x="4439321" y="3520440"/>
                  <a:ext cx="98207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" h="1000">
                      <a:moveTo>
                        <a:pt x="0" y="1000"/>
                      </a:moveTo>
                      <a:lnTo>
                        <a:pt x="0" y="400"/>
                      </a:lnTo>
                      <a:lnTo>
                        <a:pt x="358" y="400"/>
                      </a:lnTo>
                      <a:lnTo>
                        <a:pt x="358" y="0"/>
                      </a:lnTo>
                      <a:lnTo>
                        <a:pt x="716" y="0"/>
                      </a:lnTo>
                      <a:lnTo>
                        <a:pt x="716" y="400"/>
                      </a:lnTo>
                      <a:lnTo>
                        <a:pt x="1074" y="400"/>
                      </a:lnTo>
                      <a:lnTo>
                        <a:pt x="1074" y="1000"/>
                      </a:lnTo>
                      <a:close/>
                    </a:path>
                  </a:pathLst>
                </a:custGeom>
                <a:solidFill>
                  <a:srgbClr val="EC9776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" name="Editable path 143"/>
                <p:cNvSpPr/>
                <p:nvPr/>
              </p:nvSpPr>
              <p:spPr>
                <a:xfrm>
                  <a:off x="4426793" y="3595695"/>
                  <a:ext cx="35204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600">
                      <a:moveTo>
                        <a:pt x="0" y="300"/>
                      </a:moveTo>
                      <a:lnTo>
                        <a:pt x="165" y="600"/>
                      </a:lnTo>
                      <a:lnTo>
                        <a:pt x="385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8" name="Editable path 144"/>
                <p:cNvSpPr/>
                <p:nvPr/>
              </p:nvSpPr>
              <p:spPr>
                <a:xfrm>
                  <a:off x="4482114" y="3623127"/>
                  <a:ext cx="55413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" h="0">
                      <a:moveTo>
                        <a:pt x="0" y="0"/>
                      </a:moveTo>
                      <a:lnTo>
                        <a:pt x="606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9" name="Editable path 145"/>
                <p:cNvSpPr/>
                <p:nvPr/>
              </p:nvSpPr>
              <p:spPr>
                <a:xfrm>
                  <a:off x="4426793" y="3657051"/>
                  <a:ext cx="35204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600">
                      <a:moveTo>
                        <a:pt x="0" y="300"/>
                      </a:moveTo>
                      <a:lnTo>
                        <a:pt x="165" y="600"/>
                      </a:lnTo>
                      <a:lnTo>
                        <a:pt x="385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0" name="Editable path 146"/>
                <p:cNvSpPr/>
                <p:nvPr/>
              </p:nvSpPr>
              <p:spPr>
                <a:xfrm>
                  <a:off x="4482114" y="3684483"/>
                  <a:ext cx="55413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" h="0">
                      <a:moveTo>
                        <a:pt x="0" y="0"/>
                      </a:moveTo>
                      <a:lnTo>
                        <a:pt x="606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1" name="Editable path 147"/>
                <p:cNvSpPr/>
                <p:nvPr/>
              </p:nvSpPr>
              <p:spPr>
                <a:xfrm>
                  <a:off x="4426793" y="3718408"/>
                  <a:ext cx="35204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600">
                      <a:moveTo>
                        <a:pt x="0" y="300"/>
                      </a:moveTo>
                      <a:lnTo>
                        <a:pt x="165" y="600"/>
                      </a:lnTo>
                      <a:lnTo>
                        <a:pt x="385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2" name="Editable path 148"/>
                <p:cNvSpPr/>
                <p:nvPr/>
              </p:nvSpPr>
              <p:spPr>
                <a:xfrm>
                  <a:off x="4482114" y="3745840"/>
                  <a:ext cx="55413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" h="0">
                      <a:moveTo>
                        <a:pt x="0" y="0"/>
                      </a:moveTo>
                      <a:lnTo>
                        <a:pt x="606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3" name="Editable path 149"/>
                <p:cNvSpPr/>
                <p:nvPr/>
              </p:nvSpPr>
              <p:spPr>
                <a:xfrm>
                  <a:off x="4486686" y="3599718"/>
                  <a:ext cx="142555" cy="170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1866">
                      <a:moveTo>
                        <a:pt x="1299" y="0"/>
                      </a:moveTo>
                      <a:lnTo>
                        <a:pt x="1559" y="203"/>
                      </a:lnTo>
                      <a:lnTo>
                        <a:pt x="260" y="1866"/>
                      </a:lnTo>
                      <a:lnTo>
                        <a:pt x="0" y="1662"/>
                      </a:lnTo>
                      <a:close/>
                    </a:path>
                  </a:pathLst>
                </a:custGeom>
                <a:solidFill>
                  <a:srgbClr val="FFB74C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4" name="Editable path 150"/>
                <p:cNvSpPr/>
                <p:nvPr/>
              </p:nvSpPr>
              <p:spPr>
                <a:xfrm>
                  <a:off x="4591202" y="3599718"/>
                  <a:ext cx="38039" cy="3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" h="403">
                      <a:moveTo>
                        <a:pt x="156" y="0"/>
                      </a:moveTo>
                      <a:lnTo>
                        <a:pt x="416" y="203"/>
                      </a:lnTo>
                      <a:lnTo>
                        <a:pt x="260" y="403"/>
                      </a:lnTo>
                      <a:lnTo>
                        <a:pt x="0" y="200"/>
                      </a:lnTo>
                      <a:close/>
                    </a:path>
                  </a:pathLst>
                </a:custGeom>
                <a:solidFill>
                  <a:srgbClr val="F87869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5" name="Editable path 151"/>
                <p:cNvSpPr/>
                <p:nvPr/>
              </p:nvSpPr>
              <p:spPr>
                <a:xfrm>
                  <a:off x="4474799" y="3751692"/>
                  <a:ext cx="35662" cy="3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434">
                      <a:moveTo>
                        <a:pt x="390" y="204"/>
                      </a:moveTo>
                      <a:lnTo>
                        <a:pt x="130" y="0"/>
                      </a:lnTo>
                      <a:lnTo>
                        <a:pt x="0" y="434"/>
                      </a:lnTo>
                      <a:close/>
                    </a:path>
                  </a:pathLst>
                </a:custGeom>
                <a:solidFill>
                  <a:srgbClr val="FFE3B1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46" name="Restoration task clipboard"/>
              <p:cNvGrpSpPr/>
              <p:nvPr/>
            </p:nvGrpSpPr>
            <p:grpSpPr>
              <a:xfrm>
                <a:off x="4319626" y="3593592"/>
                <a:ext cx="215945" cy="262365"/>
                <a:chOff x="4319626" y="3593592"/>
                <a:chExt cx="215945" cy="262365"/>
              </a:xfrm>
            </p:grpSpPr>
            <p:sp>
              <p:nvSpPr>
                <p:cNvPr id="147" name="Editable rect 154"/>
                <p:cNvSpPr/>
                <p:nvPr/>
              </p:nvSpPr>
              <p:spPr>
                <a:xfrm>
                  <a:off x="4319626" y="3593592"/>
                  <a:ext cx="215945" cy="262365"/>
                </a:xfrm>
                <a:prstGeom prst="roundRect">
                  <a:avLst>
                    <a:gd name="adj" fmla="val 8468"/>
                  </a:avLst>
                </a:prstGeom>
                <a:solidFill>
                  <a:srgbClr val="5BC0D9"/>
                </a:solidFill>
                <a:ln w="18288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8" name="Editable rect 155"/>
                <p:cNvSpPr/>
                <p:nvPr/>
              </p:nvSpPr>
              <p:spPr>
                <a:xfrm>
                  <a:off x="4340693" y="3621024"/>
                  <a:ext cx="168542" cy="217130"/>
                </a:xfrm>
                <a:prstGeom prst="rect">
                  <a:avLst/>
                </a:prstGeom>
                <a:solidFill>
                  <a:srgbClr val="FFFFFF"/>
                </a:solidFill>
                <a:ln w="15544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9" name="Editable path 156"/>
                <p:cNvSpPr/>
                <p:nvPr/>
              </p:nvSpPr>
              <p:spPr>
                <a:xfrm>
                  <a:off x="4377599" y="3538728"/>
                  <a:ext cx="102687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3" h="1000">
                      <a:moveTo>
                        <a:pt x="0" y="1000"/>
                      </a:moveTo>
                      <a:lnTo>
                        <a:pt x="0" y="400"/>
                      </a:lnTo>
                      <a:lnTo>
                        <a:pt x="374" y="400"/>
                      </a:lnTo>
                      <a:lnTo>
                        <a:pt x="374" y="0"/>
                      </a:lnTo>
                      <a:lnTo>
                        <a:pt x="748" y="0"/>
                      </a:lnTo>
                      <a:lnTo>
                        <a:pt x="748" y="400"/>
                      </a:lnTo>
                      <a:lnTo>
                        <a:pt x="1123" y="400"/>
                      </a:lnTo>
                      <a:lnTo>
                        <a:pt x="1123" y="1000"/>
                      </a:lnTo>
                      <a:close/>
                    </a:path>
                  </a:pathLst>
                </a:custGeom>
                <a:solidFill>
                  <a:srgbClr val="EC9776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0" name="Editable path 157"/>
                <p:cNvSpPr/>
                <p:nvPr/>
              </p:nvSpPr>
              <p:spPr>
                <a:xfrm>
                  <a:off x="4364431" y="3616909"/>
                  <a:ext cx="36850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600">
                      <a:moveTo>
                        <a:pt x="0" y="300"/>
                      </a:moveTo>
                      <a:lnTo>
                        <a:pt x="172" y="600"/>
                      </a:lnTo>
                      <a:lnTo>
                        <a:pt x="403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1" name="Editable path 158"/>
                <p:cNvSpPr/>
                <p:nvPr/>
              </p:nvSpPr>
              <p:spPr>
                <a:xfrm>
                  <a:off x="4422313" y="3644341"/>
                  <a:ext cx="57973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0">
                      <a:moveTo>
                        <a:pt x="0" y="0"/>
                      </a:moveTo>
                      <a:lnTo>
                        <a:pt x="63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2" name="Editable path 159"/>
                <p:cNvSpPr/>
                <p:nvPr/>
              </p:nvSpPr>
              <p:spPr>
                <a:xfrm>
                  <a:off x="4364431" y="3680277"/>
                  <a:ext cx="36850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600">
                      <a:moveTo>
                        <a:pt x="0" y="300"/>
                      </a:moveTo>
                      <a:lnTo>
                        <a:pt x="172" y="600"/>
                      </a:lnTo>
                      <a:lnTo>
                        <a:pt x="403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3" name="Editable path 160"/>
                <p:cNvSpPr/>
                <p:nvPr/>
              </p:nvSpPr>
              <p:spPr>
                <a:xfrm>
                  <a:off x="4422313" y="3707709"/>
                  <a:ext cx="57973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0">
                      <a:moveTo>
                        <a:pt x="0" y="0"/>
                      </a:moveTo>
                      <a:lnTo>
                        <a:pt x="63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4" name="Editable path 161"/>
                <p:cNvSpPr/>
                <p:nvPr/>
              </p:nvSpPr>
              <p:spPr>
                <a:xfrm>
                  <a:off x="4364431" y="3743645"/>
                  <a:ext cx="36850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600">
                      <a:moveTo>
                        <a:pt x="0" y="300"/>
                      </a:moveTo>
                      <a:lnTo>
                        <a:pt x="172" y="600"/>
                      </a:lnTo>
                      <a:lnTo>
                        <a:pt x="403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5" name="Editable path 162"/>
                <p:cNvSpPr/>
                <p:nvPr/>
              </p:nvSpPr>
              <p:spPr>
                <a:xfrm>
                  <a:off x="4422313" y="3771077"/>
                  <a:ext cx="57973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0">
                      <a:moveTo>
                        <a:pt x="0" y="0"/>
                      </a:moveTo>
                      <a:lnTo>
                        <a:pt x="63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6" name="Editable path 163"/>
                <p:cNvSpPr/>
                <p:nvPr/>
              </p:nvSpPr>
              <p:spPr>
                <a:xfrm>
                  <a:off x="4428805" y="3620292"/>
                  <a:ext cx="147493" cy="176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1928">
                      <a:moveTo>
                        <a:pt x="1340" y="0"/>
                      </a:moveTo>
                      <a:lnTo>
                        <a:pt x="1613" y="212"/>
                      </a:lnTo>
                      <a:lnTo>
                        <a:pt x="273" y="1928"/>
                      </a:lnTo>
                      <a:lnTo>
                        <a:pt x="0" y="1715"/>
                      </a:lnTo>
                      <a:close/>
                    </a:path>
                  </a:pathLst>
                </a:custGeom>
                <a:solidFill>
                  <a:srgbClr val="FFB74C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7" name="Editable path 164"/>
                <p:cNvSpPr/>
                <p:nvPr/>
              </p:nvSpPr>
              <p:spPr>
                <a:xfrm>
                  <a:off x="4536704" y="3620292"/>
                  <a:ext cx="39594" cy="38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" h="418">
                      <a:moveTo>
                        <a:pt x="160" y="0"/>
                      </a:moveTo>
                      <a:lnTo>
                        <a:pt x="433" y="212"/>
                      </a:lnTo>
                      <a:lnTo>
                        <a:pt x="272" y="418"/>
                      </a:lnTo>
                      <a:lnTo>
                        <a:pt x="0" y="205"/>
                      </a:lnTo>
                      <a:close/>
                    </a:path>
                  </a:pathLst>
                </a:custGeom>
                <a:solidFill>
                  <a:srgbClr val="F87869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8" name="Editable path 165"/>
                <p:cNvSpPr/>
                <p:nvPr/>
              </p:nvSpPr>
              <p:spPr>
                <a:xfrm>
                  <a:off x="4416735" y="3777112"/>
                  <a:ext cx="37033" cy="4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449">
                      <a:moveTo>
                        <a:pt x="405" y="213"/>
                      </a:moveTo>
                      <a:lnTo>
                        <a:pt x="132" y="0"/>
                      </a:lnTo>
                      <a:lnTo>
                        <a:pt x="0" y="449"/>
                      </a:lnTo>
                      <a:close/>
                    </a:path>
                  </a:pathLst>
                </a:custGeom>
                <a:solidFill>
                  <a:srgbClr val="FFE3B1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59" name="Editable rect 167"/>
              <p:cNvSpPr/>
              <p:nvPr/>
            </p:nvSpPr>
            <p:spPr>
              <a:xfrm>
                <a:off x="4261104" y="3611880"/>
                <a:ext cx="239939" cy="270480"/>
              </a:xfrm>
              <a:prstGeom prst="roundRect">
                <a:avLst>
                  <a:gd name="adj" fmla="val 7621"/>
                </a:avLst>
              </a:prstGeom>
              <a:solidFill>
                <a:srgbClr val="5BC0D9"/>
              </a:solidFill>
              <a:ln w="18288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Editable rect 168"/>
              <p:cNvSpPr/>
              <p:nvPr/>
            </p:nvSpPr>
            <p:spPr>
              <a:xfrm>
                <a:off x="4284513" y="3639312"/>
                <a:ext cx="187269" cy="223845"/>
              </a:xfrm>
              <a:prstGeom prst="rect">
                <a:avLst/>
              </a:prstGeom>
              <a:solidFill>
                <a:srgbClr val="FFFFFF"/>
              </a:solidFill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Editable path 169"/>
              <p:cNvSpPr/>
              <p:nvPr/>
            </p:nvSpPr>
            <p:spPr>
              <a:xfrm>
                <a:off x="4325478" y="3557016"/>
                <a:ext cx="114117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1000">
                    <a:moveTo>
                      <a:pt x="0" y="1000"/>
                    </a:moveTo>
                    <a:lnTo>
                      <a:pt x="0" y="400"/>
                    </a:lnTo>
                    <a:lnTo>
                      <a:pt x="416" y="400"/>
                    </a:lnTo>
                    <a:lnTo>
                      <a:pt x="416" y="0"/>
                    </a:lnTo>
                    <a:lnTo>
                      <a:pt x="832" y="0"/>
                    </a:lnTo>
                    <a:lnTo>
                      <a:pt x="832" y="400"/>
                    </a:lnTo>
                    <a:lnTo>
                      <a:pt x="1248" y="400"/>
                    </a:lnTo>
                    <a:lnTo>
                      <a:pt x="1248" y="1000"/>
                    </a:lnTo>
                    <a:close/>
                  </a:path>
                </a:pathLst>
              </a:custGeom>
              <a:solidFill>
                <a:srgbClr val="EC9776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Editable path 170"/>
              <p:cNvSpPr/>
              <p:nvPr/>
            </p:nvSpPr>
            <p:spPr>
              <a:xfrm>
                <a:off x="4310847" y="3638215"/>
                <a:ext cx="40965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00">
                    <a:moveTo>
                      <a:pt x="0" y="300"/>
                    </a:moveTo>
                    <a:lnTo>
                      <a:pt x="192" y="600"/>
                    </a:lnTo>
                    <a:lnTo>
                      <a:pt x="44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Editable path 171"/>
              <p:cNvSpPr/>
              <p:nvPr/>
            </p:nvSpPr>
            <p:spPr>
              <a:xfrm>
                <a:off x="4375221" y="3665647"/>
                <a:ext cx="64374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4" h="0">
                    <a:moveTo>
                      <a:pt x="0" y="0"/>
                    </a:moveTo>
                    <a:lnTo>
                      <a:pt x="70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Editable path 172"/>
              <p:cNvSpPr/>
              <p:nvPr/>
            </p:nvSpPr>
            <p:spPr>
              <a:xfrm>
                <a:off x="4310847" y="3703503"/>
                <a:ext cx="40965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00">
                    <a:moveTo>
                      <a:pt x="0" y="300"/>
                    </a:moveTo>
                    <a:lnTo>
                      <a:pt x="192" y="600"/>
                    </a:lnTo>
                    <a:lnTo>
                      <a:pt x="44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Editable path 173"/>
              <p:cNvSpPr/>
              <p:nvPr/>
            </p:nvSpPr>
            <p:spPr>
              <a:xfrm>
                <a:off x="4375221" y="3730935"/>
                <a:ext cx="64374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4" h="0">
                    <a:moveTo>
                      <a:pt x="0" y="0"/>
                    </a:moveTo>
                    <a:lnTo>
                      <a:pt x="70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Editable path 174"/>
              <p:cNvSpPr/>
              <p:nvPr/>
            </p:nvSpPr>
            <p:spPr>
              <a:xfrm>
                <a:off x="4310847" y="3768791"/>
                <a:ext cx="40965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48" h="600">
                    <a:moveTo>
                      <a:pt x="0" y="300"/>
                    </a:moveTo>
                    <a:lnTo>
                      <a:pt x="192" y="600"/>
                    </a:lnTo>
                    <a:lnTo>
                      <a:pt x="44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Editable path 175"/>
              <p:cNvSpPr/>
              <p:nvPr/>
            </p:nvSpPr>
            <p:spPr>
              <a:xfrm>
                <a:off x="4375221" y="3796223"/>
                <a:ext cx="64374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4" h="0">
                    <a:moveTo>
                      <a:pt x="0" y="0"/>
                    </a:moveTo>
                    <a:lnTo>
                      <a:pt x="70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Editable path 176"/>
              <p:cNvSpPr/>
              <p:nvPr/>
            </p:nvSpPr>
            <p:spPr>
              <a:xfrm>
                <a:off x="4392229" y="3640775"/>
                <a:ext cx="154076" cy="183337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2005">
                    <a:moveTo>
                      <a:pt x="1382" y="0"/>
                    </a:moveTo>
                    <a:lnTo>
                      <a:pt x="1685" y="236"/>
                    </a:lnTo>
                    <a:lnTo>
                      <a:pt x="303" y="2005"/>
                    </a:lnTo>
                    <a:lnTo>
                      <a:pt x="0" y="1768"/>
                    </a:lnTo>
                    <a:close/>
                  </a:path>
                </a:pathLst>
              </a:custGeom>
              <a:solidFill>
                <a:srgbClr val="FFB74C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Editable path 177"/>
              <p:cNvSpPr/>
              <p:nvPr/>
            </p:nvSpPr>
            <p:spPr>
              <a:xfrm>
                <a:off x="4503420" y="3640775"/>
                <a:ext cx="42885" cy="41057"/>
              </a:xfrm>
              <a:custGeom>
                <a:avLst/>
                <a:gdLst/>
                <a:ahLst/>
                <a:cxnLst/>
                <a:rect l="l" t="t" r="r" b="b"/>
                <a:pathLst>
                  <a:path w="469" h="449">
                    <a:moveTo>
                      <a:pt x="166" y="0"/>
                    </a:moveTo>
                    <a:lnTo>
                      <a:pt x="469" y="236"/>
                    </a:lnTo>
                    <a:lnTo>
                      <a:pt x="303" y="449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87869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Editable path 178"/>
              <p:cNvSpPr/>
              <p:nvPr/>
            </p:nvSpPr>
            <p:spPr>
              <a:xfrm>
                <a:off x="4380799" y="3802441"/>
                <a:ext cx="39136" cy="4316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72">
                    <a:moveTo>
                      <a:pt x="428" y="237"/>
                    </a:moveTo>
                    <a:lnTo>
                      <a:pt x="125" y="0"/>
                    </a:lnTo>
                    <a:lnTo>
                      <a:pt x="0" y="472"/>
                    </a:lnTo>
                    <a:close/>
                  </a:path>
                </a:pathLst>
              </a:custGeom>
              <a:solidFill>
                <a:srgbClr val="FFE3B1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1" name="Text: Restoration Plan"/>
            <p:cNvSpPr txBox="1"/>
            <p:nvPr/>
          </p:nvSpPr>
          <p:spPr>
            <a:xfrm>
              <a:off x="4809744" y="3493008"/>
              <a:ext cx="2231136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Restoration Plan</a:t>
              </a:r>
            </a:p>
          </p:txBody>
        </p:sp>
      </p:grpSp>
      <p:sp>
        <p:nvSpPr>
          <p:cNvPr id="172" name="Editable path 182"/>
          <p:cNvSpPr/>
          <p:nvPr/>
        </p:nvSpPr>
        <p:spPr>
          <a:xfrm>
            <a:off x="7296912" y="1618488"/>
            <a:ext cx="702259" cy="0"/>
          </a:xfrm>
          <a:custGeom>
            <a:avLst/>
            <a:gdLst/>
            <a:ahLst/>
            <a:cxnLst/>
            <a:rect l="l" t="t" r="r" b="b"/>
            <a:pathLst>
              <a:path w="7680" h="0">
                <a:moveTo>
                  <a:pt x="0" y="0"/>
                </a:moveTo>
                <a:lnTo>
                  <a:pt x="7680" y="0"/>
                </a:lnTo>
              </a:path>
            </a:pathLst>
          </a:custGeom>
          <a:noFill/>
          <a:ln w="64008" cap="rnd">
            <a:solidFill>
              <a:srgbClr val="A4A4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ditable path 183"/>
          <p:cNvSpPr/>
          <p:nvPr/>
        </p:nvSpPr>
        <p:spPr>
          <a:xfrm>
            <a:off x="7964424" y="1517904"/>
            <a:ext cx="173736" cy="201168"/>
          </a:xfrm>
          <a:custGeom>
            <a:avLst/>
            <a:gdLst/>
            <a:ahLst/>
            <a:cxnLst/>
            <a:rect l="l" t="t" r="r" b="b"/>
            <a:pathLst>
              <a:path w="1900" h="2200">
                <a:moveTo>
                  <a:pt x="1900" y="1100"/>
                </a:moveTo>
                <a:lnTo>
                  <a:pt x="0" y="0"/>
                </a:lnTo>
                <a:lnTo>
                  <a:pt x="0" y="2200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74" name="Profile document"/>
          <p:cNvGrpSpPr/>
          <p:nvPr/>
        </p:nvGrpSpPr>
        <p:grpSpPr>
          <a:xfrm>
            <a:off x="7452360" y="1024128"/>
            <a:ext cx="429768" cy="484632"/>
            <a:chOff x="7452360" y="1024128"/>
            <a:chExt cx="429768" cy="484632"/>
          </a:xfrm>
        </p:grpSpPr>
        <p:sp>
          <p:nvSpPr>
            <p:cNvPr id="175" name="Editable rect 185"/>
            <p:cNvSpPr/>
            <p:nvPr/>
          </p:nvSpPr>
          <p:spPr>
            <a:xfrm>
              <a:off x="7452360" y="1024128"/>
              <a:ext cx="429768" cy="484632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21945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itable ellipse 186"/>
            <p:cNvSpPr/>
            <p:nvPr/>
          </p:nvSpPr>
          <p:spPr>
            <a:xfrm>
              <a:off x="7572695" y="1072591"/>
              <a:ext cx="167610" cy="167610"/>
            </a:xfrm>
            <a:prstGeom prst="ellipse">
              <a:avLst/>
            </a:prstGeom>
            <a:solidFill>
              <a:srgbClr val="F57568"/>
            </a:solidFill>
            <a:ln w="18288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itable ellipse 187"/>
            <p:cNvSpPr/>
            <p:nvPr/>
          </p:nvSpPr>
          <p:spPr>
            <a:xfrm>
              <a:off x="7628565" y="1101669"/>
              <a:ext cx="55870" cy="55870"/>
            </a:xfrm>
            <a:prstGeom prst="ellipse">
              <a:avLst/>
            </a:prstGeom>
            <a:solidFill>
              <a:srgbClr val="FBE0B8"/>
            </a:solidFill>
            <a:ln w="14630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itable path 188"/>
            <p:cNvSpPr/>
            <p:nvPr/>
          </p:nvSpPr>
          <p:spPr>
            <a:xfrm>
              <a:off x="7598481" y="1159825"/>
              <a:ext cx="116037" cy="43617"/>
            </a:xfrm>
            <a:custGeom>
              <a:avLst/>
              <a:gdLst/>
              <a:ahLst/>
              <a:cxnLst/>
              <a:rect l="l" t="t" r="r" b="b"/>
              <a:pathLst>
                <a:path w="1269" h="477">
                  <a:moveTo>
                    <a:pt x="0" y="477"/>
                  </a:moveTo>
                  <a:lnTo>
                    <a:pt x="47" y="106"/>
                  </a:lnTo>
                  <a:lnTo>
                    <a:pt x="564" y="0"/>
                  </a:lnTo>
                  <a:lnTo>
                    <a:pt x="1175" y="159"/>
                  </a:lnTo>
                  <a:lnTo>
                    <a:pt x="1269" y="477"/>
                  </a:lnTo>
                  <a:close/>
                </a:path>
              </a:pathLst>
            </a:custGeom>
            <a:solidFill>
              <a:srgbClr val="B4E5EE"/>
            </a:solidFill>
            <a:ln w="12801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itable ellipse 189"/>
            <p:cNvSpPr/>
            <p:nvPr/>
          </p:nvSpPr>
          <p:spPr>
            <a:xfrm>
              <a:off x="7521123" y="1280983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itable path 190"/>
            <p:cNvSpPr/>
            <p:nvPr/>
          </p:nvSpPr>
          <p:spPr>
            <a:xfrm>
              <a:off x="7564100" y="1290676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itable ellipse 191"/>
            <p:cNvSpPr/>
            <p:nvPr/>
          </p:nvSpPr>
          <p:spPr>
            <a:xfrm>
              <a:off x="7521123" y="1334292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Editable path 192"/>
            <p:cNvSpPr/>
            <p:nvPr/>
          </p:nvSpPr>
          <p:spPr>
            <a:xfrm>
              <a:off x="7564100" y="1343985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Editable ellipse 193"/>
            <p:cNvSpPr/>
            <p:nvPr/>
          </p:nvSpPr>
          <p:spPr>
            <a:xfrm>
              <a:off x="7521123" y="1387602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Editable path 194"/>
            <p:cNvSpPr/>
            <p:nvPr/>
          </p:nvSpPr>
          <p:spPr>
            <a:xfrm>
              <a:off x="7564100" y="1397295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Editable ellipse 195"/>
            <p:cNvSpPr/>
            <p:nvPr/>
          </p:nvSpPr>
          <p:spPr>
            <a:xfrm>
              <a:off x="7521123" y="1440912"/>
              <a:ext cx="20117" cy="20117"/>
            </a:xfrm>
            <a:prstGeom prst="ellipse">
              <a:avLst/>
            </a:pr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Editable path 196"/>
            <p:cNvSpPr/>
            <p:nvPr/>
          </p:nvSpPr>
          <p:spPr>
            <a:xfrm>
              <a:off x="7564100" y="1450604"/>
              <a:ext cx="163312" cy="0"/>
            </a:xfrm>
            <a:custGeom>
              <a:avLst/>
              <a:gdLst/>
              <a:ahLst/>
              <a:cxnLst/>
              <a:rect l="l" t="t" r="r" b="b"/>
              <a:pathLst>
                <a:path w="1786" h="0">
                  <a:moveTo>
                    <a:pt x="0" y="0"/>
                  </a:moveTo>
                  <a:lnTo>
                    <a:pt x="1786" y="0"/>
                  </a:lnTo>
                </a:path>
              </a:pathLst>
            </a:custGeom>
            <a:noFill/>
            <a:ln w="1554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Editable path 197"/>
            <p:cNvSpPr/>
            <p:nvPr/>
          </p:nvSpPr>
          <p:spPr>
            <a:xfrm>
              <a:off x="7725583" y="1159825"/>
              <a:ext cx="211226" cy="288859"/>
            </a:xfrm>
            <a:custGeom>
              <a:avLst/>
              <a:gdLst/>
              <a:ahLst/>
              <a:cxnLst/>
              <a:rect l="l" t="t" r="r" b="b"/>
              <a:pathLst>
                <a:path w="2310" h="3159">
                  <a:moveTo>
                    <a:pt x="1665" y="0"/>
                  </a:moveTo>
                  <a:lnTo>
                    <a:pt x="2310" y="387"/>
                  </a:lnTo>
                  <a:lnTo>
                    <a:pt x="644" y="3159"/>
                  </a:lnTo>
                  <a:lnTo>
                    <a:pt x="0" y="2771"/>
                  </a:lnTo>
                  <a:close/>
                </a:path>
              </a:pathLst>
            </a:custGeom>
            <a:solidFill>
              <a:srgbClr val="FFB74C"/>
            </a:solidFill>
            <a:ln w="13716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Editable path 198"/>
            <p:cNvSpPr/>
            <p:nvPr/>
          </p:nvSpPr>
          <p:spPr>
            <a:xfrm>
              <a:off x="7859542" y="1159825"/>
              <a:ext cx="77267" cy="65837"/>
            </a:xfrm>
            <a:custGeom>
              <a:avLst/>
              <a:gdLst/>
              <a:ahLst/>
              <a:cxnLst/>
              <a:rect l="l" t="t" r="r" b="b"/>
              <a:pathLst>
                <a:path w="845" h="720">
                  <a:moveTo>
                    <a:pt x="200" y="0"/>
                  </a:moveTo>
                  <a:lnTo>
                    <a:pt x="845" y="387"/>
                  </a:lnTo>
                  <a:lnTo>
                    <a:pt x="645" y="720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87869"/>
            </a:solidFill>
            <a:ln w="1097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Editable path 199"/>
            <p:cNvSpPr/>
            <p:nvPr/>
          </p:nvSpPr>
          <p:spPr>
            <a:xfrm>
              <a:off x="7724577" y="1413205"/>
              <a:ext cx="59893" cy="68397"/>
            </a:xfrm>
            <a:custGeom>
              <a:avLst/>
              <a:gdLst/>
              <a:ahLst/>
              <a:cxnLst/>
              <a:rect l="l" t="t" r="r" b="b"/>
              <a:pathLst>
                <a:path w="655" h="748">
                  <a:moveTo>
                    <a:pt x="655" y="388"/>
                  </a:moveTo>
                  <a:lnTo>
                    <a:pt x="11" y="0"/>
                  </a:lnTo>
                  <a:lnTo>
                    <a:pt x="0" y="748"/>
                  </a:lnTo>
                  <a:close/>
                </a:path>
              </a:pathLst>
            </a:custGeom>
            <a:solidFill>
              <a:srgbClr val="FFE3B1"/>
            </a:solidFill>
            <a:ln w="1097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0" name="Editable path 201"/>
          <p:cNvSpPr/>
          <p:nvPr/>
        </p:nvSpPr>
        <p:spPr>
          <a:xfrm>
            <a:off x="7296912" y="3200400"/>
            <a:ext cx="596189" cy="0"/>
          </a:xfrm>
          <a:custGeom>
            <a:avLst/>
            <a:gdLst/>
            <a:ahLst/>
            <a:cxnLst/>
            <a:rect l="l" t="t" r="r" b="b"/>
            <a:pathLst>
              <a:path w="6520" h="0">
                <a:moveTo>
                  <a:pt x="0" y="0"/>
                </a:moveTo>
                <a:lnTo>
                  <a:pt x="6520" y="0"/>
                </a:lnTo>
              </a:path>
            </a:pathLst>
          </a:custGeom>
          <a:noFill/>
          <a:ln w="109728" cap="rnd">
            <a:solidFill>
              <a:srgbClr val="A4A4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ditable path 202"/>
          <p:cNvSpPr/>
          <p:nvPr/>
        </p:nvSpPr>
        <p:spPr>
          <a:xfrm>
            <a:off x="7827264" y="3026664"/>
            <a:ext cx="329184" cy="347472"/>
          </a:xfrm>
          <a:custGeom>
            <a:avLst/>
            <a:gdLst/>
            <a:ahLst/>
            <a:cxnLst/>
            <a:rect l="l" t="t" r="r" b="b"/>
            <a:pathLst>
              <a:path w="3600" h="3800">
                <a:moveTo>
                  <a:pt x="3600" y="1900"/>
                </a:moveTo>
                <a:lnTo>
                  <a:pt x="0" y="0"/>
                </a:lnTo>
                <a:lnTo>
                  <a:pt x="0" y="3800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92" name="Restoration Agent overview"/>
          <p:cNvGrpSpPr/>
          <p:nvPr/>
        </p:nvGrpSpPr>
        <p:grpSpPr>
          <a:xfrm>
            <a:off x="8174736" y="173736"/>
            <a:ext cx="3602736" cy="3867912"/>
            <a:chOff x="8174736" y="173736"/>
            <a:chExt cx="3602736" cy="3867912"/>
          </a:xfrm>
        </p:grpSpPr>
        <p:grpSp>
          <p:nvGrpSpPr>
            <p:cNvPr id="193" name="Agent robot R"/>
            <p:cNvGrpSpPr/>
            <p:nvPr/>
          </p:nvGrpSpPr>
          <p:grpSpPr>
            <a:xfrm>
              <a:off x="8505932" y="173736"/>
              <a:ext cx="468355" cy="497251"/>
              <a:chOff x="8505932" y="173736"/>
              <a:chExt cx="468355" cy="497251"/>
            </a:xfrm>
          </p:grpSpPr>
          <p:sp>
            <p:nvSpPr>
              <p:cNvPr id="194" name="Editable rect 205"/>
              <p:cNvSpPr/>
              <p:nvPr/>
            </p:nvSpPr>
            <p:spPr>
              <a:xfrm>
                <a:off x="8646201" y="192024"/>
                <a:ext cx="175931" cy="143195"/>
              </a:xfrm>
              <a:prstGeom prst="roundRect">
                <a:avLst>
                  <a:gd name="adj" fmla="val 19157"/>
                </a:avLst>
              </a:prstGeom>
              <a:solidFill>
                <a:srgbClr val="FFFFFF"/>
              </a:solidFill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Editable path 206"/>
              <p:cNvSpPr/>
              <p:nvPr/>
            </p:nvSpPr>
            <p:spPr>
              <a:xfrm>
                <a:off x="8722279" y="335219"/>
                <a:ext cx="47549" cy="44440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86">
                    <a:moveTo>
                      <a:pt x="0" y="0"/>
                    </a:moveTo>
                    <a:lnTo>
                      <a:pt x="260" y="486"/>
                    </a:lnTo>
                    <a:lnTo>
                      <a:pt x="520" y="0"/>
                    </a:lnTo>
                  </a:path>
                </a:pathLst>
              </a:custGeom>
              <a:solidFill>
                <a:srgbClr val="FFFFFF"/>
              </a:solidFill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Text: R"/>
              <p:cNvSpPr txBox="1"/>
              <p:nvPr/>
            </p:nvSpPr>
            <p:spPr>
              <a:xfrm>
                <a:off x="8655710" y="173736"/>
                <a:ext cx="152156" cy="1755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120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1" i="0">
                    <a:solidFill>
                      <a:srgbClr val="549552"/>
                    </a:solidFill>
                    <a:latin typeface="Liberation Serif"/>
                  </a:rPr>
                  <a:t>R</a:t>
                </a:r>
              </a:p>
            </p:txBody>
          </p:sp>
          <p:sp>
            <p:nvSpPr>
              <p:cNvPr id="197" name="Editable rect 208"/>
              <p:cNvSpPr/>
              <p:nvPr/>
            </p:nvSpPr>
            <p:spPr>
              <a:xfrm>
                <a:off x="8560613" y="394472"/>
                <a:ext cx="370881" cy="276515"/>
              </a:xfrm>
              <a:prstGeom prst="roundRect">
                <a:avLst>
                  <a:gd name="adj" fmla="val 26455"/>
                </a:avLst>
              </a:prstGeom>
              <a:solidFill>
                <a:srgbClr val="FFFFFF"/>
              </a:solidFill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Editable rect 209"/>
              <p:cNvSpPr/>
              <p:nvPr/>
            </p:nvSpPr>
            <p:spPr>
              <a:xfrm>
                <a:off x="8608162" y="478414"/>
                <a:ext cx="275783" cy="143195"/>
              </a:xfrm>
              <a:prstGeom prst="roundRect">
                <a:avLst>
                  <a:gd name="adj" fmla="val 31928"/>
                </a:avLst>
              </a:prstGeom>
              <a:noFill/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Editable rect 210"/>
              <p:cNvSpPr/>
              <p:nvPr/>
            </p:nvSpPr>
            <p:spPr>
              <a:xfrm>
                <a:off x="8679485" y="404348"/>
                <a:ext cx="104607" cy="69129"/>
              </a:xfrm>
              <a:prstGeom prst="roundRect">
                <a:avLst>
                  <a:gd name="adj" fmla="val 13227"/>
                </a:avLst>
              </a:prstGeom>
              <a:noFill/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Editable rect 211"/>
              <p:cNvSpPr/>
              <p:nvPr/>
            </p:nvSpPr>
            <p:spPr>
              <a:xfrm>
                <a:off x="8522574" y="399410"/>
                <a:ext cx="3328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Editable path 212"/>
              <p:cNvSpPr/>
              <p:nvPr/>
            </p:nvSpPr>
            <p:spPr>
              <a:xfrm>
                <a:off x="8505932" y="508041"/>
                <a:ext cx="1664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0">
                    <a:moveTo>
                      <a:pt x="182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Editable rect 213"/>
              <p:cNvSpPr/>
              <p:nvPr/>
            </p:nvSpPr>
            <p:spPr>
              <a:xfrm>
                <a:off x="8941003" y="399410"/>
                <a:ext cx="3328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Editable path 214"/>
              <p:cNvSpPr/>
              <p:nvPr/>
            </p:nvSpPr>
            <p:spPr>
              <a:xfrm>
                <a:off x="8924361" y="508041"/>
                <a:ext cx="1664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0">
                    <a:moveTo>
                      <a:pt x="182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Editable ellipse 215"/>
              <p:cNvSpPr/>
              <p:nvPr/>
            </p:nvSpPr>
            <p:spPr>
              <a:xfrm>
                <a:off x="8660465" y="532729"/>
                <a:ext cx="30431" cy="30431"/>
              </a:xfrm>
              <a:prstGeom prst="ellipse">
                <a:avLst/>
              </a:prstGeom>
              <a:noFill/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Editable ellipse 216"/>
              <p:cNvSpPr/>
              <p:nvPr/>
            </p:nvSpPr>
            <p:spPr>
              <a:xfrm>
                <a:off x="8807867" y="532729"/>
                <a:ext cx="30431" cy="30431"/>
              </a:xfrm>
              <a:prstGeom prst="ellipse">
                <a:avLst/>
              </a:prstGeom>
              <a:noFill/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Editable path 217"/>
              <p:cNvSpPr/>
              <p:nvPr/>
            </p:nvSpPr>
            <p:spPr>
              <a:xfrm>
                <a:off x="8731788" y="582107"/>
                <a:ext cx="38039" cy="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0">
                    <a:moveTo>
                      <a:pt x="0" y="0"/>
                    </a:moveTo>
                    <a:lnTo>
                      <a:pt x="416" y="0"/>
                    </a:lnTo>
                  </a:path>
                </a:pathLst>
              </a:custGeom>
              <a:noFill/>
              <a:ln w="12801" cap="rnd">
                <a:solidFill>
                  <a:srgbClr val="54955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07" name="Text: R"/>
            <p:cNvSpPr txBox="1"/>
            <p:nvPr/>
          </p:nvSpPr>
          <p:spPr>
            <a:xfrm>
              <a:off x="9061704" y="228600"/>
              <a:ext cx="274320" cy="46817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32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79" b="1" i="0">
                  <a:solidFill>
                    <a:srgbClr val="429126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208" name="Text: estoration Agent"/>
            <p:cNvSpPr txBox="1"/>
            <p:nvPr/>
          </p:nvSpPr>
          <p:spPr>
            <a:xfrm>
              <a:off x="9326880" y="292608"/>
              <a:ext cx="2414016" cy="3745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 i="0">
                  <a:solidFill>
                    <a:srgbClr val="429126"/>
                  </a:solidFill>
                  <a:latin typeface="Liberation Serif"/>
                </a:rPr>
                <a:t>estoration Agent</a:t>
              </a:r>
            </a:p>
          </p:txBody>
        </p:sp>
        <p:sp>
          <p:nvSpPr>
            <p:cNvPr id="209" name="Editable rect 221"/>
            <p:cNvSpPr/>
            <p:nvPr/>
          </p:nvSpPr>
          <p:spPr>
            <a:xfrm>
              <a:off x="8174736" y="740664"/>
              <a:ext cx="3602736" cy="3300984"/>
            </a:xfrm>
            <a:prstGeom prst="roundRect">
              <a:avLst>
                <a:gd name="adj" fmla="val 6925"/>
              </a:avLst>
            </a:prstGeom>
            <a:solidFill>
              <a:srgbClr val="EDF9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Editable rect 222"/>
            <p:cNvSpPr/>
            <p:nvPr/>
          </p:nvSpPr>
          <p:spPr>
            <a:xfrm>
              <a:off x="8321040" y="896112"/>
              <a:ext cx="3291840" cy="1920240"/>
            </a:xfrm>
            <a:prstGeom prst="roundRect">
              <a:avLst>
                <a:gd name="adj" fmla="val 17142"/>
              </a:avLst>
            </a:prstGeom>
            <a:noFill/>
            <a:ln w="36576" cap="flat">
              <a:solidFill>
                <a:srgbClr val="A4A4A4"/>
              </a:solidFill>
              <a:custDash>
                <a:ds d="300000" sp="1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Text: Task 1"/>
            <p:cNvSpPr txBox="1"/>
            <p:nvPr/>
          </p:nvSpPr>
          <p:spPr>
            <a:xfrm>
              <a:off x="9281160" y="896112"/>
              <a:ext cx="1362456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Task 1</a:t>
              </a:r>
            </a:p>
          </p:txBody>
        </p:sp>
        <p:sp>
          <p:nvSpPr>
            <p:cNvPr id="212" name="Editable rect 224"/>
            <p:cNvSpPr/>
            <p:nvPr/>
          </p:nvSpPr>
          <p:spPr>
            <a:xfrm>
              <a:off x="8458200" y="1197864"/>
              <a:ext cx="1307592" cy="393192"/>
            </a:xfrm>
            <a:prstGeom prst="rect">
              <a:avLst/>
            </a:prstGeom>
            <a:solidFill>
              <a:srgbClr val="F7E9D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Text: Execution"/>
            <p:cNvSpPr txBox="1"/>
            <p:nvPr/>
          </p:nvSpPr>
          <p:spPr>
            <a:xfrm>
              <a:off x="8503920" y="1207008"/>
              <a:ext cx="1216152" cy="3511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80909"/>
                  </a:solidFill>
                  <a:latin typeface="Liberation Serif"/>
                </a:rPr>
                <a:t>Execution</a:t>
              </a:r>
            </a:p>
          </p:txBody>
        </p:sp>
        <p:sp>
          <p:nvSpPr>
            <p:cNvPr id="214" name="Editable path 226"/>
            <p:cNvSpPr/>
            <p:nvPr/>
          </p:nvSpPr>
          <p:spPr>
            <a:xfrm>
              <a:off x="9125712" y="1600200"/>
              <a:ext cx="0" cy="82296"/>
            </a:xfrm>
            <a:custGeom>
              <a:avLst/>
              <a:gdLst/>
              <a:ahLst/>
              <a:cxnLst/>
              <a:rect l="l" t="t" r="r" b="b"/>
              <a:pathLst>
                <a:path w="0" h="900">
                  <a:moveTo>
                    <a:pt x="0" y="0"/>
                  </a:moveTo>
                  <a:lnTo>
                    <a:pt x="0" y="900"/>
                  </a:lnTo>
                </a:path>
              </a:pathLst>
            </a:custGeom>
            <a:noFill/>
            <a:ln w="27432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Editable path 227"/>
            <p:cNvSpPr/>
            <p:nvPr/>
          </p:nvSpPr>
          <p:spPr>
            <a:xfrm>
              <a:off x="9081821" y="1664208"/>
              <a:ext cx="87782" cy="91440"/>
            </a:xfrm>
            <a:custGeom>
              <a:avLst/>
              <a:gdLst/>
              <a:ahLst/>
              <a:cxnLst/>
              <a:rect l="l" t="t" r="r" b="b"/>
              <a:pathLst>
                <a:path w="960" h="1000">
                  <a:moveTo>
                    <a:pt x="480" y="1000"/>
                  </a:moveTo>
                  <a:lnTo>
                    <a:pt x="9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Editable rect 228"/>
            <p:cNvSpPr/>
            <p:nvPr/>
          </p:nvSpPr>
          <p:spPr>
            <a:xfrm>
              <a:off x="8458200" y="1746504"/>
              <a:ext cx="1335024" cy="384048"/>
            </a:xfrm>
            <a:prstGeom prst="rect">
              <a:avLst/>
            </a:prstGeom>
            <a:solidFill>
              <a:srgbClr val="F7E9D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Text: Reflection"/>
            <p:cNvSpPr txBox="1"/>
            <p:nvPr/>
          </p:nvSpPr>
          <p:spPr>
            <a:xfrm>
              <a:off x="8494776" y="1746504"/>
              <a:ext cx="125272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Reflection</a:t>
              </a:r>
            </a:p>
          </p:txBody>
        </p:sp>
        <p:sp>
          <p:nvSpPr>
            <p:cNvPr id="218" name="Editable path 230"/>
            <p:cNvSpPr/>
            <p:nvPr/>
          </p:nvSpPr>
          <p:spPr>
            <a:xfrm>
              <a:off x="9820656" y="1947672"/>
              <a:ext cx="294437" cy="0"/>
            </a:xfrm>
            <a:custGeom>
              <a:avLst/>
              <a:gdLst/>
              <a:ahLst/>
              <a:cxnLst/>
              <a:rect l="l" t="t" r="r" b="b"/>
              <a:pathLst>
                <a:path w="3220" h="0">
                  <a:moveTo>
                    <a:pt x="0" y="0"/>
                  </a:moveTo>
                  <a:lnTo>
                    <a:pt x="3220" y="0"/>
                  </a:lnTo>
                </a:path>
              </a:pathLst>
            </a:custGeom>
            <a:noFill/>
            <a:ln w="27432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Editable path 231"/>
            <p:cNvSpPr/>
            <p:nvPr/>
          </p:nvSpPr>
          <p:spPr>
            <a:xfrm>
              <a:off x="10094976" y="1899392"/>
              <a:ext cx="100584" cy="96561"/>
            </a:xfrm>
            <a:custGeom>
              <a:avLst/>
              <a:gdLst/>
              <a:ahLst/>
              <a:cxnLst/>
              <a:rect l="l" t="t" r="r" b="b"/>
              <a:pathLst>
                <a:path w="1100" h="1056">
                  <a:moveTo>
                    <a:pt x="1100" y="528"/>
                  </a:moveTo>
                  <a:lnTo>
                    <a:pt x="0" y="0"/>
                  </a:lnTo>
                  <a:lnTo>
                    <a:pt x="0" y="1056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Text: if low / quality"/>
            <p:cNvSpPr txBox="1"/>
            <p:nvPr/>
          </p:nvSpPr>
          <p:spPr>
            <a:xfrm>
              <a:off x="9747504" y="1490472"/>
              <a:ext cx="548640" cy="3566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12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1">
                  <a:solidFill>
                    <a:srgbClr val="A4A4A4"/>
                  </a:solidFill>
                  <a:latin typeface="Liberation Serif"/>
                </a:rPr>
                <a:t>if low</a:t>
              </a:r>
            </a:p>
            <a:p>
              <a:pPr algn="ctr">
                <a:lnSpc>
                  <a:spcPts val="12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1">
                  <a:solidFill>
                    <a:srgbClr val="A4A4A4"/>
                  </a:solidFill>
                  <a:latin typeface="Liberation Serif"/>
                </a:rPr>
                <a:t>quality</a:t>
              </a:r>
            </a:p>
          </p:txBody>
        </p:sp>
        <p:sp>
          <p:nvSpPr>
            <p:cNvPr id="221" name="Editable rect 233"/>
            <p:cNvSpPr/>
            <p:nvPr/>
          </p:nvSpPr>
          <p:spPr>
            <a:xfrm>
              <a:off x="10222992" y="1197864"/>
              <a:ext cx="1280160" cy="914400"/>
            </a:xfrm>
            <a:prstGeom prst="rect">
              <a:avLst/>
            </a:prstGeom>
            <a:solidFill>
              <a:srgbClr val="F7E9D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Text: Rollback"/>
            <p:cNvSpPr txBox="1"/>
            <p:nvPr/>
          </p:nvSpPr>
          <p:spPr>
            <a:xfrm>
              <a:off x="10259568" y="1197864"/>
              <a:ext cx="120700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Rollback</a:t>
              </a:r>
            </a:p>
          </p:txBody>
        </p:sp>
        <p:grpSp>
          <p:nvGrpSpPr>
            <p:cNvPr id="223" name="Agent robot P"/>
            <p:cNvGrpSpPr/>
            <p:nvPr/>
          </p:nvGrpSpPr>
          <p:grpSpPr>
            <a:xfrm>
              <a:off x="10298704" y="1527048"/>
              <a:ext cx="432329" cy="497251"/>
              <a:chOff x="10298704" y="1527048"/>
              <a:chExt cx="432329" cy="497251"/>
            </a:xfrm>
          </p:grpSpPr>
          <p:sp>
            <p:nvSpPr>
              <p:cNvPr id="224" name="Editable rect 236"/>
              <p:cNvSpPr/>
              <p:nvPr/>
            </p:nvSpPr>
            <p:spPr>
              <a:xfrm>
                <a:off x="10428183" y="1545336"/>
                <a:ext cx="162397" cy="143195"/>
              </a:xfrm>
              <a:prstGeom prst="roundRect">
                <a:avLst>
                  <a:gd name="adj" fmla="val 19157"/>
                </a:avLst>
              </a:prstGeom>
              <a:solidFill>
                <a:srgbClr val="FFFFFF"/>
              </a:solidFill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Editable path 237"/>
              <p:cNvSpPr/>
              <p:nvPr/>
            </p:nvSpPr>
            <p:spPr>
              <a:xfrm>
                <a:off x="10498409" y="1688531"/>
                <a:ext cx="43891" cy="44440"/>
              </a:xfrm>
              <a:custGeom>
                <a:avLst/>
                <a:gdLst/>
                <a:ahLst/>
                <a:cxnLst/>
                <a:rect l="l" t="t" r="r" b="b"/>
                <a:pathLst>
                  <a:path w="480" h="486">
                    <a:moveTo>
                      <a:pt x="0" y="0"/>
                    </a:moveTo>
                    <a:lnTo>
                      <a:pt x="240" y="486"/>
                    </a:lnTo>
                    <a:lnTo>
                      <a:pt x="480" y="0"/>
                    </a:lnTo>
                  </a:path>
                </a:pathLst>
              </a:custGeom>
              <a:solidFill>
                <a:srgbClr val="FFFFFF"/>
              </a:solidFill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Text: P"/>
              <p:cNvSpPr txBox="1"/>
              <p:nvPr/>
            </p:nvSpPr>
            <p:spPr>
              <a:xfrm>
                <a:off x="10436962" y="1527048"/>
                <a:ext cx="140452" cy="17556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120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1" i="0">
                    <a:solidFill>
                      <a:srgbClr val="292823"/>
                    </a:solidFill>
                    <a:latin typeface="Liberation Serif"/>
                  </a:rPr>
                  <a:t>P</a:t>
                </a:r>
              </a:p>
            </p:txBody>
          </p:sp>
          <p:sp>
            <p:nvSpPr>
              <p:cNvPr id="227" name="Editable rect 239"/>
              <p:cNvSpPr/>
              <p:nvPr/>
            </p:nvSpPr>
            <p:spPr>
              <a:xfrm>
                <a:off x="10349179" y="1747784"/>
                <a:ext cx="342351" cy="276515"/>
              </a:xfrm>
              <a:prstGeom prst="roundRect">
                <a:avLst>
                  <a:gd name="adj" fmla="val 26455"/>
                </a:avLst>
              </a:prstGeom>
              <a:solidFill>
                <a:srgbClr val="FFFFFF"/>
              </a:solidFill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Editable rect 240"/>
              <p:cNvSpPr/>
              <p:nvPr/>
            </p:nvSpPr>
            <p:spPr>
              <a:xfrm>
                <a:off x="10393070" y="1831726"/>
                <a:ext cx="254569" cy="143195"/>
              </a:xfrm>
              <a:prstGeom prst="roundRect">
                <a:avLst>
                  <a:gd name="adj" fmla="val 31928"/>
                </a:avLst>
              </a:prstGeom>
              <a:noFill/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Editable rect 241"/>
              <p:cNvSpPr/>
              <p:nvPr/>
            </p:nvSpPr>
            <p:spPr>
              <a:xfrm>
                <a:off x="10458907" y="1757660"/>
                <a:ext cx="96561" cy="69129"/>
              </a:xfrm>
              <a:prstGeom prst="roundRect">
                <a:avLst>
                  <a:gd name="adj" fmla="val 13227"/>
                </a:avLst>
              </a:prstGeom>
              <a:noFill/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Editable rect 242"/>
              <p:cNvSpPr/>
              <p:nvPr/>
            </p:nvSpPr>
            <p:spPr>
              <a:xfrm>
                <a:off x="10314066" y="1752722"/>
                <a:ext cx="3072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Editable path 243"/>
              <p:cNvSpPr/>
              <p:nvPr/>
            </p:nvSpPr>
            <p:spPr>
              <a:xfrm>
                <a:off x="10298704" y="1861353"/>
                <a:ext cx="1536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0">
                    <a:moveTo>
                      <a:pt x="168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Editable rect 244"/>
              <p:cNvSpPr/>
              <p:nvPr/>
            </p:nvSpPr>
            <p:spPr>
              <a:xfrm>
                <a:off x="10700309" y="1752722"/>
                <a:ext cx="30724" cy="2024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Editable path 245"/>
              <p:cNvSpPr/>
              <p:nvPr/>
            </p:nvSpPr>
            <p:spPr>
              <a:xfrm>
                <a:off x="10684947" y="1861353"/>
                <a:ext cx="15362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0">
                    <a:moveTo>
                      <a:pt x="168" y="0"/>
                    </a:moveTo>
                    <a:lnTo>
                      <a:pt x="0" y="0"/>
                    </a:lnTo>
                  </a:path>
                </a:pathLst>
              </a:custGeom>
              <a:noFill/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Editable ellipse 246"/>
              <p:cNvSpPr/>
              <p:nvPr/>
            </p:nvSpPr>
            <p:spPr>
              <a:xfrm>
                <a:off x="10441351" y="1886041"/>
                <a:ext cx="28090" cy="28090"/>
              </a:xfrm>
              <a:prstGeom prst="ellipse">
                <a:avLst/>
              </a:prstGeom>
              <a:noFill/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Editable ellipse 247"/>
              <p:cNvSpPr/>
              <p:nvPr/>
            </p:nvSpPr>
            <p:spPr>
              <a:xfrm>
                <a:off x="10577413" y="1886041"/>
                <a:ext cx="28090" cy="28090"/>
              </a:xfrm>
              <a:prstGeom prst="ellipse">
                <a:avLst/>
              </a:prstGeom>
              <a:noFill/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Editable path 248"/>
              <p:cNvSpPr/>
              <p:nvPr/>
            </p:nvSpPr>
            <p:spPr>
              <a:xfrm>
                <a:off x="10507188" y="1935419"/>
                <a:ext cx="35113" cy="0"/>
              </a:xfrm>
              <a:custGeom>
                <a:avLst/>
                <a:gdLst/>
                <a:ahLst/>
                <a:cxnLst/>
                <a:rect l="l" t="t" r="r" b="b"/>
                <a:pathLst>
                  <a:path w="384" h="0">
                    <a:moveTo>
                      <a:pt x="0" y="0"/>
                    </a:moveTo>
                    <a:lnTo>
                      <a:pt x="384" y="0"/>
                    </a:lnTo>
                  </a:path>
                </a:pathLst>
              </a:custGeom>
              <a:noFill/>
              <a:ln w="12801" cap="rnd">
                <a:solidFill>
                  <a:srgbClr val="29282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7" name="Editable path 250"/>
            <p:cNvSpPr/>
            <p:nvPr/>
          </p:nvSpPr>
          <p:spPr>
            <a:xfrm>
              <a:off x="10817352" y="1600200"/>
              <a:ext cx="230246" cy="127010"/>
            </a:xfrm>
            <a:custGeom>
              <a:avLst/>
              <a:gdLst/>
              <a:ahLst/>
              <a:cxnLst/>
              <a:rect l="l" t="t" r="r" b="b"/>
              <a:pathLst>
                <a:path w="2518" h="1389">
                  <a:moveTo>
                    <a:pt x="0" y="0"/>
                  </a:moveTo>
                  <a:lnTo>
                    <a:pt x="1900" y="400"/>
                  </a:lnTo>
                  <a:lnTo>
                    <a:pt x="2518" y="1389"/>
                  </a:lnTo>
                </a:path>
              </a:pathLst>
            </a:custGeom>
            <a:noFill/>
            <a:ln w="22859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Editable path 251"/>
            <p:cNvSpPr/>
            <p:nvPr/>
          </p:nvSpPr>
          <p:spPr>
            <a:xfrm>
              <a:off x="11005444" y="1692372"/>
              <a:ext cx="77084" cy="90708"/>
            </a:xfrm>
            <a:custGeom>
              <a:avLst/>
              <a:gdLst/>
              <a:ahLst/>
              <a:cxnLst/>
              <a:rect l="l" t="t" r="r" b="b"/>
              <a:pathLst>
                <a:path w="843" h="992">
                  <a:moveTo>
                    <a:pt x="843" y="992"/>
                  </a:moveTo>
                  <a:lnTo>
                    <a:pt x="732" y="0"/>
                  </a:lnTo>
                  <a:lnTo>
                    <a:pt x="0" y="458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: Re-Plan"/>
            <p:cNvSpPr txBox="1"/>
            <p:nvPr/>
          </p:nvSpPr>
          <p:spPr>
            <a:xfrm>
              <a:off x="10835640" y="1783080"/>
              <a:ext cx="649224" cy="18726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2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1">
                  <a:solidFill>
                    <a:srgbClr val="A4A4A4"/>
                  </a:solidFill>
                  <a:latin typeface="Liberation Serif"/>
                </a:rPr>
                <a:t>Re-Plan</a:t>
              </a:r>
            </a:p>
          </p:txBody>
        </p:sp>
        <p:sp>
          <p:nvSpPr>
            <p:cNvPr id="240" name="Text: if SR"/>
            <p:cNvSpPr txBox="1"/>
            <p:nvPr/>
          </p:nvSpPr>
          <p:spPr>
            <a:xfrm>
              <a:off x="8650224" y="2093976"/>
              <a:ext cx="448056" cy="19897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3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i="1">
                  <a:solidFill>
                    <a:srgbClr val="A4A4A4"/>
                  </a:solidFill>
                  <a:latin typeface="Liberation Serif"/>
                </a:rPr>
                <a:t>if SR</a:t>
              </a:r>
            </a:p>
          </p:txBody>
        </p:sp>
        <p:sp>
          <p:nvSpPr>
            <p:cNvPr id="241" name="Editable path 254"/>
            <p:cNvSpPr/>
            <p:nvPr/>
          </p:nvSpPr>
          <p:spPr>
            <a:xfrm>
              <a:off x="9125712" y="2139696"/>
              <a:ext cx="0" cy="82296"/>
            </a:xfrm>
            <a:custGeom>
              <a:avLst/>
              <a:gdLst/>
              <a:ahLst/>
              <a:cxnLst/>
              <a:rect l="l" t="t" r="r" b="b"/>
              <a:pathLst>
                <a:path w="0" h="900">
                  <a:moveTo>
                    <a:pt x="0" y="0"/>
                  </a:moveTo>
                  <a:lnTo>
                    <a:pt x="0" y="900"/>
                  </a:lnTo>
                </a:path>
              </a:pathLst>
            </a:custGeom>
            <a:noFill/>
            <a:ln w="27432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Editable path 255"/>
            <p:cNvSpPr/>
            <p:nvPr/>
          </p:nvSpPr>
          <p:spPr>
            <a:xfrm>
              <a:off x="9081821" y="2203704"/>
              <a:ext cx="87782" cy="91440"/>
            </a:xfrm>
            <a:custGeom>
              <a:avLst/>
              <a:gdLst/>
              <a:ahLst/>
              <a:cxnLst/>
              <a:rect l="l" t="t" r="r" b="b"/>
              <a:pathLst>
                <a:path w="960" h="1000">
                  <a:moveTo>
                    <a:pt x="480" y="1000"/>
                  </a:moveTo>
                  <a:lnTo>
                    <a:pt x="9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Editable rect 256"/>
            <p:cNvSpPr/>
            <p:nvPr/>
          </p:nvSpPr>
          <p:spPr>
            <a:xfrm>
              <a:off x="8458200" y="2295144"/>
              <a:ext cx="3044952" cy="384048"/>
            </a:xfrm>
            <a:prstGeom prst="rect">
              <a:avLst/>
            </a:prstGeom>
            <a:solidFill>
              <a:srgbClr val="F7E9D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Text: Face Restoration"/>
            <p:cNvSpPr txBox="1"/>
            <p:nvPr/>
          </p:nvSpPr>
          <p:spPr>
            <a:xfrm>
              <a:off x="8531352" y="2295144"/>
              <a:ext cx="289864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Face Restoration</a:t>
              </a:r>
            </a:p>
          </p:txBody>
        </p:sp>
        <p:sp>
          <p:nvSpPr>
            <p:cNvPr id="245" name="Editable path 258"/>
            <p:cNvSpPr/>
            <p:nvPr/>
          </p:nvSpPr>
          <p:spPr>
            <a:xfrm>
              <a:off x="9966960" y="2825496"/>
              <a:ext cx="0" cy="131674"/>
            </a:xfrm>
            <a:custGeom>
              <a:avLst/>
              <a:gdLst/>
              <a:ahLst/>
              <a:cxnLst/>
              <a:rect l="l" t="t" r="r" b="b"/>
              <a:pathLst>
                <a:path w="0" h="1440">
                  <a:moveTo>
                    <a:pt x="0" y="0"/>
                  </a:moveTo>
                  <a:lnTo>
                    <a:pt x="0" y="1440"/>
                  </a:lnTo>
                </a:path>
              </a:pathLst>
            </a:custGeom>
            <a:noFill/>
            <a:ln w="36576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Editable path 259"/>
            <p:cNvSpPr/>
            <p:nvPr/>
          </p:nvSpPr>
          <p:spPr>
            <a:xfrm>
              <a:off x="9914291" y="2935224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Editable rect 260"/>
            <p:cNvSpPr/>
            <p:nvPr/>
          </p:nvSpPr>
          <p:spPr>
            <a:xfrm>
              <a:off x="8321040" y="3063240"/>
              <a:ext cx="3291840" cy="329184"/>
            </a:xfrm>
            <a:prstGeom prst="roundRect">
              <a:avLst>
                <a:gd name="adj" fmla="val 13888"/>
              </a:avLst>
            </a:prstGeom>
            <a:noFill/>
            <a:ln w="36576" cap="flat">
              <a:solidFill>
                <a:srgbClr val="A4A4A4"/>
              </a:solidFill>
              <a:custDash>
                <a:ds d="300000" sp="1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Text: Task 2"/>
            <p:cNvSpPr txBox="1"/>
            <p:nvPr/>
          </p:nvSpPr>
          <p:spPr>
            <a:xfrm>
              <a:off x="9171432" y="3063240"/>
              <a:ext cx="161848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Task 2</a:t>
              </a:r>
            </a:p>
          </p:txBody>
        </p:sp>
        <p:sp>
          <p:nvSpPr>
            <p:cNvPr id="249" name="Editable path 262"/>
            <p:cNvSpPr/>
            <p:nvPr/>
          </p:nvSpPr>
          <p:spPr>
            <a:xfrm>
              <a:off x="9966960" y="3429000"/>
              <a:ext cx="0" cy="173736"/>
            </a:xfrm>
            <a:custGeom>
              <a:avLst/>
              <a:gdLst/>
              <a:ahLst/>
              <a:cxnLst/>
              <a:rect l="l" t="t" r="r" b="b"/>
              <a:pathLst>
                <a:path w="0" h="1900">
                  <a:moveTo>
                    <a:pt x="0" y="0"/>
                  </a:moveTo>
                  <a:lnTo>
                    <a:pt x="0" y="1900"/>
                  </a:lnTo>
                </a:path>
              </a:pathLst>
            </a:custGeom>
            <a:noFill/>
            <a:ln w="54864" cap="flat">
              <a:solidFill>
                <a:srgbClr val="080909"/>
              </a:solidFill>
              <a:custDash>
                <a:ds d="100000" sp="10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Editable rect 263"/>
            <p:cNvSpPr/>
            <p:nvPr/>
          </p:nvSpPr>
          <p:spPr>
            <a:xfrm>
              <a:off x="8321040" y="3630168"/>
              <a:ext cx="3291840" cy="329184"/>
            </a:xfrm>
            <a:prstGeom prst="roundRect">
              <a:avLst>
                <a:gd name="adj" fmla="val 13888"/>
              </a:avLst>
            </a:prstGeom>
            <a:noFill/>
            <a:ln w="36576" cap="flat">
              <a:solidFill>
                <a:srgbClr val="A4A4A4"/>
              </a:solidFill>
              <a:custDash>
                <a:ds d="300000" sp="1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Text: Task K"/>
            <p:cNvSpPr txBox="1"/>
            <p:nvPr/>
          </p:nvSpPr>
          <p:spPr>
            <a:xfrm>
              <a:off x="9171432" y="3621024"/>
              <a:ext cx="161848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Task K</a:t>
              </a:r>
            </a:p>
          </p:txBody>
        </p:sp>
      </p:grpSp>
      <p:sp>
        <p:nvSpPr>
          <p:cNvPr id="252" name="Editable path 266"/>
          <p:cNvSpPr/>
          <p:nvPr/>
        </p:nvSpPr>
        <p:spPr>
          <a:xfrm>
            <a:off x="11786616" y="3200400"/>
            <a:ext cx="431597" cy="0"/>
          </a:xfrm>
          <a:custGeom>
            <a:avLst/>
            <a:gdLst/>
            <a:ahLst/>
            <a:cxnLst/>
            <a:rect l="l" t="t" r="r" b="b"/>
            <a:pathLst>
              <a:path w="4720" h="0">
                <a:moveTo>
                  <a:pt x="0" y="0"/>
                </a:moveTo>
                <a:lnTo>
                  <a:pt x="4720" y="0"/>
                </a:lnTo>
              </a:path>
            </a:pathLst>
          </a:custGeom>
          <a:noFill/>
          <a:ln w="109728" cap="rnd">
            <a:solidFill>
              <a:srgbClr val="A4A4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Editable path 267"/>
          <p:cNvSpPr/>
          <p:nvPr/>
        </p:nvSpPr>
        <p:spPr>
          <a:xfrm>
            <a:off x="12152376" y="3026664"/>
            <a:ext cx="329184" cy="347472"/>
          </a:xfrm>
          <a:custGeom>
            <a:avLst/>
            <a:gdLst/>
            <a:ahLst/>
            <a:cxnLst/>
            <a:rect l="l" t="t" r="r" b="b"/>
            <a:pathLst>
              <a:path w="3600" h="3800">
                <a:moveTo>
                  <a:pt x="3600" y="1900"/>
                </a:moveTo>
                <a:lnTo>
                  <a:pt x="0" y="0"/>
                </a:lnTo>
                <a:lnTo>
                  <a:pt x="0" y="3800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254" name="4K output image"/>
          <p:cNvGrpSpPr/>
          <p:nvPr/>
        </p:nvGrpSpPr>
        <p:grpSpPr>
          <a:xfrm>
            <a:off x="12518136" y="292608"/>
            <a:ext cx="5010912" cy="3749040"/>
            <a:chOff x="12518136" y="292608"/>
            <a:chExt cx="5010912" cy="3749040"/>
          </a:xfrm>
        </p:grpSpPr>
        <p:pic>
          <p:nvPicPr>
            <p:cNvPr id="255" name="Photo: output" descr="outpu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18136" y="292608"/>
              <a:ext cx="5010912" cy="3749040"/>
            </a:xfrm>
            <a:prstGeom prst="rect">
              <a:avLst/>
            </a:prstGeom>
            <a:effectLst/>
          </p:spPr>
        </p:pic>
        <p:sp>
          <p:nvSpPr>
            <p:cNvPr id="256" name="Editable rect 270"/>
            <p:cNvSpPr/>
            <p:nvPr/>
          </p:nvSpPr>
          <p:spPr>
            <a:xfrm>
              <a:off x="12582144" y="3630168"/>
              <a:ext cx="2496312" cy="374904"/>
            </a:xfrm>
            <a:prstGeom prst="roundRect">
              <a:avLst>
                <a:gd name="adj" fmla="val 50000"/>
              </a:avLst>
            </a:prstGeom>
            <a:solidFill>
              <a:srgbClr val="384044"/>
            </a:solidFill>
            <a:ln w="29260" cap="rnd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Text: Res: 4144×3104"/>
            <p:cNvSpPr txBox="1"/>
            <p:nvPr/>
          </p:nvSpPr>
          <p:spPr>
            <a:xfrm>
              <a:off x="12664440" y="3584448"/>
              <a:ext cx="2331720" cy="4213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9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92" b="1" i="0">
                  <a:solidFill>
                    <a:srgbClr val="FFFFFF"/>
                  </a:solidFill>
                  <a:latin typeface="Liberation Serif"/>
                </a:rPr>
                <a:t>Res: 4144×3104</a:t>
              </a:r>
            </a:p>
          </p:txBody>
        </p:sp>
      </p:grpSp>
      <p:sp>
        <p:nvSpPr>
          <p:cNvPr id="258" name="Editable path 273"/>
          <p:cNvSpPr/>
          <p:nvPr/>
        </p:nvSpPr>
        <p:spPr>
          <a:xfrm>
            <a:off x="1554480" y="4005072"/>
            <a:ext cx="1965960" cy="475488"/>
          </a:xfrm>
          <a:custGeom>
            <a:avLst/>
            <a:gdLst/>
            <a:ahLst/>
            <a:cxnLst/>
            <a:rect l="l" t="t" r="r" b="b"/>
            <a:pathLst>
              <a:path w="21500" h="5200">
                <a:moveTo>
                  <a:pt x="21500" y="0"/>
                </a:moveTo>
                <a:lnTo>
                  <a:pt x="0" y="5200"/>
                </a:lnTo>
              </a:path>
            </a:pathLst>
          </a:custGeom>
          <a:noFill/>
          <a:ln w="36576" cap="flat">
            <a:solidFill>
              <a:srgbClr val="5890BD"/>
            </a:solidFill>
            <a:custDash>
              <a:ds d="425000" sp="3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Editable path 274"/>
          <p:cNvSpPr/>
          <p:nvPr/>
        </p:nvSpPr>
        <p:spPr>
          <a:xfrm>
            <a:off x="7260336" y="4041648"/>
            <a:ext cx="192024" cy="475488"/>
          </a:xfrm>
          <a:custGeom>
            <a:avLst/>
            <a:gdLst/>
            <a:ahLst/>
            <a:cxnLst/>
            <a:rect l="l" t="t" r="r" b="b"/>
            <a:pathLst>
              <a:path w="2100" h="5200">
                <a:moveTo>
                  <a:pt x="0" y="0"/>
                </a:moveTo>
                <a:lnTo>
                  <a:pt x="2100" y="5200"/>
                </a:lnTo>
              </a:path>
            </a:pathLst>
          </a:custGeom>
          <a:noFill/>
          <a:ln w="36576" cap="flat">
            <a:solidFill>
              <a:srgbClr val="5890BD"/>
            </a:solidFill>
            <a:custDash>
              <a:ds d="425000" sp="3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Editable path 275"/>
          <p:cNvSpPr/>
          <p:nvPr/>
        </p:nvSpPr>
        <p:spPr>
          <a:xfrm>
            <a:off x="8156448" y="4032504"/>
            <a:ext cx="155448" cy="557784"/>
          </a:xfrm>
          <a:custGeom>
            <a:avLst/>
            <a:gdLst/>
            <a:ahLst/>
            <a:cxnLst/>
            <a:rect l="l" t="t" r="r" b="b"/>
            <a:pathLst>
              <a:path w="1700" h="6100">
                <a:moveTo>
                  <a:pt x="1700" y="0"/>
                </a:moveTo>
                <a:lnTo>
                  <a:pt x="0" y="6100"/>
                </a:lnTo>
              </a:path>
            </a:pathLst>
          </a:custGeom>
          <a:noFill/>
          <a:ln w="36576" cap="flat">
            <a:solidFill>
              <a:srgbClr val="59783B"/>
            </a:solidFill>
            <a:custDash>
              <a:ds d="425000" sp="3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Editable path 276"/>
          <p:cNvSpPr/>
          <p:nvPr/>
        </p:nvSpPr>
        <p:spPr>
          <a:xfrm>
            <a:off x="11759184" y="3950208"/>
            <a:ext cx="1993392" cy="521208"/>
          </a:xfrm>
          <a:custGeom>
            <a:avLst/>
            <a:gdLst/>
            <a:ahLst/>
            <a:cxnLst/>
            <a:rect l="l" t="t" r="r" b="b"/>
            <a:pathLst>
              <a:path w="21800" h="5700">
                <a:moveTo>
                  <a:pt x="0" y="0"/>
                </a:moveTo>
                <a:lnTo>
                  <a:pt x="21800" y="5700"/>
                </a:lnTo>
              </a:path>
            </a:pathLst>
          </a:custGeom>
          <a:noFill/>
          <a:ln w="36576" cap="flat">
            <a:solidFill>
              <a:srgbClr val="59783B"/>
            </a:solidFill>
            <a:custDash>
              <a:ds d="425000" sp="3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Editable rect 277"/>
          <p:cNvSpPr/>
          <p:nvPr/>
        </p:nvSpPr>
        <p:spPr>
          <a:xfrm>
            <a:off x="54864" y="4480560"/>
            <a:ext cx="7525512" cy="5897880"/>
          </a:xfrm>
          <a:prstGeom prst="roundRect">
            <a:avLst>
              <a:gd name="adj" fmla="val 7286"/>
            </a:avLst>
          </a:prstGeom>
          <a:noFill/>
          <a:ln w="38404" cap="flat">
            <a:solidFill>
              <a:srgbClr val="5890BD"/>
            </a:solidFill>
            <a:custDash>
              <a:ds d="428571" sp="309524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Editable rect 278"/>
          <p:cNvSpPr/>
          <p:nvPr/>
        </p:nvSpPr>
        <p:spPr>
          <a:xfrm>
            <a:off x="8110728" y="4480560"/>
            <a:ext cx="9436608" cy="5897880"/>
          </a:xfrm>
          <a:prstGeom prst="roundRect">
            <a:avLst>
              <a:gd name="adj" fmla="val 6976"/>
            </a:avLst>
          </a:prstGeom>
          <a:noFill/>
          <a:ln w="38404" cap="flat">
            <a:solidFill>
              <a:srgbClr val="59783B"/>
            </a:solidFill>
            <a:custDash>
              <a:ds d="428571" sp="309524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264" name="Perception Stage 1 detail"/>
          <p:cNvGrpSpPr/>
          <p:nvPr/>
        </p:nvGrpSpPr>
        <p:grpSpPr>
          <a:xfrm>
            <a:off x="0" y="0"/>
            <a:ext cx="7443216" cy="6110387"/>
            <a:chOff x="0" y="0"/>
            <a:chExt cx="7443216" cy="6110387"/>
          </a:xfrm>
        </p:grpSpPr>
        <p:sp>
          <p:nvSpPr>
            <p:cNvPr id="265" name="Editable rect 280"/>
            <p:cNvSpPr/>
            <p:nvPr/>
          </p:nvSpPr>
          <p:spPr>
            <a:xfrm>
              <a:off x="182880" y="4672584"/>
              <a:ext cx="7260336" cy="1426464"/>
            </a:xfrm>
            <a:prstGeom prst="roundRect">
              <a:avLst>
                <a:gd name="adj" fmla="val 17307"/>
              </a:avLst>
            </a:prstGeom>
            <a:solidFill>
              <a:srgbClr val="E7F7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Text: Stage 1"/>
            <p:cNvSpPr txBox="1"/>
            <p:nvPr/>
          </p:nvSpPr>
          <p:spPr>
            <a:xfrm>
              <a:off x="384048" y="4700016"/>
              <a:ext cx="1307592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1">
                  <a:solidFill>
                    <a:srgbClr val="09576D"/>
                  </a:solidFill>
                  <a:latin typeface="Liberation Sans"/>
                </a:rPr>
                <a:t>Stage 1</a:t>
              </a:r>
            </a:p>
          </p:txBody>
        </p:sp>
        <p:grpSp>
          <p:nvGrpSpPr>
            <p:cNvPr id="267" name="Expert IQA icon"/>
            <p:cNvGrpSpPr/>
            <p:nvPr/>
          </p:nvGrpSpPr>
          <p:grpSpPr>
            <a:xfrm>
              <a:off x="1150681" y="5422392"/>
              <a:ext cx="638617" cy="250363"/>
              <a:chOff x="1150681" y="5422392"/>
              <a:chExt cx="638617" cy="250363"/>
            </a:xfrm>
          </p:grpSpPr>
          <p:sp>
            <p:nvSpPr>
              <p:cNvPr id="268" name="Editable ellipse 283"/>
              <p:cNvSpPr/>
              <p:nvPr/>
            </p:nvSpPr>
            <p:spPr>
              <a:xfrm>
                <a:off x="1196401" y="5449458"/>
                <a:ext cx="82296" cy="82296"/>
              </a:xfrm>
              <a:prstGeom prst="ellipse">
                <a:avLst/>
              </a:prstGeom>
              <a:solidFill>
                <a:srgbClr val="6EC277"/>
              </a:solidFill>
              <a:ln w="2743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Editable path 284"/>
              <p:cNvSpPr/>
              <p:nvPr/>
            </p:nvSpPr>
            <p:spPr>
              <a:xfrm>
                <a:off x="1150681" y="5578023"/>
                <a:ext cx="192024" cy="947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1036">
                    <a:moveTo>
                      <a:pt x="0" y="1036"/>
                    </a:moveTo>
                    <a:lnTo>
                      <a:pt x="100" y="296"/>
                    </a:lnTo>
                    <a:lnTo>
                      <a:pt x="700" y="0"/>
                    </a:lnTo>
                    <a:lnTo>
                      <a:pt x="1700" y="0"/>
                    </a:lnTo>
                    <a:lnTo>
                      <a:pt x="2100" y="296"/>
                    </a:lnTo>
                    <a:lnTo>
                      <a:pt x="2100" y="1036"/>
                    </a:lnTo>
                  </a:path>
                </a:pathLst>
              </a:custGeom>
              <a:solidFill>
                <a:srgbClr val="64C37F"/>
              </a:solidFill>
              <a:ln w="2743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Editable ellipse 285"/>
              <p:cNvSpPr/>
              <p:nvPr/>
            </p:nvSpPr>
            <p:spPr>
              <a:xfrm>
                <a:off x="1642994" y="5449458"/>
                <a:ext cx="82296" cy="82296"/>
              </a:xfrm>
              <a:prstGeom prst="ellipse">
                <a:avLst/>
              </a:prstGeom>
              <a:solidFill>
                <a:srgbClr val="6EC277"/>
              </a:solidFill>
              <a:ln w="2743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Editable path 286"/>
              <p:cNvSpPr/>
              <p:nvPr/>
            </p:nvSpPr>
            <p:spPr>
              <a:xfrm>
                <a:off x="1597274" y="5578023"/>
                <a:ext cx="192024" cy="94732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1036">
                    <a:moveTo>
                      <a:pt x="0" y="1036"/>
                    </a:moveTo>
                    <a:lnTo>
                      <a:pt x="100" y="296"/>
                    </a:lnTo>
                    <a:lnTo>
                      <a:pt x="700" y="0"/>
                    </a:lnTo>
                    <a:lnTo>
                      <a:pt x="1700" y="0"/>
                    </a:lnTo>
                    <a:lnTo>
                      <a:pt x="2100" y="296"/>
                    </a:lnTo>
                    <a:lnTo>
                      <a:pt x="2100" y="1036"/>
                    </a:lnTo>
                  </a:path>
                </a:pathLst>
              </a:custGeom>
              <a:solidFill>
                <a:srgbClr val="64C37F"/>
              </a:solidFill>
              <a:ln w="2743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Editable ellipse 287"/>
              <p:cNvSpPr/>
              <p:nvPr/>
            </p:nvSpPr>
            <p:spPr>
              <a:xfrm>
                <a:off x="1395374" y="5422392"/>
                <a:ext cx="137160" cy="137160"/>
              </a:xfrm>
              <a:prstGeom prst="ellipse">
                <a:avLst/>
              </a:prstGeom>
              <a:solidFill>
                <a:srgbClr val="39AEED"/>
              </a:solidFill>
              <a:ln w="3200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Editable path 288"/>
              <p:cNvSpPr/>
              <p:nvPr/>
            </p:nvSpPr>
            <p:spPr>
              <a:xfrm>
                <a:off x="1327709" y="5618622"/>
                <a:ext cx="270662" cy="115032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58">
                    <a:moveTo>
                      <a:pt x="0" y="1258"/>
                    </a:moveTo>
                    <a:lnTo>
                      <a:pt x="0" y="296"/>
                    </a:lnTo>
                    <a:lnTo>
                      <a:pt x="444" y="0"/>
                    </a:lnTo>
                    <a:lnTo>
                      <a:pt x="2368" y="0"/>
                    </a:lnTo>
                    <a:lnTo>
                      <a:pt x="2960" y="296"/>
                    </a:lnTo>
                    <a:lnTo>
                      <a:pt x="2960" y="1258"/>
                    </a:lnTo>
                  </a:path>
                </a:pathLst>
              </a:custGeom>
              <a:solidFill>
                <a:srgbClr val="32AFF2"/>
              </a:solidFill>
              <a:ln w="3200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Editable path 289"/>
              <p:cNvSpPr/>
              <p:nvPr/>
            </p:nvSpPr>
            <p:spPr>
              <a:xfrm>
                <a:off x="1144097" y="5105278"/>
                <a:ext cx="191292" cy="181966"/>
              </a:xfrm>
              <a:custGeom>
                <a:avLst/>
                <a:gdLst/>
                <a:ahLst/>
                <a:cxnLst/>
                <a:rect l="l" t="t" r="r" b="b"/>
                <a:pathLst>
                  <a:path w="2092" h="1990">
                    <a:moveTo>
                      <a:pt x="1046" y="0"/>
                    </a:moveTo>
                    <a:lnTo>
                      <a:pt x="1324" y="717"/>
                    </a:lnTo>
                    <a:lnTo>
                      <a:pt x="2092" y="760"/>
                    </a:lnTo>
                    <a:lnTo>
                      <a:pt x="1496" y="1246"/>
                    </a:lnTo>
                    <a:lnTo>
                      <a:pt x="1693" y="1990"/>
                    </a:lnTo>
                    <a:lnTo>
                      <a:pt x="1046" y="1573"/>
                    </a:lnTo>
                    <a:lnTo>
                      <a:pt x="399" y="1990"/>
                    </a:lnTo>
                    <a:lnTo>
                      <a:pt x="596" y="1246"/>
                    </a:lnTo>
                    <a:lnTo>
                      <a:pt x="0" y="760"/>
                    </a:lnTo>
                    <a:lnTo>
                      <a:pt x="768" y="717"/>
                    </a:lnTo>
                    <a:close/>
                  </a:path>
                </a:pathLst>
              </a:custGeom>
              <a:solidFill>
                <a:srgbClr val="FFD765"/>
              </a:solidFill>
              <a:ln w="3200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Editable path 290"/>
              <p:cNvSpPr/>
              <p:nvPr/>
            </p:nvSpPr>
            <p:spPr>
              <a:xfrm>
                <a:off x="1325789" y="5068702"/>
                <a:ext cx="260970" cy="248168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714">
                    <a:moveTo>
                      <a:pt x="1427" y="0"/>
                    </a:moveTo>
                    <a:lnTo>
                      <a:pt x="1806" y="978"/>
                    </a:lnTo>
                    <a:lnTo>
                      <a:pt x="2854" y="1036"/>
                    </a:lnTo>
                    <a:lnTo>
                      <a:pt x="2040" y="1699"/>
                    </a:lnTo>
                    <a:lnTo>
                      <a:pt x="2309" y="2714"/>
                    </a:lnTo>
                    <a:lnTo>
                      <a:pt x="1427" y="2145"/>
                    </a:lnTo>
                    <a:lnTo>
                      <a:pt x="545" y="2714"/>
                    </a:lnTo>
                    <a:lnTo>
                      <a:pt x="814" y="1699"/>
                    </a:lnTo>
                    <a:lnTo>
                      <a:pt x="0" y="1036"/>
                    </a:lnTo>
                    <a:lnTo>
                      <a:pt x="1048" y="978"/>
                    </a:lnTo>
                    <a:close/>
                  </a:path>
                </a:pathLst>
              </a:custGeom>
              <a:solidFill>
                <a:srgbClr val="FFD765"/>
              </a:solidFill>
              <a:ln w="3200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Editable path 291"/>
              <p:cNvSpPr/>
              <p:nvPr/>
            </p:nvSpPr>
            <p:spPr>
              <a:xfrm>
                <a:off x="1583924" y="5105278"/>
                <a:ext cx="191292" cy="181966"/>
              </a:xfrm>
              <a:custGeom>
                <a:avLst/>
                <a:gdLst/>
                <a:ahLst/>
                <a:cxnLst/>
                <a:rect l="l" t="t" r="r" b="b"/>
                <a:pathLst>
                  <a:path w="2092" h="1990">
                    <a:moveTo>
                      <a:pt x="1046" y="0"/>
                    </a:moveTo>
                    <a:lnTo>
                      <a:pt x="1324" y="717"/>
                    </a:lnTo>
                    <a:lnTo>
                      <a:pt x="2092" y="760"/>
                    </a:lnTo>
                    <a:lnTo>
                      <a:pt x="1496" y="1246"/>
                    </a:lnTo>
                    <a:lnTo>
                      <a:pt x="1693" y="1990"/>
                    </a:lnTo>
                    <a:lnTo>
                      <a:pt x="1046" y="1573"/>
                    </a:lnTo>
                    <a:lnTo>
                      <a:pt x="399" y="1990"/>
                    </a:lnTo>
                    <a:lnTo>
                      <a:pt x="596" y="1246"/>
                    </a:lnTo>
                    <a:lnTo>
                      <a:pt x="0" y="760"/>
                    </a:lnTo>
                    <a:lnTo>
                      <a:pt x="768" y="717"/>
                    </a:lnTo>
                    <a:close/>
                  </a:path>
                </a:pathLst>
              </a:custGeom>
              <a:solidFill>
                <a:srgbClr val="FFD765"/>
              </a:solidFill>
              <a:ln w="3200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7" name="Text: Expert IQA"/>
            <p:cNvSpPr txBox="1"/>
            <p:nvPr/>
          </p:nvSpPr>
          <p:spPr>
            <a:xfrm>
              <a:off x="658368" y="5724144"/>
              <a:ext cx="2011680" cy="38624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6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76" b="1" i="0">
                  <a:solidFill>
                    <a:srgbClr val="080909"/>
                  </a:solidFill>
                  <a:latin typeface="Liberation Serif"/>
                </a:rPr>
                <a:t>Expert IQA</a:t>
              </a:r>
            </a:p>
          </p:txBody>
        </p:sp>
        <p:sp>
          <p:nvSpPr>
            <p:cNvPr id="278" name="Editable path 294"/>
            <p:cNvSpPr/>
            <p:nvPr/>
          </p:nvSpPr>
          <p:spPr>
            <a:xfrm>
              <a:off x="2203704" y="5477256"/>
              <a:ext cx="534010" cy="0"/>
            </a:xfrm>
            <a:custGeom>
              <a:avLst/>
              <a:gdLst/>
              <a:ahLst/>
              <a:cxnLst/>
              <a:rect l="l" t="t" r="r" b="b"/>
              <a:pathLst>
                <a:path w="5840" h="0">
                  <a:moveTo>
                    <a:pt x="0" y="0"/>
                  </a:moveTo>
                  <a:lnTo>
                    <a:pt x="584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Editable path 295"/>
            <p:cNvSpPr/>
            <p:nvPr/>
          </p:nvSpPr>
          <p:spPr>
            <a:xfrm>
              <a:off x="2715768" y="5424587"/>
              <a:ext cx="109728" cy="105339"/>
            </a:xfrm>
            <a:custGeom>
              <a:avLst/>
              <a:gdLst/>
              <a:ahLst/>
              <a:cxnLst/>
              <a:rect l="l" t="t" r="r" b="b"/>
              <a:pathLst>
                <a:path w="1200" h="1152">
                  <a:moveTo>
                    <a:pt x="1200" y="576"/>
                  </a:move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Editable rect 296"/>
            <p:cNvSpPr/>
            <p:nvPr/>
          </p:nvSpPr>
          <p:spPr>
            <a:xfrm>
              <a:off x="3063240" y="4837176"/>
              <a:ext cx="18288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Text: CLIPIQA+: 0.6344 / TOPIQ:    0.5907 / MUSIQ:   62.9828 / NIQE:     3.5966"/>
            <p:cNvSpPr txBox="1"/>
            <p:nvPr/>
          </p:nvSpPr>
          <p:spPr>
            <a:xfrm>
              <a:off x="3145536" y="4892040"/>
              <a:ext cx="1673352" cy="10515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0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567FB4"/>
                  </a:solidFill>
                  <a:latin typeface="Liberation Serif"/>
                </a:rPr>
                <a:t>CLIPIQA+: 0.6344</a:t>
              </a:r>
            </a:p>
            <a:p>
              <a:pPr algn="ctr">
                <a:lnSpc>
                  <a:spcPts val="20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567FB4"/>
                  </a:solidFill>
                  <a:latin typeface="Liberation Serif"/>
                </a:rPr>
                <a:t>TOPIQ:    0.5907</a:t>
              </a:r>
            </a:p>
            <a:p>
              <a:pPr algn="ctr">
                <a:lnSpc>
                  <a:spcPts val="20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567FB4"/>
                  </a:solidFill>
                  <a:latin typeface="Liberation Serif"/>
                </a:rPr>
                <a:t>MUSIQ:   62.9828</a:t>
              </a:r>
            </a:p>
            <a:p>
              <a:pPr algn="ctr">
                <a:lnSpc>
                  <a:spcPts val="20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567FB4"/>
                  </a:solidFill>
                  <a:latin typeface="Liberation Serif"/>
                </a:rPr>
                <a:t>NIQE:     3.5966</a:t>
              </a:r>
            </a:p>
          </p:txBody>
        </p:sp>
        <p:sp>
          <p:nvSpPr>
            <p:cNvPr id="282" name="Editable path 298"/>
            <p:cNvSpPr/>
            <p:nvPr/>
          </p:nvSpPr>
          <p:spPr>
            <a:xfrm>
              <a:off x="5111496" y="5449824"/>
              <a:ext cx="534010" cy="0"/>
            </a:xfrm>
            <a:custGeom>
              <a:avLst/>
              <a:gdLst/>
              <a:ahLst/>
              <a:cxnLst/>
              <a:rect l="l" t="t" r="r" b="b"/>
              <a:pathLst>
                <a:path w="5840" h="0">
                  <a:moveTo>
                    <a:pt x="0" y="0"/>
                  </a:moveTo>
                  <a:lnTo>
                    <a:pt x="584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Editable path 299"/>
            <p:cNvSpPr/>
            <p:nvPr/>
          </p:nvSpPr>
          <p:spPr>
            <a:xfrm>
              <a:off x="5623560" y="5397155"/>
              <a:ext cx="109728" cy="105339"/>
            </a:xfrm>
            <a:custGeom>
              <a:avLst/>
              <a:gdLst/>
              <a:ahLst/>
              <a:cxnLst/>
              <a:rect l="l" t="t" r="r" b="b"/>
              <a:pathLst>
                <a:path w="1200" h="1152">
                  <a:moveTo>
                    <a:pt x="1200" y="576"/>
                  </a:move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4" name="Document ico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5" name="Editable path 301"/>
              <p:cNvSpPr/>
              <p:nvPr/>
            </p:nvSpPr>
            <p:spPr>
              <a:xfrm>
                <a:off x="6281928" y="5102352"/>
                <a:ext cx="384048" cy="530352"/>
              </a:xfrm>
              <a:custGeom>
                <a:avLst/>
                <a:gdLst/>
                <a:ahLst/>
                <a:cxnLst/>
                <a:rect l="l" t="t" r="r" b="b"/>
                <a:pathLst>
                  <a:path w="4200" h="5800">
                    <a:moveTo>
                      <a:pt x="0" y="0"/>
                    </a:moveTo>
                    <a:lnTo>
                      <a:pt x="2856" y="0"/>
                    </a:lnTo>
                    <a:lnTo>
                      <a:pt x="4200" y="1450"/>
                    </a:lnTo>
                    <a:lnTo>
                      <a:pt x="4200" y="5800"/>
                    </a:lnTo>
                    <a:lnTo>
                      <a:pt x="0" y="5800"/>
                    </a:lnTo>
                    <a:close/>
                  </a:path>
                </a:pathLst>
              </a:custGeom>
              <a:solidFill>
                <a:srgbClr val="FFFFFF"/>
              </a:solidFill>
              <a:ln w="2377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Editable path 302"/>
              <p:cNvSpPr/>
              <p:nvPr/>
            </p:nvSpPr>
            <p:spPr>
              <a:xfrm>
                <a:off x="6543081" y="5102352"/>
                <a:ext cx="122895" cy="132588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344" y="1450"/>
                    </a:lnTo>
                  </a:path>
                </a:pathLst>
              </a:custGeom>
              <a:noFill/>
              <a:ln w="21945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Editable path 303"/>
              <p:cNvSpPr/>
              <p:nvPr/>
            </p:nvSpPr>
            <p:spPr>
              <a:xfrm>
                <a:off x="6354897" y="5330403"/>
                <a:ext cx="2189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0">
                    <a:moveTo>
                      <a:pt x="0" y="0"/>
                    </a:moveTo>
                    <a:lnTo>
                      <a:pt x="2394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Editable path 304"/>
              <p:cNvSpPr/>
              <p:nvPr/>
            </p:nvSpPr>
            <p:spPr>
              <a:xfrm>
                <a:off x="6354897" y="5383439"/>
                <a:ext cx="2189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0">
                    <a:moveTo>
                      <a:pt x="0" y="0"/>
                    </a:moveTo>
                    <a:lnTo>
                      <a:pt x="2394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Editable path 305"/>
              <p:cNvSpPr/>
              <p:nvPr/>
            </p:nvSpPr>
            <p:spPr>
              <a:xfrm>
                <a:off x="6354897" y="5436474"/>
                <a:ext cx="218907" cy="0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0">
                    <a:moveTo>
                      <a:pt x="0" y="0"/>
                    </a:moveTo>
                    <a:lnTo>
                      <a:pt x="2394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Editable path 306"/>
              <p:cNvSpPr/>
              <p:nvPr/>
            </p:nvSpPr>
            <p:spPr>
              <a:xfrm>
                <a:off x="6354897" y="5489509"/>
                <a:ext cx="165141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0">
                    <a:moveTo>
                      <a:pt x="0" y="0"/>
                    </a:moveTo>
                    <a:lnTo>
                      <a:pt x="1806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Editable path 307"/>
              <p:cNvSpPr/>
              <p:nvPr/>
            </p:nvSpPr>
            <p:spPr>
              <a:xfrm>
                <a:off x="6354897" y="5542544"/>
                <a:ext cx="14593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0">
                    <a:moveTo>
                      <a:pt x="0" y="0"/>
                    </a:moveTo>
                    <a:lnTo>
                      <a:pt x="1596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92" name="Text: Quality Scores"/>
            <p:cNvSpPr txBox="1"/>
            <p:nvPr/>
          </p:nvSpPr>
          <p:spPr>
            <a:xfrm>
              <a:off x="5486400" y="5660136"/>
              <a:ext cx="1911096" cy="38624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6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76" b="1" i="0">
                  <a:solidFill>
                    <a:srgbClr val="080909"/>
                  </a:solidFill>
                  <a:latin typeface="Liberation Serif"/>
                </a:rPr>
                <a:t>Quality Scores</a:t>
              </a:r>
            </a:p>
          </p:txBody>
        </p:sp>
      </p:grpSp>
      <p:grpSp>
        <p:nvGrpSpPr>
          <p:cNvPr id="293" name="Perception Stage 2 detail"/>
          <p:cNvGrpSpPr/>
          <p:nvPr/>
        </p:nvGrpSpPr>
        <p:grpSpPr>
          <a:xfrm>
            <a:off x="0" y="0"/>
            <a:ext cx="7443216" cy="9171432"/>
            <a:chOff x="0" y="0"/>
            <a:chExt cx="7443216" cy="9171432"/>
          </a:xfrm>
        </p:grpSpPr>
        <p:sp>
          <p:nvSpPr>
            <p:cNvPr id="294" name="Editable rect 312"/>
            <p:cNvSpPr/>
            <p:nvPr/>
          </p:nvSpPr>
          <p:spPr>
            <a:xfrm>
              <a:off x="182880" y="6281928"/>
              <a:ext cx="7260336" cy="2889504"/>
            </a:xfrm>
            <a:prstGeom prst="roundRect">
              <a:avLst>
                <a:gd name="adj" fmla="val 9177"/>
              </a:avLst>
            </a:prstGeom>
            <a:solidFill>
              <a:srgbClr val="E8F8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Text: Stage 2"/>
            <p:cNvSpPr txBox="1"/>
            <p:nvPr/>
          </p:nvSpPr>
          <p:spPr>
            <a:xfrm>
              <a:off x="384048" y="6291072"/>
              <a:ext cx="1316736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1">
                  <a:solidFill>
                    <a:srgbClr val="09576D"/>
                  </a:solidFill>
                  <a:latin typeface="Liberation Sans"/>
                </a:rPr>
                <a:t>Stage 2</a:t>
              </a:r>
            </a:p>
          </p:txBody>
        </p:sp>
        <p:pic>
          <p:nvPicPr>
            <p:cNvPr id="296" name="Photo: thumb" descr="thum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1752" y="6986016"/>
              <a:ext cx="768096" cy="594360"/>
            </a:xfrm>
            <a:prstGeom prst="rect">
              <a:avLst/>
            </a:prstGeom>
            <a:effectLst/>
          </p:spPr>
        </p:pic>
        <p:sp>
          <p:nvSpPr>
            <p:cNvPr id="297" name="Editable path 315"/>
            <p:cNvSpPr/>
            <p:nvPr/>
          </p:nvSpPr>
          <p:spPr>
            <a:xfrm>
              <a:off x="1133856" y="7260336"/>
              <a:ext cx="140818" cy="0"/>
            </a:xfrm>
            <a:custGeom>
              <a:avLst/>
              <a:gdLst/>
              <a:ahLst/>
              <a:cxnLst/>
              <a:rect l="l" t="t" r="r" b="b"/>
              <a:pathLst>
                <a:path w="1540" h="0">
                  <a:moveTo>
                    <a:pt x="0" y="0"/>
                  </a:moveTo>
                  <a:lnTo>
                    <a:pt x="154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Editable path 316"/>
            <p:cNvSpPr/>
            <p:nvPr/>
          </p:nvSpPr>
          <p:spPr>
            <a:xfrm>
              <a:off x="1252728" y="7207667"/>
              <a:ext cx="109728" cy="105339"/>
            </a:xfrm>
            <a:custGeom>
              <a:avLst/>
              <a:gdLst/>
              <a:ahLst/>
              <a:cxnLst/>
              <a:rect l="l" t="t" r="r" b="b"/>
              <a:pathLst>
                <a:path w="1200" h="1152">
                  <a:moveTo>
                    <a:pt x="1200" y="576"/>
                  </a:move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99" name="Document ico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0" name="Editable path 318"/>
              <p:cNvSpPr/>
              <p:nvPr/>
            </p:nvSpPr>
            <p:spPr>
              <a:xfrm>
                <a:off x="630936" y="7909560"/>
                <a:ext cx="329184" cy="438912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4800">
                    <a:moveTo>
                      <a:pt x="0" y="0"/>
                    </a:moveTo>
                    <a:lnTo>
                      <a:pt x="2448" y="0"/>
                    </a:lnTo>
                    <a:lnTo>
                      <a:pt x="3600" y="1200"/>
                    </a:lnTo>
                    <a:lnTo>
                      <a:pt x="3600" y="4800"/>
                    </a:lnTo>
                    <a:lnTo>
                      <a:pt x="0" y="4800"/>
                    </a:lnTo>
                    <a:close/>
                  </a:path>
                </a:pathLst>
              </a:custGeom>
              <a:solidFill>
                <a:srgbClr val="FFFFFF"/>
              </a:solidFill>
              <a:ln w="2377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Editable path 319"/>
              <p:cNvSpPr/>
              <p:nvPr/>
            </p:nvSpPr>
            <p:spPr>
              <a:xfrm>
                <a:off x="854781" y="7909560"/>
                <a:ext cx="105339" cy="109728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200">
                    <a:moveTo>
                      <a:pt x="0" y="0"/>
                    </a:moveTo>
                    <a:lnTo>
                      <a:pt x="0" y="1200"/>
                    </a:lnTo>
                    <a:lnTo>
                      <a:pt x="1152" y="1200"/>
                    </a:lnTo>
                  </a:path>
                </a:pathLst>
              </a:custGeom>
              <a:noFill/>
              <a:ln w="21945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Editable path 320"/>
              <p:cNvSpPr/>
              <p:nvPr/>
            </p:nvSpPr>
            <p:spPr>
              <a:xfrm>
                <a:off x="693481" y="8098292"/>
                <a:ext cx="1876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0">
                    <a:moveTo>
                      <a:pt x="0" y="0"/>
                    </a:moveTo>
                    <a:lnTo>
                      <a:pt x="2052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Editable path 321"/>
              <p:cNvSpPr/>
              <p:nvPr/>
            </p:nvSpPr>
            <p:spPr>
              <a:xfrm>
                <a:off x="693481" y="8142183"/>
                <a:ext cx="1876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0">
                    <a:moveTo>
                      <a:pt x="0" y="0"/>
                    </a:moveTo>
                    <a:lnTo>
                      <a:pt x="2052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Editable path 322"/>
              <p:cNvSpPr/>
              <p:nvPr/>
            </p:nvSpPr>
            <p:spPr>
              <a:xfrm>
                <a:off x="693481" y="8186075"/>
                <a:ext cx="1876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0">
                    <a:moveTo>
                      <a:pt x="0" y="0"/>
                    </a:moveTo>
                    <a:lnTo>
                      <a:pt x="2052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Editable path 323"/>
              <p:cNvSpPr/>
              <p:nvPr/>
            </p:nvSpPr>
            <p:spPr>
              <a:xfrm>
                <a:off x="693481" y="8229966"/>
                <a:ext cx="141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0">
                    <a:moveTo>
                      <a:pt x="0" y="0"/>
                    </a:moveTo>
                    <a:lnTo>
                      <a:pt x="1548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Editable path 324"/>
              <p:cNvSpPr/>
              <p:nvPr/>
            </p:nvSpPr>
            <p:spPr>
              <a:xfrm>
                <a:off x="693481" y="8273857"/>
                <a:ext cx="1250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0">
                    <a:moveTo>
                      <a:pt x="0" y="0"/>
                    </a:moveTo>
                    <a:lnTo>
                      <a:pt x="1368" y="0"/>
                    </a:lnTo>
                  </a:path>
                </a:pathLst>
              </a:custGeom>
              <a:noFill/>
              <a:ln w="2103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7" name="Text: Quality Scores"/>
            <p:cNvSpPr txBox="1"/>
            <p:nvPr/>
          </p:nvSpPr>
          <p:spPr>
            <a:xfrm>
              <a:off x="228600" y="8430768"/>
              <a:ext cx="1435608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80909"/>
                  </a:solidFill>
                  <a:latin typeface="Liberation Serif"/>
                </a:rPr>
                <a:t>Quality Scores</a:t>
              </a:r>
            </a:p>
          </p:txBody>
        </p:sp>
        <p:sp>
          <p:nvSpPr>
            <p:cNvPr id="308" name="Editable path 327"/>
            <p:cNvSpPr/>
            <p:nvPr/>
          </p:nvSpPr>
          <p:spPr>
            <a:xfrm>
              <a:off x="1115568" y="8165592"/>
              <a:ext cx="166421" cy="0"/>
            </a:xfrm>
            <a:custGeom>
              <a:avLst/>
              <a:gdLst/>
              <a:ahLst/>
              <a:cxnLst/>
              <a:rect l="l" t="t" r="r" b="b"/>
              <a:pathLst>
                <a:path w="1820" h="0">
                  <a:moveTo>
                    <a:pt x="0" y="0"/>
                  </a:moveTo>
                  <a:lnTo>
                    <a:pt x="182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Editable path 328"/>
            <p:cNvSpPr/>
            <p:nvPr/>
          </p:nvSpPr>
          <p:spPr>
            <a:xfrm>
              <a:off x="1261872" y="8117312"/>
              <a:ext cx="100584" cy="96561"/>
            </a:xfrm>
            <a:custGeom>
              <a:avLst/>
              <a:gdLst/>
              <a:ahLst/>
              <a:cxnLst/>
              <a:rect l="l" t="t" r="r" b="b"/>
              <a:pathLst>
                <a:path w="1100" h="1056">
                  <a:moveTo>
                    <a:pt x="1100" y="528"/>
                  </a:moveTo>
                  <a:lnTo>
                    <a:pt x="0" y="0"/>
                  </a:lnTo>
                  <a:lnTo>
                    <a:pt x="0" y="1056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10" name="Editable VLM neural network"/>
            <p:cNvGrpSpPr/>
            <p:nvPr/>
          </p:nvGrpSpPr>
          <p:grpSpPr>
            <a:xfrm>
              <a:off x="1420429" y="7123176"/>
              <a:ext cx="1253642" cy="1253917"/>
              <a:chOff x="1420429" y="7123176"/>
              <a:chExt cx="1253642" cy="1253917"/>
            </a:xfrm>
          </p:grpSpPr>
          <p:sp>
            <p:nvSpPr>
              <p:cNvPr id="311" name="Editable path 330"/>
              <p:cNvSpPr/>
              <p:nvPr/>
            </p:nvSpPr>
            <p:spPr>
              <a:xfrm>
                <a:off x="1475293" y="7178040"/>
                <a:ext cx="381305" cy="212324"/>
              </a:xfrm>
              <a:custGeom>
                <a:avLst/>
                <a:gdLst/>
                <a:ahLst/>
                <a:cxnLst/>
                <a:rect l="l" t="t" r="r" b="b"/>
                <a:pathLst>
                  <a:path w="4170" h="2322">
                    <a:moveTo>
                      <a:pt x="4170" y="0"/>
                    </a:moveTo>
                    <a:lnTo>
                      <a:pt x="0" y="232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Editable path 331"/>
              <p:cNvSpPr/>
              <p:nvPr/>
            </p:nvSpPr>
            <p:spPr>
              <a:xfrm>
                <a:off x="1856598" y="7178040"/>
                <a:ext cx="0" cy="330281"/>
              </a:xfrm>
              <a:custGeom>
                <a:avLst/>
                <a:gdLst/>
                <a:ahLst/>
                <a:cxnLst/>
                <a:rect l="l" t="t" r="r" b="b"/>
                <a:pathLst>
                  <a:path w="0" h="3612">
                    <a:moveTo>
                      <a:pt x="0" y="0"/>
                    </a:moveTo>
                    <a:lnTo>
                      <a:pt x="0" y="361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Editable path 332"/>
              <p:cNvSpPr/>
              <p:nvPr/>
            </p:nvSpPr>
            <p:spPr>
              <a:xfrm>
                <a:off x="1856598" y="7178040"/>
                <a:ext cx="343174" cy="330281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3612">
                    <a:moveTo>
                      <a:pt x="0" y="0"/>
                    </a:moveTo>
                    <a:lnTo>
                      <a:pt x="3753" y="361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Editable path 333"/>
              <p:cNvSpPr/>
              <p:nvPr/>
            </p:nvSpPr>
            <p:spPr>
              <a:xfrm>
                <a:off x="1856598" y="7178040"/>
                <a:ext cx="762610" cy="212324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2322">
                    <a:moveTo>
                      <a:pt x="0" y="0"/>
                    </a:moveTo>
                    <a:lnTo>
                      <a:pt x="8340" y="232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Editable path 334"/>
              <p:cNvSpPr/>
              <p:nvPr/>
            </p:nvSpPr>
            <p:spPr>
              <a:xfrm>
                <a:off x="1475293" y="7178040"/>
                <a:ext cx="724479" cy="212324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2322">
                    <a:moveTo>
                      <a:pt x="7923" y="0"/>
                    </a:moveTo>
                    <a:lnTo>
                      <a:pt x="0" y="232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Editable path 335"/>
              <p:cNvSpPr/>
              <p:nvPr/>
            </p:nvSpPr>
            <p:spPr>
              <a:xfrm>
                <a:off x="1856598" y="7178040"/>
                <a:ext cx="343174" cy="330281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3612">
                    <a:moveTo>
                      <a:pt x="3753" y="0"/>
                    </a:moveTo>
                    <a:lnTo>
                      <a:pt x="0" y="361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Editable path 336"/>
              <p:cNvSpPr/>
              <p:nvPr/>
            </p:nvSpPr>
            <p:spPr>
              <a:xfrm>
                <a:off x="2199772" y="7178040"/>
                <a:ext cx="0" cy="330281"/>
              </a:xfrm>
              <a:custGeom>
                <a:avLst/>
                <a:gdLst/>
                <a:ahLst/>
                <a:cxnLst/>
                <a:rect l="l" t="t" r="r" b="b"/>
                <a:pathLst>
                  <a:path w="0" h="3612">
                    <a:moveTo>
                      <a:pt x="0" y="0"/>
                    </a:moveTo>
                    <a:lnTo>
                      <a:pt x="0" y="361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Editable path 337"/>
              <p:cNvSpPr/>
              <p:nvPr/>
            </p:nvSpPr>
            <p:spPr>
              <a:xfrm>
                <a:off x="2199772" y="7178040"/>
                <a:ext cx="419435" cy="212324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2322">
                    <a:moveTo>
                      <a:pt x="0" y="0"/>
                    </a:moveTo>
                    <a:lnTo>
                      <a:pt x="4587" y="232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Editable path 338"/>
              <p:cNvSpPr/>
              <p:nvPr/>
            </p:nvSpPr>
            <p:spPr>
              <a:xfrm>
                <a:off x="1475293" y="7390364"/>
                <a:ext cx="0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0" h="3999">
                    <a:moveTo>
                      <a:pt x="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Editable path 339"/>
              <p:cNvSpPr/>
              <p:nvPr/>
            </p:nvSpPr>
            <p:spPr>
              <a:xfrm>
                <a:off x="1475293" y="7390364"/>
                <a:ext cx="381305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4170" h="3999">
                    <a:moveTo>
                      <a:pt x="0" y="0"/>
                    </a:moveTo>
                    <a:lnTo>
                      <a:pt x="417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Editable path 340"/>
              <p:cNvSpPr/>
              <p:nvPr/>
            </p:nvSpPr>
            <p:spPr>
              <a:xfrm>
                <a:off x="1475293" y="7390364"/>
                <a:ext cx="724479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3999">
                    <a:moveTo>
                      <a:pt x="0" y="0"/>
                    </a:moveTo>
                    <a:lnTo>
                      <a:pt x="7923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Editable path 341"/>
              <p:cNvSpPr/>
              <p:nvPr/>
            </p:nvSpPr>
            <p:spPr>
              <a:xfrm>
                <a:off x="1475293" y="7390364"/>
                <a:ext cx="1143914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3999">
                    <a:moveTo>
                      <a:pt x="0" y="0"/>
                    </a:moveTo>
                    <a:lnTo>
                      <a:pt x="1251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Editable path 342"/>
              <p:cNvSpPr/>
              <p:nvPr/>
            </p:nvSpPr>
            <p:spPr>
              <a:xfrm>
                <a:off x="1475293" y="7508321"/>
                <a:ext cx="381305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4170" h="2709">
                    <a:moveTo>
                      <a:pt x="4170" y="0"/>
                    </a:moveTo>
                    <a:lnTo>
                      <a:pt x="0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Editable path 343"/>
              <p:cNvSpPr/>
              <p:nvPr/>
            </p:nvSpPr>
            <p:spPr>
              <a:xfrm>
                <a:off x="1856598" y="7508321"/>
                <a:ext cx="0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0" h="2709">
                    <a:moveTo>
                      <a:pt x="0" y="0"/>
                    </a:moveTo>
                    <a:lnTo>
                      <a:pt x="0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Editable path 344"/>
              <p:cNvSpPr/>
              <p:nvPr/>
            </p:nvSpPr>
            <p:spPr>
              <a:xfrm>
                <a:off x="1856598" y="7508321"/>
                <a:ext cx="343174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709">
                    <a:moveTo>
                      <a:pt x="0" y="0"/>
                    </a:moveTo>
                    <a:lnTo>
                      <a:pt x="3753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Editable path 345"/>
              <p:cNvSpPr/>
              <p:nvPr/>
            </p:nvSpPr>
            <p:spPr>
              <a:xfrm>
                <a:off x="1856598" y="7508321"/>
                <a:ext cx="762610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2709">
                    <a:moveTo>
                      <a:pt x="0" y="0"/>
                    </a:moveTo>
                    <a:lnTo>
                      <a:pt x="8340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Editable path 346"/>
              <p:cNvSpPr/>
              <p:nvPr/>
            </p:nvSpPr>
            <p:spPr>
              <a:xfrm>
                <a:off x="1475293" y="7508321"/>
                <a:ext cx="724479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2709">
                    <a:moveTo>
                      <a:pt x="7923" y="0"/>
                    </a:moveTo>
                    <a:lnTo>
                      <a:pt x="0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Editable path 347"/>
              <p:cNvSpPr/>
              <p:nvPr/>
            </p:nvSpPr>
            <p:spPr>
              <a:xfrm>
                <a:off x="1856598" y="7508321"/>
                <a:ext cx="343174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709">
                    <a:moveTo>
                      <a:pt x="3753" y="0"/>
                    </a:moveTo>
                    <a:lnTo>
                      <a:pt x="0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Editable path 348"/>
              <p:cNvSpPr/>
              <p:nvPr/>
            </p:nvSpPr>
            <p:spPr>
              <a:xfrm>
                <a:off x="2199772" y="7508321"/>
                <a:ext cx="0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0" h="2709">
                    <a:moveTo>
                      <a:pt x="0" y="0"/>
                    </a:moveTo>
                    <a:lnTo>
                      <a:pt x="0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Editable path 349"/>
              <p:cNvSpPr/>
              <p:nvPr/>
            </p:nvSpPr>
            <p:spPr>
              <a:xfrm>
                <a:off x="2199772" y="7508321"/>
                <a:ext cx="419435" cy="247711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2709">
                    <a:moveTo>
                      <a:pt x="0" y="0"/>
                    </a:moveTo>
                    <a:lnTo>
                      <a:pt x="4587" y="270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Editable path 350"/>
              <p:cNvSpPr/>
              <p:nvPr/>
            </p:nvSpPr>
            <p:spPr>
              <a:xfrm>
                <a:off x="1475293" y="7390364"/>
                <a:ext cx="1143914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3999">
                    <a:moveTo>
                      <a:pt x="1251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Editable path 351"/>
              <p:cNvSpPr/>
              <p:nvPr/>
            </p:nvSpPr>
            <p:spPr>
              <a:xfrm>
                <a:off x="1856598" y="7390364"/>
                <a:ext cx="762610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3999">
                    <a:moveTo>
                      <a:pt x="834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Editable path 352"/>
              <p:cNvSpPr/>
              <p:nvPr/>
            </p:nvSpPr>
            <p:spPr>
              <a:xfrm>
                <a:off x="2199772" y="7390364"/>
                <a:ext cx="419435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3999">
                    <a:moveTo>
                      <a:pt x="4587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Editable path 353"/>
              <p:cNvSpPr/>
              <p:nvPr/>
            </p:nvSpPr>
            <p:spPr>
              <a:xfrm>
                <a:off x="2619207" y="7390364"/>
                <a:ext cx="0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0" h="3999">
                    <a:moveTo>
                      <a:pt x="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Editable path 354"/>
              <p:cNvSpPr/>
              <p:nvPr/>
            </p:nvSpPr>
            <p:spPr>
              <a:xfrm>
                <a:off x="1475293" y="7756032"/>
                <a:ext cx="0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0" h="3999">
                    <a:moveTo>
                      <a:pt x="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Editable path 355"/>
              <p:cNvSpPr/>
              <p:nvPr/>
            </p:nvSpPr>
            <p:spPr>
              <a:xfrm>
                <a:off x="1475293" y="7756032"/>
                <a:ext cx="381305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4170" h="2967">
                    <a:moveTo>
                      <a:pt x="0" y="0"/>
                    </a:moveTo>
                    <a:lnTo>
                      <a:pt x="4170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Editable path 356"/>
              <p:cNvSpPr/>
              <p:nvPr/>
            </p:nvSpPr>
            <p:spPr>
              <a:xfrm>
                <a:off x="1475293" y="7756032"/>
                <a:ext cx="724479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2967">
                    <a:moveTo>
                      <a:pt x="0" y="0"/>
                    </a:moveTo>
                    <a:lnTo>
                      <a:pt x="7923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Editable path 357"/>
              <p:cNvSpPr/>
              <p:nvPr/>
            </p:nvSpPr>
            <p:spPr>
              <a:xfrm>
                <a:off x="1475293" y="7756032"/>
                <a:ext cx="1143914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3999">
                    <a:moveTo>
                      <a:pt x="0" y="0"/>
                    </a:moveTo>
                    <a:lnTo>
                      <a:pt x="1251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Editable path 358"/>
              <p:cNvSpPr/>
              <p:nvPr/>
            </p:nvSpPr>
            <p:spPr>
              <a:xfrm>
                <a:off x="1475293" y="7756032"/>
                <a:ext cx="381305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4170" h="3999">
                    <a:moveTo>
                      <a:pt x="417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Editable path 359"/>
              <p:cNvSpPr/>
              <p:nvPr/>
            </p:nvSpPr>
            <p:spPr>
              <a:xfrm>
                <a:off x="1856598" y="7756032"/>
                <a:ext cx="0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0" h="2967">
                    <a:moveTo>
                      <a:pt x="0" y="0"/>
                    </a:moveTo>
                    <a:lnTo>
                      <a:pt x="0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Editable path 360"/>
              <p:cNvSpPr/>
              <p:nvPr/>
            </p:nvSpPr>
            <p:spPr>
              <a:xfrm>
                <a:off x="1856598" y="7756032"/>
                <a:ext cx="343174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967">
                    <a:moveTo>
                      <a:pt x="0" y="0"/>
                    </a:moveTo>
                    <a:lnTo>
                      <a:pt x="3753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Editable path 361"/>
              <p:cNvSpPr/>
              <p:nvPr/>
            </p:nvSpPr>
            <p:spPr>
              <a:xfrm>
                <a:off x="1856598" y="7756032"/>
                <a:ext cx="762610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3999">
                    <a:moveTo>
                      <a:pt x="0" y="0"/>
                    </a:moveTo>
                    <a:lnTo>
                      <a:pt x="834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Editable path 362"/>
              <p:cNvSpPr/>
              <p:nvPr/>
            </p:nvSpPr>
            <p:spPr>
              <a:xfrm>
                <a:off x="1475293" y="7756032"/>
                <a:ext cx="724479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3999">
                    <a:moveTo>
                      <a:pt x="7923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Editable path 363"/>
              <p:cNvSpPr/>
              <p:nvPr/>
            </p:nvSpPr>
            <p:spPr>
              <a:xfrm>
                <a:off x="1856598" y="7756032"/>
                <a:ext cx="343174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2967">
                    <a:moveTo>
                      <a:pt x="3753" y="0"/>
                    </a:moveTo>
                    <a:lnTo>
                      <a:pt x="0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Editable path 364"/>
              <p:cNvSpPr/>
              <p:nvPr/>
            </p:nvSpPr>
            <p:spPr>
              <a:xfrm>
                <a:off x="2199772" y="7756032"/>
                <a:ext cx="0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0" h="2967">
                    <a:moveTo>
                      <a:pt x="0" y="0"/>
                    </a:moveTo>
                    <a:lnTo>
                      <a:pt x="0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Editable path 365"/>
              <p:cNvSpPr/>
              <p:nvPr/>
            </p:nvSpPr>
            <p:spPr>
              <a:xfrm>
                <a:off x="2199772" y="7756032"/>
                <a:ext cx="419435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3999">
                    <a:moveTo>
                      <a:pt x="0" y="0"/>
                    </a:moveTo>
                    <a:lnTo>
                      <a:pt x="4587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Editable path 366"/>
              <p:cNvSpPr/>
              <p:nvPr/>
            </p:nvSpPr>
            <p:spPr>
              <a:xfrm>
                <a:off x="1475293" y="7756032"/>
                <a:ext cx="1143914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3999">
                    <a:moveTo>
                      <a:pt x="1251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Editable path 367"/>
              <p:cNvSpPr/>
              <p:nvPr/>
            </p:nvSpPr>
            <p:spPr>
              <a:xfrm>
                <a:off x="1856598" y="7756032"/>
                <a:ext cx="762610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2967">
                    <a:moveTo>
                      <a:pt x="8340" y="0"/>
                    </a:moveTo>
                    <a:lnTo>
                      <a:pt x="0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Editable path 368"/>
              <p:cNvSpPr/>
              <p:nvPr/>
            </p:nvSpPr>
            <p:spPr>
              <a:xfrm>
                <a:off x="2199772" y="7756032"/>
                <a:ext cx="419435" cy="271302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2967">
                    <a:moveTo>
                      <a:pt x="4587" y="0"/>
                    </a:moveTo>
                    <a:lnTo>
                      <a:pt x="0" y="2967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Editable path 369"/>
              <p:cNvSpPr/>
              <p:nvPr/>
            </p:nvSpPr>
            <p:spPr>
              <a:xfrm>
                <a:off x="2619207" y="7756032"/>
                <a:ext cx="0" cy="365669"/>
              </a:xfrm>
              <a:custGeom>
                <a:avLst/>
                <a:gdLst/>
                <a:ahLst/>
                <a:cxnLst/>
                <a:rect l="l" t="t" r="r" b="b"/>
                <a:pathLst>
                  <a:path w="0" h="3999">
                    <a:moveTo>
                      <a:pt x="0" y="0"/>
                    </a:moveTo>
                    <a:lnTo>
                      <a:pt x="0" y="3999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Editable path 370"/>
              <p:cNvSpPr/>
              <p:nvPr/>
            </p:nvSpPr>
            <p:spPr>
              <a:xfrm>
                <a:off x="1475293" y="8121701"/>
                <a:ext cx="381305" cy="200528"/>
              </a:xfrm>
              <a:custGeom>
                <a:avLst/>
                <a:gdLst/>
                <a:ahLst/>
                <a:cxnLst/>
                <a:rect l="l" t="t" r="r" b="b"/>
                <a:pathLst>
                  <a:path w="4170" h="2193">
                    <a:moveTo>
                      <a:pt x="0" y="0"/>
                    </a:moveTo>
                    <a:lnTo>
                      <a:pt x="4170" y="2193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Editable path 371"/>
              <p:cNvSpPr/>
              <p:nvPr/>
            </p:nvSpPr>
            <p:spPr>
              <a:xfrm>
                <a:off x="1475293" y="8121701"/>
                <a:ext cx="724479" cy="200528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2193">
                    <a:moveTo>
                      <a:pt x="0" y="0"/>
                    </a:moveTo>
                    <a:lnTo>
                      <a:pt x="7923" y="2193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Editable path 372"/>
              <p:cNvSpPr/>
              <p:nvPr/>
            </p:nvSpPr>
            <p:spPr>
              <a:xfrm>
                <a:off x="1856598" y="8027335"/>
                <a:ext cx="0" cy="294894"/>
              </a:xfrm>
              <a:custGeom>
                <a:avLst/>
                <a:gdLst/>
                <a:ahLst/>
                <a:cxnLst/>
                <a:rect l="l" t="t" r="r" b="b"/>
                <a:pathLst>
                  <a:path w="0" h="3225">
                    <a:moveTo>
                      <a:pt x="0" y="0"/>
                    </a:moveTo>
                    <a:lnTo>
                      <a:pt x="0" y="3225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Editable path 373"/>
              <p:cNvSpPr/>
              <p:nvPr/>
            </p:nvSpPr>
            <p:spPr>
              <a:xfrm>
                <a:off x="1856598" y="8027335"/>
                <a:ext cx="343174" cy="294894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3225">
                    <a:moveTo>
                      <a:pt x="0" y="0"/>
                    </a:moveTo>
                    <a:lnTo>
                      <a:pt x="3753" y="3225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Editable path 374"/>
              <p:cNvSpPr/>
              <p:nvPr/>
            </p:nvSpPr>
            <p:spPr>
              <a:xfrm>
                <a:off x="1856598" y="8027335"/>
                <a:ext cx="343174" cy="294894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3225">
                    <a:moveTo>
                      <a:pt x="3753" y="0"/>
                    </a:moveTo>
                    <a:lnTo>
                      <a:pt x="0" y="3225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Editable path 375"/>
              <p:cNvSpPr/>
              <p:nvPr/>
            </p:nvSpPr>
            <p:spPr>
              <a:xfrm>
                <a:off x="2199772" y="8027335"/>
                <a:ext cx="0" cy="294894"/>
              </a:xfrm>
              <a:custGeom>
                <a:avLst/>
                <a:gdLst/>
                <a:ahLst/>
                <a:cxnLst/>
                <a:rect l="l" t="t" r="r" b="b"/>
                <a:pathLst>
                  <a:path w="0" h="3225">
                    <a:moveTo>
                      <a:pt x="0" y="0"/>
                    </a:moveTo>
                    <a:lnTo>
                      <a:pt x="0" y="3225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Editable path 376"/>
              <p:cNvSpPr/>
              <p:nvPr/>
            </p:nvSpPr>
            <p:spPr>
              <a:xfrm>
                <a:off x="1856598" y="8121701"/>
                <a:ext cx="762610" cy="200528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2193">
                    <a:moveTo>
                      <a:pt x="8340" y="0"/>
                    </a:moveTo>
                    <a:lnTo>
                      <a:pt x="0" y="2193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Editable path 377"/>
              <p:cNvSpPr/>
              <p:nvPr/>
            </p:nvSpPr>
            <p:spPr>
              <a:xfrm>
                <a:off x="2199772" y="8121701"/>
                <a:ext cx="419435" cy="200528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2193">
                    <a:moveTo>
                      <a:pt x="4587" y="0"/>
                    </a:moveTo>
                    <a:lnTo>
                      <a:pt x="0" y="2193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Editable path 378"/>
              <p:cNvSpPr/>
              <p:nvPr/>
            </p:nvSpPr>
            <p:spPr>
              <a:xfrm>
                <a:off x="1856598" y="7178040"/>
                <a:ext cx="762610" cy="577992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6321">
                    <a:moveTo>
                      <a:pt x="0" y="0"/>
                    </a:moveTo>
                    <a:lnTo>
                      <a:pt x="8340" y="6321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Editable path 379"/>
              <p:cNvSpPr/>
              <p:nvPr/>
            </p:nvSpPr>
            <p:spPr>
              <a:xfrm>
                <a:off x="1475293" y="7178040"/>
                <a:ext cx="724479" cy="577992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6321">
                    <a:moveTo>
                      <a:pt x="7923" y="0"/>
                    </a:moveTo>
                    <a:lnTo>
                      <a:pt x="0" y="6321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Editable path 380"/>
              <p:cNvSpPr/>
              <p:nvPr/>
            </p:nvSpPr>
            <p:spPr>
              <a:xfrm>
                <a:off x="1475293" y="7390364"/>
                <a:ext cx="1143914" cy="731337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7998">
                    <a:moveTo>
                      <a:pt x="0" y="0"/>
                    </a:moveTo>
                    <a:lnTo>
                      <a:pt x="12510" y="7998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Editable path 381"/>
              <p:cNvSpPr/>
              <p:nvPr/>
            </p:nvSpPr>
            <p:spPr>
              <a:xfrm>
                <a:off x="1475293" y="7390364"/>
                <a:ext cx="1143914" cy="731337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7998">
                    <a:moveTo>
                      <a:pt x="12510" y="0"/>
                    </a:moveTo>
                    <a:lnTo>
                      <a:pt x="0" y="7998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Editable path 382"/>
              <p:cNvSpPr/>
              <p:nvPr/>
            </p:nvSpPr>
            <p:spPr>
              <a:xfrm>
                <a:off x="1475293" y="7756032"/>
                <a:ext cx="724479" cy="566196"/>
              </a:xfrm>
              <a:custGeom>
                <a:avLst/>
                <a:gdLst/>
                <a:ahLst/>
                <a:cxnLst/>
                <a:rect l="l" t="t" r="r" b="b"/>
                <a:pathLst>
                  <a:path w="7923" h="6192">
                    <a:moveTo>
                      <a:pt x="0" y="0"/>
                    </a:moveTo>
                    <a:lnTo>
                      <a:pt x="7923" y="619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Editable path 383"/>
              <p:cNvSpPr/>
              <p:nvPr/>
            </p:nvSpPr>
            <p:spPr>
              <a:xfrm>
                <a:off x="1856598" y="7756032"/>
                <a:ext cx="762610" cy="566196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6192">
                    <a:moveTo>
                      <a:pt x="8340" y="0"/>
                    </a:moveTo>
                    <a:lnTo>
                      <a:pt x="0" y="6192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Editable ellipse 384"/>
              <p:cNvSpPr/>
              <p:nvPr/>
            </p:nvSpPr>
            <p:spPr>
              <a:xfrm>
                <a:off x="1801734" y="7123176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Editable ellipse 385"/>
              <p:cNvSpPr/>
              <p:nvPr/>
            </p:nvSpPr>
            <p:spPr>
              <a:xfrm>
                <a:off x="2144908" y="7123176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Editable ellipse 386"/>
              <p:cNvSpPr/>
              <p:nvPr/>
            </p:nvSpPr>
            <p:spPr>
              <a:xfrm>
                <a:off x="1420429" y="7335500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Editable ellipse 387"/>
              <p:cNvSpPr/>
              <p:nvPr/>
            </p:nvSpPr>
            <p:spPr>
              <a:xfrm>
                <a:off x="1801734" y="7453457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Editable ellipse 388"/>
              <p:cNvSpPr/>
              <p:nvPr/>
            </p:nvSpPr>
            <p:spPr>
              <a:xfrm>
                <a:off x="2144908" y="7453457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Editable ellipse 389"/>
              <p:cNvSpPr/>
              <p:nvPr/>
            </p:nvSpPr>
            <p:spPr>
              <a:xfrm>
                <a:off x="2564343" y="7335500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Editable ellipse 390"/>
              <p:cNvSpPr/>
              <p:nvPr/>
            </p:nvSpPr>
            <p:spPr>
              <a:xfrm>
                <a:off x="1420429" y="770116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Editable ellipse 391"/>
              <p:cNvSpPr/>
              <p:nvPr/>
            </p:nvSpPr>
            <p:spPr>
              <a:xfrm>
                <a:off x="1801734" y="770116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Editable ellipse 392"/>
              <p:cNvSpPr/>
              <p:nvPr/>
            </p:nvSpPr>
            <p:spPr>
              <a:xfrm>
                <a:off x="2144908" y="770116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Editable ellipse 393"/>
              <p:cNvSpPr/>
              <p:nvPr/>
            </p:nvSpPr>
            <p:spPr>
              <a:xfrm>
                <a:off x="2564343" y="770116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Editable ellipse 394"/>
              <p:cNvSpPr/>
              <p:nvPr/>
            </p:nvSpPr>
            <p:spPr>
              <a:xfrm>
                <a:off x="1420429" y="8066837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Editable ellipse 395"/>
              <p:cNvSpPr/>
              <p:nvPr/>
            </p:nvSpPr>
            <p:spPr>
              <a:xfrm>
                <a:off x="1801734" y="7972471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Editable ellipse 396"/>
              <p:cNvSpPr/>
              <p:nvPr/>
            </p:nvSpPr>
            <p:spPr>
              <a:xfrm>
                <a:off x="2144908" y="7972471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Editable ellipse 397"/>
              <p:cNvSpPr/>
              <p:nvPr/>
            </p:nvSpPr>
            <p:spPr>
              <a:xfrm>
                <a:off x="2564343" y="8066837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Editable ellipse 398"/>
              <p:cNvSpPr/>
              <p:nvPr/>
            </p:nvSpPr>
            <p:spPr>
              <a:xfrm>
                <a:off x="1801734" y="8267365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Editable ellipse 399"/>
              <p:cNvSpPr/>
              <p:nvPr/>
            </p:nvSpPr>
            <p:spPr>
              <a:xfrm>
                <a:off x="2144908" y="8267365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Text: VLM"/>
              <p:cNvSpPr txBox="1"/>
              <p:nvPr/>
            </p:nvSpPr>
            <p:spPr>
              <a:xfrm>
                <a:off x="1472184" y="7563460"/>
                <a:ext cx="1124712" cy="45646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314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08" b="1" i="0">
                    <a:solidFill>
                      <a:srgbClr val="080909"/>
                    </a:solidFill>
                    <a:latin typeface="Liberation Serif"/>
                  </a:rPr>
                  <a:t>VLM</a:t>
                </a:r>
              </a:p>
            </p:txBody>
          </p:sp>
        </p:grpSp>
        <p:sp>
          <p:nvSpPr>
            <p:cNvPr id="382" name="Editable path 402"/>
            <p:cNvSpPr/>
            <p:nvPr/>
          </p:nvSpPr>
          <p:spPr>
            <a:xfrm>
              <a:off x="2551176" y="6952823"/>
              <a:ext cx="127376" cy="133777"/>
            </a:xfrm>
            <a:custGeom>
              <a:avLst/>
              <a:gdLst/>
              <a:ahLst/>
              <a:cxnLst/>
              <a:rect l="l" t="t" r="r" b="b"/>
              <a:pathLst>
                <a:path w="1393" h="1463">
                  <a:moveTo>
                    <a:pt x="0" y="1463"/>
                  </a:moveTo>
                  <a:lnTo>
                    <a:pt x="1393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Editable path 403"/>
            <p:cNvSpPr/>
            <p:nvPr/>
          </p:nvSpPr>
          <p:spPr>
            <a:xfrm>
              <a:off x="2629723" y="6894576"/>
              <a:ext cx="104333" cy="106162"/>
            </a:xfrm>
            <a:custGeom>
              <a:avLst/>
              <a:gdLst/>
              <a:ahLst/>
              <a:cxnLst/>
              <a:rect l="l" t="t" r="r" b="b"/>
              <a:pathLst>
                <a:path w="1141" h="1161">
                  <a:moveTo>
                    <a:pt x="1141" y="0"/>
                  </a:moveTo>
                  <a:lnTo>
                    <a:pt x="0" y="432"/>
                  </a:lnTo>
                  <a:lnTo>
                    <a:pt x="765" y="1161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84" name="Image description icon"/>
            <p:cNvGrpSpPr/>
            <p:nvPr/>
          </p:nvGrpSpPr>
          <p:grpSpPr>
            <a:xfrm>
              <a:off x="2807208" y="6574536"/>
              <a:ext cx="201900" cy="215067"/>
              <a:chOff x="2807208" y="6574536"/>
              <a:chExt cx="201900" cy="215067"/>
            </a:xfrm>
          </p:grpSpPr>
          <p:sp>
            <p:nvSpPr>
              <p:cNvPr id="385" name="Editable ellipse 405"/>
              <p:cNvSpPr/>
              <p:nvPr/>
            </p:nvSpPr>
            <p:spPr>
              <a:xfrm>
                <a:off x="2807208" y="6574536"/>
                <a:ext cx="149230" cy="149230"/>
              </a:xfrm>
              <a:prstGeom prst="ellipse">
                <a:avLst/>
              </a:prstGeom>
              <a:solidFill>
                <a:srgbClr val="FFFFFF"/>
              </a:solidFill>
              <a:ln w="11887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Editable ellipse 406"/>
              <p:cNvSpPr/>
              <p:nvPr/>
            </p:nvSpPr>
            <p:spPr>
              <a:xfrm>
                <a:off x="2834640" y="6601968"/>
                <a:ext cx="105339" cy="105339"/>
              </a:xfrm>
              <a:prstGeom prst="ellipse">
                <a:avLst/>
              </a:prstGeom>
              <a:noFill/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Editable path 407"/>
              <p:cNvSpPr/>
              <p:nvPr/>
            </p:nvSpPr>
            <p:spPr>
              <a:xfrm>
                <a:off x="2919131" y="6697431"/>
                <a:ext cx="89977" cy="92172"/>
              </a:xfrm>
              <a:custGeom>
                <a:avLst/>
                <a:gdLst/>
                <a:ahLst/>
                <a:cxnLst/>
                <a:rect l="l" t="t" r="r" b="b"/>
                <a:pathLst>
                  <a:path w="984" h="1008">
                    <a:moveTo>
                      <a:pt x="144" y="0"/>
                    </a:moveTo>
                    <a:lnTo>
                      <a:pt x="984" y="840"/>
                    </a:lnTo>
                    <a:lnTo>
                      <a:pt x="840" y="1008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FFFFF"/>
              </a:solidFill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Editable path 408"/>
              <p:cNvSpPr/>
              <p:nvPr/>
            </p:nvSpPr>
            <p:spPr>
              <a:xfrm>
                <a:off x="2851099" y="6611844"/>
                <a:ext cx="65837" cy="68031"/>
              </a:xfrm>
              <a:custGeom>
                <a:avLst/>
                <a:gdLst/>
                <a:ahLst/>
                <a:cxnLst/>
                <a:rect l="l" t="t" r="r" b="b"/>
                <a:pathLst>
                  <a:path w="720" h="744">
                    <a:moveTo>
                      <a:pt x="0" y="744"/>
                    </a:moveTo>
                    <a:lnTo>
                      <a:pt x="384" y="0"/>
                    </a:lnTo>
                    <a:lnTo>
                      <a:pt x="720" y="744"/>
                    </a:lnTo>
                    <a:close/>
                  </a:path>
                </a:pathLst>
              </a:custGeom>
              <a:noFill/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Text: !"/>
              <p:cNvSpPr txBox="1"/>
              <p:nvPr/>
            </p:nvSpPr>
            <p:spPr>
              <a:xfrm>
                <a:off x="2870850" y="6590995"/>
                <a:ext cx="35113" cy="7584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522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466" b="0" i="0">
                    <a:solidFill>
                      <a:srgbClr val="43575A"/>
                    </a:solidFill>
                    <a:latin typeface="Liberation Serif"/>
                  </a:rPr>
                  <a:t>!</a:t>
                </a:r>
              </a:p>
            </p:txBody>
          </p:sp>
        </p:grpSp>
        <p:sp>
          <p:nvSpPr>
            <p:cNvPr id="390" name="Text: Description"/>
            <p:cNvSpPr txBox="1"/>
            <p:nvPr/>
          </p:nvSpPr>
          <p:spPr>
            <a:xfrm>
              <a:off x="3063240" y="6464808"/>
              <a:ext cx="1499616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080909"/>
                  </a:solidFill>
                  <a:latin typeface="Liberation Serif"/>
                </a:rPr>
                <a:t>Description</a:t>
              </a:r>
            </a:p>
          </p:txBody>
        </p:sp>
        <p:sp>
          <p:nvSpPr>
            <p:cNvPr id="391" name="Editable rect 412"/>
            <p:cNvSpPr/>
            <p:nvPr/>
          </p:nvSpPr>
          <p:spPr>
            <a:xfrm>
              <a:off x="2807208" y="6830568"/>
              <a:ext cx="1572768" cy="8229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Text: &quot;A young girl with / long brown hair, … / firefighting efforts.&quot;"/>
            <p:cNvSpPr txBox="1"/>
            <p:nvPr/>
          </p:nvSpPr>
          <p:spPr>
            <a:xfrm>
              <a:off x="2825496" y="6867144"/>
              <a:ext cx="1536192" cy="7315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5784B9"/>
                  </a:solidFill>
                  <a:latin typeface="Liberation Serif"/>
                </a:rPr>
                <a:t>"A young girl with</a:t>
              </a:r>
            </a:p>
            <a:p>
              <a:pPr algn="ctr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5784B9"/>
                  </a:solidFill>
                  <a:latin typeface="Liberation Serif"/>
                </a:rPr>
                <a:t>long brown hair, …</a:t>
              </a:r>
            </a:p>
            <a:p>
              <a:pPr algn="ctr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5784B9"/>
                  </a:solidFill>
                  <a:latin typeface="Liberation Serif"/>
                </a:rPr>
                <a:t>firefighting efforts."</a:t>
              </a:r>
            </a:p>
          </p:txBody>
        </p:sp>
        <p:sp>
          <p:nvSpPr>
            <p:cNvPr id="393" name="Editable path 414"/>
            <p:cNvSpPr/>
            <p:nvPr/>
          </p:nvSpPr>
          <p:spPr>
            <a:xfrm>
              <a:off x="2532888" y="8330184"/>
              <a:ext cx="136520" cy="59345"/>
            </a:xfrm>
            <a:custGeom>
              <a:avLst/>
              <a:gdLst/>
              <a:ahLst/>
              <a:cxnLst/>
              <a:rect l="l" t="t" r="r" b="b"/>
              <a:pathLst>
                <a:path w="1493" h="649">
                  <a:moveTo>
                    <a:pt x="0" y="0"/>
                  </a:moveTo>
                  <a:lnTo>
                    <a:pt x="1493" y="649"/>
                  </a:lnTo>
                </a:path>
              </a:pathLst>
            </a:custGeom>
            <a:noFill/>
            <a:ln w="25603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Editable path 415"/>
            <p:cNvSpPr/>
            <p:nvPr/>
          </p:nvSpPr>
          <p:spPr>
            <a:xfrm>
              <a:off x="2631735" y="8337225"/>
              <a:ext cx="111465" cy="88605"/>
            </a:xfrm>
            <a:custGeom>
              <a:avLst/>
              <a:gdLst/>
              <a:ahLst/>
              <a:cxnLst/>
              <a:rect l="l" t="t" r="r" b="b"/>
              <a:pathLst>
                <a:path w="1219" h="969">
                  <a:moveTo>
                    <a:pt x="1219" y="923"/>
                  </a:moveTo>
                  <a:lnTo>
                    <a:pt x="421" y="0"/>
                  </a:lnTo>
                  <a:lnTo>
                    <a:pt x="0" y="969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5" name="Text: Distortion"/>
            <p:cNvSpPr txBox="1"/>
            <p:nvPr/>
          </p:nvSpPr>
          <p:spPr>
            <a:xfrm>
              <a:off x="2843784" y="7973568"/>
              <a:ext cx="1572768" cy="3511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80909"/>
                  </a:solidFill>
                  <a:latin typeface="Liberation Serif"/>
                </a:rPr>
                <a:t>Distortion</a:t>
              </a:r>
            </a:p>
          </p:txBody>
        </p:sp>
        <p:sp>
          <p:nvSpPr>
            <p:cNvPr id="396" name="Editable rect 417"/>
            <p:cNvSpPr/>
            <p:nvPr/>
          </p:nvSpPr>
          <p:spPr>
            <a:xfrm>
              <a:off x="2843784" y="8330184"/>
              <a:ext cx="758952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Text: &quot;Noise&quot;"/>
            <p:cNvSpPr txBox="1"/>
            <p:nvPr/>
          </p:nvSpPr>
          <p:spPr>
            <a:xfrm>
              <a:off x="2898648" y="8311896"/>
              <a:ext cx="667512" cy="2457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5784B9"/>
                  </a:solidFill>
                  <a:latin typeface="Liberation Serif"/>
                </a:rPr>
                <a:t>"Noise"</a:t>
              </a:r>
            </a:p>
          </p:txBody>
        </p:sp>
        <p:sp>
          <p:nvSpPr>
            <p:cNvPr id="398" name="Editable path 419"/>
            <p:cNvSpPr/>
            <p:nvPr/>
          </p:nvSpPr>
          <p:spPr>
            <a:xfrm>
              <a:off x="3685032" y="8449056"/>
              <a:ext cx="120701" cy="0"/>
            </a:xfrm>
            <a:custGeom>
              <a:avLst/>
              <a:gdLst/>
              <a:ahLst/>
              <a:cxnLst/>
              <a:rect l="l" t="t" r="r" b="b"/>
              <a:pathLst>
                <a:path w="1320" h="0">
                  <a:moveTo>
                    <a:pt x="0" y="0"/>
                  </a:moveTo>
                  <a:lnTo>
                    <a:pt x="132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Editable path 420"/>
            <p:cNvSpPr/>
            <p:nvPr/>
          </p:nvSpPr>
          <p:spPr>
            <a:xfrm>
              <a:off x="3785616" y="8400776"/>
              <a:ext cx="100584" cy="96561"/>
            </a:xfrm>
            <a:custGeom>
              <a:avLst/>
              <a:gdLst/>
              <a:ahLst/>
              <a:cxnLst/>
              <a:rect l="l" t="t" r="r" b="b"/>
              <a:pathLst>
                <a:path w="1100" h="1056">
                  <a:moveTo>
                    <a:pt x="1100" y="528"/>
                  </a:moveTo>
                  <a:lnTo>
                    <a:pt x="0" y="0"/>
                  </a:lnTo>
                  <a:lnTo>
                    <a:pt x="0" y="1056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0" name="Text: + &quot;LR&quot;×2"/>
            <p:cNvSpPr txBox="1"/>
            <p:nvPr/>
          </p:nvSpPr>
          <p:spPr>
            <a:xfrm>
              <a:off x="4014216" y="8302752"/>
              <a:ext cx="859536" cy="2457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B00D61"/>
                  </a:solidFill>
                  <a:latin typeface="Liberation Serif"/>
                </a:rPr>
                <a:t>+ "LR"×2</a:t>
              </a:r>
            </a:p>
          </p:txBody>
        </p:sp>
        <p:sp>
          <p:nvSpPr>
            <p:cNvPr id="401" name="Editable path 422"/>
            <p:cNvSpPr/>
            <p:nvPr/>
          </p:nvSpPr>
          <p:spPr>
            <a:xfrm>
              <a:off x="4526280" y="8648395"/>
              <a:ext cx="0" cy="148133"/>
            </a:xfrm>
            <a:custGeom>
              <a:avLst/>
              <a:gdLst/>
              <a:ahLst/>
              <a:cxnLst/>
              <a:rect l="l" t="t" r="r" b="b"/>
              <a:pathLst>
                <a:path w="0" h="1620">
                  <a:moveTo>
                    <a:pt x="0" y="1620"/>
                  </a:moveTo>
                  <a:lnTo>
                    <a:pt x="0" y="0"/>
                  </a:lnTo>
                </a:path>
              </a:pathLst>
            </a:custGeom>
            <a:noFill/>
            <a:ln w="27432" cap="rnd">
              <a:solidFill>
                <a:srgbClr val="B00D6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Editable path 423"/>
            <p:cNvSpPr/>
            <p:nvPr/>
          </p:nvSpPr>
          <p:spPr>
            <a:xfrm>
              <a:off x="4478000" y="8567928"/>
              <a:ext cx="96561" cy="100584"/>
            </a:xfrm>
            <a:custGeom>
              <a:avLst/>
              <a:gdLst/>
              <a:ahLst/>
              <a:cxnLst/>
              <a:rect l="l" t="t" r="r" b="b"/>
              <a:pathLst>
                <a:path w="1056" h="1100">
                  <a:moveTo>
                    <a:pt x="528" y="0"/>
                  </a:moveTo>
                  <a:lnTo>
                    <a:pt x="0" y="1100"/>
                  </a:lnTo>
                  <a:lnTo>
                    <a:pt x="1056" y="1100"/>
                  </a:lnTo>
                  <a:close/>
                </a:path>
              </a:pathLst>
            </a:custGeom>
            <a:solidFill>
              <a:srgbClr val="B00D6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Text: Upscaling Setting for 4K"/>
            <p:cNvSpPr txBox="1"/>
            <p:nvPr/>
          </p:nvSpPr>
          <p:spPr>
            <a:xfrm>
              <a:off x="2871216" y="8769096"/>
              <a:ext cx="3822192" cy="3511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B00D61"/>
                  </a:solidFill>
                  <a:latin typeface="Lato"/>
                </a:rPr>
                <a:t>Upscaling Setting for 4K</a:t>
              </a:r>
            </a:p>
          </p:txBody>
        </p:sp>
        <p:sp>
          <p:nvSpPr>
            <p:cNvPr id="404" name="Editable path 425"/>
            <p:cNvSpPr/>
            <p:nvPr/>
          </p:nvSpPr>
          <p:spPr>
            <a:xfrm>
              <a:off x="4910328" y="8319211"/>
              <a:ext cx="182880" cy="129845"/>
            </a:xfrm>
            <a:custGeom>
              <a:avLst/>
              <a:gdLst/>
              <a:ahLst/>
              <a:cxnLst/>
              <a:rect l="l" t="t" r="r" b="b"/>
              <a:pathLst>
                <a:path w="2000" h="1420">
                  <a:moveTo>
                    <a:pt x="0" y="1420"/>
                  </a:moveTo>
                  <a:lnTo>
                    <a:pt x="2000" y="1420"/>
                  </a:lnTo>
                  <a:lnTo>
                    <a:pt x="2000" y="0"/>
                  </a:lnTo>
                </a:path>
              </a:pathLst>
            </a:custGeom>
            <a:noFill/>
            <a:ln w="24688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Editable path 426"/>
            <p:cNvSpPr/>
            <p:nvPr/>
          </p:nvSpPr>
          <p:spPr>
            <a:xfrm>
              <a:off x="5044928" y="8238744"/>
              <a:ext cx="96561" cy="100584"/>
            </a:xfrm>
            <a:custGeom>
              <a:avLst/>
              <a:gdLst/>
              <a:ahLst/>
              <a:cxnLst/>
              <a:rect l="l" t="t" r="r" b="b"/>
              <a:pathLst>
                <a:path w="1056" h="1100">
                  <a:moveTo>
                    <a:pt x="528" y="0"/>
                  </a:moveTo>
                  <a:lnTo>
                    <a:pt x="0" y="1100"/>
                  </a:lnTo>
                  <a:lnTo>
                    <a:pt x="1056" y="110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06" name="Photo: thumb" descr="thum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7448" y="6428232"/>
              <a:ext cx="777240" cy="603504"/>
            </a:xfrm>
            <a:prstGeom prst="rect">
              <a:avLst/>
            </a:prstGeom>
            <a:effectLst/>
          </p:spPr>
        </p:pic>
        <p:sp>
          <p:nvSpPr>
            <p:cNvPr id="407" name="Text: Agenda"/>
            <p:cNvSpPr txBox="1"/>
            <p:nvPr/>
          </p:nvSpPr>
          <p:spPr>
            <a:xfrm>
              <a:off x="4727448" y="7068312"/>
              <a:ext cx="832104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Agenda</a:t>
              </a:r>
            </a:p>
          </p:txBody>
        </p:sp>
        <p:sp>
          <p:nvSpPr>
            <p:cNvPr id="408" name="Text: [&quot;DN&quot;, &quot;SR&quot;, &quot;SR&quot;]"/>
            <p:cNvSpPr txBox="1"/>
            <p:nvPr/>
          </p:nvSpPr>
          <p:spPr>
            <a:xfrm>
              <a:off x="4407408" y="7333488"/>
              <a:ext cx="1453896" cy="19897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13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5784B9"/>
                  </a:solidFill>
                  <a:latin typeface="Liberation Serif"/>
                </a:rPr>
                <a:t>["DN", "SR", "SR"]</a:t>
              </a:r>
            </a:p>
          </p:txBody>
        </p:sp>
        <p:sp>
          <p:nvSpPr>
            <p:cNvPr id="409" name="Editable path 430"/>
            <p:cNvSpPr/>
            <p:nvPr/>
          </p:nvSpPr>
          <p:spPr>
            <a:xfrm>
              <a:off x="5102352" y="7562088"/>
              <a:ext cx="0" cy="124358"/>
            </a:xfrm>
            <a:custGeom>
              <a:avLst/>
              <a:gdLst/>
              <a:ahLst/>
              <a:cxnLst/>
              <a:rect l="l" t="t" r="r" b="b"/>
              <a:pathLst>
                <a:path w="0" h="1360">
                  <a:moveTo>
                    <a:pt x="0" y="0"/>
                  </a:moveTo>
                  <a:lnTo>
                    <a:pt x="0" y="1360"/>
                  </a:lnTo>
                </a:path>
              </a:pathLst>
            </a:custGeom>
            <a:noFill/>
            <a:ln w="20116" cap="rnd">
              <a:solidFill>
                <a:srgbClr val="2376A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0" name="Editable path 431"/>
            <p:cNvSpPr/>
            <p:nvPr/>
          </p:nvSpPr>
          <p:spPr>
            <a:xfrm>
              <a:off x="5067239" y="7671816"/>
              <a:ext cx="70226" cy="73152"/>
            </a:xfrm>
            <a:custGeom>
              <a:avLst/>
              <a:gdLst/>
              <a:ahLst/>
              <a:cxnLst/>
              <a:rect l="l" t="t" r="r" b="b"/>
              <a:pathLst>
                <a:path w="768" h="800">
                  <a:moveTo>
                    <a:pt x="384" y="800"/>
                  </a:moveTo>
                  <a:lnTo>
                    <a:pt x="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76A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1" name="Editable path 432"/>
            <p:cNvSpPr/>
            <p:nvPr/>
          </p:nvSpPr>
          <p:spPr>
            <a:xfrm>
              <a:off x="5102352" y="7629754"/>
              <a:ext cx="0" cy="124358"/>
            </a:xfrm>
            <a:custGeom>
              <a:avLst/>
              <a:gdLst/>
              <a:ahLst/>
              <a:cxnLst/>
              <a:rect l="l" t="t" r="r" b="b"/>
              <a:pathLst>
                <a:path w="0" h="1360">
                  <a:moveTo>
                    <a:pt x="0" y="1360"/>
                  </a:moveTo>
                  <a:lnTo>
                    <a:pt x="0" y="0"/>
                  </a:lnTo>
                </a:path>
              </a:pathLst>
            </a:custGeom>
            <a:noFill/>
            <a:ln w="20116" cap="rnd">
              <a:solidFill>
                <a:srgbClr val="2376A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Editable path 433"/>
            <p:cNvSpPr/>
            <p:nvPr/>
          </p:nvSpPr>
          <p:spPr>
            <a:xfrm>
              <a:off x="5067239" y="7571232"/>
              <a:ext cx="70226" cy="73152"/>
            </a:xfrm>
            <a:custGeom>
              <a:avLst/>
              <a:gdLst/>
              <a:ahLst/>
              <a:cxnLst/>
              <a:rect l="l" t="t" r="r" b="b"/>
              <a:pathLst>
                <a:path w="768" h="800">
                  <a:moveTo>
                    <a:pt x="384" y="0"/>
                  </a:moveTo>
                  <a:lnTo>
                    <a:pt x="0" y="800"/>
                  </a:lnTo>
                  <a:lnTo>
                    <a:pt x="768" y="800"/>
                  </a:lnTo>
                  <a:close/>
                </a:path>
              </a:pathLst>
            </a:custGeom>
            <a:solidFill>
              <a:srgbClr val="2376A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Text: [&quot;Noise&quot;, &quot;LR&quot;, &quot;LR&quot;]"/>
            <p:cNvSpPr txBox="1"/>
            <p:nvPr/>
          </p:nvSpPr>
          <p:spPr>
            <a:xfrm>
              <a:off x="4407408" y="7744968"/>
              <a:ext cx="1463040" cy="19897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13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5784B9"/>
                  </a:solidFill>
                  <a:latin typeface="Liberation Serif"/>
                </a:rPr>
                <a:t>["Noise", "LR", "LR"]</a:t>
              </a:r>
            </a:p>
          </p:txBody>
        </p:sp>
        <p:sp>
          <p:nvSpPr>
            <p:cNvPr id="414" name="Text: Distortions"/>
            <p:cNvSpPr txBox="1"/>
            <p:nvPr/>
          </p:nvSpPr>
          <p:spPr>
            <a:xfrm>
              <a:off x="4498848" y="7882128"/>
              <a:ext cx="1353312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Distortions</a:t>
              </a:r>
            </a:p>
          </p:txBody>
        </p:sp>
        <p:sp>
          <p:nvSpPr>
            <p:cNvPr id="415" name="Editable path 436"/>
            <p:cNvSpPr/>
            <p:nvPr/>
          </p:nvSpPr>
          <p:spPr>
            <a:xfrm>
              <a:off x="5705856" y="6848856"/>
              <a:ext cx="281087" cy="192298"/>
            </a:xfrm>
            <a:custGeom>
              <a:avLst/>
              <a:gdLst/>
              <a:ahLst/>
              <a:cxnLst/>
              <a:rect l="l" t="t" r="r" b="b"/>
              <a:pathLst>
                <a:path w="3074" h="2103">
                  <a:moveTo>
                    <a:pt x="0" y="0"/>
                  </a:moveTo>
                  <a:lnTo>
                    <a:pt x="3074" y="2103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6" name="Editable path 437"/>
            <p:cNvSpPr/>
            <p:nvPr/>
          </p:nvSpPr>
          <p:spPr>
            <a:xfrm>
              <a:off x="5943051" y="6989948"/>
              <a:ext cx="110277" cy="96652"/>
            </a:xfrm>
            <a:custGeom>
              <a:avLst/>
              <a:gdLst/>
              <a:ahLst/>
              <a:cxnLst/>
              <a:rect l="l" t="t" r="r" b="b"/>
              <a:pathLst>
                <a:path w="1206" h="1057">
                  <a:moveTo>
                    <a:pt x="1206" y="1057"/>
                  </a:moveTo>
                  <a:lnTo>
                    <a:pt x="596" y="0"/>
                  </a:lnTo>
                  <a:lnTo>
                    <a:pt x="0" y="872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Editable path 438"/>
            <p:cNvSpPr/>
            <p:nvPr/>
          </p:nvSpPr>
          <p:spPr>
            <a:xfrm>
              <a:off x="5678424" y="7223760"/>
              <a:ext cx="179405" cy="57699"/>
            </a:xfrm>
            <a:custGeom>
              <a:avLst/>
              <a:gdLst/>
              <a:ahLst/>
              <a:cxnLst/>
              <a:rect l="l" t="t" r="r" b="b"/>
              <a:pathLst>
                <a:path w="1962" h="631">
                  <a:moveTo>
                    <a:pt x="0" y="0"/>
                  </a:moveTo>
                  <a:lnTo>
                    <a:pt x="1962" y="631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Editable path 439"/>
            <p:cNvSpPr/>
            <p:nvPr/>
          </p:nvSpPr>
          <p:spPr>
            <a:xfrm>
              <a:off x="5823905" y="7229338"/>
              <a:ext cx="110551" cy="91897"/>
            </a:xfrm>
            <a:custGeom>
              <a:avLst/>
              <a:gdLst/>
              <a:ahLst/>
              <a:cxnLst/>
              <a:rect l="l" t="t" r="r" b="b"/>
              <a:pathLst>
                <a:path w="1209" h="1005">
                  <a:moveTo>
                    <a:pt x="1209" y="839"/>
                  </a:moveTo>
                  <a:lnTo>
                    <a:pt x="323" y="0"/>
                  </a:lnTo>
                  <a:lnTo>
                    <a:pt x="0" y="1005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Editable path 440"/>
            <p:cNvSpPr/>
            <p:nvPr/>
          </p:nvSpPr>
          <p:spPr>
            <a:xfrm>
              <a:off x="5815584" y="7989387"/>
              <a:ext cx="108996" cy="57333"/>
            </a:xfrm>
            <a:custGeom>
              <a:avLst/>
              <a:gdLst/>
              <a:ahLst/>
              <a:cxnLst/>
              <a:rect l="l" t="t" r="r" b="b"/>
              <a:pathLst>
                <a:path w="1192" h="627">
                  <a:moveTo>
                    <a:pt x="0" y="627"/>
                  </a:moveTo>
                  <a:lnTo>
                    <a:pt x="1192" y="0"/>
                  </a:lnTo>
                </a:path>
              </a:pathLst>
            </a:custGeom>
            <a:noFill/>
            <a:ln w="2377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0" name="Editable path 441"/>
            <p:cNvSpPr/>
            <p:nvPr/>
          </p:nvSpPr>
          <p:spPr>
            <a:xfrm>
              <a:off x="5888004" y="7955280"/>
              <a:ext cx="101316" cy="81473"/>
            </a:xfrm>
            <a:custGeom>
              <a:avLst/>
              <a:gdLst/>
              <a:ahLst/>
              <a:cxnLst/>
              <a:rect l="l" t="t" r="r" b="b"/>
              <a:pathLst>
                <a:path w="1108" h="891">
                  <a:moveTo>
                    <a:pt x="1108" y="0"/>
                  </a:moveTo>
                  <a:lnTo>
                    <a:pt x="0" y="41"/>
                  </a:lnTo>
                  <a:lnTo>
                    <a:pt x="447" y="891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1" name="Text: Experience"/>
            <p:cNvSpPr txBox="1"/>
            <p:nvPr/>
          </p:nvSpPr>
          <p:spPr>
            <a:xfrm>
              <a:off x="6035040" y="6409944"/>
              <a:ext cx="134416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Experience</a:t>
              </a:r>
            </a:p>
          </p:txBody>
        </p:sp>
        <p:sp>
          <p:nvSpPr>
            <p:cNvPr id="422" name="Editable path 443"/>
            <p:cNvSpPr/>
            <p:nvPr/>
          </p:nvSpPr>
          <p:spPr>
            <a:xfrm>
              <a:off x="6638544" y="6757416"/>
              <a:ext cx="0" cy="232258"/>
            </a:xfrm>
            <a:custGeom>
              <a:avLst/>
              <a:gdLst/>
              <a:ahLst/>
              <a:cxnLst/>
              <a:rect l="l" t="t" r="r" b="b"/>
              <a:pathLst>
                <a:path w="0" h="2540">
                  <a:moveTo>
                    <a:pt x="0" y="0"/>
                  </a:moveTo>
                  <a:lnTo>
                    <a:pt x="0" y="254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Editable path 444"/>
            <p:cNvSpPr/>
            <p:nvPr/>
          </p:nvSpPr>
          <p:spPr>
            <a:xfrm>
              <a:off x="6585875" y="6967728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424" name="Editable VLM neural network"/>
            <p:cNvGrpSpPr/>
            <p:nvPr/>
          </p:nvGrpSpPr>
          <p:grpSpPr>
            <a:xfrm>
              <a:off x="6030102" y="7104888"/>
              <a:ext cx="1270102" cy="1262786"/>
              <a:chOff x="6030102" y="7104888"/>
              <a:chExt cx="1270102" cy="1262786"/>
            </a:xfrm>
          </p:grpSpPr>
          <p:sp>
            <p:nvSpPr>
              <p:cNvPr id="425" name="Editable path 446"/>
              <p:cNvSpPr/>
              <p:nvPr/>
            </p:nvSpPr>
            <p:spPr>
              <a:xfrm>
                <a:off x="6084966" y="7159752"/>
                <a:ext cx="386791" cy="213970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2340">
                    <a:moveTo>
                      <a:pt x="4230" y="0"/>
                    </a:moveTo>
                    <a:lnTo>
                      <a:pt x="0" y="23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Editable path 447"/>
              <p:cNvSpPr/>
              <p:nvPr/>
            </p:nvSpPr>
            <p:spPr>
              <a:xfrm>
                <a:off x="6471757" y="7159752"/>
                <a:ext cx="0" cy="332842"/>
              </a:xfrm>
              <a:custGeom>
                <a:avLst/>
                <a:gdLst/>
                <a:ahLst/>
                <a:cxnLst/>
                <a:rect l="l" t="t" r="r" b="b"/>
                <a:pathLst>
                  <a:path w="0" h="3640">
                    <a:moveTo>
                      <a:pt x="0" y="0"/>
                    </a:moveTo>
                    <a:lnTo>
                      <a:pt x="0" y="36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Editable path 448"/>
              <p:cNvSpPr/>
              <p:nvPr/>
            </p:nvSpPr>
            <p:spPr>
              <a:xfrm>
                <a:off x="6471757" y="7159752"/>
                <a:ext cx="348112" cy="332842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640">
                    <a:moveTo>
                      <a:pt x="0" y="0"/>
                    </a:moveTo>
                    <a:lnTo>
                      <a:pt x="3807" y="36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Editable path 449"/>
              <p:cNvSpPr/>
              <p:nvPr/>
            </p:nvSpPr>
            <p:spPr>
              <a:xfrm>
                <a:off x="6471757" y="7159752"/>
                <a:ext cx="773582" cy="213970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2340">
                    <a:moveTo>
                      <a:pt x="0" y="0"/>
                    </a:moveTo>
                    <a:lnTo>
                      <a:pt x="8460" y="23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Editable path 450"/>
              <p:cNvSpPr/>
              <p:nvPr/>
            </p:nvSpPr>
            <p:spPr>
              <a:xfrm>
                <a:off x="6084966" y="7159752"/>
                <a:ext cx="734903" cy="213970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2340">
                    <a:moveTo>
                      <a:pt x="8037" y="0"/>
                    </a:moveTo>
                    <a:lnTo>
                      <a:pt x="0" y="23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Editable path 451"/>
              <p:cNvSpPr/>
              <p:nvPr/>
            </p:nvSpPr>
            <p:spPr>
              <a:xfrm>
                <a:off x="6471757" y="7159752"/>
                <a:ext cx="348112" cy="332842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640">
                    <a:moveTo>
                      <a:pt x="3807" y="0"/>
                    </a:moveTo>
                    <a:lnTo>
                      <a:pt x="0" y="36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Editable path 452"/>
              <p:cNvSpPr/>
              <p:nvPr/>
            </p:nvSpPr>
            <p:spPr>
              <a:xfrm>
                <a:off x="6819870" y="7159752"/>
                <a:ext cx="0" cy="332842"/>
              </a:xfrm>
              <a:custGeom>
                <a:avLst/>
                <a:gdLst/>
                <a:ahLst/>
                <a:cxnLst/>
                <a:rect l="l" t="t" r="r" b="b"/>
                <a:pathLst>
                  <a:path w="0" h="3640">
                    <a:moveTo>
                      <a:pt x="0" y="0"/>
                    </a:moveTo>
                    <a:lnTo>
                      <a:pt x="0" y="36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" name="Editable path 453"/>
              <p:cNvSpPr/>
              <p:nvPr/>
            </p:nvSpPr>
            <p:spPr>
              <a:xfrm>
                <a:off x="6819870" y="7159752"/>
                <a:ext cx="425470" cy="213970"/>
              </a:xfrm>
              <a:custGeom>
                <a:avLst/>
                <a:gdLst/>
                <a:ahLst/>
                <a:cxnLst/>
                <a:rect l="l" t="t" r="r" b="b"/>
                <a:pathLst>
                  <a:path w="4653" h="2340">
                    <a:moveTo>
                      <a:pt x="0" y="0"/>
                    </a:moveTo>
                    <a:lnTo>
                      <a:pt x="4653" y="23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Editable path 454"/>
              <p:cNvSpPr/>
              <p:nvPr/>
            </p:nvSpPr>
            <p:spPr>
              <a:xfrm>
                <a:off x="6084966" y="7373722"/>
                <a:ext cx="0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0" h="4030">
                    <a:moveTo>
                      <a:pt x="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Editable path 455"/>
              <p:cNvSpPr/>
              <p:nvPr/>
            </p:nvSpPr>
            <p:spPr>
              <a:xfrm>
                <a:off x="6084966" y="7373722"/>
                <a:ext cx="386791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030">
                    <a:moveTo>
                      <a:pt x="0" y="0"/>
                    </a:moveTo>
                    <a:lnTo>
                      <a:pt x="423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Editable path 456"/>
              <p:cNvSpPr/>
              <p:nvPr/>
            </p:nvSpPr>
            <p:spPr>
              <a:xfrm>
                <a:off x="6084966" y="7373722"/>
                <a:ext cx="734903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4030">
                    <a:moveTo>
                      <a:pt x="0" y="0"/>
                    </a:moveTo>
                    <a:lnTo>
                      <a:pt x="8037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Editable path 457"/>
              <p:cNvSpPr/>
              <p:nvPr/>
            </p:nvSpPr>
            <p:spPr>
              <a:xfrm>
                <a:off x="6084966" y="7373722"/>
                <a:ext cx="1160374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12690" h="4030">
                    <a:moveTo>
                      <a:pt x="0" y="0"/>
                    </a:moveTo>
                    <a:lnTo>
                      <a:pt x="1269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Editable path 458"/>
              <p:cNvSpPr/>
              <p:nvPr/>
            </p:nvSpPr>
            <p:spPr>
              <a:xfrm>
                <a:off x="6084966" y="7492594"/>
                <a:ext cx="386791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2730">
                    <a:moveTo>
                      <a:pt x="4230" y="0"/>
                    </a:moveTo>
                    <a:lnTo>
                      <a:pt x="0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Editable path 459"/>
              <p:cNvSpPr/>
              <p:nvPr/>
            </p:nvSpPr>
            <p:spPr>
              <a:xfrm>
                <a:off x="6471757" y="7492594"/>
                <a:ext cx="0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0" h="2730">
                    <a:moveTo>
                      <a:pt x="0" y="0"/>
                    </a:moveTo>
                    <a:lnTo>
                      <a:pt x="0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Editable path 460"/>
              <p:cNvSpPr/>
              <p:nvPr/>
            </p:nvSpPr>
            <p:spPr>
              <a:xfrm>
                <a:off x="6471757" y="7492594"/>
                <a:ext cx="348112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2730">
                    <a:moveTo>
                      <a:pt x="0" y="0"/>
                    </a:moveTo>
                    <a:lnTo>
                      <a:pt x="3807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Editable path 461"/>
              <p:cNvSpPr/>
              <p:nvPr/>
            </p:nvSpPr>
            <p:spPr>
              <a:xfrm>
                <a:off x="6471757" y="7492594"/>
                <a:ext cx="773582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2730">
                    <a:moveTo>
                      <a:pt x="0" y="0"/>
                    </a:moveTo>
                    <a:lnTo>
                      <a:pt x="8460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Editable path 462"/>
              <p:cNvSpPr/>
              <p:nvPr/>
            </p:nvSpPr>
            <p:spPr>
              <a:xfrm>
                <a:off x="6084966" y="7492594"/>
                <a:ext cx="734903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2730">
                    <a:moveTo>
                      <a:pt x="8037" y="0"/>
                    </a:moveTo>
                    <a:lnTo>
                      <a:pt x="0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Editable path 463"/>
              <p:cNvSpPr/>
              <p:nvPr/>
            </p:nvSpPr>
            <p:spPr>
              <a:xfrm>
                <a:off x="6471757" y="7492594"/>
                <a:ext cx="348112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2730">
                    <a:moveTo>
                      <a:pt x="3807" y="0"/>
                    </a:moveTo>
                    <a:lnTo>
                      <a:pt x="0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Editable path 464"/>
              <p:cNvSpPr/>
              <p:nvPr/>
            </p:nvSpPr>
            <p:spPr>
              <a:xfrm>
                <a:off x="6819870" y="7492594"/>
                <a:ext cx="0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0" h="2730">
                    <a:moveTo>
                      <a:pt x="0" y="0"/>
                    </a:moveTo>
                    <a:lnTo>
                      <a:pt x="0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Editable path 465"/>
              <p:cNvSpPr/>
              <p:nvPr/>
            </p:nvSpPr>
            <p:spPr>
              <a:xfrm>
                <a:off x="6819870" y="7492594"/>
                <a:ext cx="425470" cy="249631"/>
              </a:xfrm>
              <a:custGeom>
                <a:avLst/>
                <a:gdLst/>
                <a:ahLst/>
                <a:cxnLst/>
                <a:rect l="l" t="t" r="r" b="b"/>
                <a:pathLst>
                  <a:path w="4653" h="2730">
                    <a:moveTo>
                      <a:pt x="0" y="0"/>
                    </a:moveTo>
                    <a:lnTo>
                      <a:pt x="4653" y="27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Editable path 466"/>
              <p:cNvSpPr/>
              <p:nvPr/>
            </p:nvSpPr>
            <p:spPr>
              <a:xfrm>
                <a:off x="6084966" y="7373722"/>
                <a:ext cx="1160374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12690" h="4030">
                    <a:moveTo>
                      <a:pt x="1269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Editable path 467"/>
              <p:cNvSpPr/>
              <p:nvPr/>
            </p:nvSpPr>
            <p:spPr>
              <a:xfrm>
                <a:off x="6471757" y="7373722"/>
                <a:ext cx="773582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4030">
                    <a:moveTo>
                      <a:pt x="846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Editable path 468"/>
              <p:cNvSpPr/>
              <p:nvPr/>
            </p:nvSpPr>
            <p:spPr>
              <a:xfrm>
                <a:off x="6819870" y="7373722"/>
                <a:ext cx="425470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4653" h="4030">
                    <a:moveTo>
                      <a:pt x="4653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Editable path 469"/>
              <p:cNvSpPr/>
              <p:nvPr/>
            </p:nvSpPr>
            <p:spPr>
              <a:xfrm>
                <a:off x="7245340" y="7373722"/>
                <a:ext cx="0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0" h="4030">
                    <a:moveTo>
                      <a:pt x="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" name="Editable path 470"/>
              <p:cNvSpPr/>
              <p:nvPr/>
            </p:nvSpPr>
            <p:spPr>
              <a:xfrm>
                <a:off x="6084966" y="7742225"/>
                <a:ext cx="0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0" h="4030">
                    <a:moveTo>
                      <a:pt x="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Editable path 471"/>
              <p:cNvSpPr/>
              <p:nvPr/>
            </p:nvSpPr>
            <p:spPr>
              <a:xfrm>
                <a:off x="6084966" y="7742225"/>
                <a:ext cx="386791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2990">
                    <a:moveTo>
                      <a:pt x="0" y="0"/>
                    </a:moveTo>
                    <a:lnTo>
                      <a:pt x="4230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Editable path 472"/>
              <p:cNvSpPr/>
              <p:nvPr/>
            </p:nvSpPr>
            <p:spPr>
              <a:xfrm>
                <a:off x="6084966" y="7742225"/>
                <a:ext cx="734903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2990">
                    <a:moveTo>
                      <a:pt x="0" y="0"/>
                    </a:moveTo>
                    <a:lnTo>
                      <a:pt x="8037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Editable path 473"/>
              <p:cNvSpPr/>
              <p:nvPr/>
            </p:nvSpPr>
            <p:spPr>
              <a:xfrm>
                <a:off x="6084966" y="7742225"/>
                <a:ext cx="1160374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12690" h="4030">
                    <a:moveTo>
                      <a:pt x="0" y="0"/>
                    </a:moveTo>
                    <a:lnTo>
                      <a:pt x="1269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Editable path 474"/>
              <p:cNvSpPr/>
              <p:nvPr/>
            </p:nvSpPr>
            <p:spPr>
              <a:xfrm>
                <a:off x="6084966" y="7742225"/>
                <a:ext cx="386791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030">
                    <a:moveTo>
                      <a:pt x="423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Editable path 475"/>
              <p:cNvSpPr/>
              <p:nvPr/>
            </p:nvSpPr>
            <p:spPr>
              <a:xfrm>
                <a:off x="6471757" y="7742225"/>
                <a:ext cx="0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0" h="2990">
                    <a:moveTo>
                      <a:pt x="0" y="0"/>
                    </a:moveTo>
                    <a:lnTo>
                      <a:pt x="0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Editable path 476"/>
              <p:cNvSpPr/>
              <p:nvPr/>
            </p:nvSpPr>
            <p:spPr>
              <a:xfrm>
                <a:off x="6471757" y="7742225"/>
                <a:ext cx="348112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2990">
                    <a:moveTo>
                      <a:pt x="0" y="0"/>
                    </a:moveTo>
                    <a:lnTo>
                      <a:pt x="3807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Editable path 477"/>
              <p:cNvSpPr/>
              <p:nvPr/>
            </p:nvSpPr>
            <p:spPr>
              <a:xfrm>
                <a:off x="6471757" y="7742225"/>
                <a:ext cx="773582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4030">
                    <a:moveTo>
                      <a:pt x="0" y="0"/>
                    </a:moveTo>
                    <a:lnTo>
                      <a:pt x="846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Editable path 478"/>
              <p:cNvSpPr/>
              <p:nvPr/>
            </p:nvSpPr>
            <p:spPr>
              <a:xfrm>
                <a:off x="6084966" y="7742225"/>
                <a:ext cx="734903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4030">
                    <a:moveTo>
                      <a:pt x="8037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Editable path 479"/>
              <p:cNvSpPr/>
              <p:nvPr/>
            </p:nvSpPr>
            <p:spPr>
              <a:xfrm>
                <a:off x="6471757" y="7742225"/>
                <a:ext cx="348112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2990">
                    <a:moveTo>
                      <a:pt x="3807" y="0"/>
                    </a:moveTo>
                    <a:lnTo>
                      <a:pt x="0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Editable path 480"/>
              <p:cNvSpPr/>
              <p:nvPr/>
            </p:nvSpPr>
            <p:spPr>
              <a:xfrm>
                <a:off x="6819870" y="7742225"/>
                <a:ext cx="0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0" h="2990">
                    <a:moveTo>
                      <a:pt x="0" y="0"/>
                    </a:moveTo>
                    <a:lnTo>
                      <a:pt x="0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Editable path 481"/>
              <p:cNvSpPr/>
              <p:nvPr/>
            </p:nvSpPr>
            <p:spPr>
              <a:xfrm>
                <a:off x="6819870" y="7742225"/>
                <a:ext cx="425470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4653" h="4030">
                    <a:moveTo>
                      <a:pt x="0" y="0"/>
                    </a:moveTo>
                    <a:lnTo>
                      <a:pt x="4653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Editable path 482"/>
              <p:cNvSpPr/>
              <p:nvPr/>
            </p:nvSpPr>
            <p:spPr>
              <a:xfrm>
                <a:off x="6084966" y="7742225"/>
                <a:ext cx="1160374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12690" h="4030">
                    <a:moveTo>
                      <a:pt x="1269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Editable path 483"/>
              <p:cNvSpPr/>
              <p:nvPr/>
            </p:nvSpPr>
            <p:spPr>
              <a:xfrm>
                <a:off x="6471757" y="7742225"/>
                <a:ext cx="773582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2990">
                    <a:moveTo>
                      <a:pt x="8460" y="0"/>
                    </a:moveTo>
                    <a:lnTo>
                      <a:pt x="0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Editable path 484"/>
              <p:cNvSpPr/>
              <p:nvPr/>
            </p:nvSpPr>
            <p:spPr>
              <a:xfrm>
                <a:off x="6819870" y="7742225"/>
                <a:ext cx="425470" cy="273406"/>
              </a:xfrm>
              <a:custGeom>
                <a:avLst/>
                <a:gdLst/>
                <a:ahLst/>
                <a:cxnLst/>
                <a:rect l="l" t="t" r="r" b="b"/>
                <a:pathLst>
                  <a:path w="4653" h="2990">
                    <a:moveTo>
                      <a:pt x="4653" y="0"/>
                    </a:moveTo>
                    <a:lnTo>
                      <a:pt x="0" y="299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Editable path 485"/>
              <p:cNvSpPr/>
              <p:nvPr/>
            </p:nvSpPr>
            <p:spPr>
              <a:xfrm>
                <a:off x="7245340" y="7742225"/>
                <a:ext cx="0" cy="368503"/>
              </a:xfrm>
              <a:custGeom>
                <a:avLst/>
                <a:gdLst/>
                <a:ahLst/>
                <a:cxnLst/>
                <a:rect l="l" t="t" r="r" b="b"/>
                <a:pathLst>
                  <a:path w="0" h="4030">
                    <a:moveTo>
                      <a:pt x="0" y="0"/>
                    </a:moveTo>
                    <a:lnTo>
                      <a:pt x="0" y="403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Editable path 486"/>
              <p:cNvSpPr/>
              <p:nvPr/>
            </p:nvSpPr>
            <p:spPr>
              <a:xfrm>
                <a:off x="6084966" y="8110728"/>
                <a:ext cx="386791" cy="20208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2210">
                    <a:moveTo>
                      <a:pt x="0" y="0"/>
                    </a:moveTo>
                    <a:lnTo>
                      <a:pt x="4230" y="221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Editable path 487"/>
              <p:cNvSpPr/>
              <p:nvPr/>
            </p:nvSpPr>
            <p:spPr>
              <a:xfrm>
                <a:off x="6084966" y="8110728"/>
                <a:ext cx="734903" cy="202082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2210">
                    <a:moveTo>
                      <a:pt x="0" y="0"/>
                    </a:moveTo>
                    <a:lnTo>
                      <a:pt x="8037" y="221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Editable path 488"/>
              <p:cNvSpPr/>
              <p:nvPr/>
            </p:nvSpPr>
            <p:spPr>
              <a:xfrm>
                <a:off x="6471757" y="8015630"/>
                <a:ext cx="0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0" h="3250">
                    <a:moveTo>
                      <a:pt x="0" y="0"/>
                    </a:moveTo>
                    <a:lnTo>
                      <a:pt x="0" y="325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Editable path 489"/>
              <p:cNvSpPr/>
              <p:nvPr/>
            </p:nvSpPr>
            <p:spPr>
              <a:xfrm>
                <a:off x="6471757" y="8015630"/>
                <a:ext cx="348112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250">
                    <a:moveTo>
                      <a:pt x="0" y="0"/>
                    </a:moveTo>
                    <a:lnTo>
                      <a:pt x="3807" y="325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Editable path 490"/>
              <p:cNvSpPr/>
              <p:nvPr/>
            </p:nvSpPr>
            <p:spPr>
              <a:xfrm>
                <a:off x="6471757" y="8015630"/>
                <a:ext cx="348112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250">
                    <a:moveTo>
                      <a:pt x="3807" y="0"/>
                    </a:moveTo>
                    <a:lnTo>
                      <a:pt x="0" y="325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Editable path 491"/>
              <p:cNvSpPr/>
              <p:nvPr/>
            </p:nvSpPr>
            <p:spPr>
              <a:xfrm>
                <a:off x="6819870" y="8015630"/>
                <a:ext cx="0" cy="297180"/>
              </a:xfrm>
              <a:custGeom>
                <a:avLst/>
                <a:gdLst/>
                <a:ahLst/>
                <a:cxnLst/>
                <a:rect l="l" t="t" r="r" b="b"/>
                <a:pathLst>
                  <a:path w="0" h="3250">
                    <a:moveTo>
                      <a:pt x="0" y="0"/>
                    </a:moveTo>
                    <a:lnTo>
                      <a:pt x="0" y="325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Editable path 492"/>
              <p:cNvSpPr/>
              <p:nvPr/>
            </p:nvSpPr>
            <p:spPr>
              <a:xfrm>
                <a:off x="6471757" y="8110728"/>
                <a:ext cx="773582" cy="202082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2210">
                    <a:moveTo>
                      <a:pt x="8460" y="0"/>
                    </a:moveTo>
                    <a:lnTo>
                      <a:pt x="0" y="221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Editable path 493"/>
              <p:cNvSpPr/>
              <p:nvPr/>
            </p:nvSpPr>
            <p:spPr>
              <a:xfrm>
                <a:off x="6819870" y="8110728"/>
                <a:ext cx="425470" cy="202082"/>
              </a:xfrm>
              <a:custGeom>
                <a:avLst/>
                <a:gdLst/>
                <a:ahLst/>
                <a:cxnLst/>
                <a:rect l="l" t="t" r="r" b="b"/>
                <a:pathLst>
                  <a:path w="4653" h="2210">
                    <a:moveTo>
                      <a:pt x="4653" y="0"/>
                    </a:moveTo>
                    <a:lnTo>
                      <a:pt x="0" y="221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Editable path 494"/>
              <p:cNvSpPr/>
              <p:nvPr/>
            </p:nvSpPr>
            <p:spPr>
              <a:xfrm>
                <a:off x="6471757" y="7159752"/>
                <a:ext cx="773582" cy="582473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6370">
                    <a:moveTo>
                      <a:pt x="0" y="0"/>
                    </a:moveTo>
                    <a:lnTo>
                      <a:pt x="8460" y="637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Editable path 495"/>
              <p:cNvSpPr/>
              <p:nvPr/>
            </p:nvSpPr>
            <p:spPr>
              <a:xfrm>
                <a:off x="6084966" y="7159752"/>
                <a:ext cx="734903" cy="582473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6370">
                    <a:moveTo>
                      <a:pt x="8037" y="0"/>
                    </a:moveTo>
                    <a:lnTo>
                      <a:pt x="0" y="637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Editable path 496"/>
              <p:cNvSpPr/>
              <p:nvPr/>
            </p:nvSpPr>
            <p:spPr>
              <a:xfrm>
                <a:off x="6084966" y="7373722"/>
                <a:ext cx="1160374" cy="737006"/>
              </a:xfrm>
              <a:custGeom>
                <a:avLst/>
                <a:gdLst/>
                <a:ahLst/>
                <a:cxnLst/>
                <a:rect l="l" t="t" r="r" b="b"/>
                <a:pathLst>
                  <a:path w="12690" h="8060">
                    <a:moveTo>
                      <a:pt x="0" y="0"/>
                    </a:moveTo>
                    <a:lnTo>
                      <a:pt x="12690" y="806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Editable path 497"/>
              <p:cNvSpPr/>
              <p:nvPr/>
            </p:nvSpPr>
            <p:spPr>
              <a:xfrm>
                <a:off x="6084966" y="7373722"/>
                <a:ext cx="1160374" cy="737006"/>
              </a:xfrm>
              <a:custGeom>
                <a:avLst/>
                <a:gdLst/>
                <a:ahLst/>
                <a:cxnLst/>
                <a:rect l="l" t="t" r="r" b="b"/>
                <a:pathLst>
                  <a:path w="12690" h="8060">
                    <a:moveTo>
                      <a:pt x="12690" y="0"/>
                    </a:moveTo>
                    <a:lnTo>
                      <a:pt x="0" y="806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Editable path 498"/>
              <p:cNvSpPr/>
              <p:nvPr/>
            </p:nvSpPr>
            <p:spPr>
              <a:xfrm>
                <a:off x="6084966" y="7742225"/>
                <a:ext cx="734903" cy="570586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6240">
                    <a:moveTo>
                      <a:pt x="0" y="0"/>
                    </a:moveTo>
                    <a:lnTo>
                      <a:pt x="8037" y="62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Editable path 499"/>
              <p:cNvSpPr/>
              <p:nvPr/>
            </p:nvSpPr>
            <p:spPr>
              <a:xfrm>
                <a:off x="6471757" y="7742225"/>
                <a:ext cx="773582" cy="570586"/>
              </a:xfrm>
              <a:custGeom>
                <a:avLst/>
                <a:gdLst/>
                <a:ahLst/>
                <a:cxnLst/>
                <a:rect l="l" t="t" r="r" b="b"/>
                <a:pathLst>
                  <a:path w="8460" h="6240">
                    <a:moveTo>
                      <a:pt x="8460" y="0"/>
                    </a:moveTo>
                    <a:lnTo>
                      <a:pt x="0" y="6240"/>
                    </a:lnTo>
                  </a:path>
                </a:pathLst>
              </a:custGeom>
              <a:noFill/>
              <a:ln w="32004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Editable ellipse 500"/>
              <p:cNvSpPr/>
              <p:nvPr/>
            </p:nvSpPr>
            <p:spPr>
              <a:xfrm>
                <a:off x="6416893" y="710488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Editable ellipse 501"/>
              <p:cNvSpPr/>
              <p:nvPr/>
            </p:nvSpPr>
            <p:spPr>
              <a:xfrm>
                <a:off x="6765006" y="710488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Editable ellipse 502"/>
              <p:cNvSpPr/>
              <p:nvPr/>
            </p:nvSpPr>
            <p:spPr>
              <a:xfrm>
                <a:off x="6030102" y="731885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Editable ellipse 503"/>
              <p:cNvSpPr/>
              <p:nvPr/>
            </p:nvSpPr>
            <p:spPr>
              <a:xfrm>
                <a:off x="6416893" y="7437730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" name="Editable ellipse 504"/>
              <p:cNvSpPr/>
              <p:nvPr/>
            </p:nvSpPr>
            <p:spPr>
              <a:xfrm>
                <a:off x="6765006" y="7437730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Editable ellipse 505"/>
              <p:cNvSpPr/>
              <p:nvPr/>
            </p:nvSpPr>
            <p:spPr>
              <a:xfrm>
                <a:off x="7190476" y="7318858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Editable ellipse 506"/>
              <p:cNvSpPr/>
              <p:nvPr/>
            </p:nvSpPr>
            <p:spPr>
              <a:xfrm>
                <a:off x="6030102" y="7687361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Editable ellipse 507"/>
              <p:cNvSpPr/>
              <p:nvPr/>
            </p:nvSpPr>
            <p:spPr>
              <a:xfrm>
                <a:off x="6416893" y="7687361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Editable ellipse 508"/>
              <p:cNvSpPr/>
              <p:nvPr/>
            </p:nvSpPr>
            <p:spPr>
              <a:xfrm>
                <a:off x="6765006" y="7687361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Editable ellipse 509"/>
              <p:cNvSpPr/>
              <p:nvPr/>
            </p:nvSpPr>
            <p:spPr>
              <a:xfrm>
                <a:off x="7190476" y="7687361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Editable ellipse 510"/>
              <p:cNvSpPr/>
              <p:nvPr/>
            </p:nvSpPr>
            <p:spPr>
              <a:xfrm>
                <a:off x="6030102" y="8055864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Editable ellipse 511"/>
              <p:cNvSpPr/>
              <p:nvPr/>
            </p:nvSpPr>
            <p:spPr>
              <a:xfrm>
                <a:off x="6416893" y="7960766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Editable ellipse 512"/>
              <p:cNvSpPr/>
              <p:nvPr/>
            </p:nvSpPr>
            <p:spPr>
              <a:xfrm>
                <a:off x="6765006" y="7960766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Editable ellipse 513"/>
              <p:cNvSpPr/>
              <p:nvPr/>
            </p:nvSpPr>
            <p:spPr>
              <a:xfrm>
                <a:off x="7190476" y="8055864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Editable ellipse 514"/>
              <p:cNvSpPr/>
              <p:nvPr/>
            </p:nvSpPr>
            <p:spPr>
              <a:xfrm>
                <a:off x="6416893" y="8257946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Editable ellipse 515"/>
              <p:cNvSpPr/>
              <p:nvPr/>
            </p:nvSpPr>
            <p:spPr>
              <a:xfrm>
                <a:off x="6765006" y="8257946"/>
                <a:ext cx="109728" cy="109728"/>
              </a:xfrm>
              <a:prstGeom prst="ellipse">
                <a:avLst/>
              </a:prstGeom>
              <a:solidFill>
                <a:srgbClr val="E8F8FC"/>
              </a:solidFill>
              <a:ln w="36576" cap="rnd">
                <a:solidFill>
                  <a:srgbClr val="EFC4A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Text: VLM"/>
              <p:cNvSpPr txBox="1"/>
              <p:nvPr/>
            </p:nvSpPr>
            <p:spPr>
              <a:xfrm>
                <a:off x="6080760" y="7548372"/>
                <a:ext cx="1143000" cy="45646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314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08" b="1" i="0">
                    <a:solidFill>
                      <a:srgbClr val="080909"/>
                    </a:solidFill>
                    <a:latin typeface="Liberation Serif"/>
                  </a:rPr>
                  <a:t>VLM</a:t>
                </a:r>
              </a:p>
            </p:txBody>
          </p:sp>
        </p:grpSp>
        <p:sp>
          <p:nvSpPr>
            <p:cNvPr id="496" name="Editable path 518"/>
            <p:cNvSpPr/>
            <p:nvPr/>
          </p:nvSpPr>
          <p:spPr>
            <a:xfrm>
              <a:off x="6647688" y="8421624"/>
              <a:ext cx="0" cy="718718"/>
            </a:xfrm>
            <a:custGeom>
              <a:avLst/>
              <a:gdLst/>
              <a:ahLst/>
              <a:cxnLst/>
              <a:rect l="l" t="t" r="r" b="b"/>
              <a:pathLst>
                <a:path w="0" h="7860">
                  <a:moveTo>
                    <a:pt x="0" y="0"/>
                  </a:moveTo>
                  <a:lnTo>
                    <a:pt x="0" y="7860"/>
                  </a:lnTo>
                </a:path>
              </a:pathLst>
            </a:custGeom>
            <a:noFill/>
            <a:ln w="54864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Editable path 519"/>
            <p:cNvSpPr/>
            <p:nvPr/>
          </p:nvSpPr>
          <p:spPr>
            <a:xfrm>
              <a:off x="6565392" y="9107424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800" h="1800">
                  <a:moveTo>
                    <a:pt x="900" y="1800"/>
                  </a:moveTo>
                  <a:lnTo>
                    <a:pt x="1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8" name="Perception restoration plan"/>
          <p:cNvGrpSpPr/>
          <p:nvPr/>
        </p:nvGrpSpPr>
        <p:grpSpPr>
          <a:xfrm>
            <a:off x="182880" y="9345168"/>
            <a:ext cx="7260336" cy="850392"/>
            <a:chOff x="182880" y="9345168"/>
            <a:chExt cx="7260336" cy="850392"/>
          </a:xfrm>
        </p:grpSpPr>
        <p:sp>
          <p:nvSpPr>
            <p:cNvPr id="499" name="Editable rect 522"/>
            <p:cNvSpPr/>
            <p:nvPr/>
          </p:nvSpPr>
          <p:spPr>
            <a:xfrm>
              <a:off x="182880" y="9345168"/>
              <a:ext cx="7260336" cy="850392"/>
            </a:xfrm>
            <a:prstGeom prst="roundRect">
              <a:avLst>
                <a:gd name="adj" fmla="val 18279"/>
              </a:avLst>
            </a:prstGeom>
            <a:solidFill>
              <a:srgbClr val="E8F8FC"/>
            </a:solidFill>
            <a:ln w="27432" cap="flat">
              <a:solidFill>
                <a:srgbClr val="A4A4A4"/>
              </a:solidFill>
              <a:custDash>
                <a:ds d="266667" sp="133333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00" name="Restoration task clipboard"/>
            <p:cNvGrpSpPr/>
            <p:nvPr/>
          </p:nvGrpSpPr>
          <p:grpSpPr>
            <a:xfrm>
              <a:off x="2478024" y="9500616"/>
              <a:ext cx="349820" cy="322966"/>
              <a:chOff x="2478024" y="9500616"/>
              <a:chExt cx="349820" cy="322966"/>
            </a:xfrm>
          </p:grpSpPr>
          <p:grpSp>
            <p:nvGrpSpPr>
              <p:cNvPr id="501" name="Restoration task clipboard"/>
              <p:cNvGrpSpPr/>
              <p:nvPr/>
            </p:nvGrpSpPr>
            <p:grpSpPr>
              <a:xfrm>
                <a:off x="2608600" y="9500616"/>
                <a:ext cx="219244" cy="269207"/>
                <a:chOff x="2608600" y="9500616"/>
                <a:chExt cx="219244" cy="269207"/>
              </a:xfrm>
            </p:grpSpPr>
            <p:sp>
              <p:nvSpPr>
                <p:cNvPr id="502" name="Editable rect 525"/>
                <p:cNvSpPr/>
                <p:nvPr/>
              </p:nvSpPr>
              <p:spPr>
                <a:xfrm>
                  <a:off x="2608600" y="9500616"/>
                  <a:ext cx="219244" cy="269207"/>
                </a:xfrm>
                <a:prstGeom prst="roundRect">
                  <a:avLst>
                    <a:gd name="adj" fmla="val 8341"/>
                  </a:avLst>
                </a:prstGeom>
                <a:solidFill>
                  <a:srgbClr val="5BC0D9"/>
                </a:solidFill>
                <a:ln w="18288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3" name="Editable rect 526"/>
                <p:cNvSpPr/>
                <p:nvPr/>
              </p:nvSpPr>
              <p:spPr>
                <a:xfrm>
                  <a:off x="2629990" y="9528048"/>
                  <a:ext cx="171117" cy="222792"/>
                </a:xfrm>
                <a:prstGeom prst="rect">
                  <a:avLst/>
                </a:prstGeom>
                <a:solidFill>
                  <a:srgbClr val="FFFFFF"/>
                </a:solidFill>
                <a:ln w="15544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4" name="Editable path 527"/>
                <p:cNvSpPr/>
                <p:nvPr/>
              </p:nvSpPr>
              <p:spPr>
                <a:xfrm>
                  <a:off x="2667396" y="9445752"/>
                  <a:ext cx="104333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1" h="1000">
                      <a:moveTo>
                        <a:pt x="0" y="1000"/>
                      </a:moveTo>
                      <a:lnTo>
                        <a:pt x="0" y="400"/>
                      </a:lnTo>
                      <a:lnTo>
                        <a:pt x="380" y="400"/>
                      </a:lnTo>
                      <a:lnTo>
                        <a:pt x="380" y="0"/>
                      </a:lnTo>
                      <a:lnTo>
                        <a:pt x="761" y="0"/>
                      </a:lnTo>
                      <a:lnTo>
                        <a:pt x="761" y="400"/>
                      </a:lnTo>
                      <a:lnTo>
                        <a:pt x="1141" y="400"/>
                      </a:lnTo>
                      <a:lnTo>
                        <a:pt x="1141" y="1000"/>
                      </a:lnTo>
                      <a:close/>
                    </a:path>
                  </a:pathLst>
                </a:custGeom>
                <a:solidFill>
                  <a:srgbClr val="EC9776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5" name="Editable path 528"/>
                <p:cNvSpPr/>
                <p:nvPr/>
              </p:nvSpPr>
              <p:spPr>
                <a:xfrm>
                  <a:off x="2654046" y="9526494"/>
                  <a:ext cx="37399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600">
                      <a:moveTo>
                        <a:pt x="0" y="300"/>
                      </a:moveTo>
                      <a:lnTo>
                        <a:pt x="176" y="600"/>
                      </a:lnTo>
                      <a:lnTo>
                        <a:pt x="409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6" name="Editable path 529"/>
                <p:cNvSpPr/>
                <p:nvPr/>
              </p:nvSpPr>
              <p:spPr>
                <a:xfrm>
                  <a:off x="2712842" y="9553926"/>
                  <a:ext cx="5888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0">
                      <a:moveTo>
                        <a:pt x="0" y="0"/>
                      </a:moveTo>
                      <a:lnTo>
                        <a:pt x="64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7" name="Editable path 530"/>
                <p:cNvSpPr/>
                <p:nvPr/>
              </p:nvSpPr>
              <p:spPr>
                <a:xfrm>
                  <a:off x="2654046" y="9591507"/>
                  <a:ext cx="37399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600">
                      <a:moveTo>
                        <a:pt x="0" y="300"/>
                      </a:moveTo>
                      <a:lnTo>
                        <a:pt x="176" y="600"/>
                      </a:lnTo>
                      <a:lnTo>
                        <a:pt x="409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8" name="Editable path 531"/>
                <p:cNvSpPr/>
                <p:nvPr/>
              </p:nvSpPr>
              <p:spPr>
                <a:xfrm>
                  <a:off x="2712842" y="9618939"/>
                  <a:ext cx="5888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0">
                      <a:moveTo>
                        <a:pt x="0" y="0"/>
                      </a:moveTo>
                      <a:lnTo>
                        <a:pt x="64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9" name="Editable path 532"/>
                <p:cNvSpPr/>
                <p:nvPr/>
              </p:nvSpPr>
              <p:spPr>
                <a:xfrm>
                  <a:off x="2654046" y="9656430"/>
                  <a:ext cx="37399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600">
                      <a:moveTo>
                        <a:pt x="0" y="300"/>
                      </a:moveTo>
                      <a:lnTo>
                        <a:pt x="176" y="600"/>
                      </a:lnTo>
                      <a:lnTo>
                        <a:pt x="409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0" name="Editable path 533"/>
                <p:cNvSpPr/>
                <p:nvPr/>
              </p:nvSpPr>
              <p:spPr>
                <a:xfrm>
                  <a:off x="2712842" y="9683862"/>
                  <a:ext cx="5888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0">
                      <a:moveTo>
                        <a:pt x="0" y="0"/>
                      </a:moveTo>
                      <a:lnTo>
                        <a:pt x="64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1" name="Editable path 534"/>
                <p:cNvSpPr/>
                <p:nvPr/>
              </p:nvSpPr>
              <p:spPr>
                <a:xfrm>
                  <a:off x="2718145" y="9529145"/>
                  <a:ext cx="151059" cy="180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" h="1976">
                      <a:moveTo>
                        <a:pt x="1375" y="0"/>
                      </a:moveTo>
                      <a:lnTo>
                        <a:pt x="1652" y="216"/>
                      </a:lnTo>
                      <a:lnTo>
                        <a:pt x="277" y="1976"/>
                      </a:lnTo>
                      <a:lnTo>
                        <a:pt x="0" y="1760"/>
                      </a:lnTo>
                      <a:close/>
                    </a:path>
                  </a:pathLst>
                </a:custGeom>
                <a:solidFill>
                  <a:srgbClr val="FFB74C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2" name="Editable path 535"/>
                <p:cNvSpPr/>
                <p:nvPr/>
              </p:nvSpPr>
              <p:spPr>
                <a:xfrm>
                  <a:off x="2828788" y="9529145"/>
                  <a:ext cx="40416" cy="39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" h="427">
                      <a:moveTo>
                        <a:pt x="165" y="0"/>
                      </a:moveTo>
                      <a:lnTo>
                        <a:pt x="442" y="216"/>
                      </a:lnTo>
                      <a:lnTo>
                        <a:pt x="277" y="427"/>
                      </a:lnTo>
                      <a:lnTo>
                        <a:pt x="0" y="211"/>
                      </a:lnTo>
                      <a:close/>
                    </a:path>
                  </a:pathLst>
                </a:custGeom>
                <a:solidFill>
                  <a:srgbClr val="F87869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3" name="Editable path 536"/>
                <p:cNvSpPr/>
                <p:nvPr/>
              </p:nvSpPr>
              <p:spPr>
                <a:xfrm>
                  <a:off x="2705618" y="9690080"/>
                  <a:ext cx="37856" cy="42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" h="460">
                      <a:moveTo>
                        <a:pt x="414" y="216"/>
                      </a:moveTo>
                      <a:lnTo>
                        <a:pt x="137" y="0"/>
                      </a:lnTo>
                      <a:lnTo>
                        <a:pt x="0" y="460"/>
                      </a:lnTo>
                      <a:close/>
                    </a:path>
                  </a:pathLst>
                </a:custGeom>
                <a:solidFill>
                  <a:srgbClr val="FFE3B1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14" name="Restoration task clipboard"/>
              <p:cNvGrpSpPr/>
              <p:nvPr/>
            </p:nvGrpSpPr>
            <p:grpSpPr>
              <a:xfrm>
                <a:off x="2540203" y="9518904"/>
                <a:ext cx="229441" cy="277798"/>
                <a:chOff x="2540203" y="9518904"/>
                <a:chExt cx="229441" cy="277798"/>
              </a:xfrm>
            </p:grpSpPr>
            <p:sp>
              <p:nvSpPr>
                <p:cNvPr id="515" name="Editable rect 539"/>
                <p:cNvSpPr/>
                <p:nvPr/>
              </p:nvSpPr>
              <p:spPr>
                <a:xfrm>
                  <a:off x="2540203" y="9518904"/>
                  <a:ext cx="229441" cy="277798"/>
                </a:xfrm>
                <a:prstGeom prst="roundRect">
                  <a:avLst>
                    <a:gd name="adj" fmla="val 7970"/>
                  </a:avLst>
                </a:prstGeom>
                <a:solidFill>
                  <a:srgbClr val="5BC0D9"/>
                </a:solidFill>
                <a:ln w="18288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6" name="Editable rect 540"/>
                <p:cNvSpPr/>
                <p:nvPr/>
              </p:nvSpPr>
              <p:spPr>
                <a:xfrm>
                  <a:off x="2562588" y="9546336"/>
                  <a:ext cx="179076" cy="229902"/>
                </a:xfrm>
                <a:prstGeom prst="rect">
                  <a:avLst/>
                </a:prstGeom>
                <a:solidFill>
                  <a:srgbClr val="FFFFFF"/>
                </a:solidFill>
                <a:ln w="15544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7" name="Editable path 541"/>
                <p:cNvSpPr/>
                <p:nvPr/>
              </p:nvSpPr>
              <p:spPr>
                <a:xfrm>
                  <a:off x="2601742" y="9464040"/>
                  <a:ext cx="109179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1000">
                      <a:moveTo>
                        <a:pt x="0" y="1000"/>
                      </a:moveTo>
                      <a:lnTo>
                        <a:pt x="0" y="400"/>
                      </a:lnTo>
                      <a:lnTo>
                        <a:pt x="398" y="400"/>
                      </a:lnTo>
                      <a:lnTo>
                        <a:pt x="398" y="0"/>
                      </a:lnTo>
                      <a:lnTo>
                        <a:pt x="796" y="0"/>
                      </a:lnTo>
                      <a:lnTo>
                        <a:pt x="796" y="400"/>
                      </a:lnTo>
                      <a:lnTo>
                        <a:pt x="1194" y="400"/>
                      </a:lnTo>
                      <a:lnTo>
                        <a:pt x="1194" y="1000"/>
                      </a:lnTo>
                      <a:close/>
                    </a:path>
                  </a:pathLst>
                </a:custGeom>
                <a:solidFill>
                  <a:srgbClr val="EC9776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8" name="Editable path 542"/>
                <p:cNvSpPr/>
                <p:nvPr/>
              </p:nvSpPr>
              <p:spPr>
                <a:xfrm>
                  <a:off x="2587752" y="9547890"/>
                  <a:ext cx="39228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600">
                      <a:moveTo>
                        <a:pt x="0" y="300"/>
                      </a:moveTo>
                      <a:lnTo>
                        <a:pt x="184" y="600"/>
                      </a:lnTo>
                      <a:lnTo>
                        <a:pt x="429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9" name="Editable path 543"/>
                <p:cNvSpPr/>
                <p:nvPr/>
              </p:nvSpPr>
              <p:spPr>
                <a:xfrm>
                  <a:off x="2649291" y="9575322"/>
                  <a:ext cx="61631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0">
                      <a:moveTo>
                        <a:pt x="0" y="0"/>
                      </a:moveTo>
                      <a:lnTo>
                        <a:pt x="67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0" name="Editable path 544"/>
                <p:cNvSpPr/>
                <p:nvPr/>
              </p:nvSpPr>
              <p:spPr>
                <a:xfrm>
                  <a:off x="2587752" y="9615007"/>
                  <a:ext cx="39228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600">
                      <a:moveTo>
                        <a:pt x="0" y="300"/>
                      </a:moveTo>
                      <a:lnTo>
                        <a:pt x="184" y="600"/>
                      </a:lnTo>
                      <a:lnTo>
                        <a:pt x="429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1" name="Editable path 545"/>
                <p:cNvSpPr/>
                <p:nvPr/>
              </p:nvSpPr>
              <p:spPr>
                <a:xfrm>
                  <a:off x="2649291" y="9642439"/>
                  <a:ext cx="61631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0">
                      <a:moveTo>
                        <a:pt x="0" y="0"/>
                      </a:moveTo>
                      <a:lnTo>
                        <a:pt x="67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2" name="Editable path 546"/>
                <p:cNvSpPr/>
                <p:nvPr/>
              </p:nvSpPr>
              <p:spPr>
                <a:xfrm>
                  <a:off x="2587752" y="9682033"/>
                  <a:ext cx="39228" cy="54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600">
                      <a:moveTo>
                        <a:pt x="0" y="300"/>
                      </a:moveTo>
                      <a:lnTo>
                        <a:pt x="184" y="600"/>
                      </a:lnTo>
                      <a:lnTo>
                        <a:pt x="429" y="0"/>
                      </a:lnTo>
                    </a:path>
                  </a:pathLst>
                </a:custGeom>
                <a:noFill/>
                <a:ln w="12801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3" name="Editable path 547"/>
                <p:cNvSpPr/>
                <p:nvPr/>
              </p:nvSpPr>
              <p:spPr>
                <a:xfrm>
                  <a:off x="2649291" y="9709465"/>
                  <a:ext cx="61631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0">
                      <a:moveTo>
                        <a:pt x="0" y="0"/>
                      </a:moveTo>
                      <a:lnTo>
                        <a:pt x="674" y="0"/>
                      </a:lnTo>
                    </a:path>
                  </a:pathLst>
                </a:custGeom>
                <a:noFill/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4" name="Editable path 548"/>
                <p:cNvSpPr/>
                <p:nvPr/>
              </p:nvSpPr>
              <p:spPr>
                <a:xfrm>
                  <a:off x="2656698" y="9549811"/>
                  <a:ext cx="156180" cy="186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8" h="2042">
                      <a:moveTo>
                        <a:pt x="1419" y="0"/>
                      </a:moveTo>
                      <a:lnTo>
                        <a:pt x="1708" y="226"/>
                      </a:lnTo>
                      <a:lnTo>
                        <a:pt x="289" y="2042"/>
                      </a:lnTo>
                      <a:lnTo>
                        <a:pt x="0" y="1816"/>
                      </a:lnTo>
                      <a:close/>
                    </a:path>
                  </a:pathLst>
                </a:custGeom>
                <a:solidFill>
                  <a:srgbClr val="FFB74C"/>
                </a:solidFill>
                <a:ln w="13716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5" name="Editable path 549"/>
                <p:cNvSpPr/>
                <p:nvPr/>
              </p:nvSpPr>
              <p:spPr>
                <a:xfrm>
                  <a:off x="2770906" y="9549811"/>
                  <a:ext cx="41971" cy="40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" h="444">
                      <a:moveTo>
                        <a:pt x="170" y="0"/>
                      </a:moveTo>
                      <a:lnTo>
                        <a:pt x="459" y="226"/>
                      </a:lnTo>
                      <a:lnTo>
                        <a:pt x="289" y="444"/>
                      </a:lnTo>
                      <a:lnTo>
                        <a:pt x="0" y="218"/>
                      </a:lnTo>
                      <a:close/>
                    </a:path>
                  </a:pathLst>
                </a:custGeom>
                <a:solidFill>
                  <a:srgbClr val="F87869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6" name="Editable path 550"/>
                <p:cNvSpPr/>
                <p:nvPr/>
              </p:nvSpPr>
              <p:spPr>
                <a:xfrm>
                  <a:off x="2643988" y="9715866"/>
                  <a:ext cx="39136" cy="4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" h="476">
                      <a:moveTo>
                        <a:pt x="428" y="226"/>
                      </a:moveTo>
                      <a:lnTo>
                        <a:pt x="139" y="0"/>
                      </a:lnTo>
                      <a:lnTo>
                        <a:pt x="0" y="476"/>
                      </a:lnTo>
                      <a:close/>
                    </a:path>
                  </a:pathLst>
                </a:custGeom>
                <a:solidFill>
                  <a:srgbClr val="FFE3B1"/>
                </a:solidFill>
                <a:ln w="10972" cap="rnd">
                  <a:solidFill>
                    <a:srgbClr val="080909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27" name="Editable rect 552"/>
              <p:cNvSpPr/>
              <p:nvPr/>
            </p:nvSpPr>
            <p:spPr>
              <a:xfrm>
                <a:off x="2478024" y="9537192"/>
                <a:ext cx="254935" cy="286390"/>
              </a:xfrm>
              <a:prstGeom prst="roundRect">
                <a:avLst>
                  <a:gd name="adj" fmla="val 7173"/>
                </a:avLst>
              </a:prstGeom>
              <a:solidFill>
                <a:srgbClr val="5BC0D9"/>
              </a:solidFill>
              <a:ln w="18288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Editable rect 553"/>
              <p:cNvSpPr/>
              <p:nvPr/>
            </p:nvSpPr>
            <p:spPr>
              <a:xfrm>
                <a:off x="2502896" y="9564624"/>
                <a:ext cx="198973" cy="237012"/>
              </a:xfrm>
              <a:prstGeom prst="rect">
                <a:avLst/>
              </a:prstGeom>
              <a:solidFill>
                <a:srgbClr val="FFFFFF"/>
              </a:solidFill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Editable path 554"/>
              <p:cNvSpPr/>
              <p:nvPr/>
            </p:nvSpPr>
            <p:spPr>
              <a:xfrm>
                <a:off x="2546421" y="9482328"/>
                <a:ext cx="121249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1000">
                    <a:moveTo>
                      <a:pt x="0" y="1000"/>
                    </a:moveTo>
                    <a:lnTo>
                      <a:pt x="0" y="400"/>
                    </a:lnTo>
                    <a:lnTo>
                      <a:pt x="442" y="400"/>
                    </a:lnTo>
                    <a:lnTo>
                      <a:pt x="442" y="0"/>
                    </a:lnTo>
                    <a:lnTo>
                      <a:pt x="884" y="0"/>
                    </a:lnTo>
                    <a:lnTo>
                      <a:pt x="884" y="400"/>
                    </a:lnTo>
                    <a:lnTo>
                      <a:pt x="1326" y="400"/>
                    </a:lnTo>
                    <a:lnTo>
                      <a:pt x="1326" y="1000"/>
                    </a:lnTo>
                    <a:close/>
                  </a:path>
                </a:pathLst>
              </a:custGeom>
              <a:solidFill>
                <a:srgbClr val="EC9776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Editable path 555"/>
              <p:cNvSpPr/>
              <p:nvPr/>
            </p:nvSpPr>
            <p:spPr>
              <a:xfrm>
                <a:off x="2530876" y="9569379"/>
                <a:ext cx="43525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76" h="600">
                    <a:moveTo>
                      <a:pt x="0" y="300"/>
                    </a:moveTo>
                    <a:lnTo>
                      <a:pt x="204" y="600"/>
                    </a:lnTo>
                    <a:lnTo>
                      <a:pt x="476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Editable path 556"/>
              <p:cNvSpPr/>
              <p:nvPr/>
            </p:nvSpPr>
            <p:spPr>
              <a:xfrm>
                <a:off x="2599273" y="9596811"/>
                <a:ext cx="683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0">
                    <a:moveTo>
                      <a:pt x="0" y="0"/>
                    </a:moveTo>
                    <a:lnTo>
                      <a:pt x="748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" name="Editable path 557"/>
              <p:cNvSpPr/>
              <p:nvPr/>
            </p:nvSpPr>
            <p:spPr>
              <a:xfrm>
                <a:off x="2530876" y="9638508"/>
                <a:ext cx="43525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76" h="600">
                    <a:moveTo>
                      <a:pt x="0" y="300"/>
                    </a:moveTo>
                    <a:lnTo>
                      <a:pt x="204" y="600"/>
                    </a:lnTo>
                    <a:lnTo>
                      <a:pt x="476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" name="Editable path 558"/>
              <p:cNvSpPr/>
              <p:nvPr/>
            </p:nvSpPr>
            <p:spPr>
              <a:xfrm>
                <a:off x="2599273" y="9665940"/>
                <a:ext cx="683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0">
                    <a:moveTo>
                      <a:pt x="0" y="0"/>
                    </a:moveTo>
                    <a:lnTo>
                      <a:pt x="748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" name="Editable path 559"/>
              <p:cNvSpPr/>
              <p:nvPr/>
            </p:nvSpPr>
            <p:spPr>
              <a:xfrm>
                <a:off x="2530876" y="9707636"/>
                <a:ext cx="43525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476" h="600">
                    <a:moveTo>
                      <a:pt x="0" y="300"/>
                    </a:moveTo>
                    <a:lnTo>
                      <a:pt x="204" y="600"/>
                    </a:lnTo>
                    <a:lnTo>
                      <a:pt x="476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" name="Editable path 560"/>
              <p:cNvSpPr/>
              <p:nvPr/>
            </p:nvSpPr>
            <p:spPr>
              <a:xfrm>
                <a:off x="2599273" y="9735068"/>
                <a:ext cx="683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0">
                    <a:moveTo>
                      <a:pt x="0" y="0"/>
                    </a:moveTo>
                    <a:lnTo>
                      <a:pt x="748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Editable path 561"/>
              <p:cNvSpPr/>
              <p:nvPr/>
            </p:nvSpPr>
            <p:spPr>
              <a:xfrm>
                <a:off x="2617836" y="9570476"/>
                <a:ext cx="163220" cy="194219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2124">
                    <a:moveTo>
                      <a:pt x="1463" y="0"/>
                    </a:moveTo>
                    <a:lnTo>
                      <a:pt x="1785" y="251"/>
                    </a:lnTo>
                    <a:lnTo>
                      <a:pt x="322" y="2124"/>
                    </a:lnTo>
                    <a:lnTo>
                      <a:pt x="0" y="1872"/>
                    </a:lnTo>
                    <a:close/>
                  </a:path>
                </a:pathLst>
              </a:custGeom>
              <a:solidFill>
                <a:srgbClr val="FFB74C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Editable path 562"/>
              <p:cNvSpPr/>
              <p:nvPr/>
            </p:nvSpPr>
            <p:spPr>
              <a:xfrm>
                <a:off x="2735519" y="9570476"/>
                <a:ext cx="45537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76">
                    <a:moveTo>
                      <a:pt x="176" y="0"/>
                    </a:moveTo>
                    <a:lnTo>
                      <a:pt x="498" y="251"/>
                    </a:lnTo>
                    <a:lnTo>
                      <a:pt x="322" y="476"/>
                    </a:lnTo>
                    <a:lnTo>
                      <a:pt x="0" y="225"/>
                    </a:lnTo>
                    <a:close/>
                  </a:path>
                </a:pathLst>
              </a:custGeom>
              <a:solidFill>
                <a:srgbClr val="F87869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Editable path 563"/>
              <p:cNvSpPr/>
              <p:nvPr/>
            </p:nvSpPr>
            <p:spPr>
              <a:xfrm>
                <a:off x="2605766" y="9741652"/>
                <a:ext cx="41514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500">
                    <a:moveTo>
                      <a:pt x="454" y="252"/>
                    </a:moveTo>
                    <a:lnTo>
                      <a:pt x="132" y="0"/>
                    </a:lnTo>
                    <a:lnTo>
                      <a:pt x="0" y="500"/>
                    </a:lnTo>
                    <a:close/>
                  </a:path>
                </a:pathLst>
              </a:custGeom>
              <a:solidFill>
                <a:srgbClr val="FFE3B1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39" name="Text: Restoration Plan"/>
            <p:cNvSpPr txBox="1"/>
            <p:nvPr/>
          </p:nvSpPr>
          <p:spPr>
            <a:xfrm>
              <a:off x="3026664" y="9381744"/>
              <a:ext cx="3447288" cy="38624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6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76" b="1" i="0">
                  <a:solidFill>
                    <a:srgbClr val="080909"/>
                  </a:solidFill>
                  <a:latin typeface="Liberation Serif"/>
                </a:rPr>
                <a:t>Restoration Plan</a:t>
              </a:r>
            </a:p>
          </p:txBody>
        </p:sp>
        <p:sp>
          <p:nvSpPr>
            <p:cNvPr id="540" name="Text: Super-Resolution"/>
            <p:cNvSpPr txBox="1"/>
            <p:nvPr/>
          </p:nvSpPr>
          <p:spPr>
            <a:xfrm>
              <a:off x="301752" y="9774936"/>
              <a:ext cx="2020824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5E7E3E"/>
                  </a:solidFill>
                  <a:latin typeface="Liberation Serif"/>
                </a:rPr>
                <a:t>Super-Resolution</a:t>
              </a:r>
            </a:p>
          </p:txBody>
        </p:sp>
        <p:sp>
          <p:nvSpPr>
            <p:cNvPr id="541" name="Editable path 567"/>
            <p:cNvSpPr/>
            <p:nvPr/>
          </p:nvSpPr>
          <p:spPr>
            <a:xfrm>
              <a:off x="2368296" y="9976104"/>
              <a:ext cx="576072" cy="0"/>
            </a:xfrm>
            <a:custGeom>
              <a:avLst/>
              <a:gdLst/>
              <a:ahLst/>
              <a:cxnLst/>
              <a:rect l="l" t="t" r="r" b="b"/>
              <a:pathLst>
                <a:path w="6300" h="0">
                  <a:moveTo>
                    <a:pt x="0" y="0"/>
                  </a:moveTo>
                  <a:lnTo>
                    <a:pt x="6300" y="0"/>
                  </a:lnTo>
                </a:path>
              </a:pathLst>
            </a:custGeom>
            <a:noFill/>
            <a:ln w="54864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Editable path 568"/>
            <p:cNvSpPr/>
            <p:nvPr/>
          </p:nvSpPr>
          <p:spPr>
            <a:xfrm>
              <a:off x="2907792" y="988466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000" h="2000">
                  <a:moveTo>
                    <a:pt x="2000" y="1000"/>
                  </a:moveTo>
                  <a:lnTo>
                    <a:pt x="0" y="0"/>
                  </a:lnTo>
                  <a:lnTo>
                    <a:pt x="0" y="200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Text: Denoising"/>
            <p:cNvSpPr txBox="1"/>
            <p:nvPr/>
          </p:nvSpPr>
          <p:spPr>
            <a:xfrm>
              <a:off x="3300984" y="9774936"/>
              <a:ext cx="1216152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5E7E3E"/>
                  </a:solidFill>
                  <a:latin typeface="Liberation Serif"/>
                </a:rPr>
                <a:t>Denoising</a:t>
              </a:r>
            </a:p>
          </p:txBody>
        </p:sp>
        <p:sp>
          <p:nvSpPr>
            <p:cNvPr id="544" name="Editable path 570"/>
            <p:cNvSpPr/>
            <p:nvPr/>
          </p:nvSpPr>
          <p:spPr>
            <a:xfrm>
              <a:off x="4544568" y="9976104"/>
              <a:ext cx="565099" cy="0"/>
            </a:xfrm>
            <a:custGeom>
              <a:avLst/>
              <a:gdLst/>
              <a:ahLst/>
              <a:cxnLst/>
              <a:rect l="l" t="t" r="r" b="b"/>
              <a:pathLst>
                <a:path w="6180" h="0">
                  <a:moveTo>
                    <a:pt x="0" y="0"/>
                  </a:moveTo>
                  <a:lnTo>
                    <a:pt x="6180" y="0"/>
                  </a:lnTo>
                </a:path>
              </a:pathLst>
            </a:custGeom>
            <a:noFill/>
            <a:ln w="54864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Editable path 571"/>
            <p:cNvSpPr/>
            <p:nvPr/>
          </p:nvSpPr>
          <p:spPr>
            <a:xfrm>
              <a:off x="5074920" y="9884664"/>
              <a:ext cx="173736" cy="182880"/>
            </a:xfrm>
            <a:custGeom>
              <a:avLst/>
              <a:gdLst/>
              <a:ahLst/>
              <a:cxnLst/>
              <a:rect l="l" t="t" r="r" b="b"/>
              <a:pathLst>
                <a:path w="1900" h="2000">
                  <a:moveTo>
                    <a:pt x="1900" y="1000"/>
                  </a:moveTo>
                  <a:lnTo>
                    <a:pt x="0" y="0"/>
                  </a:lnTo>
                  <a:lnTo>
                    <a:pt x="0" y="200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Text: Super-Resolution"/>
            <p:cNvSpPr txBox="1"/>
            <p:nvPr/>
          </p:nvSpPr>
          <p:spPr>
            <a:xfrm>
              <a:off x="5413248" y="9774936"/>
              <a:ext cx="1993392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5E7E3E"/>
                  </a:solidFill>
                  <a:latin typeface="Liberation Serif"/>
                </a:rPr>
                <a:t>Super-Resolution</a:t>
              </a:r>
            </a:p>
          </p:txBody>
        </p:sp>
      </p:grpSp>
      <p:sp>
        <p:nvSpPr>
          <p:cNvPr id="547" name="Editable path 574"/>
          <p:cNvSpPr/>
          <p:nvPr/>
        </p:nvSpPr>
        <p:spPr>
          <a:xfrm>
            <a:off x="7452360" y="4928616"/>
            <a:ext cx="945490" cy="4828032"/>
          </a:xfrm>
          <a:custGeom>
            <a:avLst/>
            <a:gdLst/>
            <a:ahLst/>
            <a:cxnLst/>
            <a:rect l="l" t="t" r="r" b="b"/>
            <a:pathLst>
              <a:path w="10340" h="52800">
                <a:moveTo>
                  <a:pt x="0" y="52800"/>
                </a:moveTo>
                <a:lnTo>
                  <a:pt x="5500" y="52800"/>
                </a:lnTo>
                <a:lnTo>
                  <a:pt x="5500" y="0"/>
                </a:lnTo>
                <a:lnTo>
                  <a:pt x="10340" y="0"/>
                </a:lnTo>
              </a:path>
            </a:pathLst>
          </a:custGeom>
          <a:noFill/>
          <a:ln w="31089" cap="rnd">
            <a:solidFill>
              <a:srgbClr val="08090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Editable path 575"/>
          <p:cNvSpPr/>
          <p:nvPr/>
        </p:nvSpPr>
        <p:spPr>
          <a:xfrm>
            <a:off x="8375904" y="4875947"/>
            <a:ext cx="109728" cy="105339"/>
          </a:xfrm>
          <a:custGeom>
            <a:avLst/>
            <a:gdLst/>
            <a:ahLst/>
            <a:cxnLst/>
            <a:rect l="l" t="t" r="r" b="b"/>
            <a:pathLst>
              <a:path w="1200" h="1152">
                <a:moveTo>
                  <a:pt x="1200" y="576"/>
                </a:moveTo>
                <a:lnTo>
                  <a:pt x="0" y="0"/>
                </a:lnTo>
                <a:lnTo>
                  <a:pt x="0" y="1152"/>
                </a:lnTo>
                <a:close/>
              </a:path>
            </a:pathLst>
          </a:custGeom>
          <a:solidFill>
            <a:srgbClr val="0809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49" name="Restoration task agenda"/>
          <p:cNvGrpSpPr/>
          <p:nvPr/>
        </p:nvGrpSpPr>
        <p:grpSpPr>
          <a:xfrm>
            <a:off x="8476488" y="4599432"/>
            <a:ext cx="8750808" cy="667512"/>
            <a:chOff x="8476488" y="4599432"/>
            <a:chExt cx="8750808" cy="667512"/>
          </a:xfrm>
        </p:grpSpPr>
        <p:sp>
          <p:nvSpPr>
            <p:cNvPr id="550" name="Editable rect 577"/>
            <p:cNvSpPr/>
            <p:nvPr/>
          </p:nvSpPr>
          <p:spPr>
            <a:xfrm>
              <a:off x="8476488" y="4599432"/>
              <a:ext cx="8750808" cy="667512"/>
            </a:xfrm>
            <a:prstGeom prst="roundRect">
              <a:avLst>
                <a:gd name="adj" fmla="val 24657"/>
              </a:avLst>
            </a:prstGeom>
            <a:solidFill>
              <a:srgbClr val="EFF9E9"/>
            </a:solidFill>
            <a:ln w="27432" cap="flat">
              <a:solidFill>
                <a:srgbClr val="A4A4A4"/>
              </a:solidFill>
              <a:custDash>
                <a:ds d="266667" sp="133333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51" name="Restoration task clipboard"/>
            <p:cNvGrpSpPr/>
            <p:nvPr/>
          </p:nvGrpSpPr>
          <p:grpSpPr>
            <a:xfrm>
              <a:off x="8741664" y="4745736"/>
              <a:ext cx="352410" cy="445496"/>
              <a:chOff x="8741664" y="4745736"/>
              <a:chExt cx="352410" cy="445496"/>
            </a:xfrm>
          </p:grpSpPr>
          <p:sp>
            <p:nvSpPr>
              <p:cNvPr id="552" name="Editable rect 579"/>
              <p:cNvSpPr/>
              <p:nvPr/>
            </p:nvSpPr>
            <p:spPr>
              <a:xfrm>
                <a:off x="8741664" y="4745736"/>
                <a:ext cx="352410" cy="445496"/>
              </a:xfrm>
              <a:prstGeom prst="roundRect">
                <a:avLst>
                  <a:gd name="adj" fmla="val 5189"/>
                </a:avLst>
              </a:prstGeom>
              <a:solidFill>
                <a:srgbClr val="5BC0D9"/>
              </a:solidFill>
              <a:ln w="18288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Editable rect 580"/>
              <p:cNvSpPr/>
              <p:nvPr/>
            </p:nvSpPr>
            <p:spPr>
              <a:xfrm>
                <a:off x="8776045" y="4773168"/>
                <a:ext cx="275052" cy="368686"/>
              </a:xfrm>
              <a:prstGeom prst="rect">
                <a:avLst/>
              </a:prstGeom>
              <a:solidFill>
                <a:srgbClr val="FFFFFF"/>
              </a:solidFill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Editable path 581"/>
              <p:cNvSpPr/>
              <p:nvPr/>
            </p:nvSpPr>
            <p:spPr>
              <a:xfrm>
                <a:off x="8836213" y="4690872"/>
                <a:ext cx="16761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000">
                    <a:moveTo>
                      <a:pt x="0" y="1000"/>
                    </a:moveTo>
                    <a:lnTo>
                      <a:pt x="0" y="400"/>
                    </a:lnTo>
                    <a:lnTo>
                      <a:pt x="611" y="400"/>
                    </a:lnTo>
                    <a:lnTo>
                      <a:pt x="611" y="0"/>
                    </a:lnTo>
                    <a:lnTo>
                      <a:pt x="1222" y="0"/>
                    </a:lnTo>
                    <a:lnTo>
                      <a:pt x="1222" y="400"/>
                    </a:lnTo>
                    <a:lnTo>
                      <a:pt x="1833" y="400"/>
                    </a:lnTo>
                    <a:lnTo>
                      <a:pt x="1833" y="1000"/>
                    </a:lnTo>
                    <a:close/>
                  </a:path>
                </a:pathLst>
              </a:custGeom>
              <a:solidFill>
                <a:srgbClr val="EC9776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Editable path 582"/>
              <p:cNvSpPr/>
              <p:nvPr/>
            </p:nvSpPr>
            <p:spPr>
              <a:xfrm>
                <a:off x="8814725" y="4836444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Editable path 583"/>
              <p:cNvSpPr/>
              <p:nvPr/>
            </p:nvSpPr>
            <p:spPr>
              <a:xfrm>
                <a:off x="8909274" y="4863876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Editable path 584"/>
              <p:cNvSpPr/>
              <p:nvPr/>
            </p:nvSpPr>
            <p:spPr>
              <a:xfrm>
                <a:off x="8814725" y="4943978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Editable path 585"/>
              <p:cNvSpPr/>
              <p:nvPr/>
            </p:nvSpPr>
            <p:spPr>
              <a:xfrm>
                <a:off x="8909274" y="4971410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Editable path 586"/>
              <p:cNvSpPr/>
              <p:nvPr/>
            </p:nvSpPr>
            <p:spPr>
              <a:xfrm>
                <a:off x="8814725" y="5051511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Editable path 587"/>
              <p:cNvSpPr/>
              <p:nvPr/>
            </p:nvSpPr>
            <p:spPr>
              <a:xfrm>
                <a:off x="8909274" y="5078943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Editable path 588"/>
              <p:cNvSpPr/>
              <p:nvPr/>
            </p:nvSpPr>
            <p:spPr>
              <a:xfrm>
                <a:off x="8911834" y="4822911"/>
                <a:ext cx="248625" cy="298094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3260">
                    <a:moveTo>
                      <a:pt x="2275" y="0"/>
                    </a:moveTo>
                    <a:lnTo>
                      <a:pt x="2719" y="347"/>
                    </a:lnTo>
                    <a:lnTo>
                      <a:pt x="444" y="3260"/>
                    </a:lnTo>
                    <a:lnTo>
                      <a:pt x="0" y="2912"/>
                    </a:lnTo>
                    <a:close/>
                  </a:path>
                </a:pathLst>
              </a:custGeom>
              <a:solidFill>
                <a:srgbClr val="FFB74C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Editable path 589"/>
              <p:cNvSpPr/>
              <p:nvPr/>
            </p:nvSpPr>
            <p:spPr>
              <a:xfrm>
                <a:off x="9094897" y="4822911"/>
                <a:ext cx="65562" cy="63734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97">
                    <a:moveTo>
                      <a:pt x="273" y="0"/>
                    </a:moveTo>
                    <a:lnTo>
                      <a:pt x="717" y="347"/>
                    </a:lnTo>
                    <a:lnTo>
                      <a:pt x="444" y="697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F87869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Editable path 590"/>
              <p:cNvSpPr/>
              <p:nvPr/>
            </p:nvSpPr>
            <p:spPr>
              <a:xfrm>
                <a:off x="8890528" y="5089185"/>
                <a:ext cx="61905" cy="6922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57">
                    <a:moveTo>
                      <a:pt x="677" y="348"/>
                    </a:moveTo>
                    <a:lnTo>
                      <a:pt x="233" y="0"/>
                    </a:lnTo>
                    <a:lnTo>
                      <a:pt x="0" y="757"/>
                    </a:lnTo>
                    <a:close/>
                  </a:path>
                </a:pathLst>
              </a:custGeom>
              <a:solidFill>
                <a:srgbClr val="FFE3B1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64" name="Text: Task 1 / Super-Resolution"/>
            <p:cNvSpPr txBox="1"/>
            <p:nvPr/>
          </p:nvSpPr>
          <p:spPr>
            <a:xfrm>
              <a:off x="9208008" y="4599432"/>
              <a:ext cx="1947672" cy="6217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2A581C"/>
                  </a:solidFill>
                  <a:latin typeface="Liberation Serif"/>
                </a:rPr>
                <a:t>Task 1</a:t>
              </a:r>
            </a:p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2A581C"/>
                  </a:solidFill>
                  <a:latin typeface="Liberation Serif"/>
                </a:rPr>
                <a:t>Super-Resolution</a:t>
              </a:r>
            </a:p>
          </p:txBody>
        </p:sp>
        <p:sp>
          <p:nvSpPr>
            <p:cNvPr id="565" name="Editable path 593"/>
            <p:cNvSpPr/>
            <p:nvPr/>
          </p:nvSpPr>
          <p:spPr>
            <a:xfrm>
              <a:off x="11210544" y="4992624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500" h="0">
                  <a:moveTo>
                    <a:pt x="0" y="0"/>
                  </a:moveTo>
                  <a:lnTo>
                    <a:pt x="4500" y="0"/>
                  </a:lnTo>
                </a:path>
              </a:pathLst>
            </a:custGeom>
            <a:noFill/>
            <a:ln w="54864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6" name="Editable path 594"/>
            <p:cNvSpPr/>
            <p:nvPr/>
          </p:nvSpPr>
          <p:spPr>
            <a:xfrm>
              <a:off x="11585448" y="490118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000" h="2000">
                  <a:moveTo>
                    <a:pt x="2000" y="1000"/>
                  </a:moveTo>
                  <a:lnTo>
                    <a:pt x="0" y="0"/>
                  </a:lnTo>
                  <a:lnTo>
                    <a:pt x="0" y="200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67" name="Restoration task clipboard"/>
            <p:cNvGrpSpPr/>
            <p:nvPr/>
          </p:nvGrpSpPr>
          <p:grpSpPr>
            <a:xfrm>
              <a:off x="12015216" y="4745736"/>
              <a:ext cx="352410" cy="445496"/>
              <a:chOff x="12015216" y="4745736"/>
              <a:chExt cx="352410" cy="445496"/>
            </a:xfrm>
          </p:grpSpPr>
          <p:sp>
            <p:nvSpPr>
              <p:cNvPr id="568" name="Editable rect 596"/>
              <p:cNvSpPr/>
              <p:nvPr/>
            </p:nvSpPr>
            <p:spPr>
              <a:xfrm>
                <a:off x="12015216" y="4745736"/>
                <a:ext cx="352410" cy="445496"/>
              </a:xfrm>
              <a:prstGeom prst="roundRect">
                <a:avLst>
                  <a:gd name="adj" fmla="val 5189"/>
                </a:avLst>
              </a:prstGeom>
              <a:solidFill>
                <a:srgbClr val="5BC0D9"/>
              </a:solidFill>
              <a:ln w="18288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" name="Editable rect 597"/>
              <p:cNvSpPr/>
              <p:nvPr/>
            </p:nvSpPr>
            <p:spPr>
              <a:xfrm>
                <a:off x="12049597" y="4773168"/>
                <a:ext cx="275052" cy="368686"/>
              </a:xfrm>
              <a:prstGeom prst="rect">
                <a:avLst/>
              </a:prstGeom>
              <a:solidFill>
                <a:srgbClr val="FFFFFF"/>
              </a:solidFill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Editable path 598"/>
              <p:cNvSpPr/>
              <p:nvPr/>
            </p:nvSpPr>
            <p:spPr>
              <a:xfrm>
                <a:off x="12109765" y="4690872"/>
                <a:ext cx="16761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000">
                    <a:moveTo>
                      <a:pt x="0" y="1000"/>
                    </a:moveTo>
                    <a:lnTo>
                      <a:pt x="0" y="400"/>
                    </a:lnTo>
                    <a:lnTo>
                      <a:pt x="611" y="400"/>
                    </a:lnTo>
                    <a:lnTo>
                      <a:pt x="611" y="0"/>
                    </a:lnTo>
                    <a:lnTo>
                      <a:pt x="1222" y="0"/>
                    </a:lnTo>
                    <a:lnTo>
                      <a:pt x="1222" y="400"/>
                    </a:lnTo>
                    <a:lnTo>
                      <a:pt x="1833" y="400"/>
                    </a:lnTo>
                    <a:lnTo>
                      <a:pt x="1833" y="1000"/>
                    </a:lnTo>
                    <a:close/>
                  </a:path>
                </a:pathLst>
              </a:custGeom>
              <a:solidFill>
                <a:srgbClr val="EC9776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Editable path 599"/>
              <p:cNvSpPr/>
              <p:nvPr/>
            </p:nvSpPr>
            <p:spPr>
              <a:xfrm>
                <a:off x="12088277" y="4836444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Editable path 600"/>
              <p:cNvSpPr/>
              <p:nvPr/>
            </p:nvSpPr>
            <p:spPr>
              <a:xfrm>
                <a:off x="12182826" y="4863876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Editable path 601"/>
              <p:cNvSpPr/>
              <p:nvPr/>
            </p:nvSpPr>
            <p:spPr>
              <a:xfrm>
                <a:off x="12088277" y="4943978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Editable path 602"/>
              <p:cNvSpPr/>
              <p:nvPr/>
            </p:nvSpPr>
            <p:spPr>
              <a:xfrm>
                <a:off x="12182826" y="4971410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Editable path 603"/>
              <p:cNvSpPr/>
              <p:nvPr/>
            </p:nvSpPr>
            <p:spPr>
              <a:xfrm>
                <a:off x="12088277" y="5051511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Editable path 604"/>
              <p:cNvSpPr/>
              <p:nvPr/>
            </p:nvSpPr>
            <p:spPr>
              <a:xfrm>
                <a:off x="12182826" y="5078943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Editable path 605"/>
              <p:cNvSpPr/>
              <p:nvPr/>
            </p:nvSpPr>
            <p:spPr>
              <a:xfrm>
                <a:off x="12185386" y="4822911"/>
                <a:ext cx="248625" cy="298094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3260">
                    <a:moveTo>
                      <a:pt x="2275" y="0"/>
                    </a:moveTo>
                    <a:lnTo>
                      <a:pt x="2719" y="347"/>
                    </a:lnTo>
                    <a:lnTo>
                      <a:pt x="444" y="3260"/>
                    </a:lnTo>
                    <a:lnTo>
                      <a:pt x="0" y="2912"/>
                    </a:lnTo>
                    <a:close/>
                  </a:path>
                </a:pathLst>
              </a:custGeom>
              <a:solidFill>
                <a:srgbClr val="FFB74C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Editable path 606"/>
              <p:cNvSpPr/>
              <p:nvPr/>
            </p:nvSpPr>
            <p:spPr>
              <a:xfrm>
                <a:off x="12368449" y="4822911"/>
                <a:ext cx="65562" cy="63734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97">
                    <a:moveTo>
                      <a:pt x="273" y="0"/>
                    </a:moveTo>
                    <a:lnTo>
                      <a:pt x="717" y="347"/>
                    </a:lnTo>
                    <a:lnTo>
                      <a:pt x="444" y="697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F87869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Editable path 607"/>
              <p:cNvSpPr/>
              <p:nvPr/>
            </p:nvSpPr>
            <p:spPr>
              <a:xfrm>
                <a:off x="12164080" y="5089185"/>
                <a:ext cx="61905" cy="6922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57">
                    <a:moveTo>
                      <a:pt x="677" y="348"/>
                    </a:moveTo>
                    <a:lnTo>
                      <a:pt x="233" y="0"/>
                    </a:lnTo>
                    <a:lnTo>
                      <a:pt x="0" y="757"/>
                    </a:lnTo>
                    <a:close/>
                  </a:path>
                </a:pathLst>
              </a:custGeom>
              <a:solidFill>
                <a:srgbClr val="FFE3B1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80" name="Text: Task 2 / Denoising"/>
            <p:cNvSpPr txBox="1"/>
            <p:nvPr/>
          </p:nvSpPr>
          <p:spPr>
            <a:xfrm>
              <a:off x="12417552" y="4599432"/>
              <a:ext cx="1362456" cy="6217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2A581C"/>
                  </a:solidFill>
                  <a:latin typeface="Liberation Serif"/>
                </a:rPr>
                <a:t>Task 2</a:t>
              </a:r>
            </a:p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2A581C"/>
                  </a:solidFill>
                  <a:latin typeface="Liberation Serif"/>
                </a:rPr>
                <a:t>Denoising</a:t>
              </a:r>
            </a:p>
          </p:txBody>
        </p:sp>
        <p:sp>
          <p:nvSpPr>
            <p:cNvPr id="581" name="Editable path 610"/>
            <p:cNvSpPr/>
            <p:nvPr/>
          </p:nvSpPr>
          <p:spPr>
            <a:xfrm>
              <a:off x="13770864" y="4992624"/>
              <a:ext cx="429768" cy="0"/>
            </a:xfrm>
            <a:custGeom>
              <a:avLst/>
              <a:gdLst/>
              <a:ahLst/>
              <a:cxnLst/>
              <a:rect l="l" t="t" r="r" b="b"/>
              <a:pathLst>
                <a:path w="4700" h="0">
                  <a:moveTo>
                    <a:pt x="0" y="0"/>
                  </a:moveTo>
                  <a:lnTo>
                    <a:pt x="4700" y="0"/>
                  </a:lnTo>
                </a:path>
              </a:pathLst>
            </a:custGeom>
            <a:noFill/>
            <a:ln w="54864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Editable path 611"/>
            <p:cNvSpPr/>
            <p:nvPr/>
          </p:nvSpPr>
          <p:spPr>
            <a:xfrm>
              <a:off x="14164056" y="490118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000" h="2000">
                  <a:moveTo>
                    <a:pt x="2000" y="1000"/>
                  </a:moveTo>
                  <a:lnTo>
                    <a:pt x="0" y="0"/>
                  </a:lnTo>
                  <a:lnTo>
                    <a:pt x="0" y="200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83" name="Restoration task clipboard"/>
            <p:cNvGrpSpPr/>
            <p:nvPr/>
          </p:nvGrpSpPr>
          <p:grpSpPr>
            <a:xfrm>
              <a:off x="14566392" y="4745736"/>
              <a:ext cx="352410" cy="445496"/>
              <a:chOff x="14566392" y="4745736"/>
              <a:chExt cx="352410" cy="445496"/>
            </a:xfrm>
          </p:grpSpPr>
          <p:sp>
            <p:nvSpPr>
              <p:cNvPr id="584" name="Editable rect 613"/>
              <p:cNvSpPr/>
              <p:nvPr/>
            </p:nvSpPr>
            <p:spPr>
              <a:xfrm>
                <a:off x="14566392" y="4745736"/>
                <a:ext cx="352410" cy="445496"/>
              </a:xfrm>
              <a:prstGeom prst="roundRect">
                <a:avLst>
                  <a:gd name="adj" fmla="val 5189"/>
                </a:avLst>
              </a:prstGeom>
              <a:solidFill>
                <a:srgbClr val="5BC0D9"/>
              </a:solidFill>
              <a:ln w="18288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" name="Editable rect 614"/>
              <p:cNvSpPr/>
              <p:nvPr/>
            </p:nvSpPr>
            <p:spPr>
              <a:xfrm>
                <a:off x="14600773" y="4773168"/>
                <a:ext cx="275052" cy="368686"/>
              </a:xfrm>
              <a:prstGeom prst="rect">
                <a:avLst/>
              </a:prstGeom>
              <a:solidFill>
                <a:srgbClr val="FFFFFF"/>
              </a:solidFill>
              <a:ln w="15544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" name="Editable path 615"/>
              <p:cNvSpPr/>
              <p:nvPr/>
            </p:nvSpPr>
            <p:spPr>
              <a:xfrm>
                <a:off x="14660941" y="4690872"/>
                <a:ext cx="16761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000">
                    <a:moveTo>
                      <a:pt x="0" y="1000"/>
                    </a:moveTo>
                    <a:lnTo>
                      <a:pt x="0" y="400"/>
                    </a:lnTo>
                    <a:lnTo>
                      <a:pt x="611" y="400"/>
                    </a:lnTo>
                    <a:lnTo>
                      <a:pt x="611" y="0"/>
                    </a:lnTo>
                    <a:lnTo>
                      <a:pt x="1222" y="0"/>
                    </a:lnTo>
                    <a:lnTo>
                      <a:pt x="1222" y="400"/>
                    </a:lnTo>
                    <a:lnTo>
                      <a:pt x="1833" y="400"/>
                    </a:lnTo>
                    <a:lnTo>
                      <a:pt x="1833" y="1000"/>
                    </a:lnTo>
                    <a:close/>
                  </a:path>
                </a:pathLst>
              </a:custGeom>
              <a:solidFill>
                <a:srgbClr val="EC9776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Editable path 616"/>
              <p:cNvSpPr/>
              <p:nvPr/>
            </p:nvSpPr>
            <p:spPr>
              <a:xfrm>
                <a:off x="14639453" y="4836444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Editable path 617"/>
              <p:cNvSpPr/>
              <p:nvPr/>
            </p:nvSpPr>
            <p:spPr>
              <a:xfrm>
                <a:off x="14734002" y="4863876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Editable path 618"/>
              <p:cNvSpPr/>
              <p:nvPr/>
            </p:nvSpPr>
            <p:spPr>
              <a:xfrm>
                <a:off x="14639453" y="4943978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Editable path 619"/>
              <p:cNvSpPr/>
              <p:nvPr/>
            </p:nvSpPr>
            <p:spPr>
              <a:xfrm>
                <a:off x="14734002" y="4971410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Editable path 620"/>
              <p:cNvSpPr/>
              <p:nvPr/>
            </p:nvSpPr>
            <p:spPr>
              <a:xfrm>
                <a:off x="14639453" y="5051511"/>
                <a:ext cx="60168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00">
                    <a:moveTo>
                      <a:pt x="0" y="300"/>
                    </a:moveTo>
                    <a:lnTo>
                      <a:pt x="282" y="600"/>
                    </a:lnTo>
                    <a:lnTo>
                      <a:pt x="658" y="0"/>
                    </a:lnTo>
                  </a:path>
                </a:pathLst>
              </a:custGeom>
              <a:noFill/>
              <a:ln w="12801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Editable path 621"/>
              <p:cNvSpPr/>
              <p:nvPr/>
            </p:nvSpPr>
            <p:spPr>
              <a:xfrm>
                <a:off x="14734002" y="5078943"/>
                <a:ext cx="9454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0">
                    <a:moveTo>
                      <a:pt x="0" y="0"/>
                    </a:moveTo>
                    <a:lnTo>
                      <a:pt x="1034" y="0"/>
                    </a:lnTo>
                  </a:path>
                </a:pathLst>
              </a:custGeom>
              <a:noFill/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Editable path 622"/>
              <p:cNvSpPr/>
              <p:nvPr/>
            </p:nvSpPr>
            <p:spPr>
              <a:xfrm>
                <a:off x="14736562" y="4822911"/>
                <a:ext cx="248625" cy="298094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3260">
                    <a:moveTo>
                      <a:pt x="2275" y="0"/>
                    </a:moveTo>
                    <a:lnTo>
                      <a:pt x="2719" y="347"/>
                    </a:lnTo>
                    <a:lnTo>
                      <a:pt x="444" y="3260"/>
                    </a:lnTo>
                    <a:lnTo>
                      <a:pt x="0" y="2912"/>
                    </a:lnTo>
                    <a:close/>
                  </a:path>
                </a:pathLst>
              </a:custGeom>
              <a:solidFill>
                <a:srgbClr val="FFB74C"/>
              </a:solidFill>
              <a:ln w="13716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Editable path 623"/>
              <p:cNvSpPr/>
              <p:nvPr/>
            </p:nvSpPr>
            <p:spPr>
              <a:xfrm>
                <a:off x="14919625" y="4822911"/>
                <a:ext cx="65562" cy="63734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97">
                    <a:moveTo>
                      <a:pt x="273" y="0"/>
                    </a:moveTo>
                    <a:lnTo>
                      <a:pt x="717" y="347"/>
                    </a:lnTo>
                    <a:lnTo>
                      <a:pt x="444" y="697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F87869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Editable path 624"/>
              <p:cNvSpPr/>
              <p:nvPr/>
            </p:nvSpPr>
            <p:spPr>
              <a:xfrm>
                <a:off x="14715256" y="5089185"/>
                <a:ext cx="61905" cy="6922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57">
                    <a:moveTo>
                      <a:pt x="677" y="348"/>
                    </a:moveTo>
                    <a:lnTo>
                      <a:pt x="233" y="0"/>
                    </a:lnTo>
                    <a:lnTo>
                      <a:pt x="0" y="757"/>
                    </a:lnTo>
                    <a:close/>
                  </a:path>
                </a:pathLst>
              </a:custGeom>
              <a:solidFill>
                <a:srgbClr val="FFE3B1"/>
              </a:solidFill>
              <a:ln w="10972" cap="rnd">
                <a:solidFill>
                  <a:srgbClr val="08090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96" name="Text: Task 3 / Super-Resolution"/>
            <p:cNvSpPr txBox="1"/>
            <p:nvPr/>
          </p:nvSpPr>
          <p:spPr>
            <a:xfrm>
              <a:off x="15005304" y="4599432"/>
              <a:ext cx="2148840" cy="6217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2A581C"/>
                  </a:solidFill>
                  <a:latin typeface="Liberation Serif"/>
                </a:rPr>
                <a:t>Task 3</a:t>
              </a:r>
            </a:p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2A581C"/>
                  </a:solidFill>
                  <a:latin typeface="Liberation Serif"/>
                </a:rPr>
                <a:t>Super-Resolution</a:t>
              </a:r>
            </a:p>
          </p:txBody>
        </p:sp>
      </p:grpSp>
      <p:sp>
        <p:nvSpPr>
          <p:cNvPr id="597" name="Editable rect 628"/>
          <p:cNvSpPr/>
          <p:nvPr/>
        </p:nvSpPr>
        <p:spPr>
          <a:xfrm>
            <a:off x="8247888" y="5367528"/>
            <a:ext cx="9144000" cy="4919472"/>
          </a:xfrm>
          <a:prstGeom prst="roundRect">
            <a:avLst>
              <a:gd name="adj" fmla="val 11338"/>
            </a:avLst>
          </a:prstGeom>
          <a:solidFill>
            <a:srgbClr val="F0FA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8" name="Text: Task 1  Super-Resolution"/>
          <p:cNvSpPr txBox="1"/>
          <p:nvPr/>
        </p:nvSpPr>
        <p:spPr>
          <a:xfrm>
            <a:off x="10140696" y="5312664"/>
            <a:ext cx="5632704" cy="3394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38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A581C"/>
                </a:solidFill>
                <a:latin typeface="Liberation Serif"/>
              </a:rPr>
              <a:t>Task 1  Super-Resolution</a:t>
            </a:r>
          </a:p>
        </p:txBody>
      </p:sp>
      <p:sp>
        <p:nvSpPr>
          <p:cNvPr id="599" name="Editable rect 630"/>
          <p:cNvSpPr/>
          <p:nvPr/>
        </p:nvSpPr>
        <p:spPr>
          <a:xfrm>
            <a:off x="8394192" y="5678424"/>
            <a:ext cx="4535424" cy="2194560"/>
          </a:xfrm>
          <a:prstGeom prst="roundRect">
            <a:avLst>
              <a:gd name="adj" fmla="val 13750"/>
            </a:avLst>
          </a:prstGeom>
          <a:noFill/>
          <a:ln w="36576" cap="flat">
            <a:solidFill>
              <a:srgbClr val="C0C0BE"/>
            </a:solidFill>
            <a:custDash>
              <a:ds d="450000" sp="3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0" name="Editable rect 631"/>
          <p:cNvSpPr/>
          <p:nvPr/>
        </p:nvSpPr>
        <p:spPr>
          <a:xfrm>
            <a:off x="8394192" y="8202168"/>
            <a:ext cx="4535424" cy="1911096"/>
          </a:xfrm>
          <a:prstGeom prst="roundRect">
            <a:avLst>
              <a:gd name="adj" fmla="val 13397"/>
            </a:avLst>
          </a:prstGeom>
          <a:noFill/>
          <a:ln w="36576" cap="flat">
            <a:solidFill>
              <a:srgbClr val="C0C0BE"/>
            </a:solidFill>
            <a:custDash>
              <a:ds d="450000" sp="3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1" name="Editable rect 632"/>
          <p:cNvSpPr/>
          <p:nvPr/>
        </p:nvSpPr>
        <p:spPr>
          <a:xfrm>
            <a:off x="13176504" y="5678424"/>
            <a:ext cx="4123944" cy="4434840"/>
          </a:xfrm>
          <a:prstGeom prst="roundRect">
            <a:avLst>
              <a:gd name="adj" fmla="val 9977"/>
            </a:avLst>
          </a:prstGeom>
          <a:noFill/>
          <a:ln w="36576" cap="flat">
            <a:solidFill>
              <a:srgbClr val="C0C0BE"/>
            </a:solidFill>
            <a:custDash>
              <a:ds d="450000" sp="325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602" name="Task 1 execution and Q-MoE"/>
          <p:cNvGrpSpPr/>
          <p:nvPr/>
        </p:nvGrpSpPr>
        <p:grpSpPr>
          <a:xfrm>
            <a:off x="8659368" y="5769864"/>
            <a:ext cx="4142232" cy="2724912"/>
            <a:chOff x="8659368" y="5769864"/>
            <a:chExt cx="4142232" cy="2724912"/>
          </a:xfrm>
        </p:grpSpPr>
        <p:sp>
          <p:nvSpPr>
            <p:cNvPr id="603" name="Editable rect 634"/>
            <p:cNvSpPr/>
            <p:nvPr/>
          </p:nvSpPr>
          <p:spPr>
            <a:xfrm>
              <a:off x="8659368" y="6428232"/>
              <a:ext cx="4123944" cy="2066544"/>
            </a:xfrm>
            <a:prstGeom prst="rect">
              <a:avLst/>
            </a:prstGeom>
            <a:solidFill>
              <a:srgbClr val="E9E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Editable path 635"/>
            <p:cNvSpPr/>
            <p:nvPr/>
          </p:nvSpPr>
          <p:spPr>
            <a:xfrm>
              <a:off x="8668512" y="7872984"/>
              <a:ext cx="3995928" cy="0"/>
            </a:xfrm>
            <a:custGeom>
              <a:avLst/>
              <a:gdLst/>
              <a:ahLst/>
              <a:cxnLst/>
              <a:rect l="l" t="t" r="r" b="b"/>
              <a:pathLst>
                <a:path w="43700" h="0">
                  <a:moveTo>
                    <a:pt x="0" y="0"/>
                  </a:moveTo>
                  <a:lnTo>
                    <a:pt x="43700" y="0"/>
                  </a:lnTo>
                </a:path>
              </a:pathLst>
            </a:custGeom>
            <a:noFill/>
            <a:ln w="36576" cap="flat">
              <a:solidFill>
                <a:srgbClr val="C0C0BE"/>
              </a:solidFill>
              <a:custDash>
                <a:ds d="450000" sp="325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5" name="Editable path 636"/>
            <p:cNvSpPr/>
            <p:nvPr/>
          </p:nvSpPr>
          <p:spPr>
            <a:xfrm>
              <a:off x="8668512" y="8202168"/>
              <a:ext cx="3995928" cy="0"/>
            </a:xfrm>
            <a:custGeom>
              <a:avLst/>
              <a:gdLst/>
              <a:ahLst/>
              <a:cxnLst/>
              <a:rect l="l" t="t" r="r" b="b"/>
              <a:pathLst>
                <a:path w="43700" h="0">
                  <a:moveTo>
                    <a:pt x="0" y="0"/>
                  </a:moveTo>
                  <a:lnTo>
                    <a:pt x="43700" y="0"/>
                  </a:lnTo>
                </a:path>
              </a:pathLst>
            </a:custGeom>
            <a:noFill/>
            <a:ln w="36576" cap="flat">
              <a:solidFill>
                <a:srgbClr val="C0C0BE"/>
              </a:solidFill>
              <a:custDash>
                <a:ds d="450000" sp="325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6" name="Text: Execution"/>
            <p:cNvSpPr txBox="1"/>
            <p:nvPr/>
          </p:nvSpPr>
          <p:spPr>
            <a:xfrm>
              <a:off x="8668512" y="5907024"/>
              <a:ext cx="1764792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1">
                  <a:solidFill>
                    <a:srgbClr val="2B6124"/>
                  </a:solidFill>
                  <a:latin typeface="Liberation Sans"/>
                </a:rPr>
                <a:t>Execution</a:t>
              </a:r>
            </a:p>
          </p:txBody>
        </p:sp>
        <p:pic>
          <p:nvPicPr>
            <p:cNvPr id="607" name="Photo: thumb" descr="thum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13848" y="5769864"/>
              <a:ext cx="777240" cy="585216"/>
            </a:xfrm>
            <a:prstGeom prst="rect">
              <a:avLst/>
            </a:prstGeom>
            <a:effectLst/>
          </p:spPr>
        </p:pic>
        <p:sp>
          <p:nvSpPr>
            <p:cNvPr id="608" name="Editable rect 639"/>
            <p:cNvSpPr/>
            <p:nvPr/>
          </p:nvSpPr>
          <p:spPr>
            <a:xfrm>
              <a:off x="11841480" y="6016752"/>
              <a:ext cx="950976" cy="411480"/>
            </a:xfrm>
            <a:prstGeom prst="rect">
              <a:avLst/>
            </a:prstGeom>
            <a:solidFill>
              <a:srgbClr val="E9E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Text: Q-MoE"/>
            <p:cNvSpPr txBox="1"/>
            <p:nvPr/>
          </p:nvSpPr>
          <p:spPr>
            <a:xfrm>
              <a:off x="11942064" y="6044184"/>
              <a:ext cx="850392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0" i="1">
                  <a:solidFill>
                    <a:srgbClr val="A7155B"/>
                  </a:solidFill>
                  <a:latin typeface="Lato"/>
                </a:rPr>
                <a:t>Q-MoE</a:t>
              </a:r>
            </a:p>
          </p:txBody>
        </p:sp>
        <p:sp>
          <p:nvSpPr>
            <p:cNvPr id="610" name="Editable path 641"/>
            <p:cNvSpPr/>
            <p:nvPr/>
          </p:nvSpPr>
          <p:spPr>
            <a:xfrm>
              <a:off x="9829800" y="6373368"/>
              <a:ext cx="365760" cy="167610"/>
            </a:xfrm>
            <a:custGeom>
              <a:avLst/>
              <a:gdLst/>
              <a:ahLst/>
              <a:cxnLst/>
              <a:rect l="l" t="t" r="r" b="b"/>
              <a:pathLst>
                <a:path w="4000" h="1833">
                  <a:moveTo>
                    <a:pt x="4000" y="0"/>
                  </a:moveTo>
                  <a:lnTo>
                    <a:pt x="0" y="1833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1" name="Editable path 642"/>
            <p:cNvSpPr/>
            <p:nvPr/>
          </p:nvSpPr>
          <p:spPr>
            <a:xfrm>
              <a:off x="9756648" y="6488765"/>
              <a:ext cx="111557" cy="87782"/>
            </a:xfrm>
            <a:custGeom>
              <a:avLst/>
              <a:gdLst/>
              <a:ahLst/>
              <a:cxnLst/>
              <a:rect l="l" t="t" r="r" b="b"/>
              <a:pathLst>
                <a:path w="1220" h="960">
                  <a:moveTo>
                    <a:pt x="0" y="938"/>
                  </a:moveTo>
                  <a:lnTo>
                    <a:pt x="1220" y="960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Editable path 643"/>
            <p:cNvSpPr/>
            <p:nvPr/>
          </p:nvSpPr>
          <p:spPr>
            <a:xfrm>
              <a:off x="10607040" y="6373368"/>
              <a:ext cx="0" cy="148133"/>
            </a:xfrm>
            <a:custGeom>
              <a:avLst/>
              <a:gdLst/>
              <a:ahLst/>
              <a:cxnLst/>
              <a:rect l="l" t="t" r="r" b="b"/>
              <a:pathLst>
                <a:path w="0" h="1620">
                  <a:moveTo>
                    <a:pt x="0" y="0"/>
                  </a:moveTo>
                  <a:lnTo>
                    <a:pt x="0" y="162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Editable path 644"/>
            <p:cNvSpPr/>
            <p:nvPr/>
          </p:nvSpPr>
          <p:spPr>
            <a:xfrm>
              <a:off x="10558760" y="6501384"/>
              <a:ext cx="96561" cy="100584"/>
            </a:xfrm>
            <a:custGeom>
              <a:avLst/>
              <a:gdLst/>
              <a:ahLst/>
              <a:cxnLst/>
              <a:rect l="l" t="t" r="r" b="b"/>
              <a:pathLst>
                <a:path w="1056" h="1100">
                  <a:moveTo>
                    <a:pt x="528" y="1100"/>
                  </a:moveTo>
                  <a:lnTo>
                    <a:pt x="1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Editable path 645"/>
            <p:cNvSpPr/>
            <p:nvPr/>
          </p:nvSpPr>
          <p:spPr>
            <a:xfrm>
              <a:off x="11018520" y="6373368"/>
              <a:ext cx="356890" cy="167061"/>
            </a:xfrm>
            <a:custGeom>
              <a:avLst/>
              <a:gdLst/>
              <a:ahLst/>
              <a:cxnLst/>
              <a:rect l="l" t="t" r="r" b="b"/>
              <a:pathLst>
                <a:path w="3903" h="1827">
                  <a:moveTo>
                    <a:pt x="0" y="0"/>
                  </a:moveTo>
                  <a:lnTo>
                    <a:pt x="3903" y="1827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5" name="Editable path 646"/>
            <p:cNvSpPr/>
            <p:nvPr/>
          </p:nvSpPr>
          <p:spPr>
            <a:xfrm>
              <a:off x="11336731" y="6488125"/>
              <a:ext cx="111557" cy="87508"/>
            </a:xfrm>
            <a:custGeom>
              <a:avLst/>
              <a:gdLst/>
              <a:ahLst/>
              <a:cxnLst/>
              <a:rect l="l" t="t" r="r" b="b"/>
              <a:pathLst>
                <a:path w="1220" h="957">
                  <a:moveTo>
                    <a:pt x="1220" y="945"/>
                  </a:moveTo>
                  <a:lnTo>
                    <a:pt x="448" y="0"/>
                  </a:lnTo>
                  <a:lnTo>
                    <a:pt x="0" y="957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16" name="Tool 1 restoration candidate"/>
            <p:cNvGrpSpPr/>
            <p:nvPr/>
          </p:nvGrpSpPr>
          <p:grpSpPr>
            <a:xfrm>
              <a:off x="8796528" y="6601968"/>
              <a:ext cx="996696" cy="1106424"/>
              <a:chOff x="8796528" y="6601968"/>
              <a:chExt cx="996696" cy="1106424"/>
            </a:xfrm>
          </p:grpSpPr>
          <p:sp>
            <p:nvSpPr>
              <p:cNvPr id="617" name="Editable rect 648"/>
              <p:cNvSpPr/>
              <p:nvPr/>
            </p:nvSpPr>
            <p:spPr>
              <a:xfrm>
                <a:off x="8860536" y="672084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D6D8C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" name="Editable rect 649"/>
              <p:cNvSpPr/>
              <p:nvPr/>
            </p:nvSpPr>
            <p:spPr>
              <a:xfrm>
                <a:off x="8833104" y="6693408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C1C3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" name="Editable rect 650"/>
              <p:cNvSpPr/>
              <p:nvPr/>
            </p:nvSpPr>
            <p:spPr>
              <a:xfrm>
                <a:off x="8814816" y="667512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B6B8B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" name="Editable rect 651"/>
              <p:cNvSpPr/>
              <p:nvPr/>
            </p:nvSpPr>
            <p:spPr>
              <a:xfrm>
                <a:off x="8796528" y="6656832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F5F5F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Text: Tool 1"/>
              <p:cNvSpPr txBox="1"/>
              <p:nvPr/>
            </p:nvSpPr>
            <p:spPr>
              <a:xfrm>
                <a:off x="8814816" y="6601968"/>
                <a:ext cx="896112" cy="37453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25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0" i="0">
                    <a:solidFill>
                      <a:srgbClr val="080909"/>
                    </a:solidFill>
                    <a:latin typeface="Liberation Serif"/>
                  </a:rPr>
                  <a:t>Tool 1</a:t>
                </a:r>
              </a:p>
            </p:txBody>
          </p:sp>
          <p:pic>
            <p:nvPicPr>
              <p:cNvPr id="622" name="Photo: thumb" descr="thumb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78824" y="6967728"/>
                <a:ext cx="777240" cy="585216"/>
              </a:xfrm>
              <a:prstGeom prst="rect">
                <a:avLst/>
              </a:prstGeom>
              <a:effectLst/>
            </p:spPr>
          </p:pic>
        </p:grpSp>
        <p:grpSp>
          <p:nvGrpSpPr>
            <p:cNvPr id="623" name="Tool 2 restoration candidate"/>
            <p:cNvGrpSpPr/>
            <p:nvPr/>
          </p:nvGrpSpPr>
          <p:grpSpPr>
            <a:xfrm>
              <a:off x="10131552" y="6601968"/>
              <a:ext cx="996696" cy="1106424"/>
              <a:chOff x="10131552" y="6601968"/>
              <a:chExt cx="996696" cy="1106424"/>
            </a:xfrm>
          </p:grpSpPr>
          <p:sp>
            <p:nvSpPr>
              <p:cNvPr id="624" name="Editable rect 656"/>
              <p:cNvSpPr/>
              <p:nvPr/>
            </p:nvSpPr>
            <p:spPr>
              <a:xfrm>
                <a:off x="10195560" y="672084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D6D8C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Editable rect 657"/>
              <p:cNvSpPr/>
              <p:nvPr/>
            </p:nvSpPr>
            <p:spPr>
              <a:xfrm>
                <a:off x="10168128" y="6693408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C1C3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Editable rect 658"/>
              <p:cNvSpPr/>
              <p:nvPr/>
            </p:nvSpPr>
            <p:spPr>
              <a:xfrm>
                <a:off x="10149840" y="667512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B6B8B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Editable rect 659"/>
              <p:cNvSpPr/>
              <p:nvPr/>
            </p:nvSpPr>
            <p:spPr>
              <a:xfrm>
                <a:off x="10131552" y="6656832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F5F5F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Text: Tool 2"/>
              <p:cNvSpPr txBox="1"/>
              <p:nvPr/>
            </p:nvSpPr>
            <p:spPr>
              <a:xfrm>
                <a:off x="10149840" y="6601968"/>
                <a:ext cx="896112" cy="37453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25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0" i="0">
                    <a:solidFill>
                      <a:srgbClr val="080909"/>
                    </a:solidFill>
                    <a:latin typeface="Liberation Serif"/>
                  </a:rPr>
                  <a:t>Tool 2</a:t>
                </a:r>
              </a:p>
            </p:txBody>
          </p:sp>
          <p:pic>
            <p:nvPicPr>
              <p:cNvPr id="629" name="Photo: thumb" descr="thumb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13848" y="6967728"/>
                <a:ext cx="777240" cy="585216"/>
              </a:xfrm>
              <a:prstGeom prst="rect">
                <a:avLst/>
              </a:prstGeom>
              <a:effectLst/>
            </p:spPr>
          </p:pic>
        </p:grpSp>
        <p:grpSp>
          <p:nvGrpSpPr>
            <p:cNvPr id="630" name="Tool N restoration candidate"/>
            <p:cNvGrpSpPr/>
            <p:nvPr/>
          </p:nvGrpSpPr>
          <p:grpSpPr>
            <a:xfrm>
              <a:off x="11475720" y="6601968"/>
              <a:ext cx="996696" cy="1106424"/>
              <a:chOff x="11475720" y="6601968"/>
              <a:chExt cx="996696" cy="1106424"/>
            </a:xfrm>
          </p:grpSpPr>
          <p:sp>
            <p:nvSpPr>
              <p:cNvPr id="631" name="Editable rect 664"/>
              <p:cNvSpPr/>
              <p:nvPr/>
            </p:nvSpPr>
            <p:spPr>
              <a:xfrm>
                <a:off x="11539728" y="672084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D6D8C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Editable rect 665"/>
              <p:cNvSpPr/>
              <p:nvPr/>
            </p:nvSpPr>
            <p:spPr>
              <a:xfrm>
                <a:off x="11512296" y="6693408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C1C3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Editable rect 666"/>
              <p:cNvSpPr/>
              <p:nvPr/>
            </p:nvSpPr>
            <p:spPr>
              <a:xfrm>
                <a:off x="11494008" y="667512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B6B8B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Editable rect 667"/>
              <p:cNvSpPr/>
              <p:nvPr/>
            </p:nvSpPr>
            <p:spPr>
              <a:xfrm>
                <a:off x="11475720" y="6656832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F5F5F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Text: Tool N"/>
              <p:cNvSpPr txBox="1"/>
              <p:nvPr/>
            </p:nvSpPr>
            <p:spPr>
              <a:xfrm>
                <a:off x="11494008" y="6601968"/>
                <a:ext cx="896112" cy="37453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25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0" i="0">
                    <a:solidFill>
                      <a:srgbClr val="080909"/>
                    </a:solidFill>
                    <a:latin typeface="Liberation Serif"/>
                  </a:rPr>
                  <a:t>Tool N</a:t>
                </a:r>
              </a:p>
            </p:txBody>
          </p:sp>
          <p:pic>
            <p:nvPicPr>
              <p:cNvPr id="636" name="Photo: thumb" descr="thumb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58016" y="6967728"/>
                <a:ext cx="777240" cy="585216"/>
              </a:xfrm>
              <a:prstGeom prst="rect">
                <a:avLst/>
              </a:prstGeom>
              <a:effectLst/>
            </p:spPr>
          </p:pic>
        </p:grpSp>
        <p:sp>
          <p:nvSpPr>
            <p:cNvPr id="637" name="Text: …"/>
            <p:cNvSpPr txBox="1"/>
            <p:nvPr/>
          </p:nvSpPr>
          <p:spPr>
            <a:xfrm>
              <a:off x="11137392" y="6967728"/>
              <a:ext cx="384048" cy="4447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30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36" b="0" i="0">
                  <a:solidFill>
                    <a:srgbClr val="080909"/>
                  </a:solidFill>
                  <a:latin typeface="Liberation Serif"/>
                </a:rPr>
                <a:t>…</a:t>
              </a:r>
            </a:p>
          </p:txBody>
        </p:sp>
        <p:sp>
          <p:nvSpPr>
            <p:cNvPr id="638" name="Editable path 672"/>
            <p:cNvSpPr/>
            <p:nvPr/>
          </p:nvSpPr>
          <p:spPr>
            <a:xfrm>
              <a:off x="9262872" y="7644384"/>
              <a:ext cx="2670048" cy="137160"/>
            </a:xfrm>
            <a:custGeom>
              <a:avLst/>
              <a:gdLst/>
              <a:ahLst/>
              <a:cxnLst/>
              <a:rect l="l" t="t" r="r" b="b"/>
              <a:pathLst>
                <a:path w="29200" h="1500">
                  <a:moveTo>
                    <a:pt x="0" y="0"/>
                  </a:moveTo>
                  <a:lnTo>
                    <a:pt x="0" y="1500"/>
                  </a:lnTo>
                  <a:lnTo>
                    <a:pt x="29200" y="1500"/>
                  </a:lnTo>
                  <a:lnTo>
                    <a:pt x="2920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Editable path 673"/>
            <p:cNvSpPr/>
            <p:nvPr/>
          </p:nvSpPr>
          <p:spPr>
            <a:xfrm>
              <a:off x="10597896" y="7653528"/>
              <a:ext cx="0" cy="698602"/>
            </a:xfrm>
            <a:custGeom>
              <a:avLst/>
              <a:gdLst/>
              <a:ahLst/>
              <a:cxnLst/>
              <a:rect l="l" t="t" r="r" b="b"/>
              <a:pathLst>
                <a:path w="0" h="7640">
                  <a:moveTo>
                    <a:pt x="0" y="0"/>
                  </a:moveTo>
                  <a:lnTo>
                    <a:pt x="0" y="7640"/>
                  </a:lnTo>
                </a:path>
              </a:pathLst>
            </a:custGeom>
            <a:noFill/>
            <a:ln w="29260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0" name="Editable path 674"/>
            <p:cNvSpPr/>
            <p:nvPr/>
          </p:nvSpPr>
          <p:spPr>
            <a:xfrm>
              <a:off x="10545227" y="8330184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41" name="Image description icon"/>
            <p:cNvGrpSpPr/>
            <p:nvPr/>
          </p:nvGrpSpPr>
          <p:grpSpPr>
            <a:xfrm>
              <a:off x="11301984" y="7927848"/>
              <a:ext cx="218724" cy="232989"/>
              <a:chOff x="11301984" y="7927848"/>
              <a:chExt cx="218724" cy="232989"/>
            </a:xfrm>
          </p:grpSpPr>
          <p:sp>
            <p:nvSpPr>
              <p:cNvPr id="642" name="Editable ellipse 676"/>
              <p:cNvSpPr/>
              <p:nvPr/>
            </p:nvSpPr>
            <p:spPr>
              <a:xfrm>
                <a:off x="11301984" y="7927848"/>
                <a:ext cx="161666" cy="161666"/>
              </a:xfrm>
              <a:prstGeom prst="ellipse">
                <a:avLst/>
              </a:prstGeom>
              <a:solidFill>
                <a:srgbClr val="FFFFFF"/>
              </a:solidFill>
              <a:ln w="11887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Editable ellipse 677"/>
              <p:cNvSpPr/>
              <p:nvPr/>
            </p:nvSpPr>
            <p:spPr>
              <a:xfrm>
                <a:off x="11329416" y="7955280"/>
                <a:ext cx="114117" cy="114117"/>
              </a:xfrm>
              <a:prstGeom prst="ellipse">
                <a:avLst/>
              </a:prstGeom>
              <a:noFill/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Editable path 678"/>
              <p:cNvSpPr/>
              <p:nvPr/>
            </p:nvSpPr>
            <p:spPr>
              <a:xfrm>
                <a:off x="11423233" y="8060985"/>
                <a:ext cx="97475" cy="99852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1092">
                    <a:moveTo>
                      <a:pt x="156" y="0"/>
                    </a:moveTo>
                    <a:lnTo>
                      <a:pt x="1066" y="910"/>
                    </a:lnTo>
                    <a:lnTo>
                      <a:pt x="910" y="1092"/>
                    </a:lnTo>
                    <a:lnTo>
                      <a:pt x="0" y="156"/>
                    </a:lnTo>
                    <a:close/>
                  </a:path>
                </a:pathLst>
              </a:custGeom>
              <a:solidFill>
                <a:srgbClr val="FFFFFF"/>
              </a:solidFill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Editable path 679"/>
              <p:cNvSpPr/>
              <p:nvPr/>
            </p:nvSpPr>
            <p:spPr>
              <a:xfrm>
                <a:off x="11349533" y="7968264"/>
                <a:ext cx="71323" cy="73701"/>
              </a:xfrm>
              <a:custGeom>
                <a:avLst/>
                <a:gdLst/>
                <a:ahLst/>
                <a:cxnLst/>
                <a:rect l="l" t="t" r="r" b="b"/>
                <a:pathLst>
                  <a:path w="780" h="806">
                    <a:moveTo>
                      <a:pt x="0" y="806"/>
                    </a:moveTo>
                    <a:lnTo>
                      <a:pt x="416" y="0"/>
                    </a:lnTo>
                    <a:lnTo>
                      <a:pt x="780" y="806"/>
                    </a:lnTo>
                    <a:close/>
                  </a:path>
                </a:pathLst>
              </a:custGeom>
              <a:noFill/>
              <a:ln w="9144" cap="rnd">
                <a:solidFill>
                  <a:srgbClr val="43575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Text: !"/>
              <p:cNvSpPr txBox="1"/>
              <p:nvPr/>
            </p:nvSpPr>
            <p:spPr>
              <a:xfrm>
                <a:off x="11370930" y="7947965"/>
                <a:ext cx="38039" cy="821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56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505" b="0" i="0">
                    <a:solidFill>
                      <a:srgbClr val="43575A"/>
                    </a:solidFill>
                    <a:latin typeface="Liberation Serif"/>
                  </a:rPr>
                  <a:t>!</a:t>
                </a:r>
              </a:p>
            </p:txBody>
          </p:sp>
        </p:grpSp>
        <p:sp>
          <p:nvSpPr>
            <p:cNvPr id="647" name="Text: Description"/>
            <p:cNvSpPr txBox="1"/>
            <p:nvPr/>
          </p:nvSpPr>
          <p:spPr>
            <a:xfrm>
              <a:off x="11548872" y="7818120"/>
              <a:ext cx="1252728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080909"/>
                  </a:solidFill>
                  <a:latin typeface="Liberation Serif"/>
                </a:rPr>
                <a:t>Description</a:t>
              </a:r>
            </a:p>
          </p:txBody>
        </p:sp>
        <p:sp>
          <p:nvSpPr>
            <p:cNvPr id="648" name="Editable path 683"/>
            <p:cNvSpPr/>
            <p:nvPr/>
          </p:nvSpPr>
          <p:spPr>
            <a:xfrm>
              <a:off x="12124944" y="8147304"/>
              <a:ext cx="0" cy="204826"/>
            </a:xfrm>
            <a:custGeom>
              <a:avLst/>
              <a:gdLst/>
              <a:ahLst/>
              <a:cxnLst/>
              <a:rect l="l" t="t" r="r" b="b"/>
              <a:pathLst>
                <a:path w="0" h="2240">
                  <a:moveTo>
                    <a:pt x="0" y="0"/>
                  </a:moveTo>
                  <a:lnTo>
                    <a:pt x="0" y="224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Editable path 684"/>
            <p:cNvSpPr/>
            <p:nvPr/>
          </p:nvSpPr>
          <p:spPr>
            <a:xfrm>
              <a:off x="12072275" y="8330184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Task 1 reflection and score selection"/>
          <p:cNvGrpSpPr/>
          <p:nvPr/>
        </p:nvGrpSpPr>
        <p:grpSpPr>
          <a:xfrm>
            <a:off x="8567928" y="8202168"/>
            <a:ext cx="4215384" cy="1922800"/>
            <a:chOff x="8567928" y="8202168"/>
            <a:chExt cx="4215384" cy="1922800"/>
          </a:xfrm>
        </p:grpSpPr>
        <p:sp>
          <p:nvSpPr>
            <p:cNvPr id="651" name="Text: Reflection"/>
            <p:cNvSpPr txBox="1"/>
            <p:nvPr/>
          </p:nvSpPr>
          <p:spPr>
            <a:xfrm>
              <a:off x="8677656" y="8449056"/>
              <a:ext cx="1627632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1">
                  <a:solidFill>
                    <a:srgbClr val="2B6124"/>
                  </a:solidFill>
                  <a:latin typeface="Liberation Sans"/>
                </a:rPr>
                <a:t>Reflection</a:t>
              </a:r>
            </a:p>
          </p:txBody>
        </p:sp>
        <p:sp>
          <p:nvSpPr>
            <p:cNvPr id="652" name="Editable rect 688"/>
            <p:cNvSpPr/>
            <p:nvPr/>
          </p:nvSpPr>
          <p:spPr>
            <a:xfrm>
              <a:off x="10204704" y="8311896"/>
              <a:ext cx="2578608" cy="612648"/>
            </a:xfrm>
            <a:prstGeom prst="rect">
              <a:avLst/>
            </a:prstGeom>
            <a:solidFill>
              <a:srgbClr val="E9E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Editable path 689"/>
            <p:cNvSpPr/>
            <p:nvPr/>
          </p:nvSpPr>
          <p:spPr>
            <a:xfrm>
              <a:off x="10597896" y="8202168"/>
              <a:ext cx="0" cy="149962"/>
            </a:xfrm>
            <a:custGeom>
              <a:avLst/>
              <a:gdLst/>
              <a:ahLst/>
              <a:cxnLst/>
              <a:rect l="l" t="t" r="r" b="b"/>
              <a:pathLst>
                <a:path w="0" h="1640">
                  <a:moveTo>
                    <a:pt x="0" y="0"/>
                  </a:moveTo>
                  <a:lnTo>
                    <a:pt x="0" y="1640"/>
                  </a:lnTo>
                </a:path>
              </a:pathLst>
            </a:custGeom>
            <a:noFill/>
            <a:ln w="29260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Editable path 690"/>
            <p:cNvSpPr/>
            <p:nvPr/>
          </p:nvSpPr>
          <p:spPr>
            <a:xfrm>
              <a:off x="10545227" y="8330184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5" name="Editable path 691"/>
            <p:cNvSpPr/>
            <p:nvPr/>
          </p:nvSpPr>
          <p:spPr>
            <a:xfrm>
              <a:off x="12124944" y="8202168"/>
              <a:ext cx="0" cy="149962"/>
            </a:xfrm>
            <a:custGeom>
              <a:avLst/>
              <a:gdLst/>
              <a:ahLst/>
              <a:cxnLst/>
              <a:rect l="l" t="t" r="r" b="b"/>
              <a:pathLst>
                <a:path w="0" h="1640">
                  <a:moveTo>
                    <a:pt x="0" y="0"/>
                  </a:moveTo>
                  <a:lnTo>
                    <a:pt x="0" y="164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6" name="Editable path 692"/>
            <p:cNvSpPr/>
            <p:nvPr/>
          </p:nvSpPr>
          <p:spPr>
            <a:xfrm>
              <a:off x="12072275" y="8330184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Editable rect 693"/>
            <p:cNvSpPr/>
            <p:nvPr/>
          </p:nvSpPr>
          <p:spPr>
            <a:xfrm>
              <a:off x="10287000" y="8476488"/>
              <a:ext cx="2276856" cy="310896"/>
            </a:xfrm>
            <a:prstGeom prst="roundRect">
              <a:avLst>
                <a:gd name="adj" fmla="val 17647"/>
              </a:avLst>
            </a:prstGeom>
            <a:solidFill>
              <a:srgbClr val="E9ECD7"/>
            </a:solidFill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Text: Score-base Select"/>
            <p:cNvSpPr txBox="1"/>
            <p:nvPr/>
          </p:nvSpPr>
          <p:spPr>
            <a:xfrm>
              <a:off x="10341864" y="8449056"/>
              <a:ext cx="2176272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1">
                  <a:solidFill>
                    <a:srgbClr val="080909"/>
                  </a:solidFill>
                  <a:latin typeface="Liberation Serif"/>
                </a:rPr>
                <a:t>Score-base Select</a:t>
              </a:r>
            </a:p>
          </p:txBody>
        </p:sp>
        <p:sp>
          <p:nvSpPr>
            <p:cNvPr id="659" name="Editable path 695"/>
            <p:cNvSpPr/>
            <p:nvPr/>
          </p:nvSpPr>
          <p:spPr>
            <a:xfrm>
              <a:off x="11887200" y="8796528"/>
              <a:ext cx="0" cy="396850"/>
            </a:xfrm>
            <a:custGeom>
              <a:avLst/>
              <a:gdLst/>
              <a:ahLst/>
              <a:cxnLst/>
              <a:rect l="l" t="t" r="r" b="b"/>
              <a:pathLst>
                <a:path w="0" h="4340">
                  <a:moveTo>
                    <a:pt x="0" y="0"/>
                  </a:moveTo>
                  <a:lnTo>
                    <a:pt x="0" y="434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0" name="Editable path 696"/>
            <p:cNvSpPr/>
            <p:nvPr/>
          </p:nvSpPr>
          <p:spPr>
            <a:xfrm>
              <a:off x="11834531" y="9171432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61" name="Photo: thumb" descr="thum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48872" y="9308592"/>
              <a:ext cx="777240" cy="585216"/>
            </a:xfrm>
            <a:prstGeom prst="rect">
              <a:avLst/>
            </a:prstGeom>
            <a:effectLst/>
          </p:spPr>
        </p:pic>
        <p:sp>
          <p:nvSpPr>
            <p:cNvPr id="662" name="Text: Tool 4"/>
            <p:cNvSpPr txBox="1"/>
            <p:nvPr/>
          </p:nvSpPr>
          <p:spPr>
            <a:xfrm>
              <a:off x="11567160" y="9820656"/>
              <a:ext cx="859536" cy="3043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080909"/>
                  </a:solidFill>
                  <a:latin typeface="Liberation Serif"/>
                </a:rPr>
                <a:t>Tool 4</a:t>
              </a:r>
            </a:p>
          </p:txBody>
        </p:sp>
        <p:sp>
          <p:nvSpPr>
            <p:cNvPr id="663" name="Text: (0.927,"/>
            <p:cNvSpPr txBox="1"/>
            <p:nvPr/>
          </p:nvSpPr>
          <p:spPr>
            <a:xfrm>
              <a:off x="10643616" y="9509760"/>
              <a:ext cx="896112" cy="3745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0" i="0">
                  <a:solidFill>
                    <a:srgbClr val="080909"/>
                  </a:solidFill>
                  <a:latin typeface="Liberation Serif"/>
                </a:rPr>
                <a:t>(0.927,</a:t>
              </a:r>
            </a:p>
          </p:txBody>
        </p:sp>
        <p:sp>
          <p:nvSpPr>
            <p:cNvPr id="664" name="Text: )"/>
            <p:cNvSpPr txBox="1"/>
            <p:nvPr/>
          </p:nvSpPr>
          <p:spPr>
            <a:xfrm>
              <a:off x="12326112" y="9509760"/>
              <a:ext cx="201168" cy="3745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0" i="0">
                  <a:solidFill>
                    <a:srgbClr val="080909"/>
                  </a:solidFill>
                  <a:latin typeface="Liberation Serif"/>
                </a:rPr>
                <a:t>)</a:t>
              </a:r>
            </a:p>
          </p:txBody>
        </p:sp>
        <p:sp>
          <p:nvSpPr>
            <p:cNvPr id="665" name="Editable ellipse 701"/>
            <p:cNvSpPr/>
            <p:nvPr/>
          </p:nvSpPr>
          <p:spPr>
            <a:xfrm>
              <a:off x="10296144" y="9317736"/>
              <a:ext cx="292608" cy="292608"/>
            </a:xfrm>
            <a:prstGeom prst="ellipse">
              <a:avLst/>
            </a:prstGeom>
            <a:solidFill>
              <a:srgbClr val="FFDF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6" name="Editable path 702"/>
            <p:cNvSpPr/>
            <p:nvPr/>
          </p:nvSpPr>
          <p:spPr>
            <a:xfrm>
              <a:off x="10360152" y="942746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00" h="400">
                  <a:moveTo>
                    <a:pt x="0" y="400"/>
                  </a:moveTo>
                  <a:lnTo>
                    <a:pt x="200" y="0"/>
                  </a:lnTo>
                  <a:lnTo>
                    <a:pt x="600" y="0"/>
                  </a:lnTo>
                  <a:lnTo>
                    <a:pt x="800" y="400"/>
                  </a:lnTo>
                </a:path>
              </a:pathLst>
            </a:custGeom>
            <a:noFill/>
            <a:ln w="15544" cap="rnd">
              <a:solidFill>
                <a:srgbClr val="A4894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Editable path 703"/>
            <p:cNvSpPr/>
            <p:nvPr/>
          </p:nvSpPr>
          <p:spPr>
            <a:xfrm>
              <a:off x="10469880" y="942746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00" h="400">
                  <a:moveTo>
                    <a:pt x="0" y="400"/>
                  </a:moveTo>
                  <a:lnTo>
                    <a:pt x="200" y="0"/>
                  </a:lnTo>
                  <a:lnTo>
                    <a:pt x="600" y="0"/>
                  </a:lnTo>
                  <a:lnTo>
                    <a:pt x="800" y="400"/>
                  </a:lnTo>
                </a:path>
              </a:pathLst>
            </a:custGeom>
            <a:noFill/>
            <a:ln w="15544" cap="rnd">
              <a:solidFill>
                <a:srgbClr val="A4894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Editable path 704"/>
            <p:cNvSpPr/>
            <p:nvPr/>
          </p:nvSpPr>
          <p:spPr>
            <a:xfrm>
              <a:off x="10369296" y="9500616"/>
              <a:ext cx="155448" cy="36576"/>
            </a:xfrm>
            <a:custGeom>
              <a:avLst/>
              <a:gdLst/>
              <a:ahLst/>
              <a:cxnLst/>
              <a:rect l="l" t="t" r="r" b="b"/>
              <a:pathLst>
                <a:path w="1700" h="400">
                  <a:moveTo>
                    <a:pt x="0" y="100"/>
                  </a:moveTo>
                  <a:lnTo>
                    <a:pt x="400" y="400"/>
                  </a:lnTo>
                  <a:lnTo>
                    <a:pt x="1300" y="400"/>
                  </a:lnTo>
                  <a:lnTo>
                    <a:pt x="1700" y="0"/>
                  </a:lnTo>
                </a:path>
              </a:pathLst>
            </a:custGeom>
            <a:noFill/>
            <a:ln w="16459" cap="rnd">
              <a:solidFill>
                <a:srgbClr val="A4894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Editable path 705"/>
            <p:cNvSpPr/>
            <p:nvPr/>
          </p:nvSpPr>
          <p:spPr>
            <a:xfrm>
              <a:off x="10010851" y="9171432"/>
              <a:ext cx="587045" cy="576072"/>
            </a:xfrm>
            <a:custGeom>
              <a:avLst/>
              <a:gdLst/>
              <a:ahLst/>
              <a:cxnLst/>
              <a:rect l="l" t="t" r="r" b="b"/>
              <a:pathLst>
                <a:path w="6420" h="6300">
                  <a:moveTo>
                    <a:pt x="6420" y="6300"/>
                  </a:moveTo>
                  <a:lnTo>
                    <a:pt x="1920" y="6300"/>
                  </a:lnTo>
                  <a:lnTo>
                    <a:pt x="1920" y="0"/>
                  </a:lnTo>
                  <a:lnTo>
                    <a:pt x="0" y="0"/>
                  </a:lnTo>
                </a:path>
              </a:pathLst>
            </a:custGeom>
            <a:noFill/>
            <a:ln w="25603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0" name="Editable path 706"/>
            <p:cNvSpPr/>
            <p:nvPr/>
          </p:nvSpPr>
          <p:spPr>
            <a:xfrm>
              <a:off x="9930384" y="9123152"/>
              <a:ext cx="100584" cy="96561"/>
            </a:xfrm>
            <a:custGeom>
              <a:avLst/>
              <a:gdLst/>
              <a:ahLst/>
              <a:cxnLst/>
              <a:rect l="l" t="t" r="r" b="b"/>
              <a:pathLst>
                <a:path w="1100" h="1056">
                  <a:moveTo>
                    <a:pt x="0" y="528"/>
                  </a:moveTo>
                  <a:lnTo>
                    <a:pt x="1100" y="1056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1" name="Text: High quality ?"/>
            <p:cNvSpPr txBox="1"/>
            <p:nvPr/>
          </p:nvSpPr>
          <p:spPr>
            <a:xfrm>
              <a:off x="8659368" y="9015984"/>
              <a:ext cx="1417320" cy="25749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7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 i="0">
                  <a:solidFill>
                    <a:srgbClr val="2B6124"/>
                  </a:solidFill>
                  <a:latin typeface="Liberation Serif"/>
                </a:rPr>
                <a:t>High quality ?</a:t>
              </a:r>
            </a:p>
          </p:txBody>
        </p:sp>
        <p:sp>
          <p:nvSpPr>
            <p:cNvPr id="672" name="Editable path 708"/>
            <p:cNvSpPr/>
            <p:nvPr/>
          </p:nvSpPr>
          <p:spPr>
            <a:xfrm>
              <a:off x="9217152" y="9345168"/>
              <a:ext cx="0" cy="149962"/>
            </a:xfrm>
            <a:custGeom>
              <a:avLst/>
              <a:gdLst/>
              <a:ahLst/>
              <a:cxnLst/>
              <a:rect l="l" t="t" r="r" b="b"/>
              <a:pathLst>
                <a:path w="0" h="1640">
                  <a:moveTo>
                    <a:pt x="0" y="0"/>
                  </a:moveTo>
                  <a:lnTo>
                    <a:pt x="0" y="1640"/>
                  </a:lnTo>
                </a:path>
              </a:pathLst>
            </a:custGeom>
            <a:noFill/>
            <a:ln w="27432" cap="rnd">
              <a:solidFill>
                <a:srgbClr val="A4A4A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Editable path 709"/>
            <p:cNvSpPr/>
            <p:nvPr/>
          </p:nvSpPr>
          <p:spPr>
            <a:xfrm>
              <a:off x="9164483" y="9473184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Text: No"/>
            <p:cNvSpPr txBox="1"/>
            <p:nvPr/>
          </p:nvSpPr>
          <p:spPr>
            <a:xfrm>
              <a:off x="9336024" y="9326880"/>
              <a:ext cx="365760" cy="18726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2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858883"/>
                  </a:solidFill>
                  <a:latin typeface="Liberation Serif"/>
                </a:rPr>
                <a:t>No</a:t>
              </a:r>
            </a:p>
          </p:txBody>
        </p:sp>
        <p:sp>
          <p:nvSpPr>
            <p:cNvPr id="675" name="Editable rect 711"/>
            <p:cNvSpPr/>
            <p:nvPr/>
          </p:nvSpPr>
          <p:spPr>
            <a:xfrm>
              <a:off x="8567928" y="9601200"/>
              <a:ext cx="1325880" cy="393192"/>
            </a:xfrm>
            <a:prstGeom prst="rect">
              <a:avLst/>
            </a:prstGeom>
            <a:solidFill>
              <a:srgbClr val="F9EAD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6" name="Text: Rollback"/>
            <p:cNvSpPr txBox="1"/>
            <p:nvPr/>
          </p:nvSpPr>
          <p:spPr>
            <a:xfrm>
              <a:off x="8631936" y="9619488"/>
              <a:ext cx="1188720" cy="339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3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0" i="0">
                  <a:solidFill>
                    <a:srgbClr val="838581"/>
                  </a:solidFill>
                  <a:latin typeface="Liberation Serif"/>
                </a:rPr>
                <a:t>Rollback</a:t>
              </a:r>
            </a:p>
          </p:txBody>
        </p:sp>
      </p:grpSp>
      <p:sp>
        <p:nvSpPr>
          <p:cNvPr id="677" name="Editable path 714"/>
          <p:cNvSpPr/>
          <p:nvPr/>
        </p:nvSpPr>
        <p:spPr>
          <a:xfrm>
            <a:off x="12326112" y="6062472"/>
            <a:ext cx="2536546" cy="3547872"/>
          </a:xfrm>
          <a:custGeom>
            <a:avLst/>
            <a:gdLst/>
            <a:ahLst/>
            <a:cxnLst/>
            <a:rect l="l" t="t" r="r" b="b"/>
            <a:pathLst>
              <a:path w="27740" h="38800">
                <a:moveTo>
                  <a:pt x="0" y="38800"/>
                </a:moveTo>
                <a:lnTo>
                  <a:pt x="7900" y="38800"/>
                </a:lnTo>
                <a:lnTo>
                  <a:pt x="7900" y="0"/>
                </a:lnTo>
                <a:lnTo>
                  <a:pt x="27740" y="0"/>
                </a:lnTo>
              </a:path>
            </a:pathLst>
          </a:custGeom>
          <a:noFill/>
          <a:ln w="28346" cap="rnd">
            <a:solidFill>
              <a:srgbClr val="08090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8" name="Editable path 715"/>
          <p:cNvSpPr/>
          <p:nvPr/>
        </p:nvSpPr>
        <p:spPr>
          <a:xfrm>
            <a:off x="14840712" y="6009803"/>
            <a:ext cx="109728" cy="105339"/>
          </a:xfrm>
          <a:custGeom>
            <a:avLst/>
            <a:gdLst/>
            <a:ahLst/>
            <a:cxnLst/>
            <a:rect l="l" t="t" r="r" b="b"/>
            <a:pathLst>
              <a:path w="1200" h="1152">
                <a:moveTo>
                  <a:pt x="1200" y="576"/>
                </a:moveTo>
                <a:lnTo>
                  <a:pt x="0" y="0"/>
                </a:lnTo>
                <a:lnTo>
                  <a:pt x="0" y="1152"/>
                </a:lnTo>
                <a:close/>
              </a:path>
            </a:pathLst>
          </a:custGeom>
          <a:solidFill>
            <a:srgbClr val="0809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9" name="Text: Face Crop"/>
          <p:cNvSpPr txBox="1"/>
          <p:nvPr/>
        </p:nvSpPr>
        <p:spPr>
          <a:xfrm>
            <a:off x="13560552" y="5687568"/>
            <a:ext cx="1353312" cy="3394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38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>
                <a:solidFill>
                  <a:srgbClr val="080909"/>
                </a:solidFill>
                <a:latin typeface="Liberation Serif"/>
              </a:rPr>
              <a:t>Face Crop</a:t>
            </a:r>
          </a:p>
        </p:txBody>
      </p:sp>
      <p:sp>
        <p:nvSpPr>
          <p:cNvPr id="680" name="Editable ellipse 717"/>
          <p:cNvSpPr/>
          <p:nvPr/>
        </p:nvSpPr>
        <p:spPr>
          <a:xfrm>
            <a:off x="12984480" y="8988552"/>
            <a:ext cx="128016" cy="128016"/>
          </a:xfrm>
          <a:prstGeom prst="ellipse">
            <a:avLst/>
          </a:prstGeom>
          <a:solidFill>
            <a:srgbClr val="0809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1" name="Editable path 718"/>
          <p:cNvSpPr/>
          <p:nvPr/>
        </p:nvSpPr>
        <p:spPr>
          <a:xfrm>
            <a:off x="13048488" y="9052560"/>
            <a:ext cx="440741" cy="0"/>
          </a:xfrm>
          <a:custGeom>
            <a:avLst/>
            <a:gdLst/>
            <a:ahLst/>
            <a:cxnLst/>
            <a:rect l="l" t="t" r="r" b="b"/>
            <a:pathLst>
              <a:path w="4820" h="0">
                <a:moveTo>
                  <a:pt x="0" y="0"/>
                </a:moveTo>
                <a:lnTo>
                  <a:pt x="4820" y="0"/>
                </a:lnTo>
              </a:path>
            </a:pathLst>
          </a:custGeom>
          <a:noFill/>
          <a:ln w="27432" cap="rnd">
            <a:solidFill>
              <a:srgbClr val="08090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2" name="Editable path 719"/>
          <p:cNvSpPr/>
          <p:nvPr/>
        </p:nvSpPr>
        <p:spPr>
          <a:xfrm>
            <a:off x="13469112" y="9004280"/>
            <a:ext cx="100584" cy="96561"/>
          </a:xfrm>
          <a:custGeom>
            <a:avLst/>
            <a:gdLst/>
            <a:ahLst/>
            <a:cxnLst/>
            <a:rect l="l" t="t" r="r" b="b"/>
            <a:pathLst>
              <a:path w="1100" h="1056">
                <a:moveTo>
                  <a:pt x="1100" y="528"/>
                </a:moveTo>
                <a:lnTo>
                  <a:pt x="0" y="0"/>
                </a:lnTo>
                <a:lnTo>
                  <a:pt x="0" y="1056"/>
                </a:lnTo>
                <a:close/>
              </a:path>
            </a:pathLst>
          </a:custGeom>
          <a:solidFill>
            <a:srgbClr val="0809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683" name="Face restoration and Face Q-MoE"/>
          <p:cNvGrpSpPr/>
          <p:nvPr/>
        </p:nvGrpSpPr>
        <p:grpSpPr>
          <a:xfrm>
            <a:off x="13331952" y="5769864"/>
            <a:ext cx="3922776" cy="4242816"/>
            <a:chOff x="13331952" y="5769864"/>
            <a:chExt cx="3922776" cy="4242816"/>
          </a:xfrm>
        </p:grpSpPr>
        <p:pic>
          <p:nvPicPr>
            <p:cNvPr id="684" name="Photo: face" descr="fac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50440" y="5769864"/>
              <a:ext cx="585216" cy="585216"/>
            </a:xfrm>
            <a:prstGeom prst="rect">
              <a:avLst/>
            </a:prstGeom>
            <a:effectLst/>
          </p:spPr>
        </p:pic>
        <p:sp>
          <p:nvSpPr>
            <p:cNvPr id="685" name="Text: Face Restoration"/>
            <p:cNvSpPr txBox="1"/>
            <p:nvPr/>
          </p:nvSpPr>
          <p:spPr>
            <a:xfrm>
              <a:off x="15608808" y="5870448"/>
              <a:ext cx="1645920" cy="3043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1">
                  <a:solidFill>
                    <a:srgbClr val="A7155B"/>
                  </a:solidFill>
                  <a:latin typeface="Lato"/>
                </a:rPr>
                <a:t>Face Restoration</a:t>
              </a:r>
            </a:p>
          </p:txBody>
        </p:sp>
        <p:sp>
          <p:nvSpPr>
            <p:cNvPr id="686" name="Editable rect 723"/>
            <p:cNvSpPr/>
            <p:nvPr/>
          </p:nvSpPr>
          <p:spPr>
            <a:xfrm>
              <a:off x="13331952" y="6483096"/>
              <a:ext cx="3813048" cy="1810512"/>
            </a:xfrm>
            <a:prstGeom prst="rect">
              <a:avLst/>
            </a:prstGeom>
            <a:solidFill>
              <a:srgbClr val="E9E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Editable rect 724"/>
            <p:cNvSpPr/>
            <p:nvPr/>
          </p:nvSpPr>
          <p:spPr>
            <a:xfrm>
              <a:off x="13331952" y="8293608"/>
              <a:ext cx="1572768" cy="320040"/>
            </a:xfrm>
            <a:prstGeom prst="rect">
              <a:avLst/>
            </a:prstGeom>
            <a:solidFill>
              <a:srgbClr val="E9E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Editable path 725"/>
            <p:cNvSpPr/>
            <p:nvPr/>
          </p:nvSpPr>
          <p:spPr>
            <a:xfrm>
              <a:off x="14437736" y="6382512"/>
              <a:ext cx="384688" cy="184617"/>
            </a:xfrm>
            <a:custGeom>
              <a:avLst/>
              <a:gdLst/>
              <a:ahLst/>
              <a:cxnLst/>
              <a:rect l="l" t="t" r="r" b="b"/>
              <a:pathLst>
                <a:path w="4207" h="2019">
                  <a:moveTo>
                    <a:pt x="4207" y="0"/>
                  </a:moveTo>
                  <a:lnTo>
                    <a:pt x="0" y="2019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Editable path 726"/>
            <p:cNvSpPr/>
            <p:nvPr/>
          </p:nvSpPr>
          <p:spPr>
            <a:xfrm>
              <a:off x="14365224" y="6514917"/>
              <a:ext cx="111557" cy="87051"/>
            </a:xfrm>
            <a:custGeom>
              <a:avLst/>
              <a:gdLst/>
              <a:ahLst/>
              <a:cxnLst/>
              <a:rect l="l" t="t" r="r" b="b"/>
              <a:pathLst>
                <a:path w="1220" h="952">
                  <a:moveTo>
                    <a:pt x="0" y="952"/>
                  </a:moveTo>
                  <a:lnTo>
                    <a:pt x="1220" y="952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0" name="Editable path 727"/>
            <p:cNvSpPr/>
            <p:nvPr/>
          </p:nvSpPr>
          <p:spPr>
            <a:xfrm>
              <a:off x="15224760" y="6391656"/>
              <a:ext cx="0" cy="166421"/>
            </a:xfrm>
            <a:custGeom>
              <a:avLst/>
              <a:gdLst/>
              <a:ahLst/>
              <a:cxnLst/>
              <a:rect l="l" t="t" r="r" b="b"/>
              <a:pathLst>
                <a:path w="0" h="1820">
                  <a:moveTo>
                    <a:pt x="0" y="0"/>
                  </a:moveTo>
                  <a:lnTo>
                    <a:pt x="0" y="182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Editable path 728"/>
            <p:cNvSpPr/>
            <p:nvPr/>
          </p:nvSpPr>
          <p:spPr>
            <a:xfrm>
              <a:off x="15176480" y="6537960"/>
              <a:ext cx="96561" cy="100584"/>
            </a:xfrm>
            <a:custGeom>
              <a:avLst/>
              <a:gdLst/>
              <a:ahLst/>
              <a:cxnLst/>
              <a:rect l="l" t="t" r="r" b="b"/>
              <a:pathLst>
                <a:path w="1056" h="1100">
                  <a:moveTo>
                    <a:pt x="528" y="1100"/>
                  </a:moveTo>
                  <a:lnTo>
                    <a:pt x="1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Editable path 729"/>
            <p:cNvSpPr/>
            <p:nvPr/>
          </p:nvSpPr>
          <p:spPr>
            <a:xfrm>
              <a:off x="15563088" y="6391656"/>
              <a:ext cx="428671" cy="179222"/>
            </a:xfrm>
            <a:custGeom>
              <a:avLst/>
              <a:gdLst/>
              <a:ahLst/>
              <a:cxnLst/>
              <a:rect l="l" t="t" r="r" b="b"/>
              <a:pathLst>
                <a:path w="4688" h="1960">
                  <a:moveTo>
                    <a:pt x="0" y="0"/>
                  </a:moveTo>
                  <a:lnTo>
                    <a:pt x="4688" y="196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Editable path 730"/>
            <p:cNvSpPr/>
            <p:nvPr/>
          </p:nvSpPr>
          <p:spPr>
            <a:xfrm>
              <a:off x="15954543" y="6518575"/>
              <a:ext cx="111465" cy="89154"/>
            </a:xfrm>
            <a:custGeom>
              <a:avLst/>
              <a:gdLst/>
              <a:ahLst/>
              <a:cxnLst/>
              <a:rect l="l" t="t" r="r" b="b"/>
              <a:pathLst>
                <a:path w="1219" h="975">
                  <a:moveTo>
                    <a:pt x="1219" y="912"/>
                  </a:moveTo>
                  <a:lnTo>
                    <a:pt x="408" y="0"/>
                  </a:lnTo>
                  <a:lnTo>
                    <a:pt x="0" y="975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94" name="Tool 1 face candidate"/>
            <p:cNvGrpSpPr/>
            <p:nvPr/>
          </p:nvGrpSpPr>
          <p:grpSpPr>
            <a:xfrm>
              <a:off x="13441680" y="6601968"/>
              <a:ext cx="996696" cy="1106424"/>
              <a:chOff x="13441680" y="6601968"/>
              <a:chExt cx="996696" cy="1106424"/>
            </a:xfrm>
          </p:grpSpPr>
          <p:sp>
            <p:nvSpPr>
              <p:cNvPr id="695" name="Editable rect 732"/>
              <p:cNvSpPr/>
              <p:nvPr/>
            </p:nvSpPr>
            <p:spPr>
              <a:xfrm>
                <a:off x="13505688" y="672084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D6D8C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Editable rect 733"/>
              <p:cNvSpPr/>
              <p:nvPr/>
            </p:nvSpPr>
            <p:spPr>
              <a:xfrm>
                <a:off x="13478256" y="6693408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C1C3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Editable rect 734"/>
              <p:cNvSpPr/>
              <p:nvPr/>
            </p:nvSpPr>
            <p:spPr>
              <a:xfrm>
                <a:off x="13459968" y="667512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B6B8B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Editable rect 735"/>
              <p:cNvSpPr/>
              <p:nvPr/>
            </p:nvSpPr>
            <p:spPr>
              <a:xfrm>
                <a:off x="13441680" y="6656832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F5F5F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Text: Tool 1"/>
              <p:cNvSpPr txBox="1"/>
              <p:nvPr/>
            </p:nvSpPr>
            <p:spPr>
              <a:xfrm>
                <a:off x="13459968" y="6601968"/>
                <a:ext cx="896112" cy="37453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25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0" i="0">
                    <a:solidFill>
                      <a:srgbClr val="080909"/>
                    </a:solidFill>
                    <a:latin typeface="Liberation Serif"/>
                  </a:rPr>
                  <a:t>Tool 1</a:t>
                </a:r>
              </a:p>
            </p:txBody>
          </p:sp>
          <p:pic>
            <p:nvPicPr>
              <p:cNvPr id="700" name="Photo: face" descr="fac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15416" y="6967728"/>
                <a:ext cx="594360" cy="585216"/>
              </a:xfrm>
              <a:prstGeom prst="rect">
                <a:avLst/>
              </a:prstGeom>
              <a:effectLst/>
            </p:spPr>
          </p:pic>
        </p:grpSp>
        <p:grpSp>
          <p:nvGrpSpPr>
            <p:cNvPr id="701" name="Tool 2 face candidate"/>
            <p:cNvGrpSpPr/>
            <p:nvPr/>
          </p:nvGrpSpPr>
          <p:grpSpPr>
            <a:xfrm>
              <a:off x="14776704" y="6601968"/>
              <a:ext cx="996696" cy="1106424"/>
              <a:chOff x="14776704" y="6601968"/>
              <a:chExt cx="996696" cy="1106424"/>
            </a:xfrm>
          </p:grpSpPr>
          <p:sp>
            <p:nvSpPr>
              <p:cNvPr id="702" name="Editable rect 740"/>
              <p:cNvSpPr/>
              <p:nvPr/>
            </p:nvSpPr>
            <p:spPr>
              <a:xfrm>
                <a:off x="14840712" y="672084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D6D8C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Editable rect 741"/>
              <p:cNvSpPr/>
              <p:nvPr/>
            </p:nvSpPr>
            <p:spPr>
              <a:xfrm>
                <a:off x="14813280" y="6693408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C1C3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Editable rect 742"/>
              <p:cNvSpPr/>
              <p:nvPr/>
            </p:nvSpPr>
            <p:spPr>
              <a:xfrm>
                <a:off x="14794992" y="667512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B6B8B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Editable rect 743"/>
              <p:cNvSpPr/>
              <p:nvPr/>
            </p:nvSpPr>
            <p:spPr>
              <a:xfrm>
                <a:off x="14776704" y="6656832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F5F5F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Text: Tool 2"/>
              <p:cNvSpPr txBox="1"/>
              <p:nvPr/>
            </p:nvSpPr>
            <p:spPr>
              <a:xfrm>
                <a:off x="14794992" y="6601968"/>
                <a:ext cx="896112" cy="37453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25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0" i="0">
                    <a:solidFill>
                      <a:srgbClr val="080909"/>
                    </a:solidFill>
                    <a:latin typeface="Liberation Serif"/>
                  </a:rPr>
                  <a:t>Tool 2</a:t>
                </a:r>
              </a:p>
            </p:txBody>
          </p:sp>
          <p:pic>
            <p:nvPicPr>
              <p:cNvPr id="707" name="Photo: face" descr="fac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50440" y="6967728"/>
                <a:ext cx="594360" cy="585216"/>
              </a:xfrm>
              <a:prstGeom prst="rect">
                <a:avLst/>
              </a:prstGeom>
              <a:effectLst/>
            </p:spPr>
          </p:pic>
        </p:grpSp>
        <p:grpSp>
          <p:nvGrpSpPr>
            <p:cNvPr id="708" name="Tool N face candidate"/>
            <p:cNvGrpSpPr/>
            <p:nvPr/>
          </p:nvGrpSpPr>
          <p:grpSpPr>
            <a:xfrm>
              <a:off x="16120872" y="6601968"/>
              <a:ext cx="996696" cy="1106424"/>
              <a:chOff x="16120872" y="6601968"/>
              <a:chExt cx="996696" cy="1106424"/>
            </a:xfrm>
          </p:grpSpPr>
          <p:sp>
            <p:nvSpPr>
              <p:cNvPr id="709" name="Editable rect 748"/>
              <p:cNvSpPr/>
              <p:nvPr/>
            </p:nvSpPr>
            <p:spPr>
              <a:xfrm>
                <a:off x="16184880" y="672084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D6D8C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Editable rect 749"/>
              <p:cNvSpPr/>
              <p:nvPr/>
            </p:nvSpPr>
            <p:spPr>
              <a:xfrm>
                <a:off x="16157448" y="6693408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C1C3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Editable rect 750"/>
              <p:cNvSpPr/>
              <p:nvPr/>
            </p:nvSpPr>
            <p:spPr>
              <a:xfrm>
                <a:off x="16139160" y="6675120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B6B8B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Editable rect 751"/>
              <p:cNvSpPr/>
              <p:nvPr/>
            </p:nvSpPr>
            <p:spPr>
              <a:xfrm>
                <a:off x="16120872" y="6656832"/>
                <a:ext cx="932688" cy="987552"/>
              </a:xfrm>
              <a:prstGeom prst="roundRect">
                <a:avLst>
                  <a:gd name="adj" fmla="val 18627"/>
                </a:avLst>
              </a:prstGeom>
              <a:solidFill>
                <a:srgbClr val="F5F5F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Text: Tool N"/>
              <p:cNvSpPr txBox="1"/>
              <p:nvPr/>
            </p:nvSpPr>
            <p:spPr>
              <a:xfrm>
                <a:off x="16139160" y="6601968"/>
                <a:ext cx="896112" cy="37453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ctr">
                  <a:lnSpc>
                    <a:spcPts val="25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0" i="0">
                    <a:solidFill>
                      <a:srgbClr val="080909"/>
                    </a:solidFill>
                    <a:latin typeface="Liberation Serif"/>
                  </a:rPr>
                  <a:t>Tool N</a:t>
                </a:r>
              </a:p>
            </p:txBody>
          </p:sp>
          <p:pic>
            <p:nvPicPr>
              <p:cNvPr id="714" name="Photo: face" descr="fac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94608" y="6967728"/>
                <a:ext cx="594360" cy="585216"/>
              </a:xfrm>
              <a:prstGeom prst="rect">
                <a:avLst/>
              </a:prstGeom>
              <a:effectLst/>
            </p:spPr>
          </p:pic>
        </p:grpSp>
        <p:sp>
          <p:nvSpPr>
            <p:cNvPr id="715" name="Text: …"/>
            <p:cNvSpPr txBox="1"/>
            <p:nvPr/>
          </p:nvSpPr>
          <p:spPr>
            <a:xfrm>
              <a:off x="15791688" y="6967728"/>
              <a:ext cx="347472" cy="4447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30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36" b="0" i="0">
                  <a:solidFill>
                    <a:srgbClr val="080909"/>
                  </a:solidFill>
                  <a:latin typeface="Liberation Serif"/>
                </a:rPr>
                <a:t>…</a:t>
              </a:r>
            </a:p>
          </p:txBody>
        </p:sp>
        <p:sp>
          <p:nvSpPr>
            <p:cNvPr id="716" name="Editable path 756"/>
            <p:cNvSpPr/>
            <p:nvPr/>
          </p:nvSpPr>
          <p:spPr>
            <a:xfrm>
              <a:off x="13898880" y="7662672"/>
              <a:ext cx="0" cy="93269"/>
            </a:xfrm>
            <a:custGeom>
              <a:avLst/>
              <a:gdLst/>
              <a:ahLst/>
              <a:cxnLst/>
              <a:rect l="l" t="t" r="r" b="b"/>
              <a:pathLst>
                <a:path w="0" h="1020">
                  <a:moveTo>
                    <a:pt x="0" y="0"/>
                  </a:moveTo>
                  <a:lnTo>
                    <a:pt x="0" y="102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Editable path 757"/>
            <p:cNvSpPr/>
            <p:nvPr/>
          </p:nvSpPr>
          <p:spPr>
            <a:xfrm>
              <a:off x="13850600" y="7735824"/>
              <a:ext cx="96561" cy="100584"/>
            </a:xfrm>
            <a:custGeom>
              <a:avLst/>
              <a:gdLst/>
              <a:ahLst/>
              <a:cxnLst/>
              <a:rect l="l" t="t" r="r" b="b"/>
              <a:pathLst>
                <a:path w="1056" h="1100">
                  <a:moveTo>
                    <a:pt x="528" y="1100"/>
                  </a:moveTo>
                  <a:lnTo>
                    <a:pt x="1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Editable path 758"/>
            <p:cNvSpPr/>
            <p:nvPr/>
          </p:nvSpPr>
          <p:spPr>
            <a:xfrm>
              <a:off x="15243048" y="7662672"/>
              <a:ext cx="0" cy="93269"/>
            </a:xfrm>
            <a:custGeom>
              <a:avLst/>
              <a:gdLst/>
              <a:ahLst/>
              <a:cxnLst/>
              <a:rect l="l" t="t" r="r" b="b"/>
              <a:pathLst>
                <a:path w="0" h="1020">
                  <a:moveTo>
                    <a:pt x="0" y="0"/>
                  </a:moveTo>
                  <a:lnTo>
                    <a:pt x="0" y="102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Editable path 759"/>
            <p:cNvSpPr/>
            <p:nvPr/>
          </p:nvSpPr>
          <p:spPr>
            <a:xfrm>
              <a:off x="15194768" y="7735824"/>
              <a:ext cx="96561" cy="100584"/>
            </a:xfrm>
            <a:custGeom>
              <a:avLst/>
              <a:gdLst/>
              <a:ahLst/>
              <a:cxnLst/>
              <a:rect l="l" t="t" r="r" b="b"/>
              <a:pathLst>
                <a:path w="1056" h="1100">
                  <a:moveTo>
                    <a:pt x="528" y="1100"/>
                  </a:moveTo>
                  <a:lnTo>
                    <a:pt x="1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0" name="Editable path 760"/>
            <p:cNvSpPr/>
            <p:nvPr/>
          </p:nvSpPr>
          <p:spPr>
            <a:xfrm>
              <a:off x="16578072" y="7662672"/>
              <a:ext cx="0" cy="93269"/>
            </a:xfrm>
            <a:custGeom>
              <a:avLst/>
              <a:gdLst/>
              <a:ahLst/>
              <a:cxnLst/>
              <a:rect l="l" t="t" r="r" b="b"/>
              <a:pathLst>
                <a:path w="0" h="1020">
                  <a:moveTo>
                    <a:pt x="0" y="0"/>
                  </a:moveTo>
                  <a:lnTo>
                    <a:pt x="0" y="102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1" name="Editable path 761"/>
            <p:cNvSpPr/>
            <p:nvPr/>
          </p:nvSpPr>
          <p:spPr>
            <a:xfrm>
              <a:off x="16529792" y="7735824"/>
              <a:ext cx="96561" cy="100584"/>
            </a:xfrm>
            <a:custGeom>
              <a:avLst/>
              <a:gdLst/>
              <a:ahLst/>
              <a:cxnLst/>
              <a:rect l="l" t="t" r="r" b="b"/>
              <a:pathLst>
                <a:path w="1056" h="1100">
                  <a:moveTo>
                    <a:pt x="528" y="1100"/>
                  </a:moveTo>
                  <a:lnTo>
                    <a:pt x="1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Editable rect 762"/>
            <p:cNvSpPr/>
            <p:nvPr/>
          </p:nvSpPr>
          <p:spPr>
            <a:xfrm>
              <a:off x="13569696" y="7854696"/>
              <a:ext cx="3355848" cy="347472"/>
            </a:xfrm>
            <a:prstGeom prst="roundRect">
              <a:avLst>
                <a:gd name="adj" fmla="val 15789"/>
              </a:avLst>
            </a:prstGeom>
            <a:solidFill>
              <a:srgbClr val="E9ECD7"/>
            </a:solidFill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Text: Score-based Select for face"/>
            <p:cNvSpPr txBox="1"/>
            <p:nvPr/>
          </p:nvSpPr>
          <p:spPr>
            <a:xfrm>
              <a:off x="13642848" y="7845552"/>
              <a:ext cx="3218688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1">
                  <a:solidFill>
                    <a:srgbClr val="080909"/>
                  </a:solidFill>
                  <a:latin typeface="Liberation Serif"/>
                </a:rPr>
                <a:t>Score-based Select for face</a:t>
              </a:r>
            </a:p>
          </p:txBody>
        </p:sp>
        <p:sp>
          <p:nvSpPr>
            <p:cNvPr id="724" name="Text: Face Q-MoE"/>
            <p:cNvSpPr txBox="1"/>
            <p:nvPr/>
          </p:nvSpPr>
          <p:spPr>
            <a:xfrm>
              <a:off x="13441680" y="8257032"/>
              <a:ext cx="1517904" cy="3277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25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0" i="1">
                  <a:solidFill>
                    <a:srgbClr val="A7155B"/>
                  </a:solidFill>
                  <a:latin typeface="Lato"/>
                </a:rPr>
                <a:t>Face Q-MoE</a:t>
              </a:r>
            </a:p>
          </p:txBody>
        </p:sp>
        <p:sp>
          <p:nvSpPr>
            <p:cNvPr id="725" name="Editable path 765"/>
            <p:cNvSpPr/>
            <p:nvPr/>
          </p:nvSpPr>
          <p:spPr>
            <a:xfrm>
              <a:off x="15233904" y="8211312"/>
              <a:ext cx="0" cy="360274"/>
            </a:xfrm>
            <a:custGeom>
              <a:avLst/>
              <a:gdLst/>
              <a:ahLst/>
              <a:cxnLst/>
              <a:rect l="l" t="t" r="r" b="b"/>
              <a:pathLst>
                <a:path w="0" h="3940">
                  <a:moveTo>
                    <a:pt x="0" y="0"/>
                  </a:moveTo>
                  <a:lnTo>
                    <a:pt x="0" y="394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6" name="Editable path 766"/>
            <p:cNvSpPr/>
            <p:nvPr/>
          </p:nvSpPr>
          <p:spPr>
            <a:xfrm>
              <a:off x="15181235" y="8549640"/>
              <a:ext cx="105339" cy="109728"/>
            </a:xfrm>
            <a:custGeom>
              <a:avLst/>
              <a:gdLst/>
              <a:ahLst/>
              <a:cxnLst/>
              <a:rect l="l" t="t" r="r" b="b"/>
              <a:pathLst>
                <a:path w="1152" h="1200">
                  <a:moveTo>
                    <a:pt x="576" y="1200"/>
                  </a:moveTo>
                  <a:lnTo>
                    <a:pt x="1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27" name="Photo: face" descr="fac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50440" y="8677656"/>
              <a:ext cx="585216" cy="585216"/>
            </a:xfrm>
            <a:prstGeom prst="rect">
              <a:avLst/>
            </a:prstGeom>
            <a:effectLst/>
          </p:spPr>
        </p:pic>
        <p:sp>
          <p:nvSpPr>
            <p:cNvPr id="728" name="Text: Best Face from / Tool 1"/>
            <p:cNvSpPr txBox="1"/>
            <p:nvPr/>
          </p:nvSpPr>
          <p:spPr>
            <a:xfrm>
              <a:off x="15553944" y="8659368"/>
              <a:ext cx="1673352" cy="5943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080909"/>
                  </a:solidFill>
                  <a:latin typeface="Liberation Serif"/>
                </a:rPr>
                <a:t>Best Face from</a:t>
              </a:r>
            </a:p>
            <a:p>
              <a:pPr algn="ctr">
                <a:lnSpc>
                  <a:spcPts val="20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080909"/>
                  </a:solidFill>
                  <a:latin typeface="Liberation Serif"/>
                </a:rPr>
                <a:t>Tool 1</a:t>
              </a:r>
            </a:p>
          </p:txBody>
        </p:sp>
        <p:sp>
          <p:nvSpPr>
            <p:cNvPr id="729" name="Editable path 769"/>
            <p:cNvSpPr/>
            <p:nvPr/>
          </p:nvSpPr>
          <p:spPr>
            <a:xfrm>
              <a:off x="14582851" y="9061704"/>
              <a:ext cx="248717" cy="0"/>
            </a:xfrm>
            <a:custGeom>
              <a:avLst/>
              <a:gdLst/>
              <a:ahLst/>
              <a:cxnLst/>
              <a:rect l="l" t="t" r="r" b="b"/>
              <a:pathLst>
                <a:path w="2720" h="0">
                  <a:moveTo>
                    <a:pt x="2720" y="0"/>
                  </a:moveTo>
                  <a:lnTo>
                    <a:pt x="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0" name="Editable path 770"/>
            <p:cNvSpPr/>
            <p:nvPr/>
          </p:nvSpPr>
          <p:spPr>
            <a:xfrm>
              <a:off x="14502384" y="9013424"/>
              <a:ext cx="100584" cy="96561"/>
            </a:xfrm>
            <a:custGeom>
              <a:avLst/>
              <a:gdLst/>
              <a:ahLst/>
              <a:cxnLst/>
              <a:rect l="l" t="t" r="r" b="b"/>
              <a:pathLst>
                <a:path w="1100" h="1056">
                  <a:moveTo>
                    <a:pt x="0" y="528"/>
                  </a:moveTo>
                  <a:lnTo>
                    <a:pt x="1100" y="1056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1" name="Editable rect 771"/>
            <p:cNvSpPr/>
            <p:nvPr/>
          </p:nvSpPr>
          <p:spPr>
            <a:xfrm>
              <a:off x="13569696" y="8814816"/>
              <a:ext cx="932688" cy="484632"/>
            </a:xfrm>
            <a:prstGeom prst="rect">
              <a:avLst/>
            </a:prstGeom>
            <a:solidFill>
              <a:srgbClr val="F9EAD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Text: Paste"/>
            <p:cNvSpPr txBox="1"/>
            <p:nvPr/>
          </p:nvSpPr>
          <p:spPr>
            <a:xfrm>
              <a:off x="13597128" y="8860536"/>
              <a:ext cx="877824" cy="38624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ts val="26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76" b="0" i="0">
                  <a:solidFill>
                    <a:srgbClr val="080909"/>
                  </a:solidFill>
                  <a:latin typeface="Liberation Serif"/>
                </a:rPr>
                <a:t>Paste</a:t>
              </a:r>
            </a:p>
          </p:txBody>
        </p:sp>
        <p:sp>
          <p:nvSpPr>
            <p:cNvPr id="733" name="Editable path 773"/>
            <p:cNvSpPr/>
            <p:nvPr/>
          </p:nvSpPr>
          <p:spPr>
            <a:xfrm>
              <a:off x="14036040" y="9308592"/>
              <a:ext cx="733349" cy="429768"/>
            </a:xfrm>
            <a:custGeom>
              <a:avLst/>
              <a:gdLst/>
              <a:ahLst/>
              <a:cxnLst/>
              <a:rect l="l" t="t" r="r" b="b"/>
              <a:pathLst>
                <a:path w="8020" h="4700">
                  <a:moveTo>
                    <a:pt x="0" y="0"/>
                  </a:moveTo>
                  <a:lnTo>
                    <a:pt x="0" y="4700"/>
                  </a:lnTo>
                  <a:lnTo>
                    <a:pt x="8020" y="470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Editable path 774"/>
            <p:cNvSpPr/>
            <p:nvPr/>
          </p:nvSpPr>
          <p:spPr>
            <a:xfrm>
              <a:off x="14749272" y="9690080"/>
              <a:ext cx="100584" cy="96561"/>
            </a:xfrm>
            <a:custGeom>
              <a:avLst/>
              <a:gdLst/>
              <a:ahLst/>
              <a:cxnLst/>
              <a:rect l="l" t="t" r="r" b="b"/>
              <a:pathLst>
                <a:path w="1100" h="1056">
                  <a:moveTo>
                    <a:pt x="1100" y="528"/>
                  </a:moveTo>
                  <a:lnTo>
                    <a:pt x="0" y="0"/>
                  </a:lnTo>
                  <a:lnTo>
                    <a:pt x="0" y="1056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35" name="Photo: thumb" descr="thum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49856" y="9436608"/>
              <a:ext cx="777240" cy="576072"/>
            </a:xfrm>
            <a:prstGeom prst="rect">
              <a:avLst/>
            </a:prstGeom>
            <a:effectLst/>
          </p:spPr>
        </p:pic>
        <p:sp>
          <p:nvSpPr>
            <p:cNvPr id="736" name="Text: Output"/>
            <p:cNvSpPr txBox="1"/>
            <p:nvPr/>
          </p:nvSpPr>
          <p:spPr>
            <a:xfrm>
              <a:off x="15919704" y="9272016"/>
              <a:ext cx="1271016" cy="38624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26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76" b="0" i="0">
                  <a:solidFill>
                    <a:srgbClr val="080909"/>
                  </a:solidFill>
                  <a:latin typeface="Liberation Serif"/>
                </a:rPr>
                <a:t>Output</a:t>
              </a:r>
            </a:p>
          </p:txBody>
        </p:sp>
        <p:sp>
          <p:nvSpPr>
            <p:cNvPr id="737" name="Editable path 777"/>
            <p:cNvSpPr/>
            <p:nvPr/>
          </p:nvSpPr>
          <p:spPr>
            <a:xfrm>
              <a:off x="15681960" y="9720072"/>
              <a:ext cx="1267358" cy="0"/>
            </a:xfrm>
            <a:custGeom>
              <a:avLst/>
              <a:gdLst/>
              <a:ahLst/>
              <a:cxnLst/>
              <a:rect l="l" t="t" r="r" b="b"/>
              <a:pathLst>
                <a:path w="13860" h="0">
                  <a:moveTo>
                    <a:pt x="0" y="0"/>
                  </a:moveTo>
                  <a:lnTo>
                    <a:pt x="13860" y="0"/>
                  </a:lnTo>
                </a:path>
              </a:pathLst>
            </a:custGeom>
            <a:noFill/>
            <a:ln w="27432" cap="rnd">
              <a:solidFill>
                <a:srgbClr val="08090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Editable path 778"/>
            <p:cNvSpPr/>
            <p:nvPr/>
          </p:nvSpPr>
          <p:spPr>
            <a:xfrm>
              <a:off x="16925544" y="9663013"/>
              <a:ext cx="118872" cy="114117"/>
            </a:xfrm>
            <a:custGeom>
              <a:avLst/>
              <a:gdLst/>
              <a:ahLst/>
              <a:cxnLst/>
              <a:rect l="l" t="t" r="r" b="b"/>
              <a:pathLst>
                <a:path w="1300" h="1248">
                  <a:moveTo>
                    <a:pt x="1300" y="624"/>
                  </a:moveTo>
                  <a:lnTo>
                    <a:pt x="0" y="0"/>
                  </a:lnTo>
                  <a:lnTo>
                    <a:pt x="0" y="1248"/>
                  </a:lnTo>
                  <a:close/>
                </a:path>
              </a:pathLst>
            </a:custGeom>
            <a:solidFill>
              <a:srgbClr val="08090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4KAgent Agentic Any Image to 4K Super-Resolu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611344" cy="10433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4KAgent — Editable Workflow Diagram</dc:title>
  <dc:subject>Reconstructed from supplied reference; native editable vectors and text with embedded photo crops.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