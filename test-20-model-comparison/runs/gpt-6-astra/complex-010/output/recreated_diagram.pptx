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5928848" cy="105704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Panel backgrounds and headings"/>
          <p:cNvGrpSpPr/>
          <p:nvPr/>
        </p:nvGrpSpPr>
        <p:grpSpPr>
          <a:xfrm>
            <a:off x="0" y="0"/>
            <a:ext cx="15928848" cy="10570464"/>
            <a:chOff x="0" y="0"/>
            <a:chExt cx="15928848" cy="10570464"/>
          </a:xfrm>
        </p:grpSpPr>
        <p:sp>
          <p:nvSpPr>
            <p:cNvPr id="3" name="Rect"/>
            <p:cNvSpPr/>
            <p:nvPr/>
          </p:nvSpPr>
          <p:spPr>
            <a:xfrm>
              <a:off x="0" y="0"/>
              <a:ext cx="15928848" cy="105704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"/>
            <p:cNvSpPr/>
            <p:nvPr/>
          </p:nvSpPr>
          <p:spPr>
            <a:xfrm>
              <a:off x="73152" y="758952"/>
              <a:ext cx="15819120" cy="3776472"/>
            </a:xfrm>
            <a:prstGeom prst="rect">
              <a:avLst/>
            </a:prstGeom>
            <a:solidFill>
              <a:srgbClr val="DDEBF4"/>
            </a:solidFill>
            <a:ln w="6400" cap="flat">
              <a:solidFill>
                <a:srgbClr val="BACCD5"/>
              </a:solidFill>
              <a:round/>
            </a:ln>
            <a:effectLst>
              <a:outerShdw blurRad="41148" dist="37934" dir="4477424" algn="ctr" rotWithShape="0">
                <a:srgbClr val="5896BA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"/>
            <p:cNvSpPr/>
            <p:nvPr/>
          </p:nvSpPr>
          <p:spPr>
            <a:xfrm>
              <a:off x="73152" y="4535424"/>
              <a:ext cx="7406640" cy="6035040"/>
            </a:xfrm>
            <a:prstGeom prst="rect">
              <a:avLst/>
            </a:prstGeom>
            <a:solidFill>
              <a:srgbClr val="F9F4FA"/>
            </a:solidFill>
            <a:ln w="6400" cap="flat">
              <a:solidFill>
                <a:srgbClr val="D1CED2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"/>
            <p:cNvSpPr/>
            <p:nvPr/>
          </p:nvSpPr>
          <p:spPr>
            <a:xfrm>
              <a:off x="7488936" y="4535424"/>
              <a:ext cx="8403336" cy="6035040"/>
            </a:xfrm>
            <a:prstGeom prst="rect">
              <a:avLst/>
            </a:prstGeom>
            <a:solidFill>
              <a:srgbClr val="FEFAEE"/>
            </a:solidFill>
            <a:ln w="6400" cap="flat">
              <a:solidFill>
                <a:srgbClr val="D8D1B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"/>
            <p:cNvSpPr/>
            <p:nvPr/>
          </p:nvSpPr>
          <p:spPr>
            <a:xfrm>
              <a:off x="73152" y="4535424"/>
              <a:ext cx="7406640" cy="612648"/>
            </a:xfrm>
            <a:prstGeom prst="rect">
              <a:avLst/>
            </a:prstGeom>
            <a:solidFill>
              <a:srgbClr val="EDC9EB"/>
            </a:solidFill>
            <a:ln w="5486" cap="flat">
              <a:solidFill>
                <a:srgbClr val="D6C3D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"/>
            <p:cNvSpPr/>
            <p:nvPr/>
          </p:nvSpPr>
          <p:spPr>
            <a:xfrm>
              <a:off x="7488936" y="4535424"/>
              <a:ext cx="8403336" cy="612648"/>
            </a:xfrm>
            <a:prstGeom prst="rect">
              <a:avLst/>
            </a:prstGeom>
            <a:solidFill>
              <a:srgbClr val="F1E8C9"/>
            </a:solidFill>
            <a:ln w="5486" cap="flat">
              <a:solidFill>
                <a:srgbClr val="D7CEB2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"/>
            <p:cNvSpPr/>
            <p:nvPr/>
          </p:nvSpPr>
          <p:spPr>
            <a:xfrm>
              <a:off x="45720" y="137160"/>
              <a:ext cx="15846552" cy="621792"/>
            </a:xfrm>
            <a:prstGeom prst="rect">
              <a:avLst/>
            </a:prstGeom>
            <a:solidFill>
              <a:srgbClr val="5A9BD3"/>
            </a:solidFill>
            <a:ln w="8229" cap="flat">
              <a:solidFill>
                <a:srgbClr val="A2C2DC"/>
              </a:solidFill>
              <a:round/>
            </a:ln>
            <a:effectLst>
              <a:outerShdw blurRad="41148" dist="37934" dir="4477424" algn="ctr" rotWithShape="0">
                <a:srgbClr val="5896BA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Adaptive diffusion probability transformation"/>
            <p:cNvSpPr txBox="1"/>
            <p:nvPr/>
          </p:nvSpPr>
          <p:spPr>
            <a:xfrm>
              <a:off x="4573357" y="283464"/>
              <a:ext cx="5886021" cy="38039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4" b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Adaptive diffusion probability transformation</a:t>
              </a:r>
            </a:p>
          </p:txBody>
        </p:sp>
        <p:sp>
          <p:nvSpPr>
            <p:cNvPr id="11" name="Probabilistic reliability assessment"/>
            <p:cNvSpPr txBox="1"/>
            <p:nvPr/>
          </p:nvSpPr>
          <p:spPr>
            <a:xfrm>
              <a:off x="1555837" y="4626864"/>
              <a:ext cx="4441269" cy="38039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4" b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Probabilistic reliability assessment</a:t>
              </a:r>
            </a:p>
          </p:txBody>
        </p:sp>
        <p:sp>
          <p:nvSpPr>
            <p:cNvPr id="12" name="Collaborative decision optimization"/>
            <p:cNvSpPr txBox="1"/>
            <p:nvPr/>
          </p:nvSpPr>
          <p:spPr>
            <a:xfrm>
              <a:off x="9403175" y="4626864"/>
              <a:ext cx="4565714" cy="38039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4" b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Collaborative decision optimization</a:t>
              </a:r>
            </a:p>
          </p:txBody>
        </p:sp>
      </p:grpSp>
      <p:grpSp>
        <p:nvGrpSpPr>
          <p:cNvPr id="13" name="Feature generation"/>
          <p:cNvGrpSpPr/>
          <p:nvPr/>
        </p:nvGrpSpPr>
        <p:grpSpPr>
          <a:xfrm>
            <a:off x="283464" y="914400"/>
            <a:ext cx="5623560" cy="3516782"/>
            <a:chOff x="283464" y="914400"/>
            <a:chExt cx="5623560" cy="3516782"/>
          </a:xfrm>
        </p:grpSpPr>
        <p:sp>
          <p:nvSpPr>
            <p:cNvPr id="14" name="Rect"/>
            <p:cNvSpPr/>
            <p:nvPr/>
          </p:nvSpPr>
          <p:spPr>
            <a:xfrm>
              <a:off x="2542032" y="914400"/>
              <a:ext cx="3364992" cy="3081528"/>
            </a:xfrm>
            <a:prstGeom prst="roundRect">
              <a:avLst>
                <a:gd name="adj" fmla="val 11572"/>
              </a:avLst>
            </a:prstGeom>
            <a:solidFill>
              <a:srgbClr val="E9F4F8"/>
            </a:solidFill>
            <a:ln>
              <a:noFill/>
            </a:ln>
            <a:effectLst>
              <a:outerShdw blurRad="41148" dist="37934" dir="4477424" algn="ctr" rotWithShape="0">
                <a:srgbClr val="5896BA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"/>
            <p:cNvSpPr/>
            <p:nvPr/>
          </p:nvSpPr>
          <p:spPr>
            <a:xfrm>
              <a:off x="283464" y="1051560"/>
              <a:ext cx="1828800" cy="722376"/>
            </a:xfrm>
            <a:prstGeom prst="rect">
              <a:avLst/>
            </a:prstGeom>
            <a:solidFill>
              <a:srgbClr val="88B8E0"/>
            </a:solidFill>
            <a:ln w="5486" cap="flat">
              <a:solidFill>
                <a:srgbClr val="B6C9D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Pattern"/>
            <p:cNvSpPr txBox="1"/>
            <p:nvPr/>
          </p:nvSpPr>
          <p:spPr>
            <a:xfrm>
              <a:off x="662654" y="1051560"/>
              <a:ext cx="1070420" cy="38039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4" b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Pattern</a:t>
              </a:r>
            </a:p>
          </p:txBody>
        </p:sp>
        <p:sp>
          <p:nvSpPr>
            <p:cNvPr id="17" name="dataset"/>
            <p:cNvSpPr txBox="1"/>
            <p:nvPr/>
          </p:nvSpPr>
          <p:spPr>
            <a:xfrm>
              <a:off x="686872" y="1362456"/>
              <a:ext cx="1021985" cy="38039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4" b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dataset</a:t>
              </a:r>
            </a:p>
          </p:txBody>
        </p:sp>
        <p:sp>
          <p:nvSpPr>
            <p:cNvPr id="18" name="Rect"/>
            <p:cNvSpPr/>
            <p:nvPr/>
          </p:nvSpPr>
          <p:spPr>
            <a:xfrm>
              <a:off x="283464" y="1847088"/>
              <a:ext cx="1828800" cy="1170432"/>
            </a:xfrm>
            <a:prstGeom prst="rect">
              <a:avLst/>
            </a:prstGeom>
            <a:solidFill>
              <a:srgbClr val="88B8E0"/>
            </a:solidFill>
            <a:ln w="5486" cap="flat">
              <a:solidFill>
                <a:srgbClr val="B6C9D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Image"/>
            <p:cNvSpPr txBox="1"/>
            <p:nvPr/>
          </p:nvSpPr>
          <p:spPr>
            <a:xfrm>
              <a:off x="743807" y="1929384"/>
              <a:ext cx="908114" cy="38039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4" b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Image</a:t>
              </a:r>
            </a:p>
          </p:txBody>
        </p:sp>
        <p:sp>
          <p:nvSpPr>
            <p:cNvPr id="20" name="classification"/>
            <p:cNvSpPr txBox="1"/>
            <p:nvPr/>
          </p:nvSpPr>
          <p:spPr>
            <a:xfrm>
              <a:off x="329255" y="2221992"/>
              <a:ext cx="1737217" cy="38039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4" b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classification</a:t>
              </a:r>
            </a:p>
          </p:txBody>
        </p:sp>
        <p:sp>
          <p:nvSpPr>
            <p:cNvPr id="21" name="dataset"/>
            <p:cNvSpPr txBox="1"/>
            <p:nvPr/>
          </p:nvSpPr>
          <p:spPr>
            <a:xfrm>
              <a:off x="686872" y="2514600"/>
              <a:ext cx="1021985" cy="38039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4" b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dataset</a:t>
              </a:r>
            </a:p>
          </p:txBody>
        </p:sp>
        <p:sp>
          <p:nvSpPr>
            <p:cNvPr id="22" name="Rect"/>
            <p:cNvSpPr/>
            <p:nvPr/>
          </p:nvSpPr>
          <p:spPr>
            <a:xfrm>
              <a:off x="283464" y="3081528"/>
              <a:ext cx="1828800" cy="886968"/>
            </a:xfrm>
            <a:prstGeom prst="rect">
              <a:avLst/>
            </a:prstGeom>
            <a:solidFill>
              <a:srgbClr val="88B8E0"/>
            </a:solidFill>
            <a:ln w="5486" cap="flat">
              <a:solidFill>
                <a:srgbClr val="B6C9D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Low-light"/>
            <p:cNvSpPr txBox="1"/>
            <p:nvPr/>
          </p:nvSpPr>
          <p:spPr>
            <a:xfrm>
              <a:off x="524208" y="3154680"/>
              <a:ext cx="1347311" cy="38039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4" b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Low-light</a:t>
              </a:r>
            </a:p>
          </p:txBody>
        </p:sp>
        <p:sp>
          <p:nvSpPr>
            <p:cNvPr id="24" name="dataset"/>
            <p:cNvSpPr txBox="1"/>
            <p:nvPr/>
          </p:nvSpPr>
          <p:spPr>
            <a:xfrm>
              <a:off x="686872" y="3456432"/>
              <a:ext cx="1021985" cy="38039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4" b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dataset</a:t>
              </a:r>
            </a:p>
          </p:txBody>
        </p:sp>
        <p:sp>
          <p:nvSpPr>
            <p:cNvPr id="25" name="Path"/>
            <p:cNvSpPr/>
            <p:nvPr/>
          </p:nvSpPr>
          <p:spPr>
            <a:xfrm>
              <a:off x="2203704" y="1545336"/>
              <a:ext cx="493776" cy="210312"/>
            </a:xfrm>
            <a:custGeom>
              <a:avLst/>
              <a:gdLst/>
              <a:ahLst/>
              <a:cxnLst/>
              <a:rect l="0" t="0" r="r" b="b"/>
              <a:pathLst>
                <a:path w="54000" h="23000">
                  <a:moveTo>
                    <a:pt x="0" y="5750"/>
                  </a:moveTo>
                  <a:lnTo>
                    <a:pt x="26460" y="5750"/>
                  </a:lnTo>
                  <a:lnTo>
                    <a:pt x="26460" y="0"/>
                  </a:lnTo>
                  <a:lnTo>
                    <a:pt x="54000" y="11500"/>
                  </a:lnTo>
                  <a:lnTo>
                    <a:pt x="26460" y="23000"/>
                  </a:lnTo>
                  <a:lnTo>
                    <a:pt x="26460" y="17250"/>
                  </a:lnTo>
                  <a:lnTo>
                    <a:pt x="0" y="17250"/>
                  </a:lnTo>
                  <a:close/>
                </a:path>
              </a:pathLst>
            </a:custGeom>
            <a:solidFill>
              <a:srgbClr val="FBE5D4"/>
            </a:solidFill>
            <a:ln w="13716" cap="flat">
              <a:solidFill>
                <a:srgbClr val="FFAC7C"/>
              </a:solidFill>
              <a:round/>
            </a:ln>
            <a:effectLst>
              <a:outerShdw blurRad="41148" dist="37934" dir="4477424" algn="ctr" rotWithShape="0">
                <a:srgbClr val="5896BA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Path"/>
            <p:cNvSpPr/>
            <p:nvPr/>
          </p:nvSpPr>
          <p:spPr>
            <a:xfrm>
              <a:off x="2203704" y="3264408"/>
              <a:ext cx="493776" cy="219456"/>
            </a:xfrm>
            <a:custGeom>
              <a:avLst/>
              <a:gdLst/>
              <a:ahLst/>
              <a:cxnLst/>
              <a:rect l="0" t="0" r="r" b="b"/>
              <a:pathLst>
                <a:path w="54000" h="24000">
                  <a:moveTo>
                    <a:pt x="0" y="6000"/>
                  </a:moveTo>
                  <a:lnTo>
                    <a:pt x="26460" y="6000"/>
                  </a:lnTo>
                  <a:lnTo>
                    <a:pt x="26460" y="0"/>
                  </a:lnTo>
                  <a:lnTo>
                    <a:pt x="54000" y="12000"/>
                  </a:lnTo>
                  <a:lnTo>
                    <a:pt x="26460" y="24000"/>
                  </a:lnTo>
                  <a:lnTo>
                    <a:pt x="26460" y="1800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E6EFDC"/>
            </a:solidFill>
            <a:ln w="13716" cap="flat">
              <a:solidFill>
                <a:srgbClr val="548B2C"/>
              </a:solidFill>
              <a:round/>
            </a:ln>
            <a:effectLst>
              <a:outerShdw blurRad="41148" dist="37934" dir="4477424" algn="ctr" rotWithShape="0">
                <a:srgbClr val="5896BA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7" name="Feature volume"/>
            <p:cNvGrpSpPr/>
            <p:nvPr/>
          </p:nvGrpSpPr>
          <p:grpSpPr>
            <a:xfrm>
              <a:off x="2798064" y="1197864"/>
              <a:ext cx="1444752" cy="2514600"/>
              <a:chOff x="2798064" y="1197864"/>
              <a:chExt cx="1444752" cy="2514600"/>
            </a:xfrm>
          </p:grpSpPr>
          <p:sp>
            <p:nvSpPr>
              <p:cNvPr id="28" name="Path"/>
              <p:cNvSpPr/>
              <p:nvPr/>
            </p:nvSpPr>
            <p:spPr>
              <a:xfrm>
                <a:off x="2798064" y="1197864"/>
                <a:ext cx="1444752" cy="768096"/>
              </a:xfrm>
              <a:custGeom>
                <a:avLst/>
                <a:gdLst/>
                <a:ahLst/>
                <a:cxnLst/>
                <a:rect l="0" t="0" r="r" b="b"/>
                <a:pathLst>
                  <a:path w="158000" h="84000">
                    <a:moveTo>
                      <a:pt x="0" y="84000"/>
                    </a:moveTo>
                    <a:lnTo>
                      <a:pt x="100000" y="0"/>
                    </a:lnTo>
                    <a:lnTo>
                      <a:pt x="158000" y="0"/>
                    </a:lnTo>
                    <a:lnTo>
                      <a:pt x="58000" y="84000"/>
                    </a:lnTo>
                    <a:close/>
                  </a:path>
                </a:pathLst>
              </a:custGeom>
              <a:solidFill>
                <a:srgbClr val="C8DDED"/>
              </a:solidFill>
              <a:ln w="8229" cap="flat">
                <a:solidFill>
                  <a:srgbClr val="14212B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Path"/>
              <p:cNvSpPr/>
              <p:nvPr/>
            </p:nvSpPr>
            <p:spPr>
              <a:xfrm>
                <a:off x="3328416" y="1197864"/>
                <a:ext cx="914400" cy="2514600"/>
              </a:xfrm>
              <a:custGeom>
                <a:avLst/>
                <a:gdLst/>
                <a:ahLst/>
                <a:cxnLst/>
                <a:rect l="0" t="0" r="r" b="b"/>
                <a:pathLst>
                  <a:path w="100000" h="275000">
                    <a:moveTo>
                      <a:pt x="0" y="84000"/>
                    </a:moveTo>
                    <a:lnTo>
                      <a:pt x="100000" y="0"/>
                    </a:lnTo>
                    <a:lnTo>
                      <a:pt x="100000" y="191000"/>
                    </a:lnTo>
                    <a:lnTo>
                      <a:pt x="0" y="275000"/>
                    </a:lnTo>
                    <a:close/>
                  </a:path>
                </a:pathLst>
              </a:custGeom>
              <a:solidFill>
                <a:srgbClr val="6BA3D5"/>
              </a:solidFill>
              <a:ln w="8229" cap="flat">
                <a:solidFill>
                  <a:srgbClr val="14212B"/>
                </a:solidFill>
                <a:round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Rect"/>
              <p:cNvSpPr/>
              <p:nvPr/>
            </p:nvSpPr>
            <p:spPr>
              <a:xfrm>
                <a:off x="2798064" y="1965960"/>
                <a:ext cx="530352" cy="1746504"/>
              </a:xfrm>
              <a:prstGeom prst="rect">
                <a:avLst/>
              </a:prstGeom>
              <a:solidFill>
                <a:srgbClr val="9FC5E2"/>
              </a:solidFill>
              <a:ln w="8229" cap="flat">
                <a:solidFill>
                  <a:srgbClr val="14212B"/>
                </a:solidFill>
                <a:round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Path"/>
              <p:cNvSpPr/>
              <p:nvPr/>
            </p:nvSpPr>
            <p:spPr>
              <a:xfrm>
                <a:off x="3063240" y="1965960"/>
                <a:ext cx="91" cy="1746504"/>
              </a:xfrm>
              <a:custGeom>
                <a:avLst/>
                <a:gdLst/>
                <a:ahLst/>
                <a:cxnLst/>
                <a:rect l="0" t="0" r="r" b="b"/>
                <a:pathLst>
                  <a:path w="10" h="191000">
                    <a:moveTo>
                      <a:pt x="0" y="0"/>
                    </a:moveTo>
                    <a:lnTo>
                      <a:pt x="0" y="191000"/>
                    </a:lnTo>
                  </a:path>
                </a:pathLst>
              </a:custGeom>
              <a:noFill/>
              <a:ln w="7772" cap="flat">
                <a:solidFill>
                  <a:srgbClr val="28374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Path"/>
              <p:cNvSpPr/>
              <p:nvPr/>
            </p:nvSpPr>
            <p:spPr>
              <a:xfrm>
                <a:off x="3063240" y="1197864"/>
                <a:ext cx="914400" cy="768096"/>
              </a:xfrm>
              <a:custGeom>
                <a:avLst/>
                <a:gdLst/>
                <a:ahLst/>
                <a:cxnLst/>
                <a:rect l="0" t="0" r="r" b="b"/>
                <a:pathLst>
                  <a:path w="100000" h="84000">
                    <a:moveTo>
                      <a:pt x="0" y="84000"/>
                    </a:moveTo>
                    <a:lnTo>
                      <a:pt x="100000" y="0"/>
                    </a:lnTo>
                  </a:path>
                </a:pathLst>
              </a:custGeom>
              <a:noFill/>
              <a:ln w="7772" cap="flat">
                <a:solidFill>
                  <a:srgbClr val="28374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33" name="Feature volume"/>
            <p:cNvGrpSpPr/>
            <p:nvPr/>
          </p:nvGrpSpPr>
          <p:grpSpPr>
            <a:xfrm>
              <a:off x="3602736" y="1673352"/>
              <a:ext cx="1225296" cy="1682496"/>
              <a:chOff x="3602736" y="1673352"/>
              <a:chExt cx="1225296" cy="1682496"/>
            </a:xfrm>
          </p:grpSpPr>
          <p:sp>
            <p:nvSpPr>
              <p:cNvPr id="34" name="Path"/>
              <p:cNvSpPr/>
              <p:nvPr/>
            </p:nvSpPr>
            <p:spPr>
              <a:xfrm>
                <a:off x="3602736" y="1673352"/>
                <a:ext cx="1225296" cy="521208"/>
              </a:xfrm>
              <a:custGeom>
                <a:avLst/>
                <a:gdLst/>
                <a:ahLst/>
                <a:cxnLst/>
                <a:rect l="0" t="0" r="r" b="b"/>
                <a:pathLst>
                  <a:path w="134000" h="57000">
                    <a:moveTo>
                      <a:pt x="0" y="57000"/>
                    </a:moveTo>
                    <a:lnTo>
                      <a:pt x="67000" y="0"/>
                    </a:lnTo>
                    <a:lnTo>
                      <a:pt x="134000" y="0"/>
                    </a:lnTo>
                    <a:lnTo>
                      <a:pt x="67000" y="57000"/>
                    </a:lnTo>
                    <a:close/>
                  </a:path>
                </a:pathLst>
              </a:custGeom>
              <a:solidFill>
                <a:srgbClr val="EAF2F8"/>
              </a:solidFill>
              <a:ln w="8229" cap="flat">
                <a:solidFill>
                  <a:srgbClr val="14212B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Path"/>
              <p:cNvSpPr/>
              <p:nvPr/>
            </p:nvSpPr>
            <p:spPr>
              <a:xfrm>
                <a:off x="4215384" y="1673352"/>
                <a:ext cx="612648" cy="1682496"/>
              </a:xfrm>
              <a:custGeom>
                <a:avLst/>
                <a:gdLst/>
                <a:ahLst/>
                <a:cxnLst/>
                <a:rect l="0" t="0" r="r" b="b"/>
                <a:pathLst>
                  <a:path w="67000" h="184000">
                    <a:moveTo>
                      <a:pt x="0" y="57000"/>
                    </a:moveTo>
                    <a:lnTo>
                      <a:pt x="67000" y="0"/>
                    </a:lnTo>
                    <a:lnTo>
                      <a:pt x="67000" y="127000"/>
                    </a:lnTo>
                    <a:lnTo>
                      <a:pt x="0" y="184000"/>
                    </a:lnTo>
                    <a:close/>
                  </a:path>
                </a:pathLst>
              </a:custGeom>
              <a:solidFill>
                <a:srgbClr val="B6D2EA"/>
              </a:solidFill>
              <a:ln w="8229" cap="flat">
                <a:solidFill>
                  <a:srgbClr val="14212B"/>
                </a:solidFill>
                <a:round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Rect"/>
              <p:cNvSpPr/>
              <p:nvPr/>
            </p:nvSpPr>
            <p:spPr>
              <a:xfrm>
                <a:off x="3602736" y="2194560"/>
                <a:ext cx="612648" cy="1161288"/>
              </a:xfrm>
              <a:prstGeom prst="rect">
                <a:avLst/>
              </a:prstGeom>
              <a:solidFill>
                <a:srgbClr val="DDEBF6"/>
              </a:solidFill>
              <a:ln w="8229" cap="flat">
                <a:solidFill>
                  <a:srgbClr val="14212B"/>
                </a:solidFill>
                <a:round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" name="Path"/>
              <p:cNvSpPr/>
              <p:nvPr/>
            </p:nvSpPr>
            <p:spPr>
              <a:xfrm>
                <a:off x="3806952" y="2194560"/>
                <a:ext cx="91" cy="1161288"/>
              </a:xfrm>
              <a:custGeom>
                <a:avLst/>
                <a:gdLst/>
                <a:ahLst/>
                <a:cxnLst/>
                <a:rect l="0" t="0" r="r" b="b"/>
                <a:pathLst>
                  <a:path w="10" h="127000">
                    <a:moveTo>
                      <a:pt x="0" y="0"/>
                    </a:moveTo>
                    <a:lnTo>
                      <a:pt x="0" y="127000"/>
                    </a:lnTo>
                  </a:path>
                </a:pathLst>
              </a:custGeom>
              <a:noFill/>
              <a:ln w="7772" cap="flat">
                <a:solidFill>
                  <a:srgbClr val="28374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" name="Path"/>
              <p:cNvSpPr/>
              <p:nvPr/>
            </p:nvSpPr>
            <p:spPr>
              <a:xfrm>
                <a:off x="3806952" y="1673352"/>
                <a:ext cx="612648" cy="521208"/>
              </a:xfrm>
              <a:custGeom>
                <a:avLst/>
                <a:gdLst/>
                <a:ahLst/>
                <a:cxnLst/>
                <a:rect l="0" t="0" r="r" b="b"/>
                <a:pathLst>
                  <a:path w="67000" h="57000">
                    <a:moveTo>
                      <a:pt x="0" y="57000"/>
                    </a:moveTo>
                    <a:lnTo>
                      <a:pt x="67000" y="0"/>
                    </a:lnTo>
                  </a:path>
                </a:pathLst>
              </a:custGeom>
              <a:noFill/>
              <a:ln w="7772" cap="flat">
                <a:solidFill>
                  <a:srgbClr val="28374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" name="Path"/>
              <p:cNvSpPr/>
              <p:nvPr/>
            </p:nvSpPr>
            <p:spPr>
              <a:xfrm>
                <a:off x="4011168" y="2194560"/>
                <a:ext cx="91" cy="1161288"/>
              </a:xfrm>
              <a:custGeom>
                <a:avLst/>
                <a:gdLst/>
                <a:ahLst/>
                <a:cxnLst/>
                <a:rect l="0" t="0" r="r" b="b"/>
                <a:pathLst>
                  <a:path w="10" h="127000">
                    <a:moveTo>
                      <a:pt x="0" y="0"/>
                    </a:moveTo>
                    <a:lnTo>
                      <a:pt x="0" y="127000"/>
                    </a:lnTo>
                  </a:path>
                </a:pathLst>
              </a:custGeom>
              <a:noFill/>
              <a:ln w="7772" cap="flat">
                <a:solidFill>
                  <a:srgbClr val="28374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Path"/>
              <p:cNvSpPr/>
              <p:nvPr/>
            </p:nvSpPr>
            <p:spPr>
              <a:xfrm>
                <a:off x="4011168" y="1673352"/>
                <a:ext cx="612648" cy="521208"/>
              </a:xfrm>
              <a:custGeom>
                <a:avLst/>
                <a:gdLst/>
                <a:ahLst/>
                <a:cxnLst/>
                <a:rect l="0" t="0" r="r" b="b"/>
                <a:pathLst>
                  <a:path w="67000" h="57000">
                    <a:moveTo>
                      <a:pt x="0" y="57000"/>
                    </a:moveTo>
                    <a:lnTo>
                      <a:pt x="67000" y="0"/>
                    </a:lnTo>
                  </a:path>
                </a:pathLst>
              </a:custGeom>
              <a:noFill/>
              <a:ln w="7772" cap="flat">
                <a:solidFill>
                  <a:srgbClr val="28374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1" name="Feature volume"/>
            <p:cNvGrpSpPr/>
            <p:nvPr/>
          </p:nvGrpSpPr>
          <p:grpSpPr>
            <a:xfrm>
              <a:off x="4361688" y="2139696"/>
              <a:ext cx="1033272" cy="1024128"/>
              <a:chOff x="4361688" y="2139696"/>
              <a:chExt cx="1033272" cy="1024128"/>
            </a:xfrm>
          </p:grpSpPr>
          <p:sp>
            <p:nvSpPr>
              <p:cNvPr id="42" name="Path"/>
              <p:cNvSpPr/>
              <p:nvPr/>
            </p:nvSpPr>
            <p:spPr>
              <a:xfrm>
                <a:off x="4361688" y="2139696"/>
                <a:ext cx="1033272" cy="320040"/>
              </a:xfrm>
              <a:custGeom>
                <a:avLst/>
                <a:gdLst/>
                <a:ahLst/>
                <a:cxnLst/>
                <a:rect l="0" t="0" r="r" b="b"/>
                <a:pathLst>
                  <a:path w="113000" h="35000">
                    <a:moveTo>
                      <a:pt x="0" y="35000"/>
                    </a:moveTo>
                    <a:lnTo>
                      <a:pt x="40000" y="0"/>
                    </a:lnTo>
                    <a:lnTo>
                      <a:pt x="113000" y="0"/>
                    </a:lnTo>
                    <a:lnTo>
                      <a:pt x="73000" y="35000"/>
                    </a:lnTo>
                    <a:close/>
                  </a:path>
                </a:pathLst>
              </a:custGeom>
              <a:solidFill>
                <a:srgbClr val="DEE6F6"/>
              </a:solidFill>
              <a:ln w="8229" cap="flat">
                <a:solidFill>
                  <a:srgbClr val="14212B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" name="Path"/>
              <p:cNvSpPr/>
              <p:nvPr/>
            </p:nvSpPr>
            <p:spPr>
              <a:xfrm>
                <a:off x="5029200" y="2139696"/>
                <a:ext cx="365760" cy="1024128"/>
              </a:xfrm>
              <a:custGeom>
                <a:avLst/>
                <a:gdLst/>
                <a:ahLst/>
                <a:cxnLst/>
                <a:rect l="0" t="0" r="r" b="b"/>
                <a:pathLst>
                  <a:path w="40000" h="112000">
                    <a:moveTo>
                      <a:pt x="0" y="35000"/>
                    </a:moveTo>
                    <a:lnTo>
                      <a:pt x="40000" y="0"/>
                    </a:lnTo>
                    <a:lnTo>
                      <a:pt x="40000" y="77000"/>
                    </a:lnTo>
                    <a:lnTo>
                      <a:pt x="0" y="112000"/>
                    </a:lnTo>
                    <a:close/>
                  </a:path>
                </a:pathLst>
              </a:custGeom>
              <a:solidFill>
                <a:srgbClr val="8EAADB"/>
              </a:solidFill>
              <a:ln w="8229" cap="flat">
                <a:solidFill>
                  <a:srgbClr val="14212B"/>
                </a:solidFill>
                <a:round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" name="Rect"/>
              <p:cNvSpPr/>
              <p:nvPr/>
            </p:nvSpPr>
            <p:spPr>
              <a:xfrm>
                <a:off x="4361688" y="2459736"/>
                <a:ext cx="667512" cy="704088"/>
              </a:xfrm>
              <a:prstGeom prst="rect">
                <a:avLst/>
              </a:prstGeom>
              <a:solidFill>
                <a:srgbClr val="B7C8EB"/>
              </a:solidFill>
              <a:ln w="8229" cap="flat">
                <a:solidFill>
                  <a:srgbClr val="14212B"/>
                </a:solidFill>
                <a:round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" name="Path"/>
              <p:cNvSpPr/>
              <p:nvPr/>
            </p:nvSpPr>
            <p:spPr>
              <a:xfrm>
                <a:off x="4528566" y="2459736"/>
                <a:ext cx="91" cy="704088"/>
              </a:xfrm>
              <a:custGeom>
                <a:avLst/>
                <a:gdLst/>
                <a:ahLst/>
                <a:cxnLst/>
                <a:rect l="0" t="0" r="r" b="b"/>
                <a:pathLst>
                  <a:path w="10" h="77000">
                    <a:moveTo>
                      <a:pt x="0" y="0"/>
                    </a:moveTo>
                    <a:lnTo>
                      <a:pt x="0" y="77000"/>
                    </a:lnTo>
                  </a:path>
                </a:pathLst>
              </a:custGeom>
              <a:noFill/>
              <a:ln w="7772" cap="flat">
                <a:solidFill>
                  <a:srgbClr val="28374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" name="Path"/>
              <p:cNvSpPr/>
              <p:nvPr/>
            </p:nvSpPr>
            <p:spPr>
              <a:xfrm>
                <a:off x="4528566" y="2139696"/>
                <a:ext cx="365760" cy="320040"/>
              </a:xfrm>
              <a:custGeom>
                <a:avLst/>
                <a:gdLst/>
                <a:ahLst/>
                <a:cxnLst/>
                <a:rect l="0" t="0" r="r" b="b"/>
                <a:pathLst>
                  <a:path w="40000" h="35000">
                    <a:moveTo>
                      <a:pt x="0" y="35000"/>
                    </a:moveTo>
                    <a:lnTo>
                      <a:pt x="40000" y="0"/>
                    </a:lnTo>
                  </a:path>
                </a:pathLst>
              </a:custGeom>
              <a:noFill/>
              <a:ln w="7772" cap="flat">
                <a:solidFill>
                  <a:srgbClr val="28374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Path"/>
              <p:cNvSpPr/>
              <p:nvPr/>
            </p:nvSpPr>
            <p:spPr>
              <a:xfrm>
                <a:off x="4695444" y="2459736"/>
                <a:ext cx="91" cy="704088"/>
              </a:xfrm>
              <a:custGeom>
                <a:avLst/>
                <a:gdLst/>
                <a:ahLst/>
                <a:cxnLst/>
                <a:rect l="0" t="0" r="r" b="b"/>
                <a:pathLst>
                  <a:path w="10" h="77000">
                    <a:moveTo>
                      <a:pt x="0" y="0"/>
                    </a:moveTo>
                    <a:lnTo>
                      <a:pt x="0" y="77000"/>
                    </a:lnTo>
                  </a:path>
                </a:pathLst>
              </a:custGeom>
              <a:noFill/>
              <a:ln w="7772" cap="flat">
                <a:solidFill>
                  <a:srgbClr val="28374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Path"/>
              <p:cNvSpPr/>
              <p:nvPr/>
            </p:nvSpPr>
            <p:spPr>
              <a:xfrm>
                <a:off x="4695444" y="2139696"/>
                <a:ext cx="365760" cy="320040"/>
              </a:xfrm>
              <a:custGeom>
                <a:avLst/>
                <a:gdLst/>
                <a:ahLst/>
                <a:cxnLst/>
                <a:rect l="0" t="0" r="r" b="b"/>
                <a:pathLst>
                  <a:path w="40000" h="35000">
                    <a:moveTo>
                      <a:pt x="0" y="35000"/>
                    </a:moveTo>
                    <a:lnTo>
                      <a:pt x="40000" y="0"/>
                    </a:lnTo>
                  </a:path>
                </a:pathLst>
              </a:custGeom>
              <a:noFill/>
              <a:ln w="7772" cap="flat">
                <a:solidFill>
                  <a:srgbClr val="28374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Path"/>
              <p:cNvSpPr/>
              <p:nvPr/>
            </p:nvSpPr>
            <p:spPr>
              <a:xfrm>
                <a:off x="4862322" y="2459736"/>
                <a:ext cx="91" cy="704088"/>
              </a:xfrm>
              <a:custGeom>
                <a:avLst/>
                <a:gdLst/>
                <a:ahLst/>
                <a:cxnLst/>
                <a:rect l="0" t="0" r="r" b="b"/>
                <a:pathLst>
                  <a:path w="10" h="77000">
                    <a:moveTo>
                      <a:pt x="0" y="0"/>
                    </a:moveTo>
                    <a:lnTo>
                      <a:pt x="0" y="77000"/>
                    </a:lnTo>
                  </a:path>
                </a:pathLst>
              </a:custGeom>
              <a:noFill/>
              <a:ln w="7772" cap="flat">
                <a:solidFill>
                  <a:srgbClr val="28374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" name="Path"/>
              <p:cNvSpPr/>
              <p:nvPr/>
            </p:nvSpPr>
            <p:spPr>
              <a:xfrm>
                <a:off x="4862322" y="2139696"/>
                <a:ext cx="365760" cy="320040"/>
              </a:xfrm>
              <a:custGeom>
                <a:avLst/>
                <a:gdLst/>
                <a:ahLst/>
                <a:cxnLst/>
                <a:rect l="0" t="0" r="r" b="b"/>
                <a:pathLst>
                  <a:path w="40000" h="35000">
                    <a:moveTo>
                      <a:pt x="0" y="35000"/>
                    </a:moveTo>
                    <a:lnTo>
                      <a:pt x="40000" y="0"/>
                    </a:lnTo>
                  </a:path>
                </a:pathLst>
              </a:custGeom>
              <a:noFill/>
              <a:ln w="7772" cap="flat">
                <a:solidFill>
                  <a:srgbClr val="28374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51" name="Feature volume"/>
            <p:cNvGrpSpPr/>
            <p:nvPr/>
          </p:nvGrpSpPr>
          <p:grpSpPr>
            <a:xfrm>
              <a:off x="5193792" y="2459736"/>
              <a:ext cx="576072" cy="466344"/>
              <a:chOff x="5193792" y="2459736"/>
              <a:chExt cx="576072" cy="466344"/>
            </a:xfrm>
          </p:grpSpPr>
          <p:sp>
            <p:nvSpPr>
              <p:cNvPr id="52" name="Path"/>
              <p:cNvSpPr/>
              <p:nvPr/>
            </p:nvSpPr>
            <p:spPr>
              <a:xfrm>
                <a:off x="5193792" y="2459736"/>
                <a:ext cx="576072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63000" h="16000">
                    <a:moveTo>
                      <a:pt x="0" y="16000"/>
                    </a:moveTo>
                    <a:lnTo>
                      <a:pt x="18000" y="0"/>
                    </a:lnTo>
                    <a:lnTo>
                      <a:pt x="63000" y="0"/>
                    </a:lnTo>
                    <a:lnTo>
                      <a:pt x="45000" y="16000"/>
                    </a:lnTo>
                    <a:close/>
                  </a:path>
                </a:pathLst>
              </a:custGeom>
              <a:solidFill>
                <a:srgbClr val="FFFFFF"/>
              </a:solidFill>
              <a:ln w="8229" cap="flat">
                <a:solidFill>
                  <a:srgbClr val="14212B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3" name="Path"/>
              <p:cNvSpPr/>
              <p:nvPr/>
            </p:nvSpPr>
            <p:spPr>
              <a:xfrm>
                <a:off x="5605272" y="2459736"/>
                <a:ext cx="164592" cy="466344"/>
              </a:xfrm>
              <a:custGeom>
                <a:avLst/>
                <a:gdLst/>
                <a:ahLst/>
                <a:cxnLst/>
                <a:rect l="0" t="0" r="r" b="b"/>
                <a:pathLst>
                  <a:path w="18000" h="51000">
                    <a:moveTo>
                      <a:pt x="0" y="16000"/>
                    </a:moveTo>
                    <a:lnTo>
                      <a:pt x="18000" y="0"/>
                    </a:lnTo>
                    <a:lnTo>
                      <a:pt x="18000" y="35000"/>
                    </a:lnTo>
                    <a:lnTo>
                      <a:pt x="0" y="51000"/>
                    </a:lnTo>
                    <a:close/>
                  </a:path>
                </a:pathLst>
              </a:custGeom>
              <a:solidFill>
                <a:srgbClr val="CDE2EE"/>
              </a:solidFill>
              <a:ln w="8229" cap="flat">
                <a:solidFill>
                  <a:srgbClr val="14212B"/>
                </a:solidFill>
                <a:round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Rect"/>
              <p:cNvSpPr/>
              <p:nvPr/>
            </p:nvSpPr>
            <p:spPr>
              <a:xfrm>
                <a:off x="5193792" y="2606040"/>
                <a:ext cx="411480" cy="320040"/>
              </a:xfrm>
              <a:prstGeom prst="rect">
                <a:avLst/>
              </a:prstGeom>
              <a:solidFill>
                <a:srgbClr val="F3F8FB"/>
              </a:solidFill>
              <a:ln w="8229" cap="flat">
                <a:solidFill>
                  <a:srgbClr val="14212B"/>
                </a:solidFill>
                <a:round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Path"/>
              <p:cNvSpPr/>
              <p:nvPr/>
            </p:nvSpPr>
            <p:spPr>
              <a:xfrm>
                <a:off x="5296662" y="2606040"/>
                <a:ext cx="91" cy="320040"/>
              </a:xfrm>
              <a:custGeom>
                <a:avLst/>
                <a:gdLst/>
                <a:ahLst/>
                <a:cxnLst/>
                <a:rect l="0" t="0" r="r" b="b"/>
                <a:pathLst>
                  <a:path w="10" h="35000">
                    <a:moveTo>
                      <a:pt x="0" y="0"/>
                    </a:moveTo>
                    <a:lnTo>
                      <a:pt x="0" y="35000"/>
                    </a:lnTo>
                  </a:path>
                </a:pathLst>
              </a:custGeom>
              <a:noFill/>
              <a:ln w="7772" cap="flat">
                <a:solidFill>
                  <a:srgbClr val="28374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Path"/>
              <p:cNvSpPr/>
              <p:nvPr/>
            </p:nvSpPr>
            <p:spPr>
              <a:xfrm>
                <a:off x="5296662" y="2459736"/>
                <a:ext cx="164592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8000" h="16000">
                    <a:moveTo>
                      <a:pt x="0" y="16000"/>
                    </a:moveTo>
                    <a:lnTo>
                      <a:pt x="18000" y="0"/>
                    </a:lnTo>
                  </a:path>
                </a:pathLst>
              </a:custGeom>
              <a:noFill/>
              <a:ln w="7772" cap="flat">
                <a:solidFill>
                  <a:srgbClr val="28374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" name="Path"/>
              <p:cNvSpPr/>
              <p:nvPr/>
            </p:nvSpPr>
            <p:spPr>
              <a:xfrm>
                <a:off x="5399532" y="2606040"/>
                <a:ext cx="91" cy="320040"/>
              </a:xfrm>
              <a:custGeom>
                <a:avLst/>
                <a:gdLst/>
                <a:ahLst/>
                <a:cxnLst/>
                <a:rect l="0" t="0" r="r" b="b"/>
                <a:pathLst>
                  <a:path w="10" h="35000">
                    <a:moveTo>
                      <a:pt x="0" y="0"/>
                    </a:moveTo>
                    <a:lnTo>
                      <a:pt x="0" y="35000"/>
                    </a:lnTo>
                  </a:path>
                </a:pathLst>
              </a:custGeom>
              <a:noFill/>
              <a:ln w="7772" cap="flat">
                <a:solidFill>
                  <a:srgbClr val="28374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" name="Path"/>
              <p:cNvSpPr/>
              <p:nvPr/>
            </p:nvSpPr>
            <p:spPr>
              <a:xfrm>
                <a:off x="5399532" y="2459736"/>
                <a:ext cx="164592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8000" h="16000">
                    <a:moveTo>
                      <a:pt x="0" y="16000"/>
                    </a:moveTo>
                    <a:lnTo>
                      <a:pt x="18000" y="0"/>
                    </a:lnTo>
                  </a:path>
                </a:pathLst>
              </a:custGeom>
              <a:noFill/>
              <a:ln w="7772" cap="flat">
                <a:solidFill>
                  <a:srgbClr val="28374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" name="Path"/>
              <p:cNvSpPr/>
              <p:nvPr/>
            </p:nvSpPr>
            <p:spPr>
              <a:xfrm>
                <a:off x="5502402" y="2606040"/>
                <a:ext cx="91" cy="320040"/>
              </a:xfrm>
              <a:custGeom>
                <a:avLst/>
                <a:gdLst/>
                <a:ahLst/>
                <a:cxnLst/>
                <a:rect l="0" t="0" r="r" b="b"/>
                <a:pathLst>
                  <a:path w="10" h="35000">
                    <a:moveTo>
                      <a:pt x="0" y="0"/>
                    </a:moveTo>
                    <a:lnTo>
                      <a:pt x="0" y="35000"/>
                    </a:lnTo>
                  </a:path>
                </a:pathLst>
              </a:custGeom>
              <a:noFill/>
              <a:ln w="7772" cap="flat">
                <a:solidFill>
                  <a:srgbClr val="28374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Path"/>
              <p:cNvSpPr/>
              <p:nvPr/>
            </p:nvSpPr>
            <p:spPr>
              <a:xfrm>
                <a:off x="5502402" y="2459736"/>
                <a:ext cx="164592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8000" h="16000">
                    <a:moveTo>
                      <a:pt x="0" y="16000"/>
                    </a:moveTo>
                    <a:lnTo>
                      <a:pt x="18000" y="0"/>
                    </a:lnTo>
                  </a:path>
                </a:pathLst>
              </a:custGeom>
              <a:noFill/>
              <a:ln w="7772" cap="flat">
                <a:solidFill>
                  <a:srgbClr val="283742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61" name="Feature generation"/>
            <p:cNvSpPr txBox="1"/>
            <p:nvPr/>
          </p:nvSpPr>
          <p:spPr>
            <a:xfrm>
              <a:off x="2963656" y="4050792"/>
              <a:ext cx="2503456" cy="38039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4" b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Feature generation</a:t>
              </a:r>
            </a:p>
          </p:txBody>
        </p:sp>
      </p:grpSp>
      <p:grpSp>
        <p:nvGrpSpPr>
          <p:cNvPr id="62" name="Build BBA"/>
          <p:cNvGrpSpPr/>
          <p:nvPr/>
        </p:nvGrpSpPr>
        <p:grpSpPr>
          <a:xfrm>
            <a:off x="5788152" y="950976"/>
            <a:ext cx="3337560" cy="3480206"/>
            <a:chOff x="5788152" y="950976"/>
            <a:chExt cx="3337560" cy="3480206"/>
          </a:xfrm>
        </p:grpSpPr>
        <p:sp>
          <p:nvSpPr>
            <p:cNvPr id="63" name="Path"/>
            <p:cNvSpPr/>
            <p:nvPr/>
          </p:nvSpPr>
          <p:spPr>
            <a:xfrm>
              <a:off x="5788152" y="1572768"/>
              <a:ext cx="493776" cy="210312"/>
            </a:xfrm>
            <a:custGeom>
              <a:avLst/>
              <a:gdLst/>
              <a:ahLst/>
              <a:cxnLst/>
              <a:rect l="0" t="0" r="r" b="b"/>
              <a:pathLst>
                <a:path w="54000" h="23000">
                  <a:moveTo>
                    <a:pt x="0" y="5750"/>
                  </a:moveTo>
                  <a:lnTo>
                    <a:pt x="26460" y="5750"/>
                  </a:lnTo>
                  <a:lnTo>
                    <a:pt x="26460" y="0"/>
                  </a:lnTo>
                  <a:lnTo>
                    <a:pt x="54000" y="11500"/>
                  </a:lnTo>
                  <a:lnTo>
                    <a:pt x="26460" y="23000"/>
                  </a:lnTo>
                  <a:lnTo>
                    <a:pt x="26460" y="17250"/>
                  </a:lnTo>
                  <a:lnTo>
                    <a:pt x="0" y="17250"/>
                  </a:lnTo>
                  <a:close/>
                </a:path>
              </a:pathLst>
            </a:custGeom>
            <a:solidFill>
              <a:srgbClr val="FBE5D4"/>
            </a:solidFill>
            <a:ln w="13716" cap="flat">
              <a:solidFill>
                <a:srgbClr val="FFAC7C"/>
              </a:solidFill>
              <a:round/>
            </a:ln>
            <a:effectLst>
              <a:outerShdw blurRad="41148" dist="37934" dir="4477424" algn="ctr" rotWithShape="0">
                <a:srgbClr val="5896BA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Path"/>
            <p:cNvSpPr/>
            <p:nvPr/>
          </p:nvSpPr>
          <p:spPr>
            <a:xfrm>
              <a:off x="5788152" y="3291840"/>
              <a:ext cx="493776" cy="219456"/>
            </a:xfrm>
            <a:custGeom>
              <a:avLst/>
              <a:gdLst/>
              <a:ahLst/>
              <a:cxnLst/>
              <a:rect l="0" t="0" r="r" b="b"/>
              <a:pathLst>
                <a:path w="54000" h="24000">
                  <a:moveTo>
                    <a:pt x="0" y="6000"/>
                  </a:moveTo>
                  <a:lnTo>
                    <a:pt x="26460" y="6000"/>
                  </a:lnTo>
                  <a:lnTo>
                    <a:pt x="26460" y="0"/>
                  </a:lnTo>
                  <a:lnTo>
                    <a:pt x="54000" y="12000"/>
                  </a:lnTo>
                  <a:lnTo>
                    <a:pt x="26460" y="24000"/>
                  </a:lnTo>
                  <a:lnTo>
                    <a:pt x="26460" y="1800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E6EFDC"/>
            </a:solidFill>
            <a:ln w="13716" cap="flat">
              <a:solidFill>
                <a:srgbClr val="548B2C"/>
              </a:solidFill>
              <a:round/>
            </a:ln>
            <a:effectLst>
              <a:outerShdw blurRad="41148" dist="37934" dir="4477424" algn="ctr" rotWithShape="0">
                <a:srgbClr val="5896BA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65" name="BBA tensor 1"/>
            <p:cNvGrpSpPr/>
            <p:nvPr/>
          </p:nvGrpSpPr>
          <p:grpSpPr>
            <a:xfrm>
              <a:off x="6336792" y="950976"/>
              <a:ext cx="2788920" cy="886968"/>
              <a:chOff x="6336792" y="950976"/>
              <a:chExt cx="2788920" cy="886968"/>
            </a:xfrm>
          </p:grpSpPr>
          <p:sp>
            <p:nvSpPr>
              <p:cNvPr id="66" name="Rect"/>
              <p:cNvSpPr/>
              <p:nvPr/>
            </p:nvSpPr>
            <p:spPr>
              <a:xfrm>
                <a:off x="6336792" y="950976"/>
                <a:ext cx="2788920" cy="886968"/>
              </a:xfrm>
              <a:prstGeom prst="roundRect">
                <a:avLst>
                  <a:gd name="adj" fmla="val 19587"/>
                </a:avLst>
              </a:prstGeom>
              <a:solidFill>
                <a:srgbClr val="DCECF5"/>
              </a:solidFill>
              <a:ln w="14630" cap="flat">
                <a:solidFill>
                  <a:srgbClr val="F59FE5"/>
                </a:solidFill>
                <a:custDash>
                  <a:ds d="937500" sp="562500"/>
                </a:custDash>
                <a:round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" name="Path"/>
              <p:cNvSpPr/>
              <p:nvPr/>
            </p:nvSpPr>
            <p:spPr>
              <a:xfrm>
                <a:off x="6492240" y="1014984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" name="Path"/>
              <p:cNvSpPr/>
              <p:nvPr/>
            </p:nvSpPr>
            <p:spPr>
              <a:xfrm>
                <a:off x="6492240" y="1014984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" name="Rect"/>
              <p:cNvSpPr/>
              <p:nvPr/>
            </p:nvSpPr>
            <p:spPr>
              <a:xfrm>
                <a:off x="6528816" y="1051560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" name="Path"/>
              <p:cNvSpPr/>
              <p:nvPr/>
            </p:nvSpPr>
            <p:spPr>
              <a:xfrm>
                <a:off x="6719926" y="1014984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" name="Path"/>
              <p:cNvSpPr/>
              <p:nvPr/>
            </p:nvSpPr>
            <p:spPr>
              <a:xfrm>
                <a:off x="6719926" y="1014984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" name="Rect"/>
              <p:cNvSpPr/>
              <p:nvPr/>
            </p:nvSpPr>
            <p:spPr>
              <a:xfrm>
                <a:off x="6756502" y="1051560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" name="Path"/>
              <p:cNvSpPr/>
              <p:nvPr/>
            </p:nvSpPr>
            <p:spPr>
              <a:xfrm>
                <a:off x="6947611" y="1014984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" name="Path"/>
              <p:cNvSpPr/>
              <p:nvPr/>
            </p:nvSpPr>
            <p:spPr>
              <a:xfrm>
                <a:off x="6947611" y="1014984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" name="Rect"/>
              <p:cNvSpPr/>
              <p:nvPr/>
            </p:nvSpPr>
            <p:spPr>
              <a:xfrm>
                <a:off x="6984187" y="1051560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" name="Path"/>
              <p:cNvSpPr/>
              <p:nvPr/>
            </p:nvSpPr>
            <p:spPr>
              <a:xfrm>
                <a:off x="7175297" y="1014984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" name="Path"/>
              <p:cNvSpPr/>
              <p:nvPr/>
            </p:nvSpPr>
            <p:spPr>
              <a:xfrm>
                <a:off x="7175297" y="1014984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" name="Rect"/>
              <p:cNvSpPr/>
              <p:nvPr/>
            </p:nvSpPr>
            <p:spPr>
              <a:xfrm>
                <a:off x="7211873" y="1051560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" name="Path"/>
              <p:cNvSpPr/>
              <p:nvPr/>
            </p:nvSpPr>
            <p:spPr>
              <a:xfrm>
                <a:off x="7402982" y="1014984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" name="Path"/>
              <p:cNvSpPr/>
              <p:nvPr/>
            </p:nvSpPr>
            <p:spPr>
              <a:xfrm>
                <a:off x="7402982" y="1014984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" name="Rect"/>
              <p:cNvSpPr/>
              <p:nvPr/>
            </p:nvSpPr>
            <p:spPr>
              <a:xfrm>
                <a:off x="7439558" y="1051560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" name="Path"/>
              <p:cNvSpPr/>
              <p:nvPr/>
            </p:nvSpPr>
            <p:spPr>
              <a:xfrm>
                <a:off x="7630668" y="1014984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" name="Path"/>
              <p:cNvSpPr/>
              <p:nvPr/>
            </p:nvSpPr>
            <p:spPr>
              <a:xfrm>
                <a:off x="7630668" y="1014984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" name="Rect"/>
              <p:cNvSpPr/>
              <p:nvPr/>
            </p:nvSpPr>
            <p:spPr>
              <a:xfrm>
                <a:off x="7667244" y="1051560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" name="Path"/>
              <p:cNvSpPr/>
              <p:nvPr/>
            </p:nvSpPr>
            <p:spPr>
              <a:xfrm>
                <a:off x="7858354" y="1014984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" name="Path"/>
              <p:cNvSpPr/>
              <p:nvPr/>
            </p:nvSpPr>
            <p:spPr>
              <a:xfrm>
                <a:off x="7858354" y="1014984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" name="Rect"/>
              <p:cNvSpPr/>
              <p:nvPr/>
            </p:nvSpPr>
            <p:spPr>
              <a:xfrm>
                <a:off x="7894930" y="1051560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" name="Path"/>
              <p:cNvSpPr/>
              <p:nvPr/>
            </p:nvSpPr>
            <p:spPr>
              <a:xfrm>
                <a:off x="8086039" y="1014984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" name="Path"/>
              <p:cNvSpPr/>
              <p:nvPr/>
            </p:nvSpPr>
            <p:spPr>
              <a:xfrm>
                <a:off x="8086039" y="1014984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" name="Rect"/>
              <p:cNvSpPr/>
              <p:nvPr/>
            </p:nvSpPr>
            <p:spPr>
              <a:xfrm>
                <a:off x="8122615" y="1051560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" name="Path"/>
              <p:cNvSpPr/>
              <p:nvPr/>
            </p:nvSpPr>
            <p:spPr>
              <a:xfrm>
                <a:off x="8313725" y="1014984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" name="Path"/>
              <p:cNvSpPr/>
              <p:nvPr/>
            </p:nvSpPr>
            <p:spPr>
              <a:xfrm>
                <a:off x="8313725" y="1014984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" name="Rect"/>
              <p:cNvSpPr/>
              <p:nvPr/>
            </p:nvSpPr>
            <p:spPr>
              <a:xfrm>
                <a:off x="8350301" y="1051560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Path"/>
              <p:cNvSpPr/>
              <p:nvPr/>
            </p:nvSpPr>
            <p:spPr>
              <a:xfrm>
                <a:off x="8541410" y="1014984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Path"/>
              <p:cNvSpPr/>
              <p:nvPr/>
            </p:nvSpPr>
            <p:spPr>
              <a:xfrm>
                <a:off x="8541410" y="1014984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Rect"/>
              <p:cNvSpPr/>
              <p:nvPr/>
            </p:nvSpPr>
            <p:spPr>
              <a:xfrm>
                <a:off x="8577986" y="1051560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" name="Path"/>
              <p:cNvSpPr/>
              <p:nvPr/>
            </p:nvSpPr>
            <p:spPr>
              <a:xfrm>
                <a:off x="8769096" y="1014984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" name="Path"/>
              <p:cNvSpPr/>
              <p:nvPr/>
            </p:nvSpPr>
            <p:spPr>
              <a:xfrm>
                <a:off x="8769096" y="1014984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" name="Rect"/>
              <p:cNvSpPr/>
              <p:nvPr/>
            </p:nvSpPr>
            <p:spPr>
              <a:xfrm>
                <a:off x="8805672" y="1051560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" name="Path"/>
              <p:cNvSpPr/>
              <p:nvPr/>
            </p:nvSpPr>
            <p:spPr>
              <a:xfrm>
                <a:off x="6492240" y="125272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" name="Path"/>
              <p:cNvSpPr/>
              <p:nvPr/>
            </p:nvSpPr>
            <p:spPr>
              <a:xfrm>
                <a:off x="6492240" y="125272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" name="Rect"/>
              <p:cNvSpPr/>
              <p:nvPr/>
            </p:nvSpPr>
            <p:spPr>
              <a:xfrm>
                <a:off x="6528816" y="1289304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" name="Path"/>
              <p:cNvSpPr/>
              <p:nvPr/>
            </p:nvSpPr>
            <p:spPr>
              <a:xfrm>
                <a:off x="6719926" y="125272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" name="Path"/>
              <p:cNvSpPr/>
              <p:nvPr/>
            </p:nvSpPr>
            <p:spPr>
              <a:xfrm>
                <a:off x="6719926" y="125272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" name="Rect"/>
              <p:cNvSpPr/>
              <p:nvPr/>
            </p:nvSpPr>
            <p:spPr>
              <a:xfrm>
                <a:off x="6756502" y="1289304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6" name="Path"/>
              <p:cNvSpPr/>
              <p:nvPr/>
            </p:nvSpPr>
            <p:spPr>
              <a:xfrm>
                <a:off x="6947611" y="125272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" name="Path"/>
              <p:cNvSpPr/>
              <p:nvPr/>
            </p:nvSpPr>
            <p:spPr>
              <a:xfrm>
                <a:off x="6947611" y="125272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" name="Rect"/>
              <p:cNvSpPr/>
              <p:nvPr/>
            </p:nvSpPr>
            <p:spPr>
              <a:xfrm>
                <a:off x="6984187" y="1289304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" name="Path"/>
              <p:cNvSpPr/>
              <p:nvPr/>
            </p:nvSpPr>
            <p:spPr>
              <a:xfrm>
                <a:off x="7175297" y="125272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0" name="Path"/>
              <p:cNvSpPr/>
              <p:nvPr/>
            </p:nvSpPr>
            <p:spPr>
              <a:xfrm>
                <a:off x="7175297" y="125272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" name="Rect"/>
              <p:cNvSpPr/>
              <p:nvPr/>
            </p:nvSpPr>
            <p:spPr>
              <a:xfrm>
                <a:off x="7211873" y="1289304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" name="Path"/>
              <p:cNvSpPr/>
              <p:nvPr/>
            </p:nvSpPr>
            <p:spPr>
              <a:xfrm>
                <a:off x="7402982" y="125272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" name="Path"/>
              <p:cNvSpPr/>
              <p:nvPr/>
            </p:nvSpPr>
            <p:spPr>
              <a:xfrm>
                <a:off x="7402982" y="125272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" name="Rect"/>
              <p:cNvSpPr/>
              <p:nvPr/>
            </p:nvSpPr>
            <p:spPr>
              <a:xfrm>
                <a:off x="7439558" y="1289304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" name="Path"/>
              <p:cNvSpPr/>
              <p:nvPr/>
            </p:nvSpPr>
            <p:spPr>
              <a:xfrm>
                <a:off x="7630668" y="125272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" name="Path"/>
              <p:cNvSpPr/>
              <p:nvPr/>
            </p:nvSpPr>
            <p:spPr>
              <a:xfrm>
                <a:off x="7630668" y="125272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" name="Rect"/>
              <p:cNvSpPr/>
              <p:nvPr/>
            </p:nvSpPr>
            <p:spPr>
              <a:xfrm>
                <a:off x="7667244" y="1289304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" name="Path"/>
              <p:cNvSpPr/>
              <p:nvPr/>
            </p:nvSpPr>
            <p:spPr>
              <a:xfrm>
                <a:off x="7858354" y="125272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" name="Path"/>
              <p:cNvSpPr/>
              <p:nvPr/>
            </p:nvSpPr>
            <p:spPr>
              <a:xfrm>
                <a:off x="7858354" y="125272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" name="Rect"/>
              <p:cNvSpPr/>
              <p:nvPr/>
            </p:nvSpPr>
            <p:spPr>
              <a:xfrm>
                <a:off x="7894930" y="1289304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" name="Path"/>
              <p:cNvSpPr/>
              <p:nvPr/>
            </p:nvSpPr>
            <p:spPr>
              <a:xfrm>
                <a:off x="8086039" y="125272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" name="Path"/>
              <p:cNvSpPr/>
              <p:nvPr/>
            </p:nvSpPr>
            <p:spPr>
              <a:xfrm>
                <a:off x="8086039" y="125272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" name="Rect"/>
              <p:cNvSpPr/>
              <p:nvPr/>
            </p:nvSpPr>
            <p:spPr>
              <a:xfrm>
                <a:off x="8122615" y="1289304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" name="Path"/>
              <p:cNvSpPr/>
              <p:nvPr/>
            </p:nvSpPr>
            <p:spPr>
              <a:xfrm>
                <a:off x="8313725" y="125272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" name="Path"/>
              <p:cNvSpPr/>
              <p:nvPr/>
            </p:nvSpPr>
            <p:spPr>
              <a:xfrm>
                <a:off x="8313725" y="125272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" name="Rect"/>
              <p:cNvSpPr/>
              <p:nvPr/>
            </p:nvSpPr>
            <p:spPr>
              <a:xfrm>
                <a:off x="8350301" y="1289304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" name="Path"/>
              <p:cNvSpPr/>
              <p:nvPr/>
            </p:nvSpPr>
            <p:spPr>
              <a:xfrm>
                <a:off x="8541410" y="125272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Path"/>
              <p:cNvSpPr/>
              <p:nvPr/>
            </p:nvSpPr>
            <p:spPr>
              <a:xfrm>
                <a:off x="8541410" y="125272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" name="Rect"/>
              <p:cNvSpPr/>
              <p:nvPr/>
            </p:nvSpPr>
            <p:spPr>
              <a:xfrm>
                <a:off x="8577986" y="1289304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" name="Path"/>
              <p:cNvSpPr/>
              <p:nvPr/>
            </p:nvSpPr>
            <p:spPr>
              <a:xfrm>
                <a:off x="8769096" y="125272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1" name="Path"/>
              <p:cNvSpPr/>
              <p:nvPr/>
            </p:nvSpPr>
            <p:spPr>
              <a:xfrm>
                <a:off x="8769096" y="125272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Rect"/>
              <p:cNvSpPr/>
              <p:nvPr/>
            </p:nvSpPr>
            <p:spPr>
              <a:xfrm>
                <a:off x="8805672" y="1289304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Path"/>
              <p:cNvSpPr/>
              <p:nvPr/>
            </p:nvSpPr>
            <p:spPr>
              <a:xfrm>
                <a:off x="6492240" y="1591056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Path"/>
              <p:cNvSpPr/>
              <p:nvPr/>
            </p:nvSpPr>
            <p:spPr>
              <a:xfrm>
                <a:off x="6492240" y="1591056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" name="Rect"/>
              <p:cNvSpPr/>
              <p:nvPr/>
            </p:nvSpPr>
            <p:spPr>
              <a:xfrm>
                <a:off x="6528816" y="1627632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6" name="Path"/>
              <p:cNvSpPr/>
              <p:nvPr/>
            </p:nvSpPr>
            <p:spPr>
              <a:xfrm>
                <a:off x="6719926" y="1591056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7" name="Path"/>
              <p:cNvSpPr/>
              <p:nvPr/>
            </p:nvSpPr>
            <p:spPr>
              <a:xfrm>
                <a:off x="6719926" y="1591056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8" name="Rect"/>
              <p:cNvSpPr/>
              <p:nvPr/>
            </p:nvSpPr>
            <p:spPr>
              <a:xfrm>
                <a:off x="6756502" y="1627632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9" name="Path"/>
              <p:cNvSpPr/>
              <p:nvPr/>
            </p:nvSpPr>
            <p:spPr>
              <a:xfrm>
                <a:off x="6947611" y="1591056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0" name="Path"/>
              <p:cNvSpPr/>
              <p:nvPr/>
            </p:nvSpPr>
            <p:spPr>
              <a:xfrm>
                <a:off x="6947611" y="1591056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1" name="Rect"/>
              <p:cNvSpPr/>
              <p:nvPr/>
            </p:nvSpPr>
            <p:spPr>
              <a:xfrm>
                <a:off x="6984187" y="1627632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2" name="Path"/>
              <p:cNvSpPr/>
              <p:nvPr/>
            </p:nvSpPr>
            <p:spPr>
              <a:xfrm>
                <a:off x="7175297" y="1591056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3" name="Path"/>
              <p:cNvSpPr/>
              <p:nvPr/>
            </p:nvSpPr>
            <p:spPr>
              <a:xfrm>
                <a:off x="7175297" y="1591056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4" name="Rect"/>
              <p:cNvSpPr/>
              <p:nvPr/>
            </p:nvSpPr>
            <p:spPr>
              <a:xfrm>
                <a:off x="7211873" y="1627632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5" name="Path"/>
              <p:cNvSpPr/>
              <p:nvPr/>
            </p:nvSpPr>
            <p:spPr>
              <a:xfrm>
                <a:off x="7402982" y="1591056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6" name="Path"/>
              <p:cNvSpPr/>
              <p:nvPr/>
            </p:nvSpPr>
            <p:spPr>
              <a:xfrm>
                <a:off x="7402982" y="1591056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7" name="Rect"/>
              <p:cNvSpPr/>
              <p:nvPr/>
            </p:nvSpPr>
            <p:spPr>
              <a:xfrm>
                <a:off x="7439558" y="1627632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8" name="Path"/>
              <p:cNvSpPr/>
              <p:nvPr/>
            </p:nvSpPr>
            <p:spPr>
              <a:xfrm>
                <a:off x="7630668" y="1591056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9" name="Path"/>
              <p:cNvSpPr/>
              <p:nvPr/>
            </p:nvSpPr>
            <p:spPr>
              <a:xfrm>
                <a:off x="7630668" y="1591056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0" name="Rect"/>
              <p:cNvSpPr/>
              <p:nvPr/>
            </p:nvSpPr>
            <p:spPr>
              <a:xfrm>
                <a:off x="7667244" y="1627632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1" name="Path"/>
              <p:cNvSpPr/>
              <p:nvPr/>
            </p:nvSpPr>
            <p:spPr>
              <a:xfrm>
                <a:off x="7858354" y="1591056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2" name="Path"/>
              <p:cNvSpPr/>
              <p:nvPr/>
            </p:nvSpPr>
            <p:spPr>
              <a:xfrm>
                <a:off x="7858354" y="1591056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Rect"/>
              <p:cNvSpPr/>
              <p:nvPr/>
            </p:nvSpPr>
            <p:spPr>
              <a:xfrm>
                <a:off x="7894930" y="1627632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4" name="Path"/>
              <p:cNvSpPr/>
              <p:nvPr/>
            </p:nvSpPr>
            <p:spPr>
              <a:xfrm>
                <a:off x="8086039" y="1591056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" name="Path"/>
              <p:cNvSpPr/>
              <p:nvPr/>
            </p:nvSpPr>
            <p:spPr>
              <a:xfrm>
                <a:off x="8086039" y="1591056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6" name="Rect"/>
              <p:cNvSpPr/>
              <p:nvPr/>
            </p:nvSpPr>
            <p:spPr>
              <a:xfrm>
                <a:off x="8122615" y="1627632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" name="Path"/>
              <p:cNvSpPr/>
              <p:nvPr/>
            </p:nvSpPr>
            <p:spPr>
              <a:xfrm>
                <a:off x="8313725" y="1591056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8" name="Path"/>
              <p:cNvSpPr/>
              <p:nvPr/>
            </p:nvSpPr>
            <p:spPr>
              <a:xfrm>
                <a:off x="8313725" y="1591056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9" name="Rect"/>
              <p:cNvSpPr/>
              <p:nvPr/>
            </p:nvSpPr>
            <p:spPr>
              <a:xfrm>
                <a:off x="8350301" y="1627632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" name="Path"/>
              <p:cNvSpPr/>
              <p:nvPr/>
            </p:nvSpPr>
            <p:spPr>
              <a:xfrm>
                <a:off x="8541410" y="1591056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1" name="Path"/>
              <p:cNvSpPr/>
              <p:nvPr/>
            </p:nvSpPr>
            <p:spPr>
              <a:xfrm>
                <a:off x="8541410" y="1591056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2" name="Rect"/>
              <p:cNvSpPr/>
              <p:nvPr/>
            </p:nvSpPr>
            <p:spPr>
              <a:xfrm>
                <a:off x="8577986" y="1627632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3" name="Path"/>
              <p:cNvSpPr/>
              <p:nvPr/>
            </p:nvSpPr>
            <p:spPr>
              <a:xfrm>
                <a:off x="8769096" y="1591056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4" name="Path"/>
              <p:cNvSpPr/>
              <p:nvPr/>
            </p:nvSpPr>
            <p:spPr>
              <a:xfrm>
                <a:off x="8769096" y="1591056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" name="Rect"/>
              <p:cNvSpPr/>
              <p:nvPr/>
            </p:nvSpPr>
            <p:spPr>
              <a:xfrm>
                <a:off x="8805672" y="1627632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" name="Rect"/>
              <p:cNvSpPr/>
              <p:nvPr/>
            </p:nvSpPr>
            <p:spPr>
              <a:xfrm>
                <a:off x="7543800" y="1417320"/>
                <a:ext cx="42062" cy="4206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" name="Rect"/>
              <p:cNvSpPr/>
              <p:nvPr/>
            </p:nvSpPr>
            <p:spPr>
              <a:xfrm>
                <a:off x="7543800" y="1492301"/>
                <a:ext cx="42062" cy="4206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" name="Rect"/>
              <p:cNvSpPr/>
              <p:nvPr/>
            </p:nvSpPr>
            <p:spPr>
              <a:xfrm>
                <a:off x="7543800" y="1567282"/>
                <a:ext cx="42062" cy="4206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" name="Rect"/>
              <p:cNvSpPr/>
              <p:nvPr/>
            </p:nvSpPr>
            <p:spPr>
              <a:xfrm>
                <a:off x="7900416" y="1417320"/>
                <a:ext cx="42062" cy="4206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" name="Rect"/>
              <p:cNvSpPr/>
              <p:nvPr/>
            </p:nvSpPr>
            <p:spPr>
              <a:xfrm>
                <a:off x="7900416" y="1492301"/>
                <a:ext cx="42062" cy="4206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1" name="Rect"/>
              <p:cNvSpPr/>
              <p:nvPr/>
            </p:nvSpPr>
            <p:spPr>
              <a:xfrm>
                <a:off x="7900416" y="1567282"/>
                <a:ext cx="42062" cy="4206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2" name="BBA tensor 2"/>
            <p:cNvGrpSpPr/>
            <p:nvPr/>
          </p:nvGrpSpPr>
          <p:grpSpPr>
            <a:xfrm>
              <a:off x="6336792" y="2048256"/>
              <a:ext cx="2788920" cy="886968"/>
              <a:chOff x="6336792" y="2048256"/>
              <a:chExt cx="2788920" cy="886968"/>
            </a:xfrm>
          </p:grpSpPr>
          <p:sp>
            <p:nvSpPr>
              <p:cNvPr id="173" name="Rect"/>
              <p:cNvSpPr/>
              <p:nvPr/>
            </p:nvSpPr>
            <p:spPr>
              <a:xfrm>
                <a:off x="6336792" y="2048256"/>
                <a:ext cx="2788920" cy="886968"/>
              </a:xfrm>
              <a:prstGeom prst="roundRect">
                <a:avLst>
                  <a:gd name="adj" fmla="val 19587"/>
                </a:avLst>
              </a:prstGeom>
              <a:solidFill>
                <a:srgbClr val="DCECF5"/>
              </a:solidFill>
              <a:ln w="14630" cap="flat">
                <a:solidFill>
                  <a:srgbClr val="F59FE5"/>
                </a:solidFill>
                <a:custDash>
                  <a:ds d="937500" sp="562500"/>
                </a:custDash>
                <a:round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" name="Path"/>
              <p:cNvSpPr/>
              <p:nvPr/>
            </p:nvSpPr>
            <p:spPr>
              <a:xfrm>
                <a:off x="6492240" y="2112264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" name="Path"/>
              <p:cNvSpPr/>
              <p:nvPr/>
            </p:nvSpPr>
            <p:spPr>
              <a:xfrm>
                <a:off x="6492240" y="2112264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" name="Rect"/>
              <p:cNvSpPr/>
              <p:nvPr/>
            </p:nvSpPr>
            <p:spPr>
              <a:xfrm>
                <a:off x="6528816" y="2148840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" name="Path"/>
              <p:cNvSpPr/>
              <p:nvPr/>
            </p:nvSpPr>
            <p:spPr>
              <a:xfrm>
                <a:off x="6719926" y="2112264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" name="Path"/>
              <p:cNvSpPr/>
              <p:nvPr/>
            </p:nvSpPr>
            <p:spPr>
              <a:xfrm>
                <a:off x="6719926" y="2112264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" name="Rect"/>
              <p:cNvSpPr/>
              <p:nvPr/>
            </p:nvSpPr>
            <p:spPr>
              <a:xfrm>
                <a:off x="6756502" y="2148840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" name="Path"/>
              <p:cNvSpPr/>
              <p:nvPr/>
            </p:nvSpPr>
            <p:spPr>
              <a:xfrm>
                <a:off x="6947611" y="2112264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" name="Path"/>
              <p:cNvSpPr/>
              <p:nvPr/>
            </p:nvSpPr>
            <p:spPr>
              <a:xfrm>
                <a:off x="6947611" y="2112264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" name="Rect"/>
              <p:cNvSpPr/>
              <p:nvPr/>
            </p:nvSpPr>
            <p:spPr>
              <a:xfrm>
                <a:off x="6984187" y="2148840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" name="Path"/>
              <p:cNvSpPr/>
              <p:nvPr/>
            </p:nvSpPr>
            <p:spPr>
              <a:xfrm>
                <a:off x="7175297" y="2112264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" name="Path"/>
              <p:cNvSpPr/>
              <p:nvPr/>
            </p:nvSpPr>
            <p:spPr>
              <a:xfrm>
                <a:off x="7175297" y="2112264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" name="Rect"/>
              <p:cNvSpPr/>
              <p:nvPr/>
            </p:nvSpPr>
            <p:spPr>
              <a:xfrm>
                <a:off x="7211873" y="2148840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" name="Path"/>
              <p:cNvSpPr/>
              <p:nvPr/>
            </p:nvSpPr>
            <p:spPr>
              <a:xfrm>
                <a:off x="7402982" y="2112264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" name="Path"/>
              <p:cNvSpPr/>
              <p:nvPr/>
            </p:nvSpPr>
            <p:spPr>
              <a:xfrm>
                <a:off x="7402982" y="2112264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" name="Rect"/>
              <p:cNvSpPr/>
              <p:nvPr/>
            </p:nvSpPr>
            <p:spPr>
              <a:xfrm>
                <a:off x="7439558" y="2148840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" name="Path"/>
              <p:cNvSpPr/>
              <p:nvPr/>
            </p:nvSpPr>
            <p:spPr>
              <a:xfrm>
                <a:off x="7630668" y="2112264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" name="Path"/>
              <p:cNvSpPr/>
              <p:nvPr/>
            </p:nvSpPr>
            <p:spPr>
              <a:xfrm>
                <a:off x="7630668" y="2112264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" name="Rect"/>
              <p:cNvSpPr/>
              <p:nvPr/>
            </p:nvSpPr>
            <p:spPr>
              <a:xfrm>
                <a:off x="7667244" y="2148840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" name="Path"/>
              <p:cNvSpPr/>
              <p:nvPr/>
            </p:nvSpPr>
            <p:spPr>
              <a:xfrm>
                <a:off x="7858354" y="2112264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" name="Path"/>
              <p:cNvSpPr/>
              <p:nvPr/>
            </p:nvSpPr>
            <p:spPr>
              <a:xfrm>
                <a:off x="7858354" y="2112264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" name="Rect"/>
              <p:cNvSpPr/>
              <p:nvPr/>
            </p:nvSpPr>
            <p:spPr>
              <a:xfrm>
                <a:off x="7894930" y="2148840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" name="Path"/>
              <p:cNvSpPr/>
              <p:nvPr/>
            </p:nvSpPr>
            <p:spPr>
              <a:xfrm>
                <a:off x="8086039" y="2112264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" name="Path"/>
              <p:cNvSpPr/>
              <p:nvPr/>
            </p:nvSpPr>
            <p:spPr>
              <a:xfrm>
                <a:off x="8086039" y="2112264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" name="Rect"/>
              <p:cNvSpPr/>
              <p:nvPr/>
            </p:nvSpPr>
            <p:spPr>
              <a:xfrm>
                <a:off x="8122615" y="2148840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" name="Path"/>
              <p:cNvSpPr/>
              <p:nvPr/>
            </p:nvSpPr>
            <p:spPr>
              <a:xfrm>
                <a:off x="8313725" y="2112264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" name="Path"/>
              <p:cNvSpPr/>
              <p:nvPr/>
            </p:nvSpPr>
            <p:spPr>
              <a:xfrm>
                <a:off x="8313725" y="2112264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" name="Rect"/>
              <p:cNvSpPr/>
              <p:nvPr/>
            </p:nvSpPr>
            <p:spPr>
              <a:xfrm>
                <a:off x="8350301" y="2148840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" name="Path"/>
              <p:cNvSpPr/>
              <p:nvPr/>
            </p:nvSpPr>
            <p:spPr>
              <a:xfrm>
                <a:off x="8541410" y="2112264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" name="Path"/>
              <p:cNvSpPr/>
              <p:nvPr/>
            </p:nvSpPr>
            <p:spPr>
              <a:xfrm>
                <a:off x="8541410" y="2112264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" name="Rect"/>
              <p:cNvSpPr/>
              <p:nvPr/>
            </p:nvSpPr>
            <p:spPr>
              <a:xfrm>
                <a:off x="8577986" y="2148840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" name="Path"/>
              <p:cNvSpPr/>
              <p:nvPr/>
            </p:nvSpPr>
            <p:spPr>
              <a:xfrm>
                <a:off x="8769096" y="2112264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" name="Path"/>
              <p:cNvSpPr/>
              <p:nvPr/>
            </p:nvSpPr>
            <p:spPr>
              <a:xfrm>
                <a:off x="8769096" y="2112264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" name="Rect"/>
              <p:cNvSpPr/>
              <p:nvPr/>
            </p:nvSpPr>
            <p:spPr>
              <a:xfrm>
                <a:off x="8805672" y="2148840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" name="Path"/>
              <p:cNvSpPr/>
              <p:nvPr/>
            </p:nvSpPr>
            <p:spPr>
              <a:xfrm>
                <a:off x="6492240" y="235000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" name="Path"/>
              <p:cNvSpPr/>
              <p:nvPr/>
            </p:nvSpPr>
            <p:spPr>
              <a:xfrm>
                <a:off x="6492240" y="235000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" name="Rect"/>
              <p:cNvSpPr/>
              <p:nvPr/>
            </p:nvSpPr>
            <p:spPr>
              <a:xfrm>
                <a:off x="6528816" y="2386584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" name="Path"/>
              <p:cNvSpPr/>
              <p:nvPr/>
            </p:nvSpPr>
            <p:spPr>
              <a:xfrm>
                <a:off x="6719926" y="235000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" name="Path"/>
              <p:cNvSpPr/>
              <p:nvPr/>
            </p:nvSpPr>
            <p:spPr>
              <a:xfrm>
                <a:off x="6719926" y="235000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" name="Rect"/>
              <p:cNvSpPr/>
              <p:nvPr/>
            </p:nvSpPr>
            <p:spPr>
              <a:xfrm>
                <a:off x="6756502" y="2386584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" name="Path"/>
              <p:cNvSpPr/>
              <p:nvPr/>
            </p:nvSpPr>
            <p:spPr>
              <a:xfrm>
                <a:off x="6947611" y="235000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" name="Path"/>
              <p:cNvSpPr/>
              <p:nvPr/>
            </p:nvSpPr>
            <p:spPr>
              <a:xfrm>
                <a:off x="6947611" y="235000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" name="Rect"/>
              <p:cNvSpPr/>
              <p:nvPr/>
            </p:nvSpPr>
            <p:spPr>
              <a:xfrm>
                <a:off x="6984187" y="2386584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" name="Path"/>
              <p:cNvSpPr/>
              <p:nvPr/>
            </p:nvSpPr>
            <p:spPr>
              <a:xfrm>
                <a:off x="7175297" y="235000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" name="Path"/>
              <p:cNvSpPr/>
              <p:nvPr/>
            </p:nvSpPr>
            <p:spPr>
              <a:xfrm>
                <a:off x="7175297" y="235000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" name="Rect"/>
              <p:cNvSpPr/>
              <p:nvPr/>
            </p:nvSpPr>
            <p:spPr>
              <a:xfrm>
                <a:off x="7211873" y="2386584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" name="Path"/>
              <p:cNvSpPr/>
              <p:nvPr/>
            </p:nvSpPr>
            <p:spPr>
              <a:xfrm>
                <a:off x="7402982" y="235000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" name="Path"/>
              <p:cNvSpPr/>
              <p:nvPr/>
            </p:nvSpPr>
            <p:spPr>
              <a:xfrm>
                <a:off x="7402982" y="235000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" name="Rect"/>
              <p:cNvSpPr/>
              <p:nvPr/>
            </p:nvSpPr>
            <p:spPr>
              <a:xfrm>
                <a:off x="7439558" y="2386584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" name="Path"/>
              <p:cNvSpPr/>
              <p:nvPr/>
            </p:nvSpPr>
            <p:spPr>
              <a:xfrm>
                <a:off x="7630668" y="235000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" name="Path"/>
              <p:cNvSpPr/>
              <p:nvPr/>
            </p:nvSpPr>
            <p:spPr>
              <a:xfrm>
                <a:off x="7630668" y="235000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" name="Rect"/>
              <p:cNvSpPr/>
              <p:nvPr/>
            </p:nvSpPr>
            <p:spPr>
              <a:xfrm>
                <a:off x="7667244" y="2386584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" name="Path"/>
              <p:cNvSpPr/>
              <p:nvPr/>
            </p:nvSpPr>
            <p:spPr>
              <a:xfrm>
                <a:off x="7858354" y="235000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" name="Path"/>
              <p:cNvSpPr/>
              <p:nvPr/>
            </p:nvSpPr>
            <p:spPr>
              <a:xfrm>
                <a:off x="7858354" y="235000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" name="Rect"/>
              <p:cNvSpPr/>
              <p:nvPr/>
            </p:nvSpPr>
            <p:spPr>
              <a:xfrm>
                <a:off x="7894930" y="2386584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" name="Path"/>
              <p:cNvSpPr/>
              <p:nvPr/>
            </p:nvSpPr>
            <p:spPr>
              <a:xfrm>
                <a:off x="8086039" y="235000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" name="Path"/>
              <p:cNvSpPr/>
              <p:nvPr/>
            </p:nvSpPr>
            <p:spPr>
              <a:xfrm>
                <a:off x="8086039" y="235000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" name="Rect"/>
              <p:cNvSpPr/>
              <p:nvPr/>
            </p:nvSpPr>
            <p:spPr>
              <a:xfrm>
                <a:off x="8122615" y="2386584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" name="Path"/>
              <p:cNvSpPr/>
              <p:nvPr/>
            </p:nvSpPr>
            <p:spPr>
              <a:xfrm>
                <a:off x="8313725" y="235000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" name="Path"/>
              <p:cNvSpPr/>
              <p:nvPr/>
            </p:nvSpPr>
            <p:spPr>
              <a:xfrm>
                <a:off x="8313725" y="235000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" name="Rect"/>
              <p:cNvSpPr/>
              <p:nvPr/>
            </p:nvSpPr>
            <p:spPr>
              <a:xfrm>
                <a:off x="8350301" y="2386584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" name="Path"/>
              <p:cNvSpPr/>
              <p:nvPr/>
            </p:nvSpPr>
            <p:spPr>
              <a:xfrm>
                <a:off x="8541410" y="235000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Path"/>
              <p:cNvSpPr/>
              <p:nvPr/>
            </p:nvSpPr>
            <p:spPr>
              <a:xfrm>
                <a:off x="8541410" y="235000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Rect"/>
              <p:cNvSpPr/>
              <p:nvPr/>
            </p:nvSpPr>
            <p:spPr>
              <a:xfrm>
                <a:off x="8577986" y="2386584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Path"/>
              <p:cNvSpPr/>
              <p:nvPr/>
            </p:nvSpPr>
            <p:spPr>
              <a:xfrm>
                <a:off x="8769096" y="235000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" name="Path"/>
              <p:cNvSpPr/>
              <p:nvPr/>
            </p:nvSpPr>
            <p:spPr>
              <a:xfrm>
                <a:off x="8769096" y="235000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" name="Rect"/>
              <p:cNvSpPr/>
              <p:nvPr/>
            </p:nvSpPr>
            <p:spPr>
              <a:xfrm>
                <a:off x="8805672" y="2386584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" name="Path"/>
              <p:cNvSpPr/>
              <p:nvPr/>
            </p:nvSpPr>
            <p:spPr>
              <a:xfrm>
                <a:off x="6492240" y="2688336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" name="Path"/>
              <p:cNvSpPr/>
              <p:nvPr/>
            </p:nvSpPr>
            <p:spPr>
              <a:xfrm>
                <a:off x="6492240" y="2688336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" name="Rect"/>
              <p:cNvSpPr/>
              <p:nvPr/>
            </p:nvSpPr>
            <p:spPr>
              <a:xfrm>
                <a:off x="6528816" y="2724912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" name="Path"/>
              <p:cNvSpPr/>
              <p:nvPr/>
            </p:nvSpPr>
            <p:spPr>
              <a:xfrm>
                <a:off x="6719926" y="2688336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" name="Path"/>
              <p:cNvSpPr/>
              <p:nvPr/>
            </p:nvSpPr>
            <p:spPr>
              <a:xfrm>
                <a:off x="6719926" y="2688336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" name="Rect"/>
              <p:cNvSpPr/>
              <p:nvPr/>
            </p:nvSpPr>
            <p:spPr>
              <a:xfrm>
                <a:off x="6756502" y="2724912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" name="Path"/>
              <p:cNvSpPr/>
              <p:nvPr/>
            </p:nvSpPr>
            <p:spPr>
              <a:xfrm>
                <a:off x="6947611" y="2688336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" name="Path"/>
              <p:cNvSpPr/>
              <p:nvPr/>
            </p:nvSpPr>
            <p:spPr>
              <a:xfrm>
                <a:off x="6947611" y="2688336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" name="Rect"/>
              <p:cNvSpPr/>
              <p:nvPr/>
            </p:nvSpPr>
            <p:spPr>
              <a:xfrm>
                <a:off x="6984187" y="2724912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" name="Path"/>
              <p:cNvSpPr/>
              <p:nvPr/>
            </p:nvSpPr>
            <p:spPr>
              <a:xfrm>
                <a:off x="7175297" y="2688336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" name="Path"/>
              <p:cNvSpPr/>
              <p:nvPr/>
            </p:nvSpPr>
            <p:spPr>
              <a:xfrm>
                <a:off x="7175297" y="2688336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" name="Rect"/>
              <p:cNvSpPr/>
              <p:nvPr/>
            </p:nvSpPr>
            <p:spPr>
              <a:xfrm>
                <a:off x="7211873" y="2724912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" name="Path"/>
              <p:cNvSpPr/>
              <p:nvPr/>
            </p:nvSpPr>
            <p:spPr>
              <a:xfrm>
                <a:off x="7402982" y="2688336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" name="Path"/>
              <p:cNvSpPr/>
              <p:nvPr/>
            </p:nvSpPr>
            <p:spPr>
              <a:xfrm>
                <a:off x="7402982" y="2688336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" name="Rect"/>
              <p:cNvSpPr/>
              <p:nvPr/>
            </p:nvSpPr>
            <p:spPr>
              <a:xfrm>
                <a:off x="7439558" y="2724912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" name="Path"/>
              <p:cNvSpPr/>
              <p:nvPr/>
            </p:nvSpPr>
            <p:spPr>
              <a:xfrm>
                <a:off x="7630668" y="2688336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" name="Path"/>
              <p:cNvSpPr/>
              <p:nvPr/>
            </p:nvSpPr>
            <p:spPr>
              <a:xfrm>
                <a:off x="7630668" y="2688336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Rect"/>
              <p:cNvSpPr/>
              <p:nvPr/>
            </p:nvSpPr>
            <p:spPr>
              <a:xfrm>
                <a:off x="7667244" y="2724912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" name="Path"/>
              <p:cNvSpPr/>
              <p:nvPr/>
            </p:nvSpPr>
            <p:spPr>
              <a:xfrm>
                <a:off x="7858354" y="2688336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" name="Path"/>
              <p:cNvSpPr/>
              <p:nvPr/>
            </p:nvSpPr>
            <p:spPr>
              <a:xfrm>
                <a:off x="7858354" y="2688336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" name="Rect"/>
              <p:cNvSpPr/>
              <p:nvPr/>
            </p:nvSpPr>
            <p:spPr>
              <a:xfrm>
                <a:off x="7894930" y="2724912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" name="Path"/>
              <p:cNvSpPr/>
              <p:nvPr/>
            </p:nvSpPr>
            <p:spPr>
              <a:xfrm>
                <a:off x="8086039" y="2688336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" name="Path"/>
              <p:cNvSpPr/>
              <p:nvPr/>
            </p:nvSpPr>
            <p:spPr>
              <a:xfrm>
                <a:off x="8086039" y="2688336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" name="Rect"/>
              <p:cNvSpPr/>
              <p:nvPr/>
            </p:nvSpPr>
            <p:spPr>
              <a:xfrm>
                <a:off x="8122615" y="2724912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Path"/>
              <p:cNvSpPr/>
              <p:nvPr/>
            </p:nvSpPr>
            <p:spPr>
              <a:xfrm>
                <a:off x="8313725" y="2688336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" name="Path"/>
              <p:cNvSpPr/>
              <p:nvPr/>
            </p:nvSpPr>
            <p:spPr>
              <a:xfrm>
                <a:off x="8313725" y="2688336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" name="Rect"/>
              <p:cNvSpPr/>
              <p:nvPr/>
            </p:nvSpPr>
            <p:spPr>
              <a:xfrm>
                <a:off x="8350301" y="2724912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" name="Path"/>
              <p:cNvSpPr/>
              <p:nvPr/>
            </p:nvSpPr>
            <p:spPr>
              <a:xfrm>
                <a:off x="8541410" y="2688336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" name="Path"/>
              <p:cNvSpPr/>
              <p:nvPr/>
            </p:nvSpPr>
            <p:spPr>
              <a:xfrm>
                <a:off x="8541410" y="2688336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" name="Rect"/>
              <p:cNvSpPr/>
              <p:nvPr/>
            </p:nvSpPr>
            <p:spPr>
              <a:xfrm>
                <a:off x="8577986" y="2724912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" name="Path"/>
              <p:cNvSpPr/>
              <p:nvPr/>
            </p:nvSpPr>
            <p:spPr>
              <a:xfrm>
                <a:off x="8769096" y="2688336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" name="Path"/>
              <p:cNvSpPr/>
              <p:nvPr/>
            </p:nvSpPr>
            <p:spPr>
              <a:xfrm>
                <a:off x="8769096" y="2688336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Rect"/>
              <p:cNvSpPr/>
              <p:nvPr/>
            </p:nvSpPr>
            <p:spPr>
              <a:xfrm>
                <a:off x="8805672" y="2724912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Rect"/>
              <p:cNvSpPr/>
              <p:nvPr/>
            </p:nvSpPr>
            <p:spPr>
              <a:xfrm>
                <a:off x="7543800" y="2514600"/>
                <a:ext cx="42062" cy="4206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" name="Rect"/>
              <p:cNvSpPr/>
              <p:nvPr/>
            </p:nvSpPr>
            <p:spPr>
              <a:xfrm>
                <a:off x="7543800" y="2589581"/>
                <a:ext cx="42062" cy="4206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Rect"/>
              <p:cNvSpPr/>
              <p:nvPr/>
            </p:nvSpPr>
            <p:spPr>
              <a:xfrm>
                <a:off x="7543800" y="2664562"/>
                <a:ext cx="42062" cy="4206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Rect"/>
              <p:cNvSpPr/>
              <p:nvPr/>
            </p:nvSpPr>
            <p:spPr>
              <a:xfrm>
                <a:off x="7900416" y="2514600"/>
                <a:ext cx="42062" cy="4206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" name="Rect"/>
              <p:cNvSpPr/>
              <p:nvPr/>
            </p:nvSpPr>
            <p:spPr>
              <a:xfrm>
                <a:off x="7900416" y="2589581"/>
                <a:ext cx="42062" cy="4206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" name="Rect"/>
              <p:cNvSpPr/>
              <p:nvPr/>
            </p:nvSpPr>
            <p:spPr>
              <a:xfrm>
                <a:off x="7900416" y="2664562"/>
                <a:ext cx="42062" cy="4206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79" name="BBA tensor 3"/>
            <p:cNvGrpSpPr/>
            <p:nvPr/>
          </p:nvGrpSpPr>
          <p:grpSpPr>
            <a:xfrm>
              <a:off x="6336792" y="3108960"/>
              <a:ext cx="2788920" cy="886968"/>
              <a:chOff x="6336792" y="3108960"/>
              <a:chExt cx="2788920" cy="886968"/>
            </a:xfrm>
          </p:grpSpPr>
          <p:sp>
            <p:nvSpPr>
              <p:cNvPr id="280" name="Rect"/>
              <p:cNvSpPr/>
              <p:nvPr/>
            </p:nvSpPr>
            <p:spPr>
              <a:xfrm>
                <a:off x="6336792" y="3108960"/>
                <a:ext cx="2788920" cy="886968"/>
              </a:xfrm>
              <a:prstGeom prst="roundRect">
                <a:avLst>
                  <a:gd name="adj" fmla="val 19587"/>
                </a:avLst>
              </a:prstGeom>
              <a:solidFill>
                <a:srgbClr val="DCECF5"/>
              </a:solidFill>
              <a:ln w="14630" cap="flat">
                <a:solidFill>
                  <a:srgbClr val="F59FE5"/>
                </a:solidFill>
                <a:custDash>
                  <a:ds d="937500" sp="562500"/>
                </a:custDash>
                <a:round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" name="Path"/>
              <p:cNvSpPr/>
              <p:nvPr/>
            </p:nvSpPr>
            <p:spPr>
              <a:xfrm>
                <a:off x="6492240" y="317296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" name="Path"/>
              <p:cNvSpPr/>
              <p:nvPr/>
            </p:nvSpPr>
            <p:spPr>
              <a:xfrm>
                <a:off x="6492240" y="317296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" name="Rect"/>
              <p:cNvSpPr/>
              <p:nvPr/>
            </p:nvSpPr>
            <p:spPr>
              <a:xfrm>
                <a:off x="6528816" y="3209544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" name="Path"/>
              <p:cNvSpPr/>
              <p:nvPr/>
            </p:nvSpPr>
            <p:spPr>
              <a:xfrm>
                <a:off x="6719926" y="317296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" name="Path"/>
              <p:cNvSpPr/>
              <p:nvPr/>
            </p:nvSpPr>
            <p:spPr>
              <a:xfrm>
                <a:off x="6719926" y="317296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" name="Rect"/>
              <p:cNvSpPr/>
              <p:nvPr/>
            </p:nvSpPr>
            <p:spPr>
              <a:xfrm>
                <a:off x="6756502" y="3209544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" name="Path"/>
              <p:cNvSpPr/>
              <p:nvPr/>
            </p:nvSpPr>
            <p:spPr>
              <a:xfrm>
                <a:off x="6947611" y="317296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" name="Path"/>
              <p:cNvSpPr/>
              <p:nvPr/>
            </p:nvSpPr>
            <p:spPr>
              <a:xfrm>
                <a:off x="6947611" y="317296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" name="Rect"/>
              <p:cNvSpPr/>
              <p:nvPr/>
            </p:nvSpPr>
            <p:spPr>
              <a:xfrm>
                <a:off x="6984187" y="3209544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" name="Path"/>
              <p:cNvSpPr/>
              <p:nvPr/>
            </p:nvSpPr>
            <p:spPr>
              <a:xfrm>
                <a:off x="7175297" y="317296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" name="Path"/>
              <p:cNvSpPr/>
              <p:nvPr/>
            </p:nvSpPr>
            <p:spPr>
              <a:xfrm>
                <a:off x="7175297" y="317296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" name="Rect"/>
              <p:cNvSpPr/>
              <p:nvPr/>
            </p:nvSpPr>
            <p:spPr>
              <a:xfrm>
                <a:off x="7211873" y="3209544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" name="Path"/>
              <p:cNvSpPr/>
              <p:nvPr/>
            </p:nvSpPr>
            <p:spPr>
              <a:xfrm>
                <a:off x="7402982" y="317296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" name="Path"/>
              <p:cNvSpPr/>
              <p:nvPr/>
            </p:nvSpPr>
            <p:spPr>
              <a:xfrm>
                <a:off x="7402982" y="317296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" name="Rect"/>
              <p:cNvSpPr/>
              <p:nvPr/>
            </p:nvSpPr>
            <p:spPr>
              <a:xfrm>
                <a:off x="7439558" y="3209544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" name="Path"/>
              <p:cNvSpPr/>
              <p:nvPr/>
            </p:nvSpPr>
            <p:spPr>
              <a:xfrm>
                <a:off x="7630668" y="317296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" name="Path"/>
              <p:cNvSpPr/>
              <p:nvPr/>
            </p:nvSpPr>
            <p:spPr>
              <a:xfrm>
                <a:off x="7630668" y="317296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" name="Rect"/>
              <p:cNvSpPr/>
              <p:nvPr/>
            </p:nvSpPr>
            <p:spPr>
              <a:xfrm>
                <a:off x="7667244" y="3209544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" name="Path"/>
              <p:cNvSpPr/>
              <p:nvPr/>
            </p:nvSpPr>
            <p:spPr>
              <a:xfrm>
                <a:off x="7858354" y="317296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" name="Path"/>
              <p:cNvSpPr/>
              <p:nvPr/>
            </p:nvSpPr>
            <p:spPr>
              <a:xfrm>
                <a:off x="7858354" y="317296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" name="Rect"/>
              <p:cNvSpPr/>
              <p:nvPr/>
            </p:nvSpPr>
            <p:spPr>
              <a:xfrm>
                <a:off x="7894930" y="3209544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" name="Path"/>
              <p:cNvSpPr/>
              <p:nvPr/>
            </p:nvSpPr>
            <p:spPr>
              <a:xfrm>
                <a:off x="8086039" y="317296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" name="Path"/>
              <p:cNvSpPr/>
              <p:nvPr/>
            </p:nvSpPr>
            <p:spPr>
              <a:xfrm>
                <a:off x="8086039" y="317296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" name="Rect"/>
              <p:cNvSpPr/>
              <p:nvPr/>
            </p:nvSpPr>
            <p:spPr>
              <a:xfrm>
                <a:off x="8122615" y="3209544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" name="Path"/>
              <p:cNvSpPr/>
              <p:nvPr/>
            </p:nvSpPr>
            <p:spPr>
              <a:xfrm>
                <a:off x="8313725" y="317296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" name="Path"/>
              <p:cNvSpPr/>
              <p:nvPr/>
            </p:nvSpPr>
            <p:spPr>
              <a:xfrm>
                <a:off x="8313725" y="317296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" name="Rect"/>
              <p:cNvSpPr/>
              <p:nvPr/>
            </p:nvSpPr>
            <p:spPr>
              <a:xfrm>
                <a:off x="8350301" y="3209544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" name="Path"/>
              <p:cNvSpPr/>
              <p:nvPr/>
            </p:nvSpPr>
            <p:spPr>
              <a:xfrm>
                <a:off x="8541410" y="317296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" name="Path"/>
              <p:cNvSpPr/>
              <p:nvPr/>
            </p:nvSpPr>
            <p:spPr>
              <a:xfrm>
                <a:off x="8541410" y="317296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" name="Rect"/>
              <p:cNvSpPr/>
              <p:nvPr/>
            </p:nvSpPr>
            <p:spPr>
              <a:xfrm>
                <a:off x="8577986" y="3209544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" name="Path"/>
              <p:cNvSpPr/>
              <p:nvPr/>
            </p:nvSpPr>
            <p:spPr>
              <a:xfrm>
                <a:off x="8769096" y="3172968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E2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" name="Path"/>
              <p:cNvSpPr/>
              <p:nvPr/>
            </p:nvSpPr>
            <p:spPr>
              <a:xfrm>
                <a:off x="8769096" y="3172968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5BBB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" name="Rect"/>
              <p:cNvSpPr/>
              <p:nvPr/>
            </p:nvSpPr>
            <p:spPr>
              <a:xfrm>
                <a:off x="8805672" y="3209544"/>
                <a:ext cx="198425" cy="164592"/>
              </a:xfrm>
              <a:prstGeom prst="rect">
                <a:avLst/>
              </a:prstGeom>
              <a:solidFill>
                <a:srgbClr val="F9DCD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" name="Path"/>
              <p:cNvSpPr/>
              <p:nvPr/>
            </p:nvSpPr>
            <p:spPr>
              <a:xfrm>
                <a:off x="6492240" y="3410712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" name="Path"/>
              <p:cNvSpPr/>
              <p:nvPr/>
            </p:nvSpPr>
            <p:spPr>
              <a:xfrm>
                <a:off x="6492240" y="3410712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" name="Rect"/>
              <p:cNvSpPr/>
              <p:nvPr/>
            </p:nvSpPr>
            <p:spPr>
              <a:xfrm>
                <a:off x="6528816" y="3447288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" name="Path"/>
              <p:cNvSpPr/>
              <p:nvPr/>
            </p:nvSpPr>
            <p:spPr>
              <a:xfrm>
                <a:off x="6719926" y="3410712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8" name="Path"/>
              <p:cNvSpPr/>
              <p:nvPr/>
            </p:nvSpPr>
            <p:spPr>
              <a:xfrm>
                <a:off x="6719926" y="3410712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9" name="Rect"/>
              <p:cNvSpPr/>
              <p:nvPr/>
            </p:nvSpPr>
            <p:spPr>
              <a:xfrm>
                <a:off x="6756502" y="3447288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0" name="Path"/>
              <p:cNvSpPr/>
              <p:nvPr/>
            </p:nvSpPr>
            <p:spPr>
              <a:xfrm>
                <a:off x="6947611" y="3410712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1" name="Path"/>
              <p:cNvSpPr/>
              <p:nvPr/>
            </p:nvSpPr>
            <p:spPr>
              <a:xfrm>
                <a:off x="6947611" y="3410712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2" name="Rect"/>
              <p:cNvSpPr/>
              <p:nvPr/>
            </p:nvSpPr>
            <p:spPr>
              <a:xfrm>
                <a:off x="6984187" y="3447288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3" name="Path"/>
              <p:cNvSpPr/>
              <p:nvPr/>
            </p:nvSpPr>
            <p:spPr>
              <a:xfrm>
                <a:off x="7175297" y="3410712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4" name="Path"/>
              <p:cNvSpPr/>
              <p:nvPr/>
            </p:nvSpPr>
            <p:spPr>
              <a:xfrm>
                <a:off x="7175297" y="3410712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5" name="Rect"/>
              <p:cNvSpPr/>
              <p:nvPr/>
            </p:nvSpPr>
            <p:spPr>
              <a:xfrm>
                <a:off x="7211873" y="3447288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6" name="Path"/>
              <p:cNvSpPr/>
              <p:nvPr/>
            </p:nvSpPr>
            <p:spPr>
              <a:xfrm>
                <a:off x="7402982" y="3410712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7" name="Path"/>
              <p:cNvSpPr/>
              <p:nvPr/>
            </p:nvSpPr>
            <p:spPr>
              <a:xfrm>
                <a:off x="7402982" y="3410712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8" name="Rect"/>
              <p:cNvSpPr/>
              <p:nvPr/>
            </p:nvSpPr>
            <p:spPr>
              <a:xfrm>
                <a:off x="7439558" y="3447288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" name="Path"/>
              <p:cNvSpPr/>
              <p:nvPr/>
            </p:nvSpPr>
            <p:spPr>
              <a:xfrm>
                <a:off x="7630668" y="3410712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0" name="Path"/>
              <p:cNvSpPr/>
              <p:nvPr/>
            </p:nvSpPr>
            <p:spPr>
              <a:xfrm>
                <a:off x="7630668" y="3410712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1" name="Rect"/>
              <p:cNvSpPr/>
              <p:nvPr/>
            </p:nvSpPr>
            <p:spPr>
              <a:xfrm>
                <a:off x="7667244" y="3447288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2" name="Path"/>
              <p:cNvSpPr/>
              <p:nvPr/>
            </p:nvSpPr>
            <p:spPr>
              <a:xfrm>
                <a:off x="7858354" y="3410712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3" name="Path"/>
              <p:cNvSpPr/>
              <p:nvPr/>
            </p:nvSpPr>
            <p:spPr>
              <a:xfrm>
                <a:off x="7858354" y="3410712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4" name="Rect"/>
              <p:cNvSpPr/>
              <p:nvPr/>
            </p:nvSpPr>
            <p:spPr>
              <a:xfrm>
                <a:off x="7894930" y="3447288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5" name="Path"/>
              <p:cNvSpPr/>
              <p:nvPr/>
            </p:nvSpPr>
            <p:spPr>
              <a:xfrm>
                <a:off x="8086039" y="3410712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6" name="Path"/>
              <p:cNvSpPr/>
              <p:nvPr/>
            </p:nvSpPr>
            <p:spPr>
              <a:xfrm>
                <a:off x="8086039" y="3410712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7" name="Rect"/>
              <p:cNvSpPr/>
              <p:nvPr/>
            </p:nvSpPr>
            <p:spPr>
              <a:xfrm>
                <a:off x="8122615" y="3447288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8" name="Path"/>
              <p:cNvSpPr/>
              <p:nvPr/>
            </p:nvSpPr>
            <p:spPr>
              <a:xfrm>
                <a:off x="8313725" y="3410712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9" name="Path"/>
              <p:cNvSpPr/>
              <p:nvPr/>
            </p:nvSpPr>
            <p:spPr>
              <a:xfrm>
                <a:off x="8313725" y="3410712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0" name="Rect"/>
              <p:cNvSpPr/>
              <p:nvPr/>
            </p:nvSpPr>
            <p:spPr>
              <a:xfrm>
                <a:off x="8350301" y="3447288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1" name="Path"/>
              <p:cNvSpPr/>
              <p:nvPr/>
            </p:nvSpPr>
            <p:spPr>
              <a:xfrm>
                <a:off x="8541410" y="3410712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2" name="Path"/>
              <p:cNvSpPr/>
              <p:nvPr/>
            </p:nvSpPr>
            <p:spPr>
              <a:xfrm>
                <a:off x="8541410" y="3410712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3" name="Rect"/>
              <p:cNvSpPr/>
              <p:nvPr/>
            </p:nvSpPr>
            <p:spPr>
              <a:xfrm>
                <a:off x="8577986" y="3447288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4" name="Path"/>
              <p:cNvSpPr/>
              <p:nvPr/>
            </p:nvSpPr>
            <p:spPr>
              <a:xfrm>
                <a:off x="8769096" y="3410712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788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5" name="Path"/>
              <p:cNvSpPr/>
              <p:nvPr/>
            </p:nvSpPr>
            <p:spPr>
              <a:xfrm>
                <a:off x="8769096" y="3410712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E3BD45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6" name="Rect"/>
              <p:cNvSpPr/>
              <p:nvPr/>
            </p:nvSpPr>
            <p:spPr>
              <a:xfrm>
                <a:off x="8805672" y="3447288"/>
                <a:ext cx="198425" cy="164592"/>
              </a:xfrm>
              <a:prstGeom prst="rect">
                <a:avLst/>
              </a:prstGeom>
              <a:solidFill>
                <a:srgbClr val="FFDD66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7" name="Path"/>
              <p:cNvSpPr/>
              <p:nvPr/>
            </p:nvSpPr>
            <p:spPr>
              <a:xfrm>
                <a:off x="6492240" y="3749040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8" name="Path"/>
              <p:cNvSpPr/>
              <p:nvPr/>
            </p:nvSpPr>
            <p:spPr>
              <a:xfrm>
                <a:off x="6492240" y="3749040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9" name="Rect"/>
              <p:cNvSpPr/>
              <p:nvPr/>
            </p:nvSpPr>
            <p:spPr>
              <a:xfrm>
                <a:off x="6528816" y="3785616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0" name="Path"/>
              <p:cNvSpPr/>
              <p:nvPr/>
            </p:nvSpPr>
            <p:spPr>
              <a:xfrm>
                <a:off x="6719926" y="3749040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1" name="Path"/>
              <p:cNvSpPr/>
              <p:nvPr/>
            </p:nvSpPr>
            <p:spPr>
              <a:xfrm>
                <a:off x="6719926" y="3749040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2" name="Rect"/>
              <p:cNvSpPr/>
              <p:nvPr/>
            </p:nvSpPr>
            <p:spPr>
              <a:xfrm>
                <a:off x="6756502" y="3785616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3" name="Path"/>
              <p:cNvSpPr/>
              <p:nvPr/>
            </p:nvSpPr>
            <p:spPr>
              <a:xfrm>
                <a:off x="6947611" y="3749040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4" name="Path"/>
              <p:cNvSpPr/>
              <p:nvPr/>
            </p:nvSpPr>
            <p:spPr>
              <a:xfrm>
                <a:off x="6947611" y="3749040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5" name="Rect"/>
              <p:cNvSpPr/>
              <p:nvPr/>
            </p:nvSpPr>
            <p:spPr>
              <a:xfrm>
                <a:off x="6984187" y="3785616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6" name="Path"/>
              <p:cNvSpPr/>
              <p:nvPr/>
            </p:nvSpPr>
            <p:spPr>
              <a:xfrm>
                <a:off x="7175297" y="3749040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7" name="Path"/>
              <p:cNvSpPr/>
              <p:nvPr/>
            </p:nvSpPr>
            <p:spPr>
              <a:xfrm>
                <a:off x="7175297" y="3749040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8" name="Rect"/>
              <p:cNvSpPr/>
              <p:nvPr/>
            </p:nvSpPr>
            <p:spPr>
              <a:xfrm>
                <a:off x="7211873" y="3785616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9" name="Path"/>
              <p:cNvSpPr/>
              <p:nvPr/>
            </p:nvSpPr>
            <p:spPr>
              <a:xfrm>
                <a:off x="7402982" y="3749040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0" name="Path"/>
              <p:cNvSpPr/>
              <p:nvPr/>
            </p:nvSpPr>
            <p:spPr>
              <a:xfrm>
                <a:off x="7402982" y="3749040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1" name="Rect"/>
              <p:cNvSpPr/>
              <p:nvPr/>
            </p:nvSpPr>
            <p:spPr>
              <a:xfrm>
                <a:off x="7439558" y="3785616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2" name="Path"/>
              <p:cNvSpPr/>
              <p:nvPr/>
            </p:nvSpPr>
            <p:spPr>
              <a:xfrm>
                <a:off x="7630668" y="3749040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3" name="Path"/>
              <p:cNvSpPr/>
              <p:nvPr/>
            </p:nvSpPr>
            <p:spPr>
              <a:xfrm>
                <a:off x="7630668" y="3749040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4" name="Rect"/>
              <p:cNvSpPr/>
              <p:nvPr/>
            </p:nvSpPr>
            <p:spPr>
              <a:xfrm>
                <a:off x="7667244" y="3785616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5" name="Path"/>
              <p:cNvSpPr/>
              <p:nvPr/>
            </p:nvSpPr>
            <p:spPr>
              <a:xfrm>
                <a:off x="7858354" y="3749040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6" name="Path"/>
              <p:cNvSpPr/>
              <p:nvPr/>
            </p:nvSpPr>
            <p:spPr>
              <a:xfrm>
                <a:off x="7858354" y="3749040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7" name="Rect"/>
              <p:cNvSpPr/>
              <p:nvPr/>
            </p:nvSpPr>
            <p:spPr>
              <a:xfrm>
                <a:off x="7894930" y="3785616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8" name="Path"/>
              <p:cNvSpPr/>
              <p:nvPr/>
            </p:nvSpPr>
            <p:spPr>
              <a:xfrm>
                <a:off x="8086039" y="3749040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9" name="Path"/>
              <p:cNvSpPr/>
              <p:nvPr/>
            </p:nvSpPr>
            <p:spPr>
              <a:xfrm>
                <a:off x="8086039" y="3749040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0" name="Rect"/>
              <p:cNvSpPr/>
              <p:nvPr/>
            </p:nvSpPr>
            <p:spPr>
              <a:xfrm>
                <a:off x="8122615" y="3785616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1" name="Path"/>
              <p:cNvSpPr/>
              <p:nvPr/>
            </p:nvSpPr>
            <p:spPr>
              <a:xfrm>
                <a:off x="8313725" y="3749040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2" name="Path"/>
              <p:cNvSpPr/>
              <p:nvPr/>
            </p:nvSpPr>
            <p:spPr>
              <a:xfrm>
                <a:off x="8313725" y="3749040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3" name="Rect"/>
              <p:cNvSpPr/>
              <p:nvPr/>
            </p:nvSpPr>
            <p:spPr>
              <a:xfrm>
                <a:off x="8350301" y="3785616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4" name="Path"/>
              <p:cNvSpPr/>
              <p:nvPr/>
            </p:nvSpPr>
            <p:spPr>
              <a:xfrm>
                <a:off x="8541410" y="3749040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5" name="Path"/>
              <p:cNvSpPr/>
              <p:nvPr/>
            </p:nvSpPr>
            <p:spPr>
              <a:xfrm>
                <a:off x="8541410" y="3749040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6" name="Rect"/>
              <p:cNvSpPr/>
              <p:nvPr/>
            </p:nvSpPr>
            <p:spPr>
              <a:xfrm>
                <a:off x="8577986" y="3785616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7" name="Path"/>
              <p:cNvSpPr/>
              <p:nvPr/>
            </p:nvSpPr>
            <p:spPr>
              <a:xfrm>
                <a:off x="8769096" y="3749040"/>
                <a:ext cx="235001" cy="36576"/>
              </a:xfrm>
              <a:custGeom>
                <a:avLst/>
                <a:gdLst/>
                <a:ahLst/>
                <a:cxnLst/>
                <a:rect l="0" t="0" r="r" b="b"/>
                <a:pathLst>
                  <a:path w="25700" h="4000">
                    <a:moveTo>
                      <a:pt x="4000" y="4000"/>
                    </a:moveTo>
                    <a:lnTo>
                      <a:pt x="25700" y="4000"/>
                    </a:lnTo>
                    <a:lnTo>
                      <a:pt x="217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0C2FE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8" name="Path"/>
              <p:cNvSpPr/>
              <p:nvPr/>
            </p:nvSpPr>
            <p:spPr>
              <a:xfrm>
                <a:off x="8769096" y="3749040"/>
                <a:ext cx="36576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4000" h="22000">
                    <a:moveTo>
                      <a:pt x="0" y="0"/>
                    </a:moveTo>
                    <a:lnTo>
                      <a:pt x="4000" y="4000"/>
                    </a:lnTo>
                    <a:lnTo>
                      <a:pt x="4000" y="22000"/>
                    </a:lnTo>
                    <a:lnTo>
                      <a:pt x="0" y="18000"/>
                    </a:lnTo>
                    <a:close/>
                  </a:path>
                </a:pathLst>
              </a:custGeom>
              <a:solidFill>
                <a:srgbClr val="9D85D3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79" name="Rect"/>
              <p:cNvSpPr/>
              <p:nvPr/>
            </p:nvSpPr>
            <p:spPr>
              <a:xfrm>
                <a:off x="8805672" y="3785616"/>
                <a:ext cx="198425" cy="164592"/>
              </a:xfrm>
              <a:prstGeom prst="rect">
                <a:avLst/>
              </a:prstGeom>
              <a:solidFill>
                <a:srgbClr val="BDAAF4"/>
              </a:solidFill>
              <a:ln w="6858" cap="flat">
                <a:solidFill>
                  <a:srgbClr val="13121A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0" name="Rect"/>
              <p:cNvSpPr/>
              <p:nvPr/>
            </p:nvSpPr>
            <p:spPr>
              <a:xfrm>
                <a:off x="7543800" y="3575304"/>
                <a:ext cx="42062" cy="4206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1" name="Rect"/>
              <p:cNvSpPr/>
              <p:nvPr/>
            </p:nvSpPr>
            <p:spPr>
              <a:xfrm>
                <a:off x="7543800" y="3650285"/>
                <a:ext cx="42062" cy="4206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2" name="Rect"/>
              <p:cNvSpPr/>
              <p:nvPr/>
            </p:nvSpPr>
            <p:spPr>
              <a:xfrm>
                <a:off x="7543800" y="3725266"/>
                <a:ext cx="42062" cy="4206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3" name="Rect"/>
              <p:cNvSpPr/>
              <p:nvPr/>
            </p:nvSpPr>
            <p:spPr>
              <a:xfrm>
                <a:off x="7900416" y="3575304"/>
                <a:ext cx="42062" cy="4206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4" name="Rect"/>
              <p:cNvSpPr/>
              <p:nvPr/>
            </p:nvSpPr>
            <p:spPr>
              <a:xfrm>
                <a:off x="7900416" y="3650285"/>
                <a:ext cx="42062" cy="4206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5" name="Rect"/>
              <p:cNvSpPr/>
              <p:nvPr/>
            </p:nvSpPr>
            <p:spPr>
              <a:xfrm>
                <a:off x="7900416" y="3725266"/>
                <a:ext cx="42062" cy="4206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86" name="Build BBA"/>
            <p:cNvSpPr txBox="1"/>
            <p:nvPr/>
          </p:nvSpPr>
          <p:spPr>
            <a:xfrm>
              <a:off x="7020235" y="4050792"/>
              <a:ext cx="1486043" cy="38039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4" b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Build BBA</a:t>
              </a:r>
            </a:p>
          </p:txBody>
        </p:sp>
      </p:grpSp>
      <p:grpSp>
        <p:nvGrpSpPr>
          <p:cNvPr id="387" name="Adaptive transformation"/>
          <p:cNvGrpSpPr/>
          <p:nvPr/>
        </p:nvGrpSpPr>
        <p:grpSpPr>
          <a:xfrm>
            <a:off x="9299448" y="822960"/>
            <a:ext cx="6400800" cy="3608222"/>
            <a:chOff x="9299448" y="822960"/>
            <a:chExt cx="6400800" cy="3608222"/>
          </a:xfrm>
        </p:grpSpPr>
        <p:sp>
          <p:nvSpPr>
            <p:cNvPr id="388" name="Path"/>
            <p:cNvSpPr/>
            <p:nvPr/>
          </p:nvSpPr>
          <p:spPr>
            <a:xfrm>
              <a:off x="9299448" y="1481328"/>
              <a:ext cx="493776" cy="219456"/>
            </a:xfrm>
            <a:custGeom>
              <a:avLst/>
              <a:gdLst/>
              <a:ahLst/>
              <a:cxnLst/>
              <a:rect l="0" t="0" r="r" b="b"/>
              <a:pathLst>
                <a:path w="54000" h="24000">
                  <a:moveTo>
                    <a:pt x="0" y="6000"/>
                  </a:moveTo>
                  <a:lnTo>
                    <a:pt x="26460" y="6000"/>
                  </a:lnTo>
                  <a:lnTo>
                    <a:pt x="26460" y="0"/>
                  </a:lnTo>
                  <a:lnTo>
                    <a:pt x="54000" y="12000"/>
                  </a:lnTo>
                  <a:lnTo>
                    <a:pt x="26460" y="24000"/>
                  </a:lnTo>
                  <a:lnTo>
                    <a:pt x="26460" y="1800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FBE5D4"/>
            </a:solidFill>
            <a:ln w="13716" cap="flat">
              <a:solidFill>
                <a:srgbClr val="FFAC7C"/>
              </a:solidFill>
              <a:round/>
            </a:ln>
            <a:effectLst>
              <a:outerShdw blurRad="41148" dist="37934" dir="4477424" algn="ctr" rotWithShape="0">
                <a:srgbClr val="5896BA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9" name="Path"/>
            <p:cNvSpPr/>
            <p:nvPr/>
          </p:nvSpPr>
          <p:spPr>
            <a:xfrm>
              <a:off x="9299448" y="3337560"/>
              <a:ext cx="493776" cy="219456"/>
            </a:xfrm>
            <a:custGeom>
              <a:avLst/>
              <a:gdLst/>
              <a:ahLst/>
              <a:cxnLst/>
              <a:rect l="0" t="0" r="r" b="b"/>
              <a:pathLst>
                <a:path w="54000" h="24000">
                  <a:moveTo>
                    <a:pt x="0" y="6000"/>
                  </a:moveTo>
                  <a:lnTo>
                    <a:pt x="26460" y="6000"/>
                  </a:lnTo>
                  <a:lnTo>
                    <a:pt x="26460" y="0"/>
                  </a:lnTo>
                  <a:lnTo>
                    <a:pt x="54000" y="12000"/>
                  </a:lnTo>
                  <a:lnTo>
                    <a:pt x="26460" y="24000"/>
                  </a:lnTo>
                  <a:lnTo>
                    <a:pt x="26460" y="1800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E6EFDC"/>
            </a:solidFill>
            <a:ln w="13716" cap="flat">
              <a:solidFill>
                <a:srgbClr val="548B2C"/>
              </a:solidFill>
              <a:round/>
            </a:ln>
            <a:effectLst>
              <a:outerShdw blurRad="41148" dist="37934" dir="4477424" algn="ctr" rotWithShape="0">
                <a:srgbClr val="5896BA">
                  <a:alpha val="40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390" name="Learned weights and diffusion connections"/>
            <p:cNvGrpSpPr/>
            <p:nvPr/>
          </p:nvGrpSpPr>
          <p:grpSpPr>
            <a:xfrm>
              <a:off x="9902952" y="950976"/>
              <a:ext cx="905256" cy="2979115"/>
              <a:chOff x="9902952" y="950976"/>
              <a:chExt cx="905256" cy="2979115"/>
            </a:xfrm>
          </p:grpSpPr>
          <p:sp>
            <p:nvSpPr>
              <p:cNvPr id="391" name="Rect"/>
              <p:cNvSpPr/>
              <p:nvPr/>
            </p:nvSpPr>
            <p:spPr>
              <a:xfrm>
                <a:off x="9902952" y="950976"/>
                <a:ext cx="201168" cy="182880"/>
              </a:xfrm>
              <a:prstGeom prst="rect">
                <a:avLst/>
              </a:prstGeom>
              <a:gradFill rotWithShape="1">
                <a:gsLst>
                  <a:gs pos="0">
                    <a:srgbClr val="EAC632"/>
                  </a:gs>
                  <a:gs pos="100000">
                    <a:srgbClr val="A1CF77"/>
                  </a:gs>
                </a:gsLst>
                <a:lin ang="5400000" scaled="1"/>
              </a:gradFill>
              <a:ln w="5486" cap="flat">
                <a:solidFill>
                  <a:srgbClr val="ADCF90"/>
                </a:solidFill>
                <a:round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2" name="Path"/>
              <p:cNvSpPr/>
              <p:nvPr/>
            </p:nvSpPr>
            <p:spPr>
              <a:xfrm>
                <a:off x="10140696" y="1042416"/>
                <a:ext cx="429768" cy="91"/>
              </a:xfrm>
              <a:custGeom>
                <a:avLst/>
                <a:gdLst/>
                <a:ahLst/>
                <a:cxnLst/>
                <a:rect l="0" t="0" r="r" b="b"/>
                <a:pathLst>
                  <a:path w="47000" h="10">
                    <a:moveTo>
                      <a:pt x="0" y="0"/>
                    </a:moveTo>
                    <a:lnTo>
                      <a:pt x="47000" y="0"/>
                    </a:lnTo>
                  </a:path>
                </a:pathLst>
              </a:custGeom>
              <a:noFill/>
              <a:ln w="10058" cap="flat">
                <a:solidFill>
                  <a:srgbClr val="FFB187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" name="Path"/>
              <p:cNvSpPr/>
              <p:nvPr/>
            </p:nvSpPr>
            <p:spPr>
              <a:xfrm>
                <a:off x="10131552" y="969264"/>
                <a:ext cx="146304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6000" h="16000">
                    <a:moveTo>
                      <a:pt x="0" y="8000"/>
                    </a:moveTo>
                    <a:lnTo>
                      <a:pt x="16000" y="0"/>
                    </a:lnTo>
                    <a:lnTo>
                      <a:pt x="13000" y="8000"/>
                    </a:lnTo>
                    <a:lnTo>
                      <a:pt x="16000" y="16000"/>
                    </a:lnTo>
                    <a:close/>
                  </a:path>
                </a:pathLst>
              </a:custGeom>
              <a:solidFill>
                <a:srgbClr val="FFB18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" name="Path"/>
              <p:cNvSpPr/>
              <p:nvPr/>
            </p:nvSpPr>
            <p:spPr>
              <a:xfrm>
                <a:off x="10424160" y="969264"/>
                <a:ext cx="155448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7000" h="16000">
                    <a:moveTo>
                      <a:pt x="17000" y="8000"/>
                    </a:moveTo>
                    <a:lnTo>
                      <a:pt x="0" y="0"/>
                    </a:lnTo>
                    <a:lnTo>
                      <a:pt x="4000" y="8000"/>
                    </a:lnTo>
                    <a:lnTo>
                      <a:pt x="0" y="16000"/>
                    </a:lnTo>
                    <a:close/>
                  </a:path>
                </a:pathLst>
              </a:custGeom>
              <a:solidFill>
                <a:srgbClr val="FFB18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" name="Ellipse"/>
              <p:cNvSpPr/>
              <p:nvPr/>
            </p:nvSpPr>
            <p:spPr>
              <a:xfrm>
                <a:off x="10588752" y="950976"/>
                <a:ext cx="219456" cy="182880"/>
              </a:xfrm>
              <a:prstGeom prst="ellipse">
                <a:avLst/>
              </a:prstGeom>
              <a:solidFill>
                <a:srgbClr val="BFC0C2"/>
              </a:solidFill>
              <a:ln>
                <a:noFill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" name="Rect"/>
              <p:cNvSpPr/>
              <p:nvPr/>
            </p:nvSpPr>
            <p:spPr>
              <a:xfrm>
                <a:off x="9902952" y="1205179"/>
                <a:ext cx="201168" cy="182880"/>
              </a:xfrm>
              <a:prstGeom prst="rect">
                <a:avLst/>
              </a:prstGeom>
              <a:gradFill rotWithShape="1">
                <a:gsLst>
                  <a:gs pos="0">
                    <a:srgbClr val="EAC632"/>
                  </a:gs>
                  <a:gs pos="100000">
                    <a:srgbClr val="A1CF77"/>
                  </a:gs>
                </a:gsLst>
                <a:lin ang="5400000" scaled="1"/>
              </a:gradFill>
              <a:ln w="5486" cap="flat">
                <a:solidFill>
                  <a:srgbClr val="ADCF90"/>
                </a:solidFill>
                <a:round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7" name="Path"/>
              <p:cNvSpPr/>
              <p:nvPr/>
            </p:nvSpPr>
            <p:spPr>
              <a:xfrm>
                <a:off x="10140696" y="1296619"/>
                <a:ext cx="429768" cy="91"/>
              </a:xfrm>
              <a:custGeom>
                <a:avLst/>
                <a:gdLst/>
                <a:ahLst/>
                <a:cxnLst/>
                <a:rect l="0" t="0" r="r" b="b"/>
                <a:pathLst>
                  <a:path w="47000" h="10">
                    <a:moveTo>
                      <a:pt x="0" y="0"/>
                    </a:moveTo>
                    <a:lnTo>
                      <a:pt x="47000" y="0"/>
                    </a:lnTo>
                  </a:path>
                </a:pathLst>
              </a:custGeom>
              <a:noFill/>
              <a:ln w="10058" cap="flat">
                <a:solidFill>
                  <a:srgbClr val="FFB187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8" name="Path"/>
              <p:cNvSpPr/>
              <p:nvPr/>
            </p:nvSpPr>
            <p:spPr>
              <a:xfrm>
                <a:off x="10131552" y="1223467"/>
                <a:ext cx="146304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6000" h="16000">
                    <a:moveTo>
                      <a:pt x="0" y="8000"/>
                    </a:moveTo>
                    <a:lnTo>
                      <a:pt x="16000" y="0"/>
                    </a:lnTo>
                    <a:lnTo>
                      <a:pt x="13000" y="8000"/>
                    </a:lnTo>
                    <a:lnTo>
                      <a:pt x="16000" y="16000"/>
                    </a:lnTo>
                    <a:close/>
                  </a:path>
                </a:pathLst>
              </a:custGeom>
              <a:solidFill>
                <a:srgbClr val="FFB18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9" name="Path"/>
              <p:cNvSpPr/>
              <p:nvPr/>
            </p:nvSpPr>
            <p:spPr>
              <a:xfrm>
                <a:off x="10424160" y="1223467"/>
                <a:ext cx="155448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7000" h="16000">
                    <a:moveTo>
                      <a:pt x="17000" y="8000"/>
                    </a:moveTo>
                    <a:lnTo>
                      <a:pt x="0" y="0"/>
                    </a:lnTo>
                    <a:lnTo>
                      <a:pt x="4000" y="8000"/>
                    </a:lnTo>
                    <a:lnTo>
                      <a:pt x="0" y="16000"/>
                    </a:lnTo>
                    <a:close/>
                  </a:path>
                </a:pathLst>
              </a:custGeom>
              <a:solidFill>
                <a:srgbClr val="FFB18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0" name="Ellipse"/>
              <p:cNvSpPr/>
              <p:nvPr/>
            </p:nvSpPr>
            <p:spPr>
              <a:xfrm>
                <a:off x="10588752" y="1205179"/>
                <a:ext cx="219456" cy="182880"/>
              </a:xfrm>
              <a:prstGeom prst="ellipse">
                <a:avLst/>
              </a:prstGeom>
              <a:solidFill>
                <a:srgbClr val="5E5F60"/>
              </a:solidFill>
              <a:ln>
                <a:noFill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1" name="Rect"/>
              <p:cNvSpPr/>
              <p:nvPr/>
            </p:nvSpPr>
            <p:spPr>
              <a:xfrm>
                <a:off x="9902952" y="1459382"/>
                <a:ext cx="201168" cy="182880"/>
              </a:xfrm>
              <a:prstGeom prst="rect">
                <a:avLst/>
              </a:prstGeom>
              <a:gradFill rotWithShape="1">
                <a:gsLst>
                  <a:gs pos="0">
                    <a:srgbClr val="EAC632"/>
                  </a:gs>
                  <a:gs pos="100000">
                    <a:srgbClr val="A1CF77"/>
                  </a:gs>
                </a:gsLst>
                <a:lin ang="5400000" scaled="1"/>
              </a:gradFill>
              <a:ln w="5486" cap="flat">
                <a:solidFill>
                  <a:srgbClr val="ADCF90"/>
                </a:solidFill>
                <a:round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2" name="Path"/>
              <p:cNvSpPr/>
              <p:nvPr/>
            </p:nvSpPr>
            <p:spPr>
              <a:xfrm>
                <a:off x="10140696" y="1550822"/>
                <a:ext cx="429768" cy="91"/>
              </a:xfrm>
              <a:custGeom>
                <a:avLst/>
                <a:gdLst/>
                <a:ahLst/>
                <a:cxnLst/>
                <a:rect l="0" t="0" r="r" b="b"/>
                <a:pathLst>
                  <a:path w="47000" h="10">
                    <a:moveTo>
                      <a:pt x="0" y="0"/>
                    </a:moveTo>
                    <a:lnTo>
                      <a:pt x="47000" y="0"/>
                    </a:lnTo>
                  </a:path>
                </a:pathLst>
              </a:custGeom>
              <a:noFill/>
              <a:ln w="10058" cap="flat">
                <a:solidFill>
                  <a:srgbClr val="FFB187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" name="Path"/>
              <p:cNvSpPr/>
              <p:nvPr/>
            </p:nvSpPr>
            <p:spPr>
              <a:xfrm>
                <a:off x="10131552" y="1477670"/>
                <a:ext cx="146304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6000" h="16000">
                    <a:moveTo>
                      <a:pt x="0" y="8000"/>
                    </a:moveTo>
                    <a:lnTo>
                      <a:pt x="16000" y="0"/>
                    </a:lnTo>
                    <a:lnTo>
                      <a:pt x="13000" y="8000"/>
                    </a:lnTo>
                    <a:lnTo>
                      <a:pt x="16000" y="16000"/>
                    </a:lnTo>
                    <a:close/>
                  </a:path>
                </a:pathLst>
              </a:custGeom>
              <a:solidFill>
                <a:srgbClr val="FFB18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" name="Path"/>
              <p:cNvSpPr/>
              <p:nvPr/>
            </p:nvSpPr>
            <p:spPr>
              <a:xfrm>
                <a:off x="10424160" y="1477670"/>
                <a:ext cx="155448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7000" h="16000">
                    <a:moveTo>
                      <a:pt x="17000" y="8000"/>
                    </a:moveTo>
                    <a:lnTo>
                      <a:pt x="0" y="0"/>
                    </a:lnTo>
                    <a:lnTo>
                      <a:pt x="4000" y="8000"/>
                    </a:lnTo>
                    <a:lnTo>
                      <a:pt x="0" y="16000"/>
                    </a:lnTo>
                    <a:close/>
                  </a:path>
                </a:pathLst>
              </a:custGeom>
              <a:solidFill>
                <a:srgbClr val="FFB18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5" name="Ellipse"/>
              <p:cNvSpPr/>
              <p:nvPr/>
            </p:nvSpPr>
            <p:spPr>
              <a:xfrm>
                <a:off x="10588752" y="1459382"/>
                <a:ext cx="219456" cy="182880"/>
              </a:xfrm>
              <a:prstGeom prst="ellipse">
                <a:avLst/>
              </a:prstGeom>
              <a:solidFill>
                <a:srgbClr val="BFC0C2"/>
              </a:solidFill>
              <a:ln>
                <a:noFill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6" name="Rect"/>
              <p:cNvSpPr/>
              <p:nvPr/>
            </p:nvSpPr>
            <p:spPr>
              <a:xfrm>
                <a:off x="9902952" y="1713586"/>
                <a:ext cx="201168" cy="182880"/>
              </a:xfrm>
              <a:prstGeom prst="rect">
                <a:avLst/>
              </a:prstGeom>
              <a:gradFill rotWithShape="1">
                <a:gsLst>
                  <a:gs pos="0">
                    <a:srgbClr val="EAC632"/>
                  </a:gs>
                  <a:gs pos="100000">
                    <a:srgbClr val="A1CF77"/>
                  </a:gs>
                </a:gsLst>
                <a:lin ang="5400000" scaled="1"/>
              </a:gradFill>
              <a:ln w="5486" cap="flat">
                <a:solidFill>
                  <a:srgbClr val="ADCF90"/>
                </a:solidFill>
                <a:round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7" name="Path"/>
              <p:cNvSpPr/>
              <p:nvPr/>
            </p:nvSpPr>
            <p:spPr>
              <a:xfrm>
                <a:off x="10140696" y="1805026"/>
                <a:ext cx="429768" cy="91"/>
              </a:xfrm>
              <a:custGeom>
                <a:avLst/>
                <a:gdLst/>
                <a:ahLst/>
                <a:cxnLst/>
                <a:rect l="0" t="0" r="r" b="b"/>
                <a:pathLst>
                  <a:path w="47000" h="10">
                    <a:moveTo>
                      <a:pt x="0" y="0"/>
                    </a:moveTo>
                    <a:lnTo>
                      <a:pt x="47000" y="0"/>
                    </a:lnTo>
                  </a:path>
                </a:pathLst>
              </a:custGeom>
              <a:noFill/>
              <a:ln w="10058" cap="flat">
                <a:solidFill>
                  <a:srgbClr val="FFB187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8" name="Path"/>
              <p:cNvSpPr/>
              <p:nvPr/>
            </p:nvSpPr>
            <p:spPr>
              <a:xfrm>
                <a:off x="10131552" y="1731874"/>
                <a:ext cx="146304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6000" h="16000">
                    <a:moveTo>
                      <a:pt x="0" y="8000"/>
                    </a:moveTo>
                    <a:lnTo>
                      <a:pt x="16000" y="0"/>
                    </a:lnTo>
                    <a:lnTo>
                      <a:pt x="13000" y="8000"/>
                    </a:lnTo>
                    <a:lnTo>
                      <a:pt x="16000" y="16000"/>
                    </a:lnTo>
                    <a:close/>
                  </a:path>
                </a:pathLst>
              </a:custGeom>
              <a:solidFill>
                <a:srgbClr val="FFB18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9" name="Path"/>
              <p:cNvSpPr/>
              <p:nvPr/>
            </p:nvSpPr>
            <p:spPr>
              <a:xfrm>
                <a:off x="10424160" y="1731874"/>
                <a:ext cx="155448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7000" h="16000">
                    <a:moveTo>
                      <a:pt x="17000" y="8000"/>
                    </a:moveTo>
                    <a:lnTo>
                      <a:pt x="0" y="0"/>
                    </a:lnTo>
                    <a:lnTo>
                      <a:pt x="4000" y="8000"/>
                    </a:lnTo>
                    <a:lnTo>
                      <a:pt x="0" y="16000"/>
                    </a:lnTo>
                    <a:close/>
                  </a:path>
                </a:pathLst>
              </a:custGeom>
              <a:solidFill>
                <a:srgbClr val="FFB18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0" name="Ellipse"/>
              <p:cNvSpPr/>
              <p:nvPr/>
            </p:nvSpPr>
            <p:spPr>
              <a:xfrm>
                <a:off x="10588752" y="1713586"/>
                <a:ext cx="219456" cy="182880"/>
              </a:xfrm>
              <a:prstGeom prst="ellipse">
                <a:avLst/>
              </a:prstGeom>
              <a:solidFill>
                <a:srgbClr val="5E5F60"/>
              </a:solidFill>
              <a:ln>
                <a:noFill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1" name="Rect"/>
              <p:cNvSpPr/>
              <p:nvPr/>
            </p:nvSpPr>
            <p:spPr>
              <a:xfrm>
                <a:off x="9902952" y="1967789"/>
                <a:ext cx="201168" cy="182880"/>
              </a:xfrm>
              <a:prstGeom prst="rect">
                <a:avLst/>
              </a:prstGeom>
              <a:gradFill rotWithShape="1">
                <a:gsLst>
                  <a:gs pos="0">
                    <a:srgbClr val="EAC632"/>
                  </a:gs>
                  <a:gs pos="100000">
                    <a:srgbClr val="A1CF77"/>
                  </a:gs>
                </a:gsLst>
                <a:lin ang="5400000" scaled="1"/>
              </a:gradFill>
              <a:ln w="5486" cap="flat">
                <a:solidFill>
                  <a:srgbClr val="ADCF90"/>
                </a:solidFill>
                <a:round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2" name="Path"/>
              <p:cNvSpPr/>
              <p:nvPr/>
            </p:nvSpPr>
            <p:spPr>
              <a:xfrm>
                <a:off x="10140696" y="2059229"/>
                <a:ext cx="429768" cy="91"/>
              </a:xfrm>
              <a:custGeom>
                <a:avLst/>
                <a:gdLst/>
                <a:ahLst/>
                <a:cxnLst/>
                <a:rect l="0" t="0" r="r" b="b"/>
                <a:pathLst>
                  <a:path w="47000" h="10">
                    <a:moveTo>
                      <a:pt x="0" y="0"/>
                    </a:moveTo>
                    <a:lnTo>
                      <a:pt x="47000" y="0"/>
                    </a:lnTo>
                  </a:path>
                </a:pathLst>
              </a:custGeom>
              <a:noFill/>
              <a:ln w="10058" cap="flat">
                <a:solidFill>
                  <a:srgbClr val="FFB187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3" name="Path"/>
              <p:cNvSpPr/>
              <p:nvPr/>
            </p:nvSpPr>
            <p:spPr>
              <a:xfrm>
                <a:off x="10131552" y="1986077"/>
                <a:ext cx="146304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6000" h="16000">
                    <a:moveTo>
                      <a:pt x="0" y="8000"/>
                    </a:moveTo>
                    <a:lnTo>
                      <a:pt x="16000" y="0"/>
                    </a:lnTo>
                    <a:lnTo>
                      <a:pt x="13000" y="8000"/>
                    </a:lnTo>
                    <a:lnTo>
                      <a:pt x="16000" y="16000"/>
                    </a:lnTo>
                    <a:close/>
                  </a:path>
                </a:pathLst>
              </a:custGeom>
              <a:solidFill>
                <a:srgbClr val="FFB18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4" name="Path"/>
              <p:cNvSpPr/>
              <p:nvPr/>
            </p:nvSpPr>
            <p:spPr>
              <a:xfrm>
                <a:off x="10424160" y="1986077"/>
                <a:ext cx="155448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7000" h="16000">
                    <a:moveTo>
                      <a:pt x="17000" y="8000"/>
                    </a:moveTo>
                    <a:lnTo>
                      <a:pt x="0" y="0"/>
                    </a:lnTo>
                    <a:lnTo>
                      <a:pt x="4000" y="8000"/>
                    </a:lnTo>
                    <a:lnTo>
                      <a:pt x="0" y="16000"/>
                    </a:lnTo>
                    <a:close/>
                  </a:path>
                </a:pathLst>
              </a:custGeom>
              <a:solidFill>
                <a:srgbClr val="FFB18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5" name="Ellipse"/>
              <p:cNvSpPr/>
              <p:nvPr/>
            </p:nvSpPr>
            <p:spPr>
              <a:xfrm>
                <a:off x="10588752" y="1967789"/>
                <a:ext cx="219456" cy="182880"/>
              </a:xfrm>
              <a:prstGeom prst="ellipse">
                <a:avLst/>
              </a:prstGeom>
              <a:solidFill>
                <a:srgbClr val="BFC0C2"/>
              </a:solidFill>
              <a:ln>
                <a:noFill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6" name="Rect"/>
              <p:cNvSpPr/>
              <p:nvPr/>
            </p:nvSpPr>
            <p:spPr>
              <a:xfrm>
                <a:off x="9902952" y="2221992"/>
                <a:ext cx="201168" cy="182880"/>
              </a:xfrm>
              <a:prstGeom prst="rect">
                <a:avLst/>
              </a:prstGeom>
              <a:gradFill rotWithShape="1">
                <a:gsLst>
                  <a:gs pos="0">
                    <a:srgbClr val="EAC632"/>
                  </a:gs>
                  <a:gs pos="100000">
                    <a:srgbClr val="A1CF77"/>
                  </a:gs>
                </a:gsLst>
                <a:lin ang="5400000" scaled="1"/>
              </a:gradFill>
              <a:ln w="5486" cap="flat">
                <a:solidFill>
                  <a:srgbClr val="ADCF90"/>
                </a:solidFill>
                <a:round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7" name="Path"/>
              <p:cNvSpPr/>
              <p:nvPr/>
            </p:nvSpPr>
            <p:spPr>
              <a:xfrm>
                <a:off x="10140696" y="2313432"/>
                <a:ext cx="429768" cy="91"/>
              </a:xfrm>
              <a:custGeom>
                <a:avLst/>
                <a:gdLst/>
                <a:ahLst/>
                <a:cxnLst/>
                <a:rect l="0" t="0" r="r" b="b"/>
                <a:pathLst>
                  <a:path w="47000" h="10">
                    <a:moveTo>
                      <a:pt x="0" y="0"/>
                    </a:moveTo>
                    <a:lnTo>
                      <a:pt x="47000" y="0"/>
                    </a:lnTo>
                  </a:path>
                </a:pathLst>
              </a:custGeom>
              <a:noFill/>
              <a:ln w="10058" cap="flat">
                <a:solidFill>
                  <a:srgbClr val="FFB187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8" name="Path"/>
              <p:cNvSpPr/>
              <p:nvPr/>
            </p:nvSpPr>
            <p:spPr>
              <a:xfrm>
                <a:off x="10131552" y="2240280"/>
                <a:ext cx="146304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6000" h="16000">
                    <a:moveTo>
                      <a:pt x="0" y="8000"/>
                    </a:moveTo>
                    <a:lnTo>
                      <a:pt x="16000" y="0"/>
                    </a:lnTo>
                    <a:lnTo>
                      <a:pt x="13000" y="8000"/>
                    </a:lnTo>
                    <a:lnTo>
                      <a:pt x="16000" y="16000"/>
                    </a:lnTo>
                    <a:close/>
                  </a:path>
                </a:pathLst>
              </a:custGeom>
              <a:solidFill>
                <a:srgbClr val="FFB18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9" name="Path"/>
              <p:cNvSpPr/>
              <p:nvPr/>
            </p:nvSpPr>
            <p:spPr>
              <a:xfrm>
                <a:off x="10424160" y="2240280"/>
                <a:ext cx="155448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7000" h="16000">
                    <a:moveTo>
                      <a:pt x="17000" y="8000"/>
                    </a:moveTo>
                    <a:lnTo>
                      <a:pt x="0" y="0"/>
                    </a:lnTo>
                    <a:lnTo>
                      <a:pt x="4000" y="8000"/>
                    </a:lnTo>
                    <a:lnTo>
                      <a:pt x="0" y="16000"/>
                    </a:lnTo>
                    <a:close/>
                  </a:path>
                </a:pathLst>
              </a:custGeom>
              <a:solidFill>
                <a:srgbClr val="FFB18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0" name="Ellipse"/>
              <p:cNvSpPr/>
              <p:nvPr/>
            </p:nvSpPr>
            <p:spPr>
              <a:xfrm>
                <a:off x="10588752" y="2221992"/>
                <a:ext cx="219456" cy="182880"/>
              </a:xfrm>
              <a:prstGeom prst="ellipse">
                <a:avLst/>
              </a:prstGeom>
              <a:solidFill>
                <a:srgbClr val="5E5F60"/>
              </a:solidFill>
              <a:ln>
                <a:noFill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1" name="Rect"/>
              <p:cNvSpPr/>
              <p:nvPr/>
            </p:nvSpPr>
            <p:spPr>
              <a:xfrm>
                <a:off x="9902952" y="2476195"/>
                <a:ext cx="201168" cy="182880"/>
              </a:xfrm>
              <a:prstGeom prst="rect">
                <a:avLst/>
              </a:prstGeom>
              <a:gradFill rotWithShape="1">
                <a:gsLst>
                  <a:gs pos="0">
                    <a:srgbClr val="EAC632"/>
                  </a:gs>
                  <a:gs pos="100000">
                    <a:srgbClr val="A1CF77"/>
                  </a:gs>
                </a:gsLst>
                <a:lin ang="5400000" scaled="1"/>
              </a:gradFill>
              <a:ln w="5486" cap="flat">
                <a:solidFill>
                  <a:srgbClr val="ADCF90"/>
                </a:solidFill>
                <a:round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2" name="Path"/>
              <p:cNvSpPr/>
              <p:nvPr/>
            </p:nvSpPr>
            <p:spPr>
              <a:xfrm>
                <a:off x="10140696" y="2567635"/>
                <a:ext cx="429768" cy="91"/>
              </a:xfrm>
              <a:custGeom>
                <a:avLst/>
                <a:gdLst/>
                <a:ahLst/>
                <a:cxnLst/>
                <a:rect l="0" t="0" r="r" b="b"/>
                <a:pathLst>
                  <a:path w="47000" h="10">
                    <a:moveTo>
                      <a:pt x="0" y="0"/>
                    </a:moveTo>
                    <a:lnTo>
                      <a:pt x="47000" y="0"/>
                    </a:lnTo>
                  </a:path>
                </a:pathLst>
              </a:custGeom>
              <a:noFill/>
              <a:ln w="10058" cap="flat">
                <a:solidFill>
                  <a:srgbClr val="FFB187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3" name="Path"/>
              <p:cNvSpPr/>
              <p:nvPr/>
            </p:nvSpPr>
            <p:spPr>
              <a:xfrm>
                <a:off x="10131552" y="2494483"/>
                <a:ext cx="146304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6000" h="16000">
                    <a:moveTo>
                      <a:pt x="0" y="8000"/>
                    </a:moveTo>
                    <a:lnTo>
                      <a:pt x="16000" y="0"/>
                    </a:lnTo>
                    <a:lnTo>
                      <a:pt x="13000" y="8000"/>
                    </a:lnTo>
                    <a:lnTo>
                      <a:pt x="16000" y="16000"/>
                    </a:lnTo>
                    <a:close/>
                  </a:path>
                </a:pathLst>
              </a:custGeom>
              <a:solidFill>
                <a:srgbClr val="FFB18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4" name="Path"/>
              <p:cNvSpPr/>
              <p:nvPr/>
            </p:nvSpPr>
            <p:spPr>
              <a:xfrm>
                <a:off x="10424160" y="2494483"/>
                <a:ext cx="155448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7000" h="16000">
                    <a:moveTo>
                      <a:pt x="17000" y="8000"/>
                    </a:moveTo>
                    <a:lnTo>
                      <a:pt x="0" y="0"/>
                    </a:lnTo>
                    <a:lnTo>
                      <a:pt x="4000" y="8000"/>
                    </a:lnTo>
                    <a:lnTo>
                      <a:pt x="0" y="16000"/>
                    </a:lnTo>
                    <a:close/>
                  </a:path>
                </a:pathLst>
              </a:custGeom>
              <a:solidFill>
                <a:srgbClr val="FFB18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5" name="Ellipse"/>
              <p:cNvSpPr/>
              <p:nvPr/>
            </p:nvSpPr>
            <p:spPr>
              <a:xfrm>
                <a:off x="10588752" y="2476195"/>
                <a:ext cx="219456" cy="182880"/>
              </a:xfrm>
              <a:prstGeom prst="ellipse">
                <a:avLst/>
              </a:prstGeom>
              <a:solidFill>
                <a:srgbClr val="BFC0C2"/>
              </a:solidFill>
              <a:ln>
                <a:noFill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6" name="Rect"/>
              <p:cNvSpPr/>
              <p:nvPr/>
            </p:nvSpPr>
            <p:spPr>
              <a:xfrm>
                <a:off x="9902952" y="2730398"/>
                <a:ext cx="201168" cy="182880"/>
              </a:xfrm>
              <a:prstGeom prst="rect">
                <a:avLst/>
              </a:prstGeom>
              <a:gradFill rotWithShape="1">
                <a:gsLst>
                  <a:gs pos="0">
                    <a:srgbClr val="EAC632"/>
                  </a:gs>
                  <a:gs pos="100000">
                    <a:srgbClr val="A1CF77"/>
                  </a:gs>
                </a:gsLst>
                <a:lin ang="5400000" scaled="1"/>
              </a:gradFill>
              <a:ln w="5486" cap="flat">
                <a:solidFill>
                  <a:srgbClr val="ADCF90"/>
                </a:solidFill>
                <a:round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7" name="Path"/>
              <p:cNvSpPr/>
              <p:nvPr/>
            </p:nvSpPr>
            <p:spPr>
              <a:xfrm>
                <a:off x="10140696" y="2821838"/>
                <a:ext cx="429768" cy="91"/>
              </a:xfrm>
              <a:custGeom>
                <a:avLst/>
                <a:gdLst/>
                <a:ahLst/>
                <a:cxnLst/>
                <a:rect l="0" t="0" r="r" b="b"/>
                <a:pathLst>
                  <a:path w="47000" h="10">
                    <a:moveTo>
                      <a:pt x="0" y="0"/>
                    </a:moveTo>
                    <a:lnTo>
                      <a:pt x="47000" y="0"/>
                    </a:lnTo>
                  </a:path>
                </a:pathLst>
              </a:custGeom>
              <a:noFill/>
              <a:ln w="10058" cap="flat">
                <a:solidFill>
                  <a:srgbClr val="FFB187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8" name="Path"/>
              <p:cNvSpPr/>
              <p:nvPr/>
            </p:nvSpPr>
            <p:spPr>
              <a:xfrm>
                <a:off x="10131552" y="2748686"/>
                <a:ext cx="146304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6000" h="16000">
                    <a:moveTo>
                      <a:pt x="0" y="8000"/>
                    </a:moveTo>
                    <a:lnTo>
                      <a:pt x="16000" y="0"/>
                    </a:lnTo>
                    <a:lnTo>
                      <a:pt x="13000" y="8000"/>
                    </a:lnTo>
                    <a:lnTo>
                      <a:pt x="16000" y="16000"/>
                    </a:lnTo>
                    <a:close/>
                  </a:path>
                </a:pathLst>
              </a:custGeom>
              <a:solidFill>
                <a:srgbClr val="FFB18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9" name="Path"/>
              <p:cNvSpPr/>
              <p:nvPr/>
            </p:nvSpPr>
            <p:spPr>
              <a:xfrm>
                <a:off x="10424160" y="2748686"/>
                <a:ext cx="155448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7000" h="16000">
                    <a:moveTo>
                      <a:pt x="17000" y="8000"/>
                    </a:moveTo>
                    <a:lnTo>
                      <a:pt x="0" y="0"/>
                    </a:lnTo>
                    <a:lnTo>
                      <a:pt x="4000" y="8000"/>
                    </a:lnTo>
                    <a:lnTo>
                      <a:pt x="0" y="16000"/>
                    </a:lnTo>
                    <a:close/>
                  </a:path>
                </a:pathLst>
              </a:custGeom>
              <a:solidFill>
                <a:srgbClr val="FFB18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0" name="Ellipse"/>
              <p:cNvSpPr/>
              <p:nvPr/>
            </p:nvSpPr>
            <p:spPr>
              <a:xfrm>
                <a:off x="10588752" y="2730398"/>
                <a:ext cx="219456" cy="182880"/>
              </a:xfrm>
              <a:prstGeom prst="ellipse">
                <a:avLst/>
              </a:prstGeom>
              <a:solidFill>
                <a:srgbClr val="5E5F60"/>
              </a:solidFill>
              <a:ln>
                <a:noFill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1" name="Rect"/>
              <p:cNvSpPr/>
              <p:nvPr/>
            </p:nvSpPr>
            <p:spPr>
              <a:xfrm>
                <a:off x="9902952" y="2984602"/>
                <a:ext cx="201168" cy="182880"/>
              </a:xfrm>
              <a:prstGeom prst="rect">
                <a:avLst/>
              </a:prstGeom>
              <a:gradFill rotWithShape="1">
                <a:gsLst>
                  <a:gs pos="0">
                    <a:srgbClr val="EAC632"/>
                  </a:gs>
                  <a:gs pos="100000">
                    <a:srgbClr val="A1CF77"/>
                  </a:gs>
                </a:gsLst>
                <a:lin ang="5400000" scaled="1"/>
              </a:gradFill>
              <a:ln w="5486" cap="flat">
                <a:solidFill>
                  <a:srgbClr val="ADCF90"/>
                </a:solidFill>
                <a:round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2" name="Path"/>
              <p:cNvSpPr/>
              <p:nvPr/>
            </p:nvSpPr>
            <p:spPr>
              <a:xfrm>
                <a:off x="10140696" y="3076042"/>
                <a:ext cx="429768" cy="91"/>
              </a:xfrm>
              <a:custGeom>
                <a:avLst/>
                <a:gdLst/>
                <a:ahLst/>
                <a:cxnLst/>
                <a:rect l="0" t="0" r="r" b="b"/>
                <a:pathLst>
                  <a:path w="47000" h="10">
                    <a:moveTo>
                      <a:pt x="0" y="0"/>
                    </a:moveTo>
                    <a:lnTo>
                      <a:pt x="47000" y="0"/>
                    </a:lnTo>
                  </a:path>
                </a:pathLst>
              </a:custGeom>
              <a:noFill/>
              <a:ln w="10058" cap="flat">
                <a:solidFill>
                  <a:srgbClr val="FFB187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3" name="Path"/>
              <p:cNvSpPr/>
              <p:nvPr/>
            </p:nvSpPr>
            <p:spPr>
              <a:xfrm>
                <a:off x="10131552" y="3002890"/>
                <a:ext cx="146304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6000" h="16000">
                    <a:moveTo>
                      <a:pt x="0" y="8000"/>
                    </a:moveTo>
                    <a:lnTo>
                      <a:pt x="16000" y="0"/>
                    </a:lnTo>
                    <a:lnTo>
                      <a:pt x="13000" y="8000"/>
                    </a:lnTo>
                    <a:lnTo>
                      <a:pt x="16000" y="16000"/>
                    </a:lnTo>
                    <a:close/>
                  </a:path>
                </a:pathLst>
              </a:custGeom>
              <a:solidFill>
                <a:srgbClr val="FFB18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4" name="Path"/>
              <p:cNvSpPr/>
              <p:nvPr/>
            </p:nvSpPr>
            <p:spPr>
              <a:xfrm>
                <a:off x="10424160" y="3002890"/>
                <a:ext cx="155448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7000" h="16000">
                    <a:moveTo>
                      <a:pt x="17000" y="8000"/>
                    </a:moveTo>
                    <a:lnTo>
                      <a:pt x="0" y="0"/>
                    </a:lnTo>
                    <a:lnTo>
                      <a:pt x="4000" y="8000"/>
                    </a:lnTo>
                    <a:lnTo>
                      <a:pt x="0" y="16000"/>
                    </a:lnTo>
                    <a:close/>
                  </a:path>
                </a:pathLst>
              </a:custGeom>
              <a:solidFill>
                <a:srgbClr val="FFB18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5" name="Ellipse"/>
              <p:cNvSpPr/>
              <p:nvPr/>
            </p:nvSpPr>
            <p:spPr>
              <a:xfrm>
                <a:off x="10588752" y="2984602"/>
                <a:ext cx="219456" cy="182880"/>
              </a:xfrm>
              <a:prstGeom prst="ellipse">
                <a:avLst/>
              </a:prstGeom>
              <a:solidFill>
                <a:srgbClr val="BFC0C2"/>
              </a:solidFill>
              <a:ln>
                <a:noFill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6" name="Rect"/>
              <p:cNvSpPr/>
              <p:nvPr/>
            </p:nvSpPr>
            <p:spPr>
              <a:xfrm>
                <a:off x="9902952" y="3238805"/>
                <a:ext cx="201168" cy="182880"/>
              </a:xfrm>
              <a:prstGeom prst="rect">
                <a:avLst/>
              </a:prstGeom>
              <a:gradFill rotWithShape="1">
                <a:gsLst>
                  <a:gs pos="0">
                    <a:srgbClr val="EAC632"/>
                  </a:gs>
                  <a:gs pos="100000">
                    <a:srgbClr val="A1CF77"/>
                  </a:gs>
                </a:gsLst>
                <a:lin ang="5400000" scaled="1"/>
              </a:gradFill>
              <a:ln w="5486" cap="flat">
                <a:solidFill>
                  <a:srgbClr val="ADCF90"/>
                </a:solidFill>
                <a:round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7" name="Path"/>
              <p:cNvSpPr/>
              <p:nvPr/>
            </p:nvSpPr>
            <p:spPr>
              <a:xfrm>
                <a:off x="10140696" y="3330245"/>
                <a:ext cx="429768" cy="91"/>
              </a:xfrm>
              <a:custGeom>
                <a:avLst/>
                <a:gdLst/>
                <a:ahLst/>
                <a:cxnLst/>
                <a:rect l="0" t="0" r="r" b="b"/>
                <a:pathLst>
                  <a:path w="47000" h="10">
                    <a:moveTo>
                      <a:pt x="0" y="0"/>
                    </a:moveTo>
                    <a:lnTo>
                      <a:pt x="47000" y="0"/>
                    </a:lnTo>
                  </a:path>
                </a:pathLst>
              </a:custGeom>
              <a:noFill/>
              <a:ln w="10058" cap="flat">
                <a:solidFill>
                  <a:srgbClr val="FFB187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8" name="Path"/>
              <p:cNvSpPr/>
              <p:nvPr/>
            </p:nvSpPr>
            <p:spPr>
              <a:xfrm>
                <a:off x="10131552" y="3257093"/>
                <a:ext cx="146304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6000" h="16000">
                    <a:moveTo>
                      <a:pt x="0" y="8000"/>
                    </a:moveTo>
                    <a:lnTo>
                      <a:pt x="16000" y="0"/>
                    </a:lnTo>
                    <a:lnTo>
                      <a:pt x="13000" y="8000"/>
                    </a:lnTo>
                    <a:lnTo>
                      <a:pt x="16000" y="16000"/>
                    </a:lnTo>
                    <a:close/>
                  </a:path>
                </a:pathLst>
              </a:custGeom>
              <a:solidFill>
                <a:srgbClr val="FFB18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39" name="Path"/>
              <p:cNvSpPr/>
              <p:nvPr/>
            </p:nvSpPr>
            <p:spPr>
              <a:xfrm>
                <a:off x="10424160" y="3257093"/>
                <a:ext cx="155448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7000" h="16000">
                    <a:moveTo>
                      <a:pt x="17000" y="8000"/>
                    </a:moveTo>
                    <a:lnTo>
                      <a:pt x="0" y="0"/>
                    </a:lnTo>
                    <a:lnTo>
                      <a:pt x="4000" y="8000"/>
                    </a:lnTo>
                    <a:lnTo>
                      <a:pt x="0" y="16000"/>
                    </a:lnTo>
                    <a:close/>
                  </a:path>
                </a:pathLst>
              </a:custGeom>
              <a:solidFill>
                <a:srgbClr val="FFB18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0" name="Ellipse"/>
              <p:cNvSpPr/>
              <p:nvPr/>
            </p:nvSpPr>
            <p:spPr>
              <a:xfrm>
                <a:off x="10588752" y="3238805"/>
                <a:ext cx="219456" cy="182880"/>
              </a:xfrm>
              <a:prstGeom prst="ellipse">
                <a:avLst/>
              </a:prstGeom>
              <a:solidFill>
                <a:srgbClr val="5E5F60"/>
              </a:solidFill>
              <a:ln>
                <a:noFill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1" name="Rect"/>
              <p:cNvSpPr/>
              <p:nvPr/>
            </p:nvSpPr>
            <p:spPr>
              <a:xfrm>
                <a:off x="9902952" y="3493008"/>
                <a:ext cx="201168" cy="182880"/>
              </a:xfrm>
              <a:prstGeom prst="rect">
                <a:avLst/>
              </a:prstGeom>
              <a:gradFill rotWithShape="1">
                <a:gsLst>
                  <a:gs pos="0">
                    <a:srgbClr val="EAC632"/>
                  </a:gs>
                  <a:gs pos="100000">
                    <a:srgbClr val="A1CF77"/>
                  </a:gs>
                </a:gsLst>
                <a:lin ang="5400000" scaled="1"/>
              </a:gradFill>
              <a:ln w="5486" cap="flat">
                <a:solidFill>
                  <a:srgbClr val="ADCF90"/>
                </a:solidFill>
                <a:round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2" name="Path"/>
              <p:cNvSpPr/>
              <p:nvPr/>
            </p:nvSpPr>
            <p:spPr>
              <a:xfrm>
                <a:off x="10140696" y="3584448"/>
                <a:ext cx="429768" cy="91"/>
              </a:xfrm>
              <a:custGeom>
                <a:avLst/>
                <a:gdLst/>
                <a:ahLst/>
                <a:cxnLst/>
                <a:rect l="0" t="0" r="r" b="b"/>
                <a:pathLst>
                  <a:path w="47000" h="10">
                    <a:moveTo>
                      <a:pt x="0" y="0"/>
                    </a:moveTo>
                    <a:lnTo>
                      <a:pt x="47000" y="0"/>
                    </a:lnTo>
                  </a:path>
                </a:pathLst>
              </a:custGeom>
              <a:noFill/>
              <a:ln w="10058" cap="flat">
                <a:solidFill>
                  <a:srgbClr val="FFB187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3" name="Path"/>
              <p:cNvSpPr/>
              <p:nvPr/>
            </p:nvSpPr>
            <p:spPr>
              <a:xfrm>
                <a:off x="10131552" y="3511296"/>
                <a:ext cx="146304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6000" h="16000">
                    <a:moveTo>
                      <a:pt x="0" y="8000"/>
                    </a:moveTo>
                    <a:lnTo>
                      <a:pt x="16000" y="0"/>
                    </a:lnTo>
                    <a:lnTo>
                      <a:pt x="13000" y="8000"/>
                    </a:lnTo>
                    <a:lnTo>
                      <a:pt x="16000" y="16000"/>
                    </a:lnTo>
                    <a:close/>
                  </a:path>
                </a:pathLst>
              </a:custGeom>
              <a:solidFill>
                <a:srgbClr val="FFB18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4" name="Path"/>
              <p:cNvSpPr/>
              <p:nvPr/>
            </p:nvSpPr>
            <p:spPr>
              <a:xfrm>
                <a:off x="10424160" y="3511296"/>
                <a:ext cx="155448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7000" h="16000">
                    <a:moveTo>
                      <a:pt x="17000" y="8000"/>
                    </a:moveTo>
                    <a:lnTo>
                      <a:pt x="0" y="0"/>
                    </a:lnTo>
                    <a:lnTo>
                      <a:pt x="4000" y="8000"/>
                    </a:lnTo>
                    <a:lnTo>
                      <a:pt x="0" y="16000"/>
                    </a:lnTo>
                    <a:close/>
                  </a:path>
                </a:pathLst>
              </a:custGeom>
              <a:solidFill>
                <a:srgbClr val="FFB18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5" name="Ellipse"/>
              <p:cNvSpPr/>
              <p:nvPr/>
            </p:nvSpPr>
            <p:spPr>
              <a:xfrm>
                <a:off x="10588752" y="3493008"/>
                <a:ext cx="219456" cy="182880"/>
              </a:xfrm>
              <a:prstGeom prst="ellipse">
                <a:avLst/>
              </a:prstGeom>
              <a:solidFill>
                <a:srgbClr val="BFC0C2"/>
              </a:solidFill>
              <a:ln>
                <a:noFill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6" name="Rect"/>
              <p:cNvSpPr/>
              <p:nvPr/>
            </p:nvSpPr>
            <p:spPr>
              <a:xfrm>
                <a:off x="9902952" y="3747211"/>
                <a:ext cx="201168" cy="182880"/>
              </a:xfrm>
              <a:prstGeom prst="rect">
                <a:avLst/>
              </a:prstGeom>
              <a:gradFill rotWithShape="1">
                <a:gsLst>
                  <a:gs pos="0">
                    <a:srgbClr val="EAC632"/>
                  </a:gs>
                  <a:gs pos="100000">
                    <a:srgbClr val="A1CF77"/>
                  </a:gs>
                </a:gsLst>
                <a:lin ang="5400000" scaled="1"/>
              </a:gradFill>
              <a:ln w="5486" cap="flat">
                <a:solidFill>
                  <a:srgbClr val="ADCF90"/>
                </a:solidFill>
                <a:round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7" name="Path"/>
              <p:cNvSpPr/>
              <p:nvPr/>
            </p:nvSpPr>
            <p:spPr>
              <a:xfrm>
                <a:off x="10140696" y="3838651"/>
                <a:ext cx="429768" cy="91"/>
              </a:xfrm>
              <a:custGeom>
                <a:avLst/>
                <a:gdLst/>
                <a:ahLst/>
                <a:cxnLst/>
                <a:rect l="0" t="0" r="r" b="b"/>
                <a:pathLst>
                  <a:path w="47000" h="10">
                    <a:moveTo>
                      <a:pt x="0" y="0"/>
                    </a:moveTo>
                    <a:lnTo>
                      <a:pt x="47000" y="0"/>
                    </a:lnTo>
                  </a:path>
                </a:pathLst>
              </a:custGeom>
              <a:noFill/>
              <a:ln w="10058" cap="flat">
                <a:solidFill>
                  <a:srgbClr val="FFB187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8" name="Path"/>
              <p:cNvSpPr/>
              <p:nvPr/>
            </p:nvSpPr>
            <p:spPr>
              <a:xfrm>
                <a:off x="10131552" y="3765499"/>
                <a:ext cx="146304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6000" h="16000">
                    <a:moveTo>
                      <a:pt x="0" y="8000"/>
                    </a:moveTo>
                    <a:lnTo>
                      <a:pt x="16000" y="0"/>
                    </a:lnTo>
                    <a:lnTo>
                      <a:pt x="13000" y="8000"/>
                    </a:lnTo>
                    <a:lnTo>
                      <a:pt x="16000" y="16000"/>
                    </a:lnTo>
                    <a:close/>
                  </a:path>
                </a:pathLst>
              </a:custGeom>
              <a:solidFill>
                <a:srgbClr val="FFB18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9" name="Path"/>
              <p:cNvSpPr/>
              <p:nvPr/>
            </p:nvSpPr>
            <p:spPr>
              <a:xfrm>
                <a:off x="10424160" y="3765499"/>
                <a:ext cx="155448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7000" h="16000">
                    <a:moveTo>
                      <a:pt x="17000" y="8000"/>
                    </a:moveTo>
                    <a:lnTo>
                      <a:pt x="0" y="0"/>
                    </a:lnTo>
                    <a:lnTo>
                      <a:pt x="4000" y="8000"/>
                    </a:lnTo>
                    <a:lnTo>
                      <a:pt x="0" y="16000"/>
                    </a:lnTo>
                    <a:close/>
                  </a:path>
                </a:pathLst>
              </a:custGeom>
              <a:solidFill>
                <a:srgbClr val="FFB187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0" name="Ellipse"/>
              <p:cNvSpPr/>
              <p:nvPr/>
            </p:nvSpPr>
            <p:spPr>
              <a:xfrm>
                <a:off x="10588752" y="3747211"/>
                <a:ext cx="219456" cy="182880"/>
              </a:xfrm>
              <a:prstGeom prst="ellipse">
                <a:avLst/>
              </a:prstGeom>
              <a:solidFill>
                <a:srgbClr val="5E5F60"/>
              </a:solidFill>
              <a:ln>
                <a:noFill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51" name="Path"/>
            <p:cNvSpPr/>
            <p:nvPr/>
          </p:nvSpPr>
          <p:spPr>
            <a:xfrm>
              <a:off x="10899648" y="1545336"/>
              <a:ext cx="402336" cy="594360"/>
            </a:xfrm>
            <a:custGeom>
              <a:avLst/>
              <a:gdLst/>
              <a:ahLst/>
              <a:cxnLst/>
              <a:rect l="0" t="0" r="r" b="b"/>
              <a:pathLst>
                <a:path w="44000" h="65000">
                  <a:moveTo>
                    <a:pt x="0" y="65000"/>
                  </a:moveTo>
                  <a:cubicBezTo>
                    <a:pt x="25000" y="50000"/>
                    <a:pt x="35000" y="25000"/>
                    <a:pt x="44000" y="0"/>
                  </a:cubicBezTo>
                </a:path>
              </a:pathLst>
            </a:custGeom>
            <a:noFill/>
            <a:ln w="21031" cap="flat">
              <a:solidFill>
                <a:srgbClr val="5A9FD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2" name="Path"/>
            <p:cNvSpPr/>
            <p:nvPr/>
          </p:nvSpPr>
          <p:spPr>
            <a:xfrm>
              <a:off x="11187730" y="1545336"/>
              <a:ext cx="129396" cy="160947"/>
            </a:xfrm>
            <a:custGeom>
              <a:avLst/>
              <a:gdLst/>
              <a:ahLst/>
              <a:cxnLst/>
              <a:rect l="0" t="0" r="r" b="b"/>
              <a:pathLst>
                <a:path w="14151" h="17601">
                  <a:moveTo>
                    <a:pt x="12495" y="0"/>
                  </a:moveTo>
                  <a:lnTo>
                    <a:pt x="0" y="12507"/>
                  </a:lnTo>
                  <a:lnTo>
                    <a:pt x="14151" y="17601"/>
                  </a:lnTo>
                  <a:close/>
                </a:path>
              </a:pathLst>
            </a:custGeom>
            <a:solidFill>
              <a:srgbClr val="5A9F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3" name="Path"/>
            <p:cNvSpPr/>
            <p:nvPr/>
          </p:nvSpPr>
          <p:spPr>
            <a:xfrm>
              <a:off x="10853928" y="2514600"/>
              <a:ext cx="448056" cy="91"/>
            </a:xfrm>
            <a:custGeom>
              <a:avLst/>
              <a:gdLst/>
              <a:ahLst/>
              <a:cxnLst/>
              <a:rect l="0" t="0" r="r" b="b"/>
              <a:pathLst>
                <a:path w="49000" h="10">
                  <a:moveTo>
                    <a:pt x="0" y="0"/>
                  </a:moveTo>
                  <a:lnTo>
                    <a:pt x="49000" y="0"/>
                  </a:lnTo>
                </a:path>
              </a:pathLst>
            </a:custGeom>
            <a:noFill/>
            <a:ln w="21031" cap="flat">
              <a:solidFill>
                <a:srgbClr val="5A9FD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4" name="Path"/>
            <p:cNvSpPr/>
            <p:nvPr/>
          </p:nvSpPr>
          <p:spPr>
            <a:xfrm>
              <a:off x="11146536" y="2441539"/>
              <a:ext cx="155448" cy="146121"/>
            </a:xfrm>
            <a:custGeom>
              <a:avLst/>
              <a:gdLst/>
              <a:ahLst/>
              <a:cxnLst/>
              <a:rect l="0" t="0" r="r" b="b"/>
              <a:pathLst>
                <a:path w="17000" h="15980">
                  <a:moveTo>
                    <a:pt x="17000" y="7990"/>
                  </a:moveTo>
                  <a:lnTo>
                    <a:pt x="0" y="0"/>
                  </a:lnTo>
                  <a:lnTo>
                    <a:pt x="0" y="15980"/>
                  </a:lnTo>
                  <a:close/>
                </a:path>
              </a:pathLst>
            </a:custGeom>
            <a:solidFill>
              <a:srgbClr val="5A9F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5" name="Path"/>
            <p:cNvSpPr/>
            <p:nvPr/>
          </p:nvSpPr>
          <p:spPr>
            <a:xfrm>
              <a:off x="10853928" y="3154680"/>
              <a:ext cx="448056" cy="484632"/>
            </a:xfrm>
            <a:custGeom>
              <a:avLst/>
              <a:gdLst/>
              <a:ahLst/>
              <a:cxnLst/>
              <a:rect l="0" t="0" r="r" b="b"/>
              <a:pathLst>
                <a:path w="49000" h="53000">
                  <a:moveTo>
                    <a:pt x="0" y="0"/>
                  </a:moveTo>
                  <a:cubicBezTo>
                    <a:pt x="29000" y="2000"/>
                    <a:pt x="48000" y="25000"/>
                    <a:pt x="49000" y="53000"/>
                  </a:cubicBezTo>
                </a:path>
              </a:pathLst>
            </a:custGeom>
            <a:noFill/>
            <a:ln w="21031" cap="flat">
              <a:solidFill>
                <a:srgbClr val="5A9FD9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6" name="Path"/>
            <p:cNvSpPr/>
            <p:nvPr/>
          </p:nvSpPr>
          <p:spPr>
            <a:xfrm>
              <a:off x="11223422" y="3481355"/>
              <a:ext cx="146028" cy="157957"/>
            </a:xfrm>
            <a:custGeom>
              <a:avLst/>
              <a:gdLst/>
              <a:ahLst/>
              <a:cxnLst/>
              <a:rect l="0" t="0" r="r" b="b"/>
              <a:pathLst>
                <a:path w="15970" h="17274">
                  <a:moveTo>
                    <a:pt x="8592" y="17274"/>
                  </a:moveTo>
                  <a:lnTo>
                    <a:pt x="15970" y="0"/>
                  </a:lnTo>
                  <a:lnTo>
                    <a:pt x="0" y="570"/>
                  </a:lnTo>
                  <a:close/>
                </a:path>
              </a:pathLst>
            </a:custGeom>
            <a:solidFill>
              <a:srgbClr val="5A9F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7" name="Rect"/>
            <p:cNvSpPr/>
            <p:nvPr/>
          </p:nvSpPr>
          <p:spPr>
            <a:xfrm>
              <a:off x="11430000" y="822960"/>
              <a:ext cx="731520" cy="3172968"/>
            </a:xfrm>
            <a:prstGeom prst="rect">
              <a:avLst/>
            </a:prstGeom>
            <a:noFill/>
            <a:ln w="29260" cap="flat">
              <a:solidFill>
                <a:srgbClr val="8CAFE0"/>
              </a:solidFill>
              <a:custDash>
                <a:ds d="103124" sp="528124"/>
              </a:custDash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458" name="Probability distribution"/>
            <p:cNvGrpSpPr/>
            <p:nvPr/>
          </p:nvGrpSpPr>
          <p:grpSpPr>
            <a:xfrm>
              <a:off x="11576304" y="859536"/>
              <a:ext cx="457200" cy="402336"/>
              <a:chOff x="11576304" y="859536"/>
              <a:chExt cx="457200" cy="402336"/>
            </a:xfrm>
          </p:grpSpPr>
          <p:sp>
            <p:nvSpPr>
              <p:cNvPr id="459" name="Rect"/>
              <p:cNvSpPr/>
              <p:nvPr/>
            </p:nvSpPr>
            <p:spPr>
              <a:xfrm>
                <a:off x="11576304" y="859536"/>
                <a:ext cx="457200" cy="402336"/>
              </a:xfrm>
              <a:prstGeom prst="rect">
                <a:avLst/>
              </a:prstGeom>
              <a:solidFill>
                <a:srgbClr val="FFFFFF"/>
              </a:solidFill>
              <a:ln w="4572" cap="flat">
                <a:solidFill>
                  <a:srgbClr val="E5DDC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0" name="Ellipse"/>
              <p:cNvSpPr/>
              <p:nvPr/>
            </p:nvSpPr>
            <p:spPr>
              <a:xfrm>
                <a:off x="11592306" y="881664"/>
                <a:ext cx="425196" cy="358079"/>
              </a:xfrm>
              <a:prstGeom prst="ellipse">
                <a:avLst/>
              </a:prstGeom>
              <a:noFill/>
              <a:ln w="12344" cap="flat">
                <a:solidFill>
                  <a:srgbClr val="FFC000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1" name="Path"/>
              <p:cNvSpPr/>
              <p:nvPr/>
            </p:nvSpPr>
            <p:spPr>
              <a:xfrm>
                <a:off x="11631168" y="885286"/>
                <a:ext cx="347472" cy="279261"/>
              </a:xfrm>
              <a:custGeom>
                <a:avLst/>
                <a:gdLst/>
                <a:ahLst/>
                <a:cxnLst/>
                <a:rect l="0" t="0" r="r" b="b"/>
                <a:pathLst>
                  <a:path w="38000" h="30540">
                    <a:moveTo>
                      <a:pt x="0" y="30540"/>
                    </a:moveTo>
                    <a:cubicBezTo>
                      <a:pt x="792" y="30423"/>
                      <a:pt x="1583" y="30249"/>
                      <a:pt x="2375" y="29947"/>
                    </a:cubicBezTo>
                    <a:cubicBezTo>
                      <a:pt x="3167" y="29645"/>
                      <a:pt x="3958" y="29213"/>
                      <a:pt x="4750" y="28551"/>
                    </a:cubicBezTo>
                    <a:cubicBezTo>
                      <a:pt x="5542" y="27889"/>
                      <a:pt x="6333" y="26992"/>
                      <a:pt x="7125" y="25771"/>
                    </a:cubicBezTo>
                    <a:cubicBezTo>
                      <a:pt x="7917" y="24550"/>
                      <a:pt x="8708" y="22999"/>
                      <a:pt x="9500" y="21128"/>
                    </a:cubicBezTo>
                    <a:cubicBezTo>
                      <a:pt x="10292" y="19258"/>
                      <a:pt x="11083" y="17064"/>
                      <a:pt x="11875" y="14739"/>
                    </a:cubicBezTo>
                    <a:cubicBezTo>
                      <a:pt x="12667" y="12413"/>
                      <a:pt x="13458" y="9961"/>
                      <a:pt x="14250" y="7737"/>
                    </a:cubicBezTo>
                    <a:cubicBezTo>
                      <a:pt x="15042" y="5512"/>
                      <a:pt x="15833" y="3530"/>
                      <a:pt x="16625" y="2148"/>
                    </a:cubicBezTo>
                    <a:cubicBezTo>
                      <a:pt x="17417" y="767"/>
                      <a:pt x="18208" y="0"/>
                      <a:pt x="19000" y="0"/>
                    </a:cubicBezTo>
                    <a:cubicBezTo>
                      <a:pt x="19792" y="0"/>
                      <a:pt x="20583" y="767"/>
                      <a:pt x="21375" y="2148"/>
                    </a:cubicBezTo>
                    <a:cubicBezTo>
                      <a:pt x="22167" y="3530"/>
                      <a:pt x="22958" y="5512"/>
                      <a:pt x="23750" y="7737"/>
                    </a:cubicBezTo>
                    <a:cubicBezTo>
                      <a:pt x="24542" y="9961"/>
                      <a:pt x="25333" y="12413"/>
                      <a:pt x="26125" y="14739"/>
                    </a:cubicBezTo>
                    <a:cubicBezTo>
                      <a:pt x="26917" y="17064"/>
                      <a:pt x="27708" y="19258"/>
                      <a:pt x="28500" y="21128"/>
                    </a:cubicBezTo>
                    <a:cubicBezTo>
                      <a:pt x="29292" y="22999"/>
                      <a:pt x="30083" y="24550"/>
                      <a:pt x="30875" y="25771"/>
                    </a:cubicBezTo>
                    <a:cubicBezTo>
                      <a:pt x="31667" y="26992"/>
                      <a:pt x="32458" y="27889"/>
                      <a:pt x="33250" y="28551"/>
                    </a:cubicBezTo>
                    <a:cubicBezTo>
                      <a:pt x="34042" y="29213"/>
                      <a:pt x="34833" y="29645"/>
                      <a:pt x="35625" y="29947"/>
                    </a:cubicBezTo>
                    <a:cubicBezTo>
                      <a:pt x="36417" y="30249"/>
                      <a:pt x="37208" y="30423"/>
                      <a:pt x="38000" y="30540"/>
                    </a:cubicBezTo>
                  </a:path>
                </a:pathLst>
              </a:custGeom>
              <a:noFill/>
              <a:ln w="10515" cap="flat">
                <a:solidFill>
                  <a:srgbClr val="FFC000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62" name="Probability distribution"/>
            <p:cNvGrpSpPr/>
            <p:nvPr/>
          </p:nvGrpSpPr>
          <p:grpSpPr>
            <a:xfrm>
              <a:off x="11576304" y="1307592"/>
              <a:ext cx="457200" cy="402336"/>
              <a:chOff x="11576304" y="1307592"/>
              <a:chExt cx="457200" cy="402336"/>
            </a:xfrm>
          </p:grpSpPr>
          <p:sp>
            <p:nvSpPr>
              <p:cNvPr id="463" name="Rect"/>
              <p:cNvSpPr/>
              <p:nvPr/>
            </p:nvSpPr>
            <p:spPr>
              <a:xfrm>
                <a:off x="11576304" y="1307592"/>
                <a:ext cx="457200" cy="402336"/>
              </a:xfrm>
              <a:prstGeom prst="rect">
                <a:avLst/>
              </a:prstGeom>
              <a:solidFill>
                <a:srgbClr val="FFFFFF"/>
              </a:solidFill>
              <a:ln w="4572" cap="flat">
                <a:solidFill>
                  <a:srgbClr val="E5DDC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4" name="Ellipse"/>
              <p:cNvSpPr/>
              <p:nvPr/>
            </p:nvSpPr>
            <p:spPr>
              <a:xfrm>
                <a:off x="11592306" y="1329720"/>
                <a:ext cx="425196" cy="358079"/>
              </a:xfrm>
              <a:prstGeom prst="ellipse">
                <a:avLst/>
              </a:prstGeom>
              <a:noFill/>
              <a:ln w="12344" cap="flat">
                <a:solidFill>
                  <a:srgbClr val="FFC000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5" name="Path"/>
              <p:cNvSpPr/>
              <p:nvPr/>
            </p:nvSpPr>
            <p:spPr>
              <a:xfrm>
                <a:off x="11631168" y="1333342"/>
                <a:ext cx="347472" cy="279261"/>
              </a:xfrm>
              <a:custGeom>
                <a:avLst/>
                <a:gdLst/>
                <a:ahLst/>
                <a:cxnLst/>
                <a:rect l="0" t="0" r="r" b="b"/>
                <a:pathLst>
                  <a:path w="38000" h="30540">
                    <a:moveTo>
                      <a:pt x="0" y="30540"/>
                    </a:moveTo>
                    <a:cubicBezTo>
                      <a:pt x="792" y="30423"/>
                      <a:pt x="1583" y="30249"/>
                      <a:pt x="2375" y="29947"/>
                    </a:cubicBezTo>
                    <a:cubicBezTo>
                      <a:pt x="3167" y="29645"/>
                      <a:pt x="3958" y="29213"/>
                      <a:pt x="4750" y="28551"/>
                    </a:cubicBezTo>
                    <a:cubicBezTo>
                      <a:pt x="5542" y="27889"/>
                      <a:pt x="6333" y="26992"/>
                      <a:pt x="7125" y="25771"/>
                    </a:cubicBezTo>
                    <a:cubicBezTo>
                      <a:pt x="7917" y="24550"/>
                      <a:pt x="8708" y="22999"/>
                      <a:pt x="9500" y="21128"/>
                    </a:cubicBezTo>
                    <a:cubicBezTo>
                      <a:pt x="10292" y="19258"/>
                      <a:pt x="11083" y="17064"/>
                      <a:pt x="11875" y="14739"/>
                    </a:cubicBezTo>
                    <a:cubicBezTo>
                      <a:pt x="12667" y="12413"/>
                      <a:pt x="13458" y="9961"/>
                      <a:pt x="14250" y="7737"/>
                    </a:cubicBezTo>
                    <a:cubicBezTo>
                      <a:pt x="15042" y="5512"/>
                      <a:pt x="15833" y="3530"/>
                      <a:pt x="16625" y="2148"/>
                    </a:cubicBezTo>
                    <a:cubicBezTo>
                      <a:pt x="17417" y="767"/>
                      <a:pt x="18208" y="0"/>
                      <a:pt x="19000" y="0"/>
                    </a:cubicBezTo>
                    <a:cubicBezTo>
                      <a:pt x="19792" y="0"/>
                      <a:pt x="20583" y="767"/>
                      <a:pt x="21375" y="2148"/>
                    </a:cubicBezTo>
                    <a:cubicBezTo>
                      <a:pt x="22167" y="3530"/>
                      <a:pt x="22958" y="5512"/>
                      <a:pt x="23750" y="7737"/>
                    </a:cubicBezTo>
                    <a:cubicBezTo>
                      <a:pt x="24542" y="9961"/>
                      <a:pt x="25333" y="12413"/>
                      <a:pt x="26125" y="14739"/>
                    </a:cubicBezTo>
                    <a:cubicBezTo>
                      <a:pt x="26917" y="17064"/>
                      <a:pt x="27708" y="19258"/>
                      <a:pt x="28500" y="21128"/>
                    </a:cubicBezTo>
                    <a:cubicBezTo>
                      <a:pt x="29292" y="22999"/>
                      <a:pt x="30083" y="24550"/>
                      <a:pt x="30875" y="25771"/>
                    </a:cubicBezTo>
                    <a:cubicBezTo>
                      <a:pt x="31667" y="26992"/>
                      <a:pt x="32458" y="27889"/>
                      <a:pt x="33250" y="28551"/>
                    </a:cubicBezTo>
                    <a:cubicBezTo>
                      <a:pt x="34042" y="29213"/>
                      <a:pt x="34833" y="29645"/>
                      <a:pt x="35625" y="29947"/>
                    </a:cubicBezTo>
                    <a:cubicBezTo>
                      <a:pt x="36417" y="30249"/>
                      <a:pt x="37208" y="30423"/>
                      <a:pt x="38000" y="30540"/>
                    </a:cubicBezTo>
                  </a:path>
                </a:pathLst>
              </a:custGeom>
              <a:noFill/>
              <a:ln w="10515" cap="flat">
                <a:solidFill>
                  <a:srgbClr val="FFC000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66" name="Probability distribution"/>
            <p:cNvGrpSpPr/>
            <p:nvPr/>
          </p:nvGrpSpPr>
          <p:grpSpPr>
            <a:xfrm>
              <a:off x="11576304" y="1755648"/>
              <a:ext cx="457200" cy="402336"/>
              <a:chOff x="11576304" y="1755648"/>
              <a:chExt cx="457200" cy="402336"/>
            </a:xfrm>
          </p:grpSpPr>
          <p:sp>
            <p:nvSpPr>
              <p:cNvPr id="467" name="Rect"/>
              <p:cNvSpPr/>
              <p:nvPr/>
            </p:nvSpPr>
            <p:spPr>
              <a:xfrm>
                <a:off x="11576304" y="1755648"/>
                <a:ext cx="457200" cy="402336"/>
              </a:xfrm>
              <a:prstGeom prst="rect">
                <a:avLst/>
              </a:prstGeom>
              <a:solidFill>
                <a:srgbClr val="FFFFFF"/>
              </a:solidFill>
              <a:ln w="4572" cap="flat">
                <a:solidFill>
                  <a:srgbClr val="E5DDC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8" name="Ellipse"/>
              <p:cNvSpPr/>
              <p:nvPr/>
            </p:nvSpPr>
            <p:spPr>
              <a:xfrm>
                <a:off x="11592306" y="1777776"/>
                <a:ext cx="425196" cy="358079"/>
              </a:xfrm>
              <a:prstGeom prst="ellipse">
                <a:avLst/>
              </a:prstGeom>
              <a:noFill/>
              <a:ln w="12344" cap="flat">
                <a:solidFill>
                  <a:srgbClr val="FFC000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9" name="Path"/>
              <p:cNvSpPr/>
              <p:nvPr/>
            </p:nvSpPr>
            <p:spPr>
              <a:xfrm>
                <a:off x="11631168" y="1781398"/>
                <a:ext cx="347472" cy="279261"/>
              </a:xfrm>
              <a:custGeom>
                <a:avLst/>
                <a:gdLst/>
                <a:ahLst/>
                <a:cxnLst/>
                <a:rect l="0" t="0" r="r" b="b"/>
                <a:pathLst>
                  <a:path w="38000" h="30540">
                    <a:moveTo>
                      <a:pt x="0" y="30540"/>
                    </a:moveTo>
                    <a:cubicBezTo>
                      <a:pt x="792" y="30423"/>
                      <a:pt x="1583" y="30249"/>
                      <a:pt x="2375" y="29947"/>
                    </a:cubicBezTo>
                    <a:cubicBezTo>
                      <a:pt x="3167" y="29645"/>
                      <a:pt x="3958" y="29213"/>
                      <a:pt x="4750" y="28551"/>
                    </a:cubicBezTo>
                    <a:cubicBezTo>
                      <a:pt x="5542" y="27889"/>
                      <a:pt x="6333" y="26992"/>
                      <a:pt x="7125" y="25771"/>
                    </a:cubicBezTo>
                    <a:cubicBezTo>
                      <a:pt x="7917" y="24550"/>
                      <a:pt x="8708" y="22999"/>
                      <a:pt x="9500" y="21128"/>
                    </a:cubicBezTo>
                    <a:cubicBezTo>
                      <a:pt x="10292" y="19258"/>
                      <a:pt x="11083" y="17064"/>
                      <a:pt x="11875" y="14739"/>
                    </a:cubicBezTo>
                    <a:cubicBezTo>
                      <a:pt x="12667" y="12413"/>
                      <a:pt x="13458" y="9961"/>
                      <a:pt x="14250" y="7737"/>
                    </a:cubicBezTo>
                    <a:cubicBezTo>
                      <a:pt x="15042" y="5512"/>
                      <a:pt x="15833" y="3530"/>
                      <a:pt x="16625" y="2148"/>
                    </a:cubicBezTo>
                    <a:cubicBezTo>
                      <a:pt x="17417" y="767"/>
                      <a:pt x="18208" y="0"/>
                      <a:pt x="19000" y="0"/>
                    </a:cubicBezTo>
                    <a:cubicBezTo>
                      <a:pt x="19792" y="0"/>
                      <a:pt x="20583" y="767"/>
                      <a:pt x="21375" y="2148"/>
                    </a:cubicBezTo>
                    <a:cubicBezTo>
                      <a:pt x="22167" y="3530"/>
                      <a:pt x="22958" y="5512"/>
                      <a:pt x="23750" y="7737"/>
                    </a:cubicBezTo>
                    <a:cubicBezTo>
                      <a:pt x="24542" y="9961"/>
                      <a:pt x="25333" y="12413"/>
                      <a:pt x="26125" y="14739"/>
                    </a:cubicBezTo>
                    <a:cubicBezTo>
                      <a:pt x="26917" y="17064"/>
                      <a:pt x="27708" y="19258"/>
                      <a:pt x="28500" y="21128"/>
                    </a:cubicBezTo>
                    <a:cubicBezTo>
                      <a:pt x="29292" y="22999"/>
                      <a:pt x="30083" y="24550"/>
                      <a:pt x="30875" y="25771"/>
                    </a:cubicBezTo>
                    <a:cubicBezTo>
                      <a:pt x="31667" y="26992"/>
                      <a:pt x="32458" y="27889"/>
                      <a:pt x="33250" y="28551"/>
                    </a:cubicBezTo>
                    <a:cubicBezTo>
                      <a:pt x="34042" y="29213"/>
                      <a:pt x="34833" y="29645"/>
                      <a:pt x="35625" y="29947"/>
                    </a:cubicBezTo>
                    <a:cubicBezTo>
                      <a:pt x="36417" y="30249"/>
                      <a:pt x="37208" y="30423"/>
                      <a:pt x="38000" y="30540"/>
                    </a:cubicBezTo>
                  </a:path>
                </a:pathLst>
              </a:custGeom>
              <a:noFill/>
              <a:ln w="10515" cap="flat">
                <a:solidFill>
                  <a:srgbClr val="FFC000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70" name="Probability distribution"/>
            <p:cNvGrpSpPr/>
            <p:nvPr/>
          </p:nvGrpSpPr>
          <p:grpSpPr>
            <a:xfrm>
              <a:off x="11576304" y="2212848"/>
              <a:ext cx="457200" cy="402336"/>
              <a:chOff x="11576304" y="2212848"/>
              <a:chExt cx="457200" cy="402336"/>
            </a:xfrm>
          </p:grpSpPr>
          <p:sp>
            <p:nvSpPr>
              <p:cNvPr id="471" name="Rect"/>
              <p:cNvSpPr/>
              <p:nvPr/>
            </p:nvSpPr>
            <p:spPr>
              <a:xfrm>
                <a:off x="11576304" y="2212848"/>
                <a:ext cx="457200" cy="402336"/>
              </a:xfrm>
              <a:prstGeom prst="rect">
                <a:avLst/>
              </a:prstGeom>
              <a:solidFill>
                <a:srgbClr val="FFFFFF"/>
              </a:solidFill>
              <a:ln w="4572" cap="flat">
                <a:solidFill>
                  <a:srgbClr val="E5DDC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2" name="Ellipse"/>
              <p:cNvSpPr/>
              <p:nvPr/>
            </p:nvSpPr>
            <p:spPr>
              <a:xfrm>
                <a:off x="11592306" y="2234976"/>
                <a:ext cx="425196" cy="358079"/>
              </a:xfrm>
              <a:prstGeom prst="ellipse">
                <a:avLst/>
              </a:prstGeom>
              <a:noFill/>
              <a:ln w="12344" cap="flat">
                <a:solidFill>
                  <a:srgbClr val="FFC000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3" name="Path"/>
              <p:cNvSpPr/>
              <p:nvPr/>
            </p:nvSpPr>
            <p:spPr>
              <a:xfrm>
                <a:off x="11631168" y="2238598"/>
                <a:ext cx="347472" cy="279261"/>
              </a:xfrm>
              <a:custGeom>
                <a:avLst/>
                <a:gdLst/>
                <a:ahLst/>
                <a:cxnLst/>
                <a:rect l="0" t="0" r="r" b="b"/>
                <a:pathLst>
                  <a:path w="38000" h="30540">
                    <a:moveTo>
                      <a:pt x="0" y="30540"/>
                    </a:moveTo>
                    <a:cubicBezTo>
                      <a:pt x="792" y="30423"/>
                      <a:pt x="1583" y="30249"/>
                      <a:pt x="2375" y="29947"/>
                    </a:cubicBezTo>
                    <a:cubicBezTo>
                      <a:pt x="3167" y="29645"/>
                      <a:pt x="3958" y="29213"/>
                      <a:pt x="4750" y="28551"/>
                    </a:cubicBezTo>
                    <a:cubicBezTo>
                      <a:pt x="5542" y="27889"/>
                      <a:pt x="6333" y="26992"/>
                      <a:pt x="7125" y="25771"/>
                    </a:cubicBezTo>
                    <a:cubicBezTo>
                      <a:pt x="7917" y="24550"/>
                      <a:pt x="8708" y="22999"/>
                      <a:pt x="9500" y="21128"/>
                    </a:cubicBezTo>
                    <a:cubicBezTo>
                      <a:pt x="10292" y="19258"/>
                      <a:pt x="11083" y="17064"/>
                      <a:pt x="11875" y="14739"/>
                    </a:cubicBezTo>
                    <a:cubicBezTo>
                      <a:pt x="12667" y="12413"/>
                      <a:pt x="13458" y="9961"/>
                      <a:pt x="14250" y="7737"/>
                    </a:cubicBezTo>
                    <a:cubicBezTo>
                      <a:pt x="15042" y="5512"/>
                      <a:pt x="15833" y="3530"/>
                      <a:pt x="16625" y="2148"/>
                    </a:cubicBezTo>
                    <a:cubicBezTo>
                      <a:pt x="17417" y="767"/>
                      <a:pt x="18208" y="0"/>
                      <a:pt x="19000" y="0"/>
                    </a:cubicBezTo>
                    <a:cubicBezTo>
                      <a:pt x="19792" y="0"/>
                      <a:pt x="20583" y="767"/>
                      <a:pt x="21375" y="2148"/>
                    </a:cubicBezTo>
                    <a:cubicBezTo>
                      <a:pt x="22167" y="3530"/>
                      <a:pt x="22958" y="5512"/>
                      <a:pt x="23750" y="7737"/>
                    </a:cubicBezTo>
                    <a:cubicBezTo>
                      <a:pt x="24542" y="9961"/>
                      <a:pt x="25333" y="12413"/>
                      <a:pt x="26125" y="14739"/>
                    </a:cubicBezTo>
                    <a:cubicBezTo>
                      <a:pt x="26917" y="17064"/>
                      <a:pt x="27708" y="19258"/>
                      <a:pt x="28500" y="21128"/>
                    </a:cubicBezTo>
                    <a:cubicBezTo>
                      <a:pt x="29292" y="22999"/>
                      <a:pt x="30083" y="24550"/>
                      <a:pt x="30875" y="25771"/>
                    </a:cubicBezTo>
                    <a:cubicBezTo>
                      <a:pt x="31667" y="26992"/>
                      <a:pt x="32458" y="27889"/>
                      <a:pt x="33250" y="28551"/>
                    </a:cubicBezTo>
                    <a:cubicBezTo>
                      <a:pt x="34042" y="29213"/>
                      <a:pt x="34833" y="29645"/>
                      <a:pt x="35625" y="29947"/>
                    </a:cubicBezTo>
                    <a:cubicBezTo>
                      <a:pt x="36417" y="30249"/>
                      <a:pt x="37208" y="30423"/>
                      <a:pt x="38000" y="30540"/>
                    </a:cubicBezTo>
                  </a:path>
                </a:pathLst>
              </a:custGeom>
              <a:noFill/>
              <a:ln w="10515" cap="flat">
                <a:solidFill>
                  <a:srgbClr val="FFC000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74" name="Probability distribution"/>
            <p:cNvGrpSpPr/>
            <p:nvPr/>
          </p:nvGrpSpPr>
          <p:grpSpPr>
            <a:xfrm>
              <a:off x="11576304" y="2651760"/>
              <a:ext cx="457200" cy="402336"/>
              <a:chOff x="11576304" y="2651760"/>
              <a:chExt cx="457200" cy="402336"/>
            </a:xfrm>
          </p:grpSpPr>
          <p:sp>
            <p:nvSpPr>
              <p:cNvPr id="475" name="Rect"/>
              <p:cNvSpPr/>
              <p:nvPr/>
            </p:nvSpPr>
            <p:spPr>
              <a:xfrm>
                <a:off x="11576304" y="2651760"/>
                <a:ext cx="457200" cy="402336"/>
              </a:xfrm>
              <a:prstGeom prst="rect">
                <a:avLst/>
              </a:prstGeom>
              <a:solidFill>
                <a:srgbClr val="FFFFFF"/>
              </a:solidFill>
              <a:ln w="4572" cap="flat">
                <a:solidFill>
                  <a:srgbClr val="E5DDC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6" name="Ellipse"/>
              <p:cNvSpPr/>
              <p:nvPr/>
            </p:nvSpPr>
            <p:spPr>
              <a:xfrm>
                <a:off x="11592306" y="2673888"/>
                <a:ext cx="425196" cy="358079"/>
              </a:xfrm>
              <a:prstGeom prst="ellipse">
                <a:avLst/>
              </a:prstGeom>
              <a:noFill/>
              <a:ln w="12344" cap="flat">
                <a:solidFill>
                  <a:srgbClr val="FFC000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7" name="Path"/>
              <p:cNvSpPr/>
              <p:nvPr/>
            </p:nvSpPr>
            <p:spPr>
              <a:xfrm>
                <a:off x="11631168" y="2677510"/>
                <a:ext cx="347472" cy="279261"/>
              </a:xfrm>
              <a:custGeom>
                <a:avLst/>
                <a:gdLst/>
                <a:ahLst/>
                <a:cxnLst/>
                <a:rect l="0" t="0" r="r" b="b"/>
                <a:pathLst>
                  <a:path w="38000" h="30540">
                    <a:moveTo>
                      <a:pt x="0" y="30540"/>
                    </a:moveTo>
                    <a:cubicBezTo>
                      <a:pt x="792" y="30423"/>
                      <a:pt x="1583" y="30249"/>
                      <a:pt x="2375" y="29947"/>
                    </a:cubicBezTo>
                    <a:cubicBezTo>
                      <a:pt x="3167" y="29645"/>
                      <a:pt x="3958" y="29213"/>
                      <a:pt x="4750" y="28551"/>
                    </a:cubicBezTo>
                    <a:cubicBezTo>
                      <a:pt x="5542" y="27889"/>
                      <a:pt x="6333" y="26992"/>
                      <a:pt x="7125" y="25771"/>
                    </a:cubicBezTo>
                    <a:cubicBezTo>
                      <a:pt x="7917" y="24550"/>
                      <a:pt x="8708" y="22999"/>
                      <a:pt x="9500" y="21128"/>
                    </a:cubicBezTo>
                    <a:cubicBezTo>
                      <a:pt x="10292" y="19258"/>
                      <a:pt x="11083" y="17064"/>
                      <a:pt x="11875" y="14739"/>
                    </a:cubicBezTo>
                    <a:cubicBezTo>
                      <a:pt x="12667" y="12413"/>
                      <a:pt x="13458" y="9961"/>
                      <a:pt x="14250" y="7737"/>
                    </a:cubicBezTo>
                    <a:cubicBezTo>
                      <a:pt x="15042" y="5512"/>
                      <a:pt x="15833" y="3530"/>
                      <a:pt x="16625" y="2148"/>
                    </a:cubicBezTo>
                    <a:cubicBezTo>
                      <a:pt x="17417" y="767"/>
                      <a:pt x="18208" y="0"/>
                      <a:pt x="19000" y="0"/>
                    </a:cubicBezTo>
                    <a:cubicBezTo>
                      <a:pt x="19792" y="0"/>
                      <a:pt x="20583" y="767"/>
                      <a:pt x="21375" y="2148"/>
                    </a:cubicBezTo>
                    <a:cubicBezTo>
                      <a:pt x="22167" y="3530"/>
                      <a:pt x="22958" y="5512"/>
                      <a:pt x="23750" y="7737"/>
                    </a:cubicBezTo>
                    <a:cubicBezTo>
                      <a:pt x="24542" y="9961"/>
                      <a:pt x="25333" y="12413"/>
                      <a:pt x="26125" y="14739"/>
                    </a:cubicBezTo>
                    <a:cubicBezTo>
                      <a:pt x="26917" y="17064"/>
                      <a:pt x="27708" y="19258"/>
                      <a:pt x="28500" y="21128"/>
                    </a:cubicBezTo>
                    <a:cubicBezTo>
                      <a:pt x="29292" y="22999"/>
                      <a:pt x="30083" y="24550"/>
                      <a:pt x="30875" y="25771"/>
                    </a:cubicBezTo>
                    <a:cubicBezTo>
                      <a:pt x="31667" y="26992"/>
                      <a:pt x="32458" y="27889"/>
                      <a:pt x="33250" y="28551"/>
                    </a:cubicBezTo>
                    <a:cubicBezTo>
                      <a:pt x="34042" y="29213"/>
                      <a:pt x="34833" y="29645"/>
                      <a:pt x="35625" y="29947"/>
                    </a:cubicBezTo>
                    <a:cubicBezTo>
                      <a:pt x="36417" y="30249"/>
                      <a:pt x="37208" y="30423"/>
                      <a:pt x="38000" y="30540"/>
                    </a:cubicBezTo>
                  </a:path>
                </a:pathLst>
              </a:custGeom>
              <a:noFill/>
              <a:ln w="10515" cap="flat">
                <a:solidFill>
                  <a:srgbClr val="FFC000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78" name="Probability distribution"/>
            <p:cNvGrpSpPr/>
            <p:nvPr/>
          </p:nvGrpSpPr>
          <p:grpSpPr>
            <a:xfrm>
              <a:off x="11576304" y="3099816"/>
              <a:ext cx="457200" cy="402336"/>
              <a:chOff x="11576304" y="3099816"/>
              <a:chExt cx="457200" cy="402336"/>
            </a:xfrm>
          </p:grpSpPr>
          <p:sp>
            <p:nvSpPr>
              <p:cNvPr id="479" name="Rect"/>
              <p:cNvSpPr/>
              <p:nvPr/>
            </p:nvSpPr>
            <p:spPr>
              <a:xfrm>
                <a:off x="11576304" y="3099816"/>
                <a:ext cx="457200" cy="402336"/>
              </a:xfrm>
              <a:prstGeom prst="rect">
                <a:avLst/>
              </a:prstGeom>
              <a:solidFill>
                <a:srgbClr val="FFFFFF"/>
              </a:solidFill>
              <a:ln w="4572" cap="flat">
                <a:solidFill>
                  <a:srgbClr val="E5DDC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0" name="Ellipse"/>
              <p:cNvSpPr/>
              <p:nvPr/>
            </p:nvSpPr>
            <p:spPr>
              <a:xfrm>
                <a:off x="11592306" y="3121944"/>
                <a:ext cx="425196" cy="358079"/>
              </a:xfrm>
              <a:prstGeom prst="ellipse">
                <a:avLst/>
              </a:prstGeom>
              <a:noFill/>
              <a:ln w="12344" cap="flat">
                <a:solidFill>
                  <a:srgbClr val="FFC000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1" name="Path"/>
              <p:cNvSpPr/>
              <p:nvPr/>
            </p:nvSpPr>
            <p:spPr>
              <a:xfrm>
                <a:off x="11631168" y="3125566"/>
                <a:ext cx="347472" cy="279261"/>
              </a:xfrm>
              <a:custGeom>
                <a:avLst/>
                <a:gdLst/>
                <a:ahLst/>
                <a:cxnLst/>
                <a:rect l="0" t="0" r="r" b="b"/>
                <a:pathLst>
                  <a:path w="38000" h="30540">
                    <a:moveTo>
                      <a:pt x="0" y="30540"/>
                    </a:moveTo>
                    <a:cubicBezTo>
                      <a:pt x="792" y="30423"/>
                      <a:pt x="1583" y="30249"/>
                      <a:pt x="2375" y="29947"/>
                    </a:cubicBezTo>
                    <a:cubicBezTo>
                      <a:pt x="3167" y="29645"/>
                      <a:pt x="3958" y="29213"/>
                      <a:pt x="4750" y="28551"/>
                    </a:cubicBezTo>
                    <a:cubicBezTo>
                      <a:pt x="5542" y="27889"/>
                      <a:pt x="6333" y="26992"/>
                      <a:pt x="7125" y="25771"/>
                    </a:cubicBezTo>
                    <a:cubicBezTo>
                      <a:pt x="7917" y="24550"/>
                      <a:pt x="8708" y="22999"/>
                      <a:pt x="9500" y="21128"/>
                    </a:cubicBezTo>
                    <a:cubicBezTo>
                      <a:pt x="10292" y="19258"/>
                      <a:pt x="11083" y="17064"/>
                      <a:pt x="11875" y="14739"/>
                    </a:cubicBezTo>
                    <a:cubicBezTo>
                      <a:pt x="12667" y="12413"/>
                      <a:pt x="13458" y="9961"/>
                      <a:pt x="14250" y="7737"/>
                    </a:cubicBezTo>
                    <a:cubicBezTo>
                      <a:pt x="15042" y="5512"/>
                      <a:pt x="15833" y="3530"/>
                      <a:pt x="16625" y="2148"/>
                    </a:cubicBezTo>
                    <a:cubicBezTo>
                      <a:pt x="17417" y="767"/>
                      <a:pt x="18208" y="0"/>
                      <a:pt x="19000" y="0"/>
                    </a:cubicBezTo>
                    <a:cubicBezTo>
                      <a:pt x="19792" y="0"/>
                      <a:pt x="20583" y="767"/>
                      <a:pt x="21375" y="2148"/>
                    </a:cubicBezTo>
                    <a:cubicBezTo>
                      <a:pt x="22167" y="3530"/>
                      <a:pt x="22958" y="5512"/>
                      <a:pt x="23750" y="7737"/>
                    </a:cubicBezTo>
                    <a:cubicBezTo>
                      <a:pt x="24542" y="9961"/>
                      <a:pt x="25333" y="12413"/>
                      <a:pt x="26125" y="14739"/>
                    </a:cubicBezTo>
                    <a:cubicBezTo>
                      <a:pt x="26917" y="17064"/>
                      <a:pt x="27708" y="19258"/>
                      <a:pt x="28500" y="21128"/>
                    </a:cubicBezTo>
                    <a:cubicBezTo>
                      <a:pt x="29292" y="22999"/>
                      <a:pt x="30083" y="24550"/>
                      <a:pt x="30875" y="25771"/>
                    </a:cubicBezTo>
                    <a:cubicBezTo>
                      <a:pt x="31667" y="26992"/>
                      <a:pt x="32458" y="27889"/>
                      <a:pt x="33250" y="28551"/>
                    </a:cubicBezTo>
                    <a:cubicBezTo>
                      <a:pt x="34042" y="29213"/>
                      <a:pt x="34833" y="29645"/>
                      <a:pt x="35625" y="29947"/>
                    </a:cubicBezTo>
                    <a:cubicBezTo>
                      <a:pt x="36417" y="30249"/>
                      <a:pt x="37208" y="30423"/>
                      <a:pt x="38000" y="30540"/>
                    </a:cubicBezTo>
                  </a:path>
                </a:pathLst>
              </a:custGeom>
              <a:noFill/>
              <a:ln w="10515" cap="flat">
                <a:solidFill>
                  <a:srgbClr val="FFC000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82" name="Probability distribution"/>
            <p:cNvGrpSpPr/>
            <p:nvPr/>
          </p:nvGrpSpPr>
          <p:grpSpPr>
            <a:xfrm>
              <a:off x="11576304" y="3557016"/>
              <a:ext cx="457200" cy="402336"/>
              <a:chOff x="11576304" y="3557016"/>
              <a:chExt cx="457200" cy="402336"/>
            </a:xfrm>
          </p:grpSpPr>
          <p:sp>
            <p:nvSpPr>
              <p:cNvPr id="483" name="Rect"/>
              <p:cNvSpPr/>
              <p:nvPr/>
            </p:nvSpPr>
            <p:spPr>
              <a:xfrm>
                <a:off x="11576304" y="3557016"/>
                <a:ext cx="457200" cy="402336"/>
              </a:xfrm>
              <a:prstGeom prst="rect">
                <a:avLst/>
              </a:prstGeom>
              <a:solidFill>
                <a:srgbClr val="FFFFFF"/>
              </a:solidFill>
              <a:ln w="4572" cap="flat">
                <a:solidFill>
                  <a:srgbClr val="E5DDC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4" name="Ellipse"/>
              <p:cNvSpPr/>
              <p:nvPr/>
            </p:nvSpPr>
            <p:spPr>
              <a:xfrm>
                <a:off x="11592306" y="3579144"/>
                <a:ext cx="425196" cy="358079"/>
              </a:xfrm>
              <a:prstGeom prst="ellipse">
                <a:avLst/>
              </a:prstGeom>
              <a:noFill/>
              <a:ln w="12344" cap="flat">
                <a:solidFill>
                  <a:srgbClr val="FFC000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5" name="Path"/>
              <p:cNvSpPr/>
              <p:nvPr/>
            </p:nvSpPr>
            <p:spPr>
              <a:xfrm>
                <a:off x="11631168" y="3582766"/>
                <a:ext cx="347472" cy="279261"/>
              </a:xfrm>
              <a:custGeom>
                <a:avLst/>
                <a:gdLst/>
                <a:ahLst/>
                <a:cxnLst/>
                <a:rect l="0" t="0" r="r" b="b"/>
                <a:pathLst>
                  <a:path w="38000" h="30540">
                    <a:moveTo>
                      <a:pt x="0" y="30540"/>
                    </a:moveTo>
                    <a:cubicBezTo>
                      <a:pt x="792" y="30423"/>
                      <a:pt x="1583" y="30249"/>
                      <a:pt x="2375" y="29947"/>
                    </a:cubicBezTo>
                    <a:cubicBezTo>
                      <a:pt x="3167" y="29645"/>
                      <a:pt x="3958" y="29213"/>
                      <a:pt x="4750" y="28551"/>
                    </a:cubicBezTo>
                    <a:cubicBezTo>
                      <a:pt x="5542" y="27889"/>
                      <a:pt x="6333" y="26992"/>
                      <a:pt x="7125" y="25771"/>
                    </a:cubicBezTo>
                    <a:cubicBezTo>
                      <a:pt x="7917" y="24550"/>
                      <a:pt x="8708" y="22999"/>
                      <a:pt x="9500" y="21128"/>
                    </a:cubicBezTo>
                    <a:cubicBezTo>
                      <a:pt x="10292" y="19258"/>
                      <a:pt x="11083" y="17064"/>
                      <a:pt x="11875" y="14739"/>
                    </a:cubicBezTo>
                    <a:cubicBezTo>
                      <a:pt x="12667" y="12413"/>
                      <a:pt x="13458" y="9961"/>
                      <a:pt x="14250" y="7737"/>
                    </a:cubicBezTo>
                    <a:cubicBezTo>
                      <a:pt x="15042" y="5512"/>
                      <a:pt x="15833" y="3530"/>
                      <a:pt x="16625" y="2148"/>
                    </a:cubicBezTo>
                    <a:cubicBezTo>
                      <a:pt x="17417" y="767"/>
                      <a:pt x="18208" y="0"/>
                      <a:pt x="19000" y="0"/>
                    </a:cubicBezTo>
                    <a:cubicBezTo>
                      <a:pt x="19792" y="0"/>
                      <a:pt x="20583" y="767"/>
                      <a:pt x="21375" y="2148"/>
                    </a:cubicBezTo>
                    <a:cubicBezTo>
                      <a:pt x="22167" y="3530"/>
                      <a:pt x="22958" y="5512"/>
                      <a:pt x="23750" y="7737"/>
                    </a:cubicBezTo>
                    <a:cubicBezTo>
                      <a:pt x="24542" y="9961"/>
                      <a:pt x="25333" y="12413"/>
                      <a:pt x="26125" y="14739"/>
                    </a:cubicBezTo>
                    <a:cubicBezTo>
                      <a:pt x="26917" y="17064"/>
                      <a:pt x="27708" y="19258"/>
                      <a:pt x="28500" y="21128"/>
                    </a:cubicBezTo>
                    <a:cubicBezTo>
                      <a:pt x="29292" y="22999"/>
                      <a:pt x="30083" y="24550"/>
                      <a:pt x="30875" y="25771"/>
                    </a:cubicBezTo>
                    <a:cubicBezTo>
                      <a:pt x="31667" y="26992"/>
                      <a:pt x="32458" y="27889"/>
                      <a:pt x="33250" y="28551"/>
                    </a:cubicBezTo>
                    <a:cubicBezTo>
                      <a:pt x="34042" y="29213"/>
                      <a:pt x="34833" y="29645"/>
                      <a:pt x="35625" y="29947"/>
                    </a:cubicBezTo>
                    <a:cubicBezTo>
                      <a:pt x="36417" y="30249"/>
                      <a:pt x="37208" y="30423"/>
                      <a:pt x="38000" y="30540"/>
                    </a:cubicBezTo>
                  </a:path>
                </a:pathLst>
              </a:custGeom>
              <a:noFill/>
              <a:ln w="10515" cap="flat">
                <a:solidFill>
                  <a:srgbClr val="FFC000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86" name="Transformed evidence"/>
            <p:cNvGrpSpPr/>
            <p:nvPr/>
          </p:nvGrpSpPr>
          <p:grpSpPr>
            <a:xfrm>
              <a:off x="12518136" y="850392"/>
              <a:ext cx="1609344" cy="3154680"/>
              <a:chOff x="12518136" y="850392"/>
              <a:chExt cx="1609344" cy="3154680"/>
            </a:xfrm>
          </p:grpSpPr>
          <p:grpSp>
            <p:nvGrpSpPr>
              <p:cNvPr id="487" name="Evidence M₁(A)"/>
              <p:cNvGrpSpPr/>
              <p:nvPr/>
            </p:nvGrpSpPr>
            <p:grpSpPr>
              <a:xfrm>
                <a:off x="12518136" y="850392"/>
                <a:ext cx="1609344" cy="393192"/>
                <a:chOff x="12518136" y="850392"/>
                <a:chExt cx="1609344" cy="393192"/>
              </a:xfrm>
            </p:grpSpPr>
            <p:sp>
              <p:nvSpPr>
                <p:cNvPr id="488" name="Rect"/>
                <p:cNvSpPr/>
                <p:nvPr/>
              </p:nvSpPr>
              <p:spPr>
                <a:xfrm>
                  <a:off x="12518136" y="850392"/>
                  <a:ext cx="603504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324C23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89" name="Rect"/>
                <p:cNvSpPr/>
                <p:nvPr/>
              </p:nvSpPr>
              <p:spPr>
                <a:xfrm>
                  <a:off x="12533681" y="865937"/>
                  <a:ext cx="572414" cy="362102"/>
                </a:xfrm>
                <a:prstGeom prst="rect">
                  <a:avLst/>
                </a:prstGeom>
                <a:noFill/>
                <a:ln w="6858" cap="flat">
                  <a:solidFill>
                    <a:srgbClr val="BCD0A7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0" name="Rect"/>
                <p:cNvSpPr/>
                <p:nvPr/>
              </p:nvSpPr>
              <p:spPr>
                <a:xfrm>
                  <a:off x="12560198" y="892454"/>
                  <a:ext cx="519379" cy="309067"/>
                </a:xfrm>
                <a:prstGeom prst="rect">
                  <a:avLst/>
                </a:prstGeom>
                <a:solidFill>
                  <a:srgbClr val="DDEBF4"/>
                </a:solidFill>
                <a:ln w="6858" cap="flat">
                  <a:solidFill>
                    <a:srgbClr val="7D907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1" name="M1(A)"/>
                <p:cNvSpPr txBox="1"/>
                <p:nvPr/>
              </p:nvSpPr>
              <p:spPr>
                <a:xfrm>
                  <a:off x="12536424" y="931774"/>
                  <a:ext cx="566928" cy="208026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6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rPr>
                    <a:t>M1(A)</a:t>
                  </a:r>
                </a:p>
              </p:txBody>
            </p:sp>
            <p:sp>
              <p:nvSpPr>
                <p:cNvPr id="492" name="Ellipse"/>
                <p:cNvSpPr/>
                <p:nvPr/>
              </p:nvSpPr>
              <p:spPr>
                <a:xfrm>
                  <a:off x="13231368" y="968350"/>
                  <a:ext cx="182880" cy="157277"/>
                </a:xfrm>
                <a:prstGeom prst="ellipse">
                  <a:avLst/>
                </a:pr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3" name="Path"/>
                <p:cNvSpPr/>
                <p:nvPr/>
              </p:nvSpPr>
              <p:spPr>
                <a:xfrm>
                  <a:off x="13243255" y="1046988"/>
                  <a:ext cx="159106" cy="9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7400" h="10">
                      <a:moveTo>
                        <a:pt x="0" y="0"/>
                      </a:moveTo>
                      <a:lnTo>
                        <a:pt x="17400" y="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4" name="Path"/>
                <p:cNvSpPr/>
                <p:nvPr/>
              </p:nvSpPr>
              <p:spPr>
                <a:xfrm>
                  <a:off x="13322808" y="980237"/>
                  <a:ext cx="91" cy="13350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" h="14600">
                      <a:moveTo>
                        <a:pt x="0" y="0"/>
                      </a:moveTo>
                      <a:lnTo>
                        <a:pt x="0" y="1460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5" name="Rect"/>
                <p:cNvSpPr/>
                <p:nvPr/>
              </p:nvSpPr>
              <p:spPr>
                <a:xfrm>
                  <a:off x="13514832" y="850392"/>
                  <a:ext cx="612648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2C4420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6" name="Rect"/>
                <p:cNvSpPr/>
                <p:nvPr/>
              </p:nvSpPr>
              <p:spPr>
                <a:xfrm>
                  <a:off x="13551408" y="886968"/>
                  <a:ext cx="539496" cy="32004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7" name="Path"/>
                <p:cNvSpPr/>
                <p:nvPr/>
              </p:nvSpPr>
              <p:spPr>
                <a:xfrm>
                  <a:off x="13551408" y="886968"/>
                  <a:ext cx="10515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1500" h="11500">
                      <a:moveTo>
                        <a:pt x="11500" y="0"/>
                      </a:moveTo>
                      <a:lnTo>
                        <a:pt x="0" y="11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8" name="Path"/>
                <p:cNvSpPr/>
                <p:nvPr/>
              </p:nvSpPr>
              <p:spPr>
                <a:xfrm>
                  <a:off x="13551408" y="886968"/>
                  <a:ext cx="210312" cy="2103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3000" h="23000">
                      <a:moveTo>
                        <a:pt x="23000" y="0"/>
                      </a:moveTo>
                      <a:lnTo>
                        <a:pt x="0" y="230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9" name="Path"/>
                <p:cNvSpPr/>
                <p:nvPr/>
              </p:nvSpPr>
              <p:spPr>
                <a:xfrm>
                  <a:off x="13551408" y="886968"/>
                  <a:ext cx="315468" cy="3154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4500" h="34500">
                      <a:moveTo>
                        <a:pt x="34500" y="0"/>
                      </a:moveTo>
                      <a:lnTo>
                        <a:pt x="0" y="34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0" name="Path"/>
                <p:cNvSpPr/>
                <p:nvPr/>
              </p:nvSpPr>
              <p:spPr>
                <a:xfrm>
                  <a:off x="13651992" y="886968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1" name="Path"/>
                <p:cNvSpPr/>
                <p:nvPr/>
              </p:nvSpPr>
              <p:spPr>
                <a:xfrm>
                  <a:off x="13757148" y="886968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2" name="Path"/>
                <p:cNvSpPr/>
                <p:nvPr/>
              </p:nvSpPr>
              <p:spPr>
                <a:xfrm>
                  <a:off x="13862304" y="978408"/>
                  <a:ext cx="228600" cy="2286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000" h="25000">
                      <a:moveTo>
                        <a:pt x="0" y="25000"/>
                      </a:moveTo>
                      <a:lnTo>
                        <a:pt x="2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3" name="Path"/>
                <p:cNvSpPr/>
                <p:nvPr/>
              </p:nvSpPr>
              <p:spPr>
                <a:xfrm>
                  <a:off x="13967460" y="1083564"/>
                  <a:ext cx="123444" cy="12344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500" h="13500">
                      <a:moveTo>
                        <a:pt x="0" y="13500"/>
                      </a:moveTo>
                      <a:lnTo>
                        <a:pt x="135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4" name="Path"/>
                <p:cNvSpPr/>
                <p:nvPr/>
              </p:nvSpPr>
              <p:spPr>
                <a:xfrm>
                  <a:off x="14072616" y="1188720"/>
                  <a:ext cx="18288" cy="1828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00" h="2000">
                      <a:moveTo>
                        <a:pt x="0" y="2000"/>
                      </a:moveTo>
                      <a:lnTo>
                        <a:pt x="2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5" name="Rect"/>
                <p:cNvSpPr/>
                <p:nvPr/>
              </p:nvSpPr>
              <p:spPr>
                <a:xfrm>
                  <a:off x="13551408" y="886968"/>
                  <a:ext cx="539496" cy="320040"/>
                </a:xfrm>
                <a:prstGeom prst="rect">
                  <a:avLst/>
                </a:prstGeom>
                <a:noFill/>
                <a:ln w="6400" cap="flat">
                  <a:solidFill>
                    <a:srgbClr val="445644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6" name="Rect"/>
                <p:cNvSpPr/>
                <p:nvPr/>
              </p:nvSpPr>
              <p:spPr>
                <a:xfrm>
                  <a:off x="13530377" y="865937"/>
                  <a:ext cx="581558" cy="362102"/>
                </a:xfrm>
                <a:prstGeom prst="rect">
                  <a:avLst/>
                </a:prstGeom>
                <a:noFill/>
                <a:ln w="6400" cap="flat">
                  <a:solidFill>
                    <a:srgbClr val="D2E3BC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507" name="Evidence M₂(A)"/>
              <p:cNvGrpSpPr/>
              <p:nvPr/>
            </p:nvGrpSpPr>
            <p:grpSpPr>
              <a:xfrm>
                <a:off x="12518136" y="1362456"/>
                <a:ext cx="1609344" cy="393192"/>
                <a:chOff x="12518136" y="1362456"/>
                <a:chExt cx="1609344" cy="393192"/>
              </a:xfrm>
            </p:grpSpPr>
            <p:sp>
              <p:nvSpPr>
                <p:cNvPr id="508" name="Rect"/>
                <p:cNvSpPr/>
                <p:nvPr/>
              </p:nvSpPr>
              <p:spPr>
                <a:xfrm>
                  <a:off x="12518136" y="1362456"/>
                  <a:ext cx="603504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324C23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9" name="Rect"/>
                <p:cNvSpPr/>
                <p:nvPr/>
              </p:nvSpPr>
              <p:spPr>
                <a:xfrm>
                  <a:off x="12533681" y="1378001"/>
                  <a:ext cx="572414" cy="362102"/>
                </a:xfrm>
                <a:prstGeom prst="rect">
                  <a:avLst/>
                </a:prstGeom>
                <a:noFill/>
                <a:ln w="6858" cap="flat">
                  <a:solidFill>
                    <a:srgbClr val="BCD0A7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0" name="Rect"/>
                <p:cNvSpPr/>
                <p:nvPr/>
              </p:nvSpPr>
              <p:spPr>
                <a:xfrm>
                  <a:off x="12560198" y="1404518"/>
                  <a:ext cx="519379" cy="309067"/>
                </a:xfrm>
                <a:prstGeom prst="rect">
                  <a:avLst/>
                </a:prstGeom>
                <a:solidFill>
                  <a:srgbClr val="DDEBF4"/>
                </a:solidFill>
                <a:ln w="6858" cap="flat">
                  <a:solidFill>
                    <a:srgbClr val="7D907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1" name="M2(A)"/>
                <p:cNvSpPr txBox="1"/>
                <p:nvPr/>
              </p:nvSpPr>
              <p:spPr>
                <a:xfrm>
                  <a:off x="12536424" y="1443838"/>
                  <a:ext cx="566928" cy="208026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6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rPr>
                    <a:t>M2(A)</a:t>
                  </a:r>
                </a:p>
              </p:txBody>
            </p:sp>
            <p:sp>
              <p:nvSpPr>
                <p:cNvPr id="512" name="Ellipse"/>
                <p:cNvSpPr/>
                <p:nvPr/>
              </p:nvSpPr>
              <p:spPr>
                <a:xfrm>
                  <a:off x="13231368" y="1480414"/>
                  <a:ext cx="182880" cy="157277"/>
                </a:xfrm>
                <a:prstGeom prst="ellipse">
                  <a:avLst/>
                </a:pr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3" name="Path"/>
                <p:cNvSpPr/>
                <p:nvPr/>
              </p:nvSpPr>
              <p:spPr>
                <a:xfrm>
                  <a:off x="13243255" y="1559052"/>
                  <a:ext cx="159106" cy="9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7400" h="10">
                      <a:moveTo>
                        <a:pt x="0" y="0"/>
                      </a:moveTo>
                      <a:lnTo>
                        <a:pt x="17400" y="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4" name="Path"/>
                <p:cNvSpPr/>
                <p:nvPr/>
              </p:nvSpPr>
              <p:spPr>
                <a:xfrm>
                  <a:off x="13322808" y="1492301"/>
                  <a:ext cx="91" cy="13350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" h="14600">
                      <a:moveTo>
                        <a:pt x="0" y="0"/>
                      </a:moveTo>
                      <a:lnTo>
                        <a:pt x="0" y="1460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5" name="Rect"/>
                <p:cNvSpPr/>
                <p:nvPr/>
              </p:nvSpPr>
              <p:spPr>
                <a:xfrm>
                  <a:off x="13514832" y="1362456"/>
                  <a:ext cx="612648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2C4420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6" name="Rect"/>
                <p:cNvSpPr/>
                <p:nvPr/>
              </p:nvSpPr>
              <p:spPr>
                <a:xfrm>
                  <a:off x="13551408" y="1399032"/>
                  <a:ext cx="539496" cy="32004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7" name="Path"/>
                <p:cNvSpPr/>
                <p:nvPr/>
              </p:nvSpPr>
              <p:spPr>
                <a:xfrm>
                  <a:off x="13551408" y="1399032"/>
                  <a:ext cx="10515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1500" h="11500">
                      <a:moveTo>
                        <a:pt x="11500" y="0"/>
                      </a:moveTo>
                      <a:lnTo>
                        <a:pt x="0" y="11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8" name="Path"/>
                <p:cNvSpPr/>
                <p:nvPr/>
              </p:nvSpPr>
              <p:spPr>
                <a:xfrm>
                  <a:off x="13551408" y="1399032"/>
                  <a:ext cx="210312" cy="2103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3000" h="23000">
                      <a:moveTo>
                        <a:pt x="23000" y="0"/>
                      </a:moveTo>
                      <a:lnTo>
                        <a:pt x="0" y="230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9" name="Path"/>
                <p:cNvSpPr/>
                <p:nvPr/>
              </p:nvSpPr>
              <p:spPr>
                <a:xfrm>
                  <a:off x="13551408" y="1399032"/>
                  <a:ext cx="315468" cy="3154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4500" h="34500">
                      <a:moveTo>
                        <a:pt x="34500" y="0"/>
                      </a:moveTo>
                      <a:lnTo>
                        <a:pt x="0" y="34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20" name="Path"/>
                <p:cNvSpPr/>
                <p:nvPr/>
              </p:nvSpPr>
              <p:spPr>
                <a:xfrm>
                  <a:off x="13651992" y="1399032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21" name="Path"/>
                <p:cNvSpPr/>
                <p:nvPr/>
              </p:nvSpPr>
              <p:spPr>
                <a:xfrm>
                  <a:off x="13757148" y="1399032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22" name="Path"/>
                <p:cNvSpPr/>
                <p:nvPr/>
              </p:nvSpPr>
              <p:spPr>
                <a:xfrm>
                  <a:off x="13862304" y="1490472"/>
                  <a:ext cx="228600" cy="2286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000" h="25000">
                      <a:moveTo>
                        <a:pt x="0" y="25000"/>
                      </a:moveTo>
                      <a:lnTo>
                        <a:pt x="2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23" name="Path"/>
                <p:cNvSpPr/>
                <p:nvPr/>
              </p:nvSpPr>
              <p:spPr>
                <a:xfrm>
                  <a:off x="13967460" y="1595628"/>
                  <a:ext cx="123444" cy="12344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500" h="13500">
                      <a:moveTo>
                        <a:pt x="0" y="13500"/>
                      </a:moveTo>
                      <a:lnTo>
                        <a:pt x="135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24" name="Path"/>
                <p:cNvSpPr/>
                <p:nvPr/>
              </p:nvSpPr>
              <p:spPr>
                <a:xfrm>
                  <a:off x="14072616" y="1700784"/>
                  <a:ext cx="18288" cy="1828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00" h="2000">
                      <a:moveTo>
                        <a:pt x="0" y="2000"/>
                      </a:moveTo>
                      <a:lnTo>
                        <a:pt x="2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25" name="Rect"/>
                <p:cNvSpPr/>
                <p:nvPr/>
              </p:nvSpPr>
              <p:spPr>
                <a:xfrm>
                  <a:off x="13551408" y="1399032"/>
                  <a:ext cx="539496" cy="320040"/>
                </a:xfrm>
                <a:prstGeom prst="rect">
                  <a:avLst/>
                </a:prstGeom>
                <a:noFill/>
                <a:ln w="6400" cap="flat">
                  <a:solidFill>
                    <a:srgbClr val="445644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26" name="Rect"/>
                <p:cNvSpPr/>
                <p:nvPr/>
              </p:nvSpPr>
              <p:spPr>
                <a:xfrm>
                  <a:off x="13530377" y="1378001"/>
                  <a:ext cx="581558" cy="362102"/>
                </a:xfrm>
                <a:prstGeom prst="rect">
                  <a:avLst/>
                </a:prstGeom>
                <a:noFill/>
                <a:ln w="6400" cap="flat">
                  <a:solidFill>
                    <a:srgbClr val="D2E3BC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527" name="Evidence M₃(A)"/>
              <p:cNvGrpSpPr/>
              <p:nvPr/>
            </p:nvGrpSpPr>
            <p:grpSpPr>
              <a:xfrm>
                <a:off x="12518136" y="1892808"/>
                <a:ext cx="1609344" cy="393192"/>
                <a:chOff x="12518136" y="1892808"/>
                <a:chExt cx="1609344" cy="393192"/>
              </a:xfrm>
            </p:grpSpPr>
            <p:sp>
              <p:nvSpPr>
                <p:cNvPr id="528" name="Rect"/>
                <p:cNvSpPr/>
                <p:nvPr/>
              </p:nvSpPr>
              <p:spPr>
                <a:xfrm>
                  <a:off x="12518136" y="1892808"/>
                  <a:ext cx="603504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324C23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29" name="Rect"/>
                <p:cNvSpPr/>
                <p:nvPr/>
              </p:nvSpPr>
              <p:spPr>
                <a:xfrm>
                  <a:off x="12533681" y="1908353"/>
                  <a:ext cx="572414" cy="362102"/>
                </a:xfrm>
                <a:prstGeom prst="rect">
                  <a:avLst/>
                </a:prstGeom>
                <a:noFill/>
                <a:ln w="6858" cap="flat">
                  <a:solidFill>
                    <a:srgbClr val="BCD0A7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30" name="Rect"/>
                <p:cNvSpPr/>
                <p:nvPr/>
              </p:nvSpPr>
              <p:spPr>
                <a:xfrm>
                  <a:off x="12560198" y="1934870"/>
                  <a:ext cx="519379" cy="309067"/>
                </a:xfrm>
                <a:prstGeom prst="rect">
                  <a:avLst/>
                </a:prstGeom>
                <a:solidFill>
                  <a:srgbClr val="DDEBF4"/>
                </a:solidFill>
                <a:ln w="6858" cap="flat">
                  <a:solidFill>
                    <a:srgbClr val="7D907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31" name="M3(A)"/>
                <p:cNvSpPr txBox="1"/>
                <p:nvPr/>
              </p:nvSpPr>
              <p:spPr>
                <a:xfrm>
                  <a:off x="12536424" y="1974190"/>
                  <a:ext cx="566928" cy="208026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6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rPr>
                    <a:t>M3(A)</a:t>
                  </a:r>
                </a:p>
              </p:txBody>
            </p:sp>
            <p:sp>
              <p:nvSpPr>
                <p:cNvPr id="532" name="Ellipse"/>
                <p:cNvSpPr/>
                <p:nvPr/>
              </p:nvSpPr>
              <p:spPr>
                <a:xfrm>
                  <a:off x="13231368" y="2010766"/>
                  <a:ext cx="182880" cy="157277"/>
                </a:xfrm>
                <a:prstGeom prst="ellipse">
                  <a:avLst/>
                </a:pr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33" name="Path"/>
                <p:cNvSpPr/>
                <p:nvPr/>
              </p:nvSpPr>
              <p:spPr>
                <a:xfrm>
                  <a:off x="13243255" y="2089404"/>
                  <a:ext cx="159106" cy="9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7400" h="10">
                      <a:moveTo>
                        <a:pt x="0" y="0"/>
                      </a:moveTo>
                      <a:lnTo>
                        <a:pt x="17400" y="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34" name="Path"/>
                <p:cNvSpPr/>
                <p:nvPr/>
              </p:nvSpPr>
              <p:spPr>
                <a:xfrm>
                  <a:off x="13322808" y="2022653"/>
                  <a:ext cx="91" cy="13350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" h="14600">
                      <a:moveTo>
                        <a:pt x="0" y="0"/>
                      </a:moveTo>
                      <a:lnTo>
                        <a:pt x="0" y="1460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35" name="Rect"/>
                <p:cNvSpPr/>
                <p:nvPr/>
              </p:nvSpPr>
              <p:spPr>
                <a:xfrm>
                  <a:off x="13514832" y="1892808"/>
                  <a:ext cx="612648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2C4420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36" name="Rect"/>
                <p:cNvSpPr/>
                <p:nvPr/>
              </p:nvSpPr>
              <p:spPr>
                <a:xfrm>
                  <a:off x="13551408" y="1929384"/>
                  <a:ext cx="539496" cy="32004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37" name="Path"/>
                <p:cNvSpPr/>
                <p:nvPr/>
              </p:nvSpPr>
              <p:spPr>
                <a:xfrm>
                  <a:off x="13551408" y="1929384"/>
                  <a:ext cx="10515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1500" h="11500">
                      <a:moveTo>
                        <a:pt x="11500" y="0"/>
                      </a:moveTo>
                      <a:lnTo>
                        <a:pt x="0" y="11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38" name="Path"/>
                <p:cNvSpPr/>
                <p:nvPr/>
              </p:nvSpPr>
              <p:spPr>
                <a:xfrm>
                  <a:off x="13551408" y="1929384"/>
                  <a:ext cx="210312" cy="2103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3000" h="23000">
                      <a:moveTo>
                        <a:pt x="23000" y="0"/>
                      </a:moveTo>
                      <a:lnTo>
                        <a:pt x="0" y="230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39" name="Path"/>
                <p:cNvSpPr/>
                <p:nvPr/>
              </p:nvSpPr>
              <p:spPr>
                <a:xfrm>
                  <a:off x="13551408" y="1929384"/>
                  <a:ext cx="315468" cy="3154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4500" h="34500">
                      <a:moveTo>
                        <a:pt x="34500" y="0"/>
                      </a:moveTo>
                      <a:lnTo>
                        <a:pt x="0" y="34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40" name="Path"/>
                <p:cNvSpPr/>
                <p:nvPr/>
              </p:nvSpPr>
              <p:spPr>
                <a:xfrm>
                  <a:off x="13651992" y="1929384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41" name="Path"/>
                <p:cNvSpPr/>
                <p:nvPr/>
              </p:nvSpPr>
              <p:spPr>
                <a:xfrm>
                  <a:off x="13757148" y="1929384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42" name="Path"/>
                <p:cNvSpPr/>
                <p:nvPr/>
              </p:nvSpPr>
              <p:spPr>
                <a:xfrm>
                  <a:off x="13862304" y="2020824"/>
                  <a:ext cx="228600" cy="2286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000" h="25000">
                      <a:moveTo>
                        <a:pt x="0" y="25000"/>
                      </a:moveTo>
                      <a:lnTo>
                        <a:pt x="2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43" name="Path"/>
                <p:cNvSpPr/>
                <p:nvPr/>
              </p:nvSpPr>
              <p:spPr>
                <a:xfrm>
                  <a:off x="13967460" y="2125980"/>
                  <a:ext cx="123444" cy="12344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500" h="13500">
                      <a:moveTo>
                        <a:pt x="0" y="13500"/>
                      </a:moveTo>
                      <a:lnTo>
                        <a:pt x="135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44" name="Path"/>
                <p:cNvSpPr/>
                <p:nvPr/>
              </p:nvSpPr>
              <p:spPr>
                <a:xfrm>
                  <a:off x="14072616" y="2231136"/>
                  <a:ext cx="18288" cy="1828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00" h="2000">
                      <a:moveTo>
                        <a:pt x="0" y="2000"/>
                      </a:moveTo>
                      <a:lnTo>
                        <a:pt x="2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45" name="Rect"/>
                <p:cNvSpPr/>
                <p:nvPr/>
              </p:nvSpPr>
              <p:spPr>
                <a:xfrm>
                  <a:off x="13551408" y="1929384"/>
                  <a:ext cx="539496" cy="320040"/>
                </a:xfrm>
                <a:prstGeom prst="rect">
                  <a:avLst/>
                </a:prstGeom>
                <a:noFill/>
                <a:ln w="6400" cap="flat">
                  <a:solidFill>
                    <a:srgbClr val="445644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46" name="Rect"/>
                <p:cNvSpPr/>
                <p:nvPr/>
              </p:nvSpPr>
              <p:spPr>
                <a:xfrm>
                  <a:off x="13530377" y="1908353"/>
                  <a:ext cx="581558" cy="362102"/>
                </a:xfrm>
                <a:prstGeom prst="rect">
                  <a:avLst/>
                </a:prstGeom>
                <a:noFill/>
                <a:ln w="6400" cap="flat">
                  <a:solidFill>
                    <a:srgbClr val="D2E3BC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547" name="Evidence M₄(A)"/>
              <p:cNvGrpSpPr/>
              <p:nvPr/>
            </p:nvGrpSpPr>
            <p:grpSpPr>
              <a:xfrm>
                <a:off x="12518136" y="2432304"/>
                <a:ext cx="1609344" cy="393192"/>
                <a:chOff x="12518136" y="2432304"/>
                <a:chExt cx="1609344" cy="393192"/>
              </a:xfrm>
            </p:grpSpPr>
            <p:sp>
              <p:nvSpPr>
                <p:cNvPr id="548" name="Rect"/>
                <p:cNvSpPr/>
                <p:nvPr/>
              </p:nvSpPr>
              <p:spPr>
                <a:xfrm>
                  <a:off x="12518136" y="2432304"/>
                  <a:ext cx="603504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324C23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49" name="Rect"/>
                <p:cNvSpPr/>
                <p:nvPr/>
              </p:nvSpPr>
              <p:spPr>
                <a:xfrm>
                  <a:off x="12533681" y="2447849"/>
                  <a:ext cx="572414" cy="362102"/>
                </a:xfrm>
                <a:prstGeom prst="rect">
                  <a:avLst/>
                </a:prstGeom>
                <a:noFill/>
                <a:ln w="6858" cap="flat">
                  <a:solidFill>
                    <a:srgbClr val="BCD0A7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50" name="Rect"/>
                <p:cNvSpPr/>
                <p:nvPr/>
              </p:nvSpPr>
              <p:spPr>
                <a:xfrm>
                  <a:off x="12560198" y="2474366"/>
                  <a:ext cx="519379" cy="309067"/>
                </a:xfrm>
                <a:prstGeom prst="rect">
                  <a:avLst/>
                </a:prstGeom>
                <a:solidFill>
                  <a:srgbClr val="DDEBF4"/>
                </a:solidFill>
                <a:ln w="6858" cap="flat">
                  <a:solidFill>
                    <a:srgbClr val="7D907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51" name="M4(A)"/>
                <p:cNvSpPr txBox="1"/>
                <p:nvPr/>
              </p:nvSpPr>
              <p:spPr>
                <a:xfrm>
                  <a:off x="12536424" y="2513686"/>
                  <a:ext cx="566928" cy="208026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6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rPr>
                    <a:t>M4(A)</a:t>
                  </a:r>
                </a:p>
              </p:txBody>
            </p:sp>
            <p:sp>
              <p:nvSpPr>
                <p:cNvPr id="552" name="Ellipse"/>
                <p:cNvSpPr/>
                <p:nvPr/>
              </p:nvSpPr>
              <p:spPr>
                <a:xfrm>
                  <a:off x="13231368" y="2550262"/>
                  <a:ext cx="182880" cy="157277"/>
                </a:xfrm>
                <a:prstGeom prst="ellipse">
                  <a:avLst/>
                </a:pr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53" name="Path"/>
                <p:cNvSpPr/>
                <p:nvPr/>
              </p:nvSpPr>
              <p:spPr>
                <a:xfrm>
                  <a:off x="13243255" y="2628900"/>
                  <a:ext cx="159106" cy="9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7400" h="10">
                      <a:moveTo>
                        <a:pt x="0" y="0"/>
                      </a:moveTo>
                      <a:lnTo>
                        <a:pt x="17400" y="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54" name="Path"/>
                <p:cNvSpPr/>
                <p:nvPr/>
              </p:nvSpPr>
              <p:spPr>
                <a:xfrm>
                  <a:off x="13322808" y="2562149"/>
                  <a:ext cx="91" cy="13350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" h="14600">
                      <a:moveTo>
                        <a:pt x="0" y="0"/>
                      </a:moveTo>
                      <a:lnTo>
                        <a:pt x="0" y="1460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55" name="Rect"/>
                <p:cNvSpPr/>
                <p:nvPr/>
              </p:nvSpPr>
              <p:spPr>
                <a:xfrm>
                  <a:off x="13514832" y="2432304"/>
                  <a:ext cx="612648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2C4420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56" name="Rect"/>
                <p:cNvSpPr/>
                <p:nvPr/>
              </p:nvSpPr>
              <p:spPr>
                <a:xfrm>
                  <a:off x="13551408" y="2468880"/>
                  <a:ext cx="539496" cy="32004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57" name="Path"/>
                <p:cNvSpPr/>
                <p:nvPr/>
              </p:nvSpPr>
              <p:spPr>
                <a:xfrm>
                  <a:off x="13551408" y="2468880"/>
                  <a:ext cx="10515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1500" h="11500">
                      <a:moveTo>
                        <a:pt x="11500" y="0"/>
                      </a:moveTo>
                      <a:lnTo>
                        <a:pt x="0" y="11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58" name="Path"/>
                <p:cNvSpPr/>
                <p:nvPr/>
              </p:nvSpPr>
              <p:spPr>
                <a:xfrm>
                  <a:off x="13551408" y="2468880"/>
                  <a:ext cx="210312" cy="2103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3000" h="23000">
                      <a:moveTo>
                        <a:pt x="23000" y="0"/>
                      </a:moveTo>
                      <a:lnTo>
                        <a:pt x="0" y="230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59" name="Path"/>
                <p:cNvSpPr/>
                <p:nvPr/>
              </p:nvSpPr>
              <p:spPr>
                <a:xfrm>
                  <a:off x="13551408" y="2468880"/>
                  <a:ext cx="315468" cy="3154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4500" h="34500">
                      <a:moveTo>
                        <a:pt x="34500" y="0"/>
                      </a:moveTo>
                      <a:lnTo>
                        <a:pt x="0" y="34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60" name="Path"/>
                <p:cNvSpPr/>
                <p:nvPr/>
              </p:nvSpPr>
              <p:spPr>
                <a:xfrm>
                  <a:off x="13651992" y="2468880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61" name="Path"/>
                <p:cNvSpPr/>
                <p:nvPr/>
              </p:nvSpPr>
              <p:spPr>
                <a:xfrm>
                  <a:off x="13757148" y="2468880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62" name="Path"/>
                <p:cNvSpPr/>
                <p:nvPr/>
              </p:nvSpPr>
              <p:spPr>
                <a:xfrm>
                  <a:off x="13862304" y="2560320"/>
                  <a:ext cx="228600" cy="2286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000" h="25000">
                      <a:moveTo>
                        <a:pt x="0" y="25000"/>
                      </a:moveTo>
                      <a:lnTo>
                        <a:pt x="2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63" name="Path"/>
                <p:cNvSpPr/>
                <p:nvPr/>
              </p:nvSpPr>
              <p:spPr>
                <a:xfrm>
                  <a:off x="13967460" y="2665476"/>
                  <a:ext cx="123444" cy="12344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500" h="13500">
                      <a:moveTo>
                        <a:pt x="0" y="13500"/>
                      </a:moveTo>
                      <a:lnTo>
                        <a:pt x="135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64" name="Path"/>
                <p:cNvSpPr/>
                <p:nvPr/>
              </p:nvSpPr>
              <p:spPr>
                <a:xfrm>
                  <a:off x="14072616" y="2770632"/>
                  <a:ext cx="18288" cy="1828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00" h="2000">
                      <a:moveTo>
                        <a:pt x="0" y="2000"/>
                      </a:moveTo>
                      <a:lnTo>
                        <a:pt x="2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65" name="Rect"/>
                <p:cNvSpPr/>
                <p:nvPr/>
              </p:nvSpPr>
              <p:spPr>
                <a:xfrm>
                  <a:off x="13551408" y="2468880"/>
                  <a:ext cx="539496" cy="320040"/>
                </a:xfrm>
                <a:prstGeom prst="rect">
                  <a:avLst/>
                </a:prstGeom>
                <a:noFill/>
                <a:ln w="6400" cap="flat">
                  <a:solidFill>
                    <a:srgbClr val="445644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66" name="Rect"/>
                <p:cNvSpPr/>
                <p:nvPr/>
              </p:nvSpPr>
              <p:spPr>
                <a:xfrm>
                  <a:off x="13530377" y="2447849"/>
                  <a:ext cx="581558" cy="362102"/>
                </a:xfrm>
                <a:prstGeom prst="rect">
                  <a:avLst/>
                </a:prstGeom>
                <a:noFill/>
                <a:ln w="6400" cap="flat">
                  <a:solidFill>
                    <a:srgbClr val="D2E3BC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567" name="Evidence Mₙ₋₁(A)"/>
              <p:cNvGrpSpPr/>
              <p:nvPr/>
            </p:nvGrpSpPr>
            <p:grpSpPr>
              <a:xfrm>
                <a:off x="12518136" y="3136392"/>
                <a:ext cx="1609344" cy="393192"/>
                <a:chOff x="12518136" y="3136392"/>
                <a:chExt cx="1609344" cy="393192"/>
              </a:xfrm>
            </p:grpSpPr>
            <p:sp>
              <p:nvSpPr>
                <p:cNvPr id="568" name="Rect"/>
                <p:cNvSpPr/>
                <p:nvPr/>
              </p:nvSpPr>
              <p:spPr>
                <a:xfrm>
                  <a:off x="12518136" y="3136392"/>
                  <a:ext cx="603504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324C23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69" name="Rect"/>
                <p:cNvSpPr/>
                <p:nvPr/>
              </p:nvSpPr>
              <p:spPr>
                <a:xfrm>
                  <a:off x="12533681" y="3151937"/>
                  <a:ext cx="572414" cy="362102"/>
                </a:xfrm>
                <a:prstGeom prst="rect">
                  <a:avLst/>
                </a:prstGeom>
                <a:noFill/>
                <a:ln w="6858" cap="flat">
                  <a:solidFill>
                    <a:srgbClr val="BCD0A7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70" name="Rect"/>
                <p:cNvSpPr/>
                <p:nvPr/>
              </p:nvSpPr>
              <p:spPr>
                <a:xfrm>
                  <a:off x="12560198" y="3178454"/>
                  <a:ext cx="519379" cy="309067"/>
                </a:xfrm>
                <a:prstGeom prst="rect">
                  <a:avLst/>
                </a:prstGeom>
                <a:solidFill>
                  <a:srgbClr val="DDEBF4"/>
                </a:solidFill>
                <a:ln w="6858" cap="flat">
                  <a:solidFill>
                    <a:srgbClr val="7D907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71" name="Mn-1(A)"/>
                <p:cNvSpPr txBox="1"/>
                <p:nvPr/>
              </p:nvSpPr>
              <p:spPr>
                <a:xfrm>
                  <a:off x="12536424" y="3226991"/>
                  <a:ext cx="566928" cy="191384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159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rPr>
                    <a:t>Mn-1(A)</a:t>
                  </a:r>
                </a:p>
              </p:txBody>
            </p:sp>
            <p:sp>
              <p:nvSpPr>
                <p:cNvPr id="572" name="Ellipse"/>
                <p:cNvSpPr/>
                <p:nvPr/>
              </p:nvSpPr>
              <p:spPr>
                <a:xfrm>
                  <a:off x="13231368" y="3254350"/>
                  <a:ext cx="182880" cy="157277"/>
                </a:xfrm>
                <a:prstGeom prst="ellipse">
                  <a:avLst/>
                </a:pr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73" name="Path"/>
                <p:cNvSpPr/>
                <p:nvPr/>
              </p:nvSpPr>
              <p:spPr>
                <a:xfrm>
                  <a:off x="13243255" y="3332988"/>
                  <a:ext cx="159106" cy="9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7400" h="10">
                      <a:moveTo>
                        <a:pt x="0" y="0"/>
                      </a:moveTo>
                      <a:lnTo>
                        <a:pt x="17400" y="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74" name="Path"/>
                <p:cNvSpPr/>
                <p:nvPr/>
              </p:nvSpPr>
              <p:spPr>
                <a:xfrm>
                  <a:off x="13322808" y="3266237"/>
                  <a:ext cx="91" cy="13350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" h="14600">
                      <a:moveTo>
                        <a:pt x="0" y="0"/>
                      </a:moveTo>
                      <a:lnTo>
                        <a:pt x="0" y="1460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75" name="Rect"/>
                <p:cNvSpPr/>
                <p:nvPr/>
              </p:nvSpPr>
              <p:spPr>
                <a:xfrm>
                  <a:off x="13514832" y="3136392"/>
                  <a:ext cx="612648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2C4420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76" name="Rect"/>
                <p:cNvSpPr/>
                <p:nvPr/>
              </p:nvSpPr>
              <p:spPr>
                <a:xfrm>
                  <a:off x="13551408" y="3172968"/>
                  <a:ext cx="539496" cy="32004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77" name="Path"/>
                <p:cNvSpPr/>
                <p:nvPr/>
              </p:nvSpPr>
              <p:spPr>
                <a:xfrm>
                  <a:off x="13551408" y="3172968"/>
                  <a:ext cx="10515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1500" h="11500">
                      <a:moveTo>
                        <a:pt x="11500" y="0"/>
                      </a:moveTo>
                      <a:lnTo>
                        <a:pt x="0" y="11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78" name="Path"/>
                <p:cNvSpPr/>
                <p:nvPr/>
              </p:nvSpPr>
              <p:spPr>
                <a:xfrm>
                  <a:off x="13551408" y="3172968"/>
                  <a:ext cx="210312" cy="2103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3000" h="23000">
                      <a:moveTo>
                        <a:pt x="23000" y="0"/>
                      </a:moveTo>
                      <a:lnTo>
                        <a:pt x="0" y="230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79" name="Path"/>
                <p:cNvSpPr/>
                <p:nvPr/>
              </p:nvSpPr>
              <p:spPr>
                <a:xfrm>
                  <a:off x="13551408" y="3172968"/>
                  <a:ext cx="315468" cy="3154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4500" h="34500">
                      <a:moveTo>
                        <a:pt x="34500" y="0"/>
                      </a:moveTo>
                      <a:lnTo>
                        <a:pt x="0" y="34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80" name="Path"/>
                <p:cNvSpPr/>
                <p:nvPr/>
              </p:nvSpPr>
              <p:spPr>
                <a:xfrm>
                  <a:off x="13651992" y="3172968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81" name="Path"/>
                <p:cNvSpPr/>
                <p:nvPr/>
              </p:nvSpPr>
              <p:spPr>
                <a:xfrm>
                  <a:off x="13757148" y="3172968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82" name="Path"/>
                <p:cNvSpPr/>
                <p:nvPr/>
              </p:nvSpPr>
              <p:spPr>
                <a:xfrm>
                  <a:off x="13862304" y="3264408"/>
                  <a:ext cx="228600" cy="2286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000" h="25000">
                      <a:moveTo>
                        <a:pt x="0" y="25000"/>
                      </a:moveTo>
                      <a:lnTo>
                        <a:pt x="2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83" name="Path"/>
                <p:cNvSpPr/>
                <p:nvPr/>
              </p:nvSpPr>
              <p:spPr>
                <a:xfrm>
                  <a:off x="13967460" y="3369564"/>
                  <a:ext cx="123444" cy="12344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500" h="13500">
                      <a:moveTo>
                        <a:pt x="0" y="13500"/>
                      </a:moveTo>
                      <a:lnTo>
                        <a:pt x="135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84" name="Path"/>
                <p:cNvSpPr/>
                <p:nvPr/>
              </p:nvSpPr>
              <p:spPr>
                <a:xfrm>
                  <a:off x="14072616" y="3474720"/>
                  <a:ext cx="18288" cy="1828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00" h="2000">
                      <a:moveTo>
                        <a:pt x="0" y="2000"/>
                      </a:moveTo>
                      <a:lnTo>
                        <a:pt x="2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85" name="Rect"/>
                <p:cNvSpPr/>
                <p:nvPr/>
              </p:nvSpPr>
              <p:spPr>
                <a:xfrm>
                  <a:off x="13551408" y="3172968"/>
                  <a:ext cx="539496" cy="320040"/>
                </a:xfrm>
                <a:prstGeom prst="rect">
                  <a:avLst/>
                </a:prstGeom>
                <a:noFill/>
                <a:ln w="6400" cap="flat">
                  <a:solidFill>
                    <a:srgbClr val="445644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86" name="Rect"/>
                <p:cNvSpPr/>
                <p:nvPr/>
              </p:nvSpPr>
              <p:spPr>
                <a:xfrm>
                  <a:off x="13530377" y="3151937"/>
                  <a:ext cx="581558" cy="362102"/>
                </a:xfrm>
                <a:prstGeom prst="rect">
                  <a:avLst/>
                </a:prstGeom>
                <a:noFill/>
                <a:ln w="6400" cap="flat">
                  <a:solidFill>
                    <a:srgbClr val="D2E3BC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587" name="Evidence Mₙ(A)"/>
              <p:cNvGrpSpPr/>
              <p:nvPr/>
            </p:nvGrpSpPr>
            <p:grpSpPr>
              <a:xfrm>
                <a:off x="12518136" y="3611880"/>
                <a:ext cx="1609344" cy="393192"/>
                <a:chOff x="12518136" y="3611880"/>
                <a:chExt cx="1609344" cy="393192"/>
              </a:xfrm>
            </p:grpSpPr>
            <p:sp>
              <p:nvSpPr>
                <p:cNvPr id="588" name="Rect"/>
                <p:cNvSpPr/>
                <p:nvPr/>
              </p:nvSpPr>
              <p:spPr>
                <a:xfrm>
                  <a:off x="12518136" y="3611880"/>
                  <a:ext cx="603504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324C23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89" name="Rect"/>
                <p:cNvSpPr/>
                <p:nvPr/>
              </p:nvSpPr>
              <p:spPr>
                <a:xfrm>
                  <a:off x="12533681" y="3627425"/>
                  <a:ext cx="572414" cy="362102"/>
                </a:xfrm>
                <a:prstGeom prst="rect">
                  <a:avLst/>
                </a:prstGeom>
                <a:noFill/>
                <a:ln w="6858" cap="flat">
                  <a:solidFill>
                    <a:srgbClr val="BCD0A7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0" name="Rect"/>
                <p:cNvSpPr/>
                <p:nvPr/>
              </p:nvSpPr>
              <p:spPr>
                <a:xfrm>
                  <a:off x="12560198" y="3653942"/>
                  <a:ext cx="519379" cy="309067"/>
                </a:xfrm>
                <a:prstGeom prst="rect">
                  <a:avLst/>
                </a:prstGeom>
                <a:solidFill>
                  <a:srgbClr val="DDEBF4"/>
                </a:solidFill>
                <a:ln w="6858" cap="flat">
                  <a:solidFill>
                    <a:srgbClr val="7D907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1" name="Mn(A)"/>
                <p:cNvSpPr txBox="1"/>
                <p:nvPr/>
              </p:nvSpPr>
              <p:spPr>
                <a:xfrm>
                  <a:off x="12536424" y="3693262"/>
                  <a:ext cx="566928" cy="208026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6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rPr>
                    <a:t>Mn(A)</a:t>
                  </a:r>
                </a:p>
              </p:txBody>
            </p:sp>
            <p:sp>
              <p:nvSpPr>
                <p:cNvPr id="592" name="Ellipse"/>
                <p:cNvSpPr/>
                <p:nvPr/>
              </p:nvSpPr>
              <p:spPr>
                <a:xfrm>
                  <a:off x="13231368" y="3729838"/>
                  <a:ext cx="182880" cy="157277"/>
                </a:xfrm>
                <a:prstGeom prst="ellipse">
                  <a:avLst/>
                </a:pr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3" name="Path"/>
                <p:cNvSpPr/>
                <p:nvPr/>
              </p:nvSpPr>
              <p:spPr>
                <a:xfrm>
                  <a:off x="13243255" y="3808476"/>
                  <a:ext cx="159106" cy="9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7400" h="10">
                      <a:moveTo>
                        <a:pt x="0" y="0"/>
                      </a:moveTo>
                      <a:lnTo>
                        <a:pt x="17400" y="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4" name="Path"/>
                <p:cNvSpPr/>
                <p:nvPr/>
              </p:nvSpPr>
              <p:spPr>
                <a:xfrm>
                  <a:off x="13322808" y="3741725"/>
                  <a:ext cx="91" cy="13350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" h="14600">
                      <a:moveTo>
                        <a:pt x="0" y="0"/>
                      </a:moveTo>
                      <a:lnTo>
                        <a:pt x="0" y="1460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5" name="Rect"/>
                <p:cNvSpPr/>
                <p:nvPr/>
              </p:nvSpPr>
              <p:spPr>
                <a:xfrm>
                  <a:off x="13514832" y="3611880"/>
                  <a:ext cx="612648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2C4420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6" name="Rect"/>
                <p:cNvSpPr/>
                <p:nvPr/>
              </p:nvSpPr>
              <p:spPr>
                <a:xfrm>
                  <a:off x="13551408" y="3648456"/>
                  <a:ext cx="539496" cy="32004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7" name="Path"/>
                <p:cNvSpPr/>
                <p:nvPr/>
              </p:nvSpPr>
              <p:spPr>
                <a:xfrm>
                  <a:off x="13551408" y="3648456"/>
                  <a:ext cx="10515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1500" h="11500">
                      <a:moveTo>
                        <a:pt x="11500" y="0"/>
                      </a:moveTo>
                      <a:lnTo>
                        <a:pt x="0" y="11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8" name="Path"/>
                <p:cNvSpPr/>
                <p:nvPr/>
              </p:nvSpPr>
              <p:spPr>
                <a:xfrm>
                  <a:off x="13551408" y="3648456"/>
                  <a:ext cx="210312" cy="2103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3000" h="23000">
                      <a:moveTo>
                        <a:pt x="23000" y="0"/>
                      </a:moveTo>
                      <a:lnTo>
                        <a:pt x="0" y="230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9" name="Path"/>
                <p:cNvSpPr/>
                <p:nvPr/>
              </p:nvSpPr>
              <p:spPr>
                <a:xfrm>
                  <a:off x="13551408" y="3648456"/>
                  <a:ext cx="315468" cy="3154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4500" h="34500">
                      <a:moveTo>
                        <a:pt x="34500" y="0"/>
                      </a:moveTo>
                      <a:lnTo>
                        <a:pt x="0" y="34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00" name="Path"/>
                <p:cNvSpPr/>
                <p:nvPr/>
              </p:nvSpPr>
              <p:spPr>
                <a:xfrm>
                  <a:off x="13651992" y="3648456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01" name="Path"/>
                <p:cNvSpPr/>
                <p:nvPr/>
              </p:nvSpPr>
              <p:spPr>
                <a:xfrm>
                  <a:off x="13757148" y="3648456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02" name="Path"/>
                <p:cNvSpPr/>
                <p:nvPr/>
              </p:nvSpPr>
              <p:spPr>
                <a:xfrm>
                  <a:off x="13862304" y="3739896"/>
                  <a:ext cx="228600" cy="2286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000" h="25000">
                      <a:moveTo>
                        <a:pt x="0" y="25000"/>
                      </a:moveTo>
                      <a:lnTo>
                        <a:pt x="2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03" name="Path"/>
                <p:cNvSpPr/>
                <p:nvPr/>
              </p:nvSpPr>
              <p:spPr>
                <a:xfrm>
                  <a:off x="13967460" y="3845052"/>
                  <a:ext cx="123444" cy="12344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500" h="13500">
                      <a:moveTo>
                        <a:pt x="0" y="13500"/>
                      </a:moveTo>
                      <a:lnTo>
                        <a:pt x="135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04" name="Path"/>
                <p:cNvSpPr/>
                <p:nvPr/>
              </p:nvSpPr>
              <p:spPr>
                <a:xfrm>
                  <a:off x="14072616" y="3950208"/>
                  <a:ext cx="18288" cy="1828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00" h="2000">
                      <a:moveTo>
                        <a:pt x="0" y="2000"/>
                      </a:moveTo>
                      <a:lnTo>
                        <a:pt x="2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05" name="Rect"/>
                <p:cNvSpPr/>
                <p:nvPr/>
              </p:nvSpPr>
              <p:spPr>
                <a:xfrm>
                  <a:off x="13551408" y="3648456"/>
                  <a:ext cx="539496" cy="320040"/>
                </a:xfrm>
                <a:prstGeom prst="rect">
                  <a:avLst/>
                </a:prstGeom>
                <a:noFill/>
                <a:ln w="6400" cap="flat">
                  <a:solidFill>
                    <a:srgbClr val="445644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06" name="Rect"/>
                <p:cNvSpPr/>
                <p:nvPr/>
              </p:nvSpPr>
              <p:spPr>
                <a:xfrm>
                  <a:off x="13530377" y="3627425"/>
                  <a:ext cx="581558" cy="362102"/>
                </a:xfrm>
                <a:prstGeom prst="rect">
                  <a:avLst/>
                </a:prstGeom>
                <a:noFill/>
                <a:ln w="6400" cap="flat">
                  <a:solidFill>
                    <a:srgbClr val="D2E3BC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607" name="Rect"/>
              <p:cNvSpPr/>
              <p:nvPr/>
            </p:nvSpPr>
            <p:spPr>
              <a:xfrm>
                <a:off x="13103352" y="2898648"/>
                <a:ext cx="36576" cy="3657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8" name="Rect"/>
              <p:cNvSpPr/>
              <p:nvPr/>
            </p:nvSpPr>
            <p:spPr>
              <a:xfrm>
                <a:off x="13103352" y="2976372"/>
                <a:ext cx="36576" cy="3657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9" name="Rect"/>
              <p:cNvSpPr/>
              <p:nvPr/>
            </p:nvSpPr>
            <p:spPr>
              <a:xfrm>
                <a:off x="13103352" y="3054096"/>
                <a:ext cx="36576" cy="3657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0" name="Rect"/>
              <p:cNvSpPr/>
              <p:nvPr/>
            </p:nvSpPr>
            <p:spPr>
              <a:xfrm>
                <a:off x="13459968" y="2898648"/>
                <a:ext cx="36576" cy="3657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1" name="Rect"/>
              <p:cNvSpPr/>
              <p:nvPr/>
            </p:nvSpPr>
            <p:spPr>
              <a:xfrm>
                <a:off x="13459968" y="2976372"/>
                <a:ext cx="36576" cy="3657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2" name="Rect"/>
              <p:cNvSpPr/>
              <p:nvPr/>
            </p:nvSpPr>
            <p:spPr>
              <a:xfrm>
                <a:off x="13459968" y="3054096"/>
                <a:ext cx="36576" cy="3657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13" name="Transformed histograms"/>
            <p:cNvGrpSpPr/>
            <p:nvPr/>
          </p:nvGrpSpPr>
          <p:grpSpPr>
            <a:xfrm>
              <a:off x="14401800" y="841248"/>
              <a:ext cx="1298448" cy="3154680"/>
              <a:chOff x="14401800" y="841248"/>
              <a:chExt cx="1298448" cy="3154680"/>
            </a:xfrm>
          </p:grpSpPr>
          <p:sp>
            <p:nvSpPr>
              <p:cNvPr id="614" name="Rect"/>
              <p:cNvSpPr/>
              <p:nvPr/>
            </p:nvSpPr>
            <p:spPr>
              <a:xfrm>
                <a:off x="14401800" y="841248"/>
                <a:ext cx="1298448" cy="3154680"/>
              </a:xfrm>
              <a:prstGeom prst="rect">
                <a:avLst/>
              </a:prstGeom>
              <a:noFill/>
              <a:ln w="29260" cap="flat">
                <a:solidFill>
                  <a:srgbClr val="77AF4C"/>
                </a:solidFill>
                <a:custDash>
                  <a:ds d="103124" sp="528124"/>
                </a:custDash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5" name="Rect"/>
              <p:cNvSpPr/>
              <p:nvPr/>
            </p:nvSpPr>
            <p:spPr>
              <a:xfrm>
                <a:off x="14612112" y="896112"/>
                <a:ext cx="877824" cy="722376"/>
              </a:xfrm>
              <a:prstGeom prst="roundRect">
                <a:avLst>
                  <a:gd name="adj" fmla="val 7594"/>
                </a:avLst>
              </a:prstGeom>
              <a:solidFill>
                <a:srgbClr val="DFEBF1"/>
              </a:solidFill>
              <a:ln w="9601" cap="flat">
                <a:solidFill>
                  <a:srgbClr val="14232A"/>
                </a:solidFill>
                <a:round/>
              </a:ln>
              <a:effectLst>
                <a:outerShdw blurRad="27432" dist="24002" dir="4335319" algn="ctr" rotWithShape="0">
                  <a:srgbClr val="799EBB">
                    <a:alpha val="1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6" name="Rect"/>
              <p:cNvSpPr/>
              <p:nvPr/>
            </p:nvSpPr>
            <p:spPr>
              <a:xfrm>
                <a:off x="14676120" y="1389888"/>
                <a:ext cx="128016" cy="182880"/>
              </a:xfrm>
              <a:prstGeom prst="rect">
                <a:avLst/>
              </a:prstGeom>
              <a:solidFill>
                <a:srgbClr val="E3EED4"/>
              </a:solidFill>
              <a:ln w="10058" cap="flat">
                <a:solidFill>
                  <a:srgbClr val="A7CF8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7" name="Path"/>
              <p:cNvSpPr/>
              <p:nvPr/>
            </p:nvSpPr>
            <p:spPr>
              <a:xfrm>
                <a:off x="14694408" y="1399032"/>
                <a:ext cx="91" cy="155448"/>
              </a:xfrm>
              <a:custGeom>
                <a:avLst/>
                <a:gdLst/>
                <a:ahLst/>
                <a:cxnLst/>
                <a:rect l="0" t="0" r="r" b="b"/>
                <a:pathLst>
                  <a:path w="10" h="17000">
                    <a:moveTo>
                      <a:pt x="0" y="0"/>
                    </a:moveTo>
                    <a:lnTo>
                      <a:pt x="0" y="17000"/>
                    </a:lnTo>
                  </a:path>
                </a:pathLst>
              </a:custGeom>
              <a:noFill/>
              <a:ln w="9144" cap="flat">
                <a:solidFill>
                  <a:srgbClr val="F8F8D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8" name="Rect"/>
              <p:cNvSpPr/>
              <p:nvPr/>
            </p:nvSpPr>
            <p:spPr>
              <a:xfrm>
                <a:off x="14826996" y="1289304"/>
                <a:ext cx="128016" cy="283464"/>
              </a:xfrm>
              <a:prstGeom prst="rect">
                <a:avLst/>
              </a:prstGeom>
              <a:solidFill>
                <a:srgbClr val="E3EED4"/>
              </a:solidFill>
              <a:ln w="10058" cap="flat">
                <a:solidFill>
                  <a:srgbClr val="A7CF8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9" name="Path"/>
              <p:cNvSpPr/>
              <p:nvPr/>
            </p:nvSpPr>
            <p:spPr>
              <a:xfrm>
                <a:off x="14845284" y="1298448"/>
                <a:ext cx="91" cy="256032"/>
              </a:xfrm>
              <a:custGeom>
                <a:avLst/>
                <a:gdLst/>
                <a:ahLst/>
                <a:cxnLst/>
                <a:rect l="0" t="0" r="r" b="b"/>
                <a:pathLst>
                  <a:path w="10" h="28000">
                    <a:moveTo>
                      <a:pt x="0" y="0"/>
                    </a:moveTo>
                    <a:lnTo>
                      <a:pt x="0" y="28000"/>
                    </a:lnTo>
                  </a:path>
                </a:pathLst>
              </a:custGeom>
              <a:noFill/>
              <a:ln w="9144" cap="flat">
                <a:solidFill>
                  <a:srgbClr val="F8F8D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0" name="Rect"/>
              <p:cNvSpPr/>
              <p:nvPr/>
            </p:nvSpPr>
            <p:spPr>
              <a:xfrm>
                <a:off x="14977872" y="960120"/>
                <a:ext cx="128016" cy="612648"/>
              </a:xfrm>
              <a:prstGeom prst="rect">
                <a:avLst/>
              </a:prstGeom>
              <a:solidFill>
                <a:srgbClr val="E3EED4"/>
              </a:solidFill>
              <a:ln w="10058" cap="flat">
                <a:solidFill>
                  <a:srgbClr val="A7CF8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1" name="Path"/>
              <p:cNvSpPr/>
              <p:nvPr/>
            </p:nvSpPr>
            <p:spPr>
              <a:xfrm>
                <a:off x="14996160" y="969264"/>
                <a:ext cx="91" cy="585216"/>
              </a:xfrm>
              <a:custGeom>
                <a:avLst/>
                <a:gdLst/>
                <a:ahLst/>
                <a:cxnLst/>
                <a:rect l="0" t="0" r="r" b="b"/>
                <a:pathLst>
                  <a:path w="10" h="64000">
                    <a:moveTo>
                      <a:pt x="0" y="0"/>
                    </a:moveTo>
                    <a:lnTo>
                      <a:pt x="0" y="64000"/>
                    </a:lnTo>
                  </a:path>
                </a:pathLst>
              </a:custGeom>
              <a:noFill/>
              <a:ln w="9144" cap="flat">
                <a:solidFill>
                  <a:srgbClr val="F8F8D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2" name="Rect"/>
              <p:cNvSpPr/>
              <p:nvPr/>
            </p:nvSpPr>
            <p:spPr>
              <a:xfrm>
                <a:off x="15128748" y="1344168"/>
                <a:ext cx="128016" cy="228600"/>
              </a:xfrm>
              <a:prstGeom prst="rect">
                <a:avLst/>
              </a:prstGeom>
              <a:solidFill>
                <a:srgbClr val="E3EED4"/>
              </a:solidFill>
              <a:ln w="10058" cap="flat">
                <a:solidFill>
                  <a:srgbClr val="A7CF8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3" name="Path"/>
              <p:cNvSpPr/>
              <p:nvPr/>
            </p:nvSpPr>
            <p:spPr>
              <a:xfrm>
                <a:off x="15147036" y="1353312"/>
                <a:ext cx="91" cy="201168"/>
              </a:xfrm>
              <a:custGeom>
                <a:avLst/>
                <a:gdLst/>
                <a:ahLst/>
                <a:cxnLst/>
                <a:rect l="0" t="0" r="r" b="b"/>
                <a:pathLst>
                  <a:path w="10" h="22000">
                    <a:moveTo>
                      <a:pt x="0" y="0"/>
                    </a:moveTo>
                    <a:lnTo>
                      <a:pt x="0" y="22000"/>
                    </a:lnTo>
                  </a:path>
                </a:pathLst>
              </a:custGeom>
              <a:noFill/>
              <a:ln w="9144" cap="flat">
                <a:solidFill>
                  <a:srgbClr val="F8F8D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4" name="Rect"/>
              <p:cNvSpPr/>
              <p:nvPr/>
            </p:nvSpPr>
            <p:spPr>
              <a:xfrm>
                <a:off x="15279624" y="1453896"/>
                <a:ext cx="128016" cy="118872"/>
              </a:xfrm>
              <a:prstGeom prst="rect">
                <a:avLst/>
              </a:prstGeom>
              <a:solidFill>
                <a:srgbClr val="E3EED4"/>
              </a:solidFill>
              <a:ln w="10058" cap="flat">
                <a:solidFill>
                  <a:srgbClr val="A7CF8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5" name="Path"/>
              <p:cNvSpPr/>
              <p:nvPr/>
            </p:nvSpPr>
            <p:spPr>
              <a:xfrm>
                <a:off x="15297912" y="1463040"/>
                <a:ext cx="91" cy="91440"/>
              </a:xfrm>
              <a:custGeom>
                <a:avLst/>
                <a:gdLst/>
                <a:ahLst/>
                <a:cxnLst/>
                <a:rect l="0" t="0" r="r" b="b"/>
                <a:pathLst>
                  <a:path w="10" h="10000">
                    <a:moveTo>
                      <a:pt x="0" y="0"/>
                    </a:moveTo>
                    <a:lnTo>
                      <a:pt x="0" y="10000"/>
                    </a:lnTo>
                  </a:path>
                </a:pathLst>
              </a:custGeom>
              <a:noFill/>
              <a:ln w="9144" cap="flat">
                <a:solidFill>
                  <a:srgbClr val="F8F8D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6" name="Rect"/>
              <p:cNvSpPr/>
              <p:nvPr/>
            </p:nvSpPr>
            <p:spPr>
              <a:xfrm>
                <a:off x="14612112" y="1682496"/>
                <a:ext cx="877824" cy="722376"/>
              </a:xfrm>
              <a:prstGeom prst="roundRect">
                <a:avLst>
                  <a:gd name="adj" fmla="val 7594"/>
                </a:avLst>
              </a:prstGeom>
              <a:solidFill>
                <a:srgbClr val="DFEBF1"/>
              </a:solidFill>
              <a:ln w="9601" cap="flat">
                <a:solidFill>
                  <a:srgbClr val="14232A"/>
                </a:solidFill>
                <a:round/>
              </a:ln>
              <a:effectLst>
                <a:outerShdw blurRad="27432" dist="24002" dir="4335319" algn="ctr" rotWithShape="0">
                  <a:srgbClr val="799EBB">
                    <a:alpha val="1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7" name="Rect"/>
              <p:cNvSpPr/>
              <p:nvPr/>
            </p:nvSpPr>
            <p:spPr>
              <a:xfrm>
                <a:off x="14676120" y="2029968"/>
                <a:ext cx="128016" cy="329184"/>
              </a:xfrm>
              <a:prstGeom prst="rect">
                <a:avLst/>
              </a:prstGeom>
              <a:solidFill>
                <a:srgbClr val="E3EED4"/>
              </a:solidFill>
              <a:ln w="10058" cap="flat">
                <a:solidFill>
                  <a:srgbClr val="A7CF8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8" name="Path"/>
              <p:cNvSpPr/>
              <p:nvPr/>
            </p:nvSpPr>
            <p:spPr>
              <a:xfrm>
                <a:off x="14694408" y="2039112"/>
                <a:ext cx="91" cy="301752"/>
              </a:xfrm>
              <a:custGeom>
                <a:avLst/>
                <a:gdLst/>
                <a:ahLst/>
                <a:cxnLst/>
                <a:rect l="0" t="0" r="r" b="b"/>
                <a:pathLst>
                  <a:path w="10" h="33000">
                    <a:moveTo>
                      <a:pt x="0" y="0"/>
                    </a:moveTo>
                    <a:lnTo>
                      <a:pt x="0" y="33000"/>
                    </a:lnTo>
                  </a:path>
                </a:pathLst>
              </a:custGeom>
              <a:noFill/>
              <a:ln w="9144" cap="flat">
                <a:solidFill>
                  <a:srgbClr val="F8F8D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9" name="Rect"/>
              <p:cNvSpPr/>
              <p:nvPr/>
            </p:nvSpPr>
            <p:spPr>
              <a:xfrm>
                <a:off x="14826996" y="1929384"/>
                <a:ext cx="128016" cy="429768"/>
              </a:xfrm>
              <a:prstGeom prst="rect">
                <a:avLst/>
              </a:prstGeom>
              <a:solidFill>
                <a:srgbClr val="E3EED4"/>
              </a:solidFill>
              <a:ln w="10058" cap="flat">
                <a:solidFill>
                  <a:srgbClr val="A7CF8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0" name="Path"/>
              <p:cNvSpPr/>
              <p:nvPr/>
            </p:nvSpPr>
            <p:spPr>
              <a:xfrm>
                <a:off x="14845284" y="1938528"/>
                <a:ext cx="91" cy="402336"/>
              </a:xfrm>
              <a:custGeom>
                <a:avLst/>
                <a:gdLst/>
                <a:ahLst/>
                <a:cxnLst/>
                <a:rect l="0" t="0" r="r" b="b"/>
                <a:pathLst>
                  <a:path w="10" h="44000">
                    <a:moveTo>
                      <a:pt x="0" y="0"/>
                    </a:moveTo>
                    <a:lnTo>
                      <a:pt x="0" y="44000"/>
                    </a:lnTo>
                  </a:path>
                </a:pathLst>
              </a:custGeom>
              <a:noFill/>
              <a:ln w="9144" cap="flat">
                <a:solidFill>
                  <a:srgbClr val="F8F8D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1" name="Rect"/>
              <p:cNvSpPr/>
              <p:nvPr/>
            </p:nvSpPr>
            <p:spPr>
              <a:xfrm>
                <a:off x="14977872" y="1746504"/>
                <a:ext cx="128016" cy="612648"/>
              </a:xfrm>
              <a:prstGeom prst="rect">
                <a:avLst/>
              </a:prstGeom>
              <a:solidFill>
                <a:srgbClr val="E3EED4"/>
              </a:solidFill>
              <a:ln w="10058" cap="flat">
                <a:solidFill>
                  <a:srgbClr val="A7CF8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2" name="Path"/>
              <p:cNvSpPr/>
              <p:nvPr/>
            </p:nvSpPr>
            <p:spPr>
              <a:xfrm>
                <a:off x="14996160" y="1755648"/>
                <a:ext cx="91" cy="585216"/>
              </a:xfrm>
              <a:custGeom>
                <a:avLst/>
                <a:gdLst/>
                <a:ahLst/>
                <a:cxnLst/>
                <a:rect l="0" t="0" r="r" b="b"/>
                <a:pathLst>
                  <a:path w="10" h="64000">
                    <a:moveTo>
                      <a:pt x="0" y="0"/>
                    </a:moveTo>
                    <a:lnTo>
                      <a:pt x="0" y="64000"/>
                    </a:lnTo>
                  </a:path>
                </a:pathLst>
              </a:custGeom>
              <a:noFill/>
              <a:ln w="9144" cap="flat">
                <a:solidFill>
                  <a:srgbClr val="F8F8D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3" name="Rect"/>
              <p:cNvSpPr/>
              <p:nvPr/>
            </p:nvSpPr>
            <p:spPr>
              <a:xfrm>
                <a:off x="15128748" y="2011680"/>
                <a:ext cx="128016" cy="347472"/>
              </a:xfrm>
              <a:prstGeom prst="rect">
                <a:avLst/>
              </a:prstGeom>
              <a:solidFill>
                <a:srgbClr val="E3EED4"/>
              </a:solidFill>
              <a:ln w="10058" cap="flat">
                <a:solidFill>
                  <a:srgbClr val="A7CF8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4" name="Path"/>
              <p:cNvSpPr/>
              <p:nvPr/>
            </p:nvSpPr>
            <p:spPr>
              <a:xfrm>
                <a:off x="15147036" y="2020824"/>
                <a:ext cx="91" cy="320040"/>
              </a:xfrm>
              <a:custGeom>
                <a:avLst/>
                <a:gdLst/>
                <a:ahLst/>
                <a:cxnLst/>
                <a:rect l="0" t="0" r="r" b="b"/>
                <a:pathLst>
                  <a:path w="10" h="35000">
                    <a:moveTo>
                      <a:pt x="0" y="0"/>
                    </a:moveTo>
                    <a:lnTo>
                      <a:pt x="0" y="35000"/>
                    </a:lnTo>
                  </a:path>
                </a:pathLst>
              </a:custGeom>
              <a:noFill/>
              <a:ln w="9144" cap="flat">
                <a:solidFill>
                  <a:srgbClr val="F8F8D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5" name="Rect"/>
              <p:cNvSpPr/>
              <p:nvPr/>
            </p:nvSpPr>
            <p:spPr>
              <a:xfrm>
                <a:off x="15279624" y="2066544"/>
                <a:ext cx="128016" cy="292608"/>
              </a:xfrm>
              <a:prstGeom prst="rect">
                <a:avLst/>
              </a:prstGeom>
              <a:solidFill>
                <a:srgbClr val="E3EED4"/>
              </a:solidFill>
              <a:ln w="10058" cap="flat">
                <a:solidFill>
                  <a:srgbClr val="A7CF8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6" name="Path"/>
              <p:cNvSpPr/>
              <p:nvPr/>
            </p:nvSpPr>
            <p:spPr>
              <a:xfrm>
                <a:off x="15297912" y="2075688"/>
                <a:ext cx="91" cy="265176"/>
              </a:xfrm>
              <a:custGeom>
                <a:avLst/>
                <a:gdLst/>
                <a:ahLst/>
                <a:cxnLst/>
                <a:rect l="0" t="0" r="r" b="b"/>
                <a:pathLst>
                  <a:path w="10" h="29000">
                    <a:moveTo>
                      <a:pt x="0" y="0"/>
                    </a:moveTo>
                    <a:lnTo>
                      <a:pt x="0" y="29000"/>
                    </a:lnTo>
                  </a:path>
                </a:pathLst>
              </a:custGeom>
              <a:noFill/>
              <a:ln w="9144" cap="flat">
                <a:solidFill>
                  <a:srgbClr val="F8F8D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7" name="Rect"/>
              <p:cNvSpPr/>
              <p:nvPr/>
            </p:nvSpPr>
            <p:spPr>
              <a:xfrm>
                <a:off x="14612112" y="2459736"/>
                <a:ext cx="877824" cy="722376"/>
              </a:xfrm>
              <a:prstGeom prst="roundRect">
                <a:avLst>
                  <a:gd name="adj" fmla="val 7594"/>
                </a:avLst>
              </a:prstGeom>
              <a:solidFill>
                <a:srgbClr val="DFEBF1"/>
              </a:solidFill>
              <a:ln w="9601" cap="flat">
                <a:solidFill>
                  <a:srgbClr val="14232A"/>
                </a:solidFill>
                <a:round/>
              </a:ln>
              <a:effectLst>
                <a:outerShdw blurRad="27432" dist="24002" dir="4335319" algn="ctr" rotWithShape="0">
                  <a:srgbClr val="799EBB">
                    <a:alpha val="1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8" name="Rect"/>
              <p:cNvSpPr/>
              <p:nvPr/>
            </p:nvSpPr>
            <p:spPr>
              <a:xfrm>
                <a:off x="14676120" y="2761488"/>
                <a:ext cx="128016" cy="374904"/>
              </a:xfrm>
              <a:prstGeom prst="rect">
                <a:avLst/>
              </a:prstGeom>
              <a:solidFill>
                <a:srgbClr val="E3EED4"/>
              </a:solidFill>
              <a:ln w="10058" cap="flat">
                <a:solidFill>
                  <a:srgbClr val="A7CF8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9" name="Path"/>
              <p:cNvSpPr/>
              <p:nvPr/>
            </p:nvSpPr>
            <p:spPr>
              <a:xfrm>
                <a:off x="14694408" y="2770632"/>
                <a:ext cx="91" cy="347472"/>
              </a:xfrm>
              <a:custGeom>
                <a:avLst/>
                <a:gdLst/>
                <a:ahLst/>
                <a:cxnLst/>
                <a:rect l="0" t="0" r="r" b="b"/>
                <a:pathLst>
                  <a:path w="10" h="38000">
                    <a:moveTo>
                      <a:pt x="0" y="0"/>
                    </a:moveTo>
                    <a:lnTo>
                      <a:pt x="0" y="38000"/>
                    </a:lnTo>
                  </a:path>
                </a:pathLst>
              </a:custGeom>
              <a:noFill/>
              <a:ln w="9144" cap="flat">
                <a:solidFill>
                  <a:srgbClr val="F8F8D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0" name="Rect"/>
              <p:cNvSpPr/>
              <p:nvPr/>
            </p:nvSpPr>
            <p:spPr>
              <a:xfrm>
                <a:off x="14826996" y="2679192"/>
                <a:ext cx="128016" cy="457200"/>
              </a:xfrm>
              <a:prstGeom prst="rect">
                <a:avLst/>
              </a:prstGeom>
              <a:solidFill>
                <a:srgbClr val="E3EED4"/>
              </a:solidFill>
              <a:ln w="10058" cap="flat">
                <a:solidFill>
                  <a:srgbClr val="A7CF8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1" name="Path"/>
              <p:cNvSpPr/>
              <p:nvPr/>
            </p:nvSpPr>
            <p:spPr>
              <a:xfrm>
                <a:off x="14845284" y="2688336"/>
                <a:ext cx="91" cy="429768"/>
              </a:xfrm>
              <a:custGeom>
                <a:avLst/>
                <a:gdLst/>
                <a:ahLst/>
                <a:cxnLst/>
                <a:rect l="0" t="0" r="r" b="b"/>
                <a:pathLst>
                  <a:path w="10" h="47000">
                    <a:moveTo>
                      <a:pt x="0" y="0"/>
                    </a:moveTo>
                    <a:lnTo>
                      <a:pt x="0" y="47000"/>
                    </a:lnTo>
                  </a:path>
                </a:pathLst>
              </a:custGeom>
              <a:noFill/>
              <a:ln w="9144" cap="flat">
                <a:solidFill>
                  <a:srgbClr val="F8F8D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2" name="Rect"/>
              <p:cNvSpPr/>
              <p:nvPr/>
            </p:nvSpPr>
            <p:spPr>
              <a:xfrm>
                <a:off x="14977872" y="2624328"/>
                <a:ext cx="128016" cy="512064"/>
              </a:xfrm>
              <a:prstGeom prst="rect">
                <a:avLst/>
              </a:prstGeom>
              <a:solidFill>
                <a:srgbClr val="E3EED4"/>
              </a:solidFill>
              <a:ln w="10058" cap="flat">
                <a:solidFill>
                  <a:srgbClr val="A7CF8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3" name="Path"/>
              <p:cNvSpPr/>
              <p:nvPr/>
            </p:nvSpPr>
            <p:spPr>
              <a:xfrm>
                <a:off x="14996160" y="2633472"/>
                <a:ext cx="91" cy="484632"/>
              </a:xfrm>
              <a:custGeom>
                <a:avLst/>
                <a:gdLst/>
                <a:ahLst/>
                <a:cxnLst/>
                <a:rect l="0" t="0" r="r" b="b"/>
                <a:pathLst>
                  <a:path w="10" h="53000">
                    <a:moveTo>
                      <a:pt x="0" y="0"/>
                    </a:moveTo>
                    <a:lnTo>
                      <a:pt x="0" y="53000"/>
                    </a:lnTo>
                  </a:path>
                </a:pathLst>
              </a:custGeom>
              <a:noFill/>
              <a:ln w="9144" cap="flat">
                <a:solidFill>
                  <a:srgbClr val="F8F8D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4" name="Rect"/>
              <p:cNvSpPr/>
              <p:nvPr/>
            </p:nvSpPr>
            <p:spPr>
              <a:xfrm>
                <a:off x="15128748" y="2761488"/>
                <a:ext cx="128016" cy="374904"/>
              </a:xfrm>
              <a:prstGeom prst="rect">
                <a:avLst/>
              </a:prstGeom>
              <a:solidFill>
                <a:srgbClr val="E3EED4"/>
              </a:solidFill>
              <a:ln w="10058" cap="flat">
                <a:solidFill>
                  <a:srgbClr val="A7CF8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5" name="Path"/>
              <p:cNvSpPr/>
              <p:nvPr/>
            </p:nvSpPr>
            <p:spPr>
              <a:xfrm>
                <a:off x="15147036" y="2770632"/>
                <a:ext cx="91" cy="347472"/>
              </a:xfrm>
              <a:custGeom>
                <a:avLst/>
                <a:gdLst/>
                <a:ahLst/>
                <a:cxnLst/>
                <a:rect l="0" t="0" r="r" b="b"/>
                <a:pathLst>
                  <a:path w="10" h="38000">
                    <a:moveTo>
                      <a:pt x="0" y="0"/>
                    </a:moveTo>
                    <a:lnTo>
                      <a:pt x="0" y="38000"/>
                    </a:lnTo>
                  </a:path>
                </a:pathLst>
              </a:custGeom>
              <a:noFill/>
              <a:ln w="9144" cap="flat">
                <a:solidFill>
                  <a:srgbClr val="F8F8D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6" name="Rect"/>
              <p:cNvSpPr/>
              <p:nvPr/>
            </p:nvSpPr>
            <p:spPr>
              <a:xfrm>
                <a:off x="15279624" y="2898648"/>
                <a:ext cx="128016" cy="237744"/>
              </a:xfrm>
              <a:prstGeom prst="rect">
                <a:avLst/>
              </a:prstGeom>
              <a:solidFill>
                <a:srgbClr val="E3EED4"/>
              </a:solidFill>
              <a:ln w="10058" cap="flat">
                <a:solidFill>
                  <a:srgbClr val="A7CF8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7" name="Path"/>
              <p:cNvSpPr/>
              <p:nvPr/>
            </p:nvSpPr>
            <p:spPr>
              <a:xfrm>
                <a:off x="15297912" y="2907792"/>
                <a:ext cx="91" cy="210312"/>
              </a:xfrm>
              <a:custGeom>
                <a:avLst/>
                <a:gdLst/>
                <a:ahLst/>
                <a:cxnLst/>
                <a:rect l="0" t="0" r="r" b="b"/>
                <a:pathLst>
                  <a:path w="10" h="23000">
                    <a:moveTo>
                      <a:pt x="0" y="0"/>
                    </a:moveTo>
                    <a:lnTo>
                      <a:pt x="0" y="23000"/>
                    </a:lnTo>
                  </a:path>
                </a:pathLst>
              </a:custGeom>
              <a:noFill/>
              <a:ln w="9144" cap="flat">
                <a:solidFill>
                  <a:srgbClr val="F8F8D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8" name="Rect"/>
              <p:cNvSpPr/>
              <p:nvPr/>
            </p:nvSpPr>
            <p:spPr>
              <a:xfrm>
                <a:off x="14612112" y="3236976"/>
                <a:ext cx="877824" cy="722376"/>
              </a:xfrm>
              <a:prstGeom prst="roundRect">
                <a:avLst>
                  <a:gd name="adj" fmla="val 7594"/>
                </a:avLst>
              </a:prstGeom>
              <a:solidFill>
                <a:srgbClr val="DFEBF1"/>
              </a:solidFill>
              <a:ln w="9601" cap="flat">
                <a:solidFill>
                  <a:srgbClr val="14232A"/>
                </a:solidFill>
                <a:round/>
              </a:ln>
              <a:effectLst>
                <a:outerShdw blurRad="27432" dist="24002" dir="4335319" algn="ctr" rotWithShape="0">
                  <a:srgbClr val="799EBB">
                    <a:alpha val="1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9" name="Rect"/>
              <p:cNvSpPr/>
              <p:nvPr/>
            </p:nvSpPr>
            <p:spPr>
              <a:xfrm>
                <a:off x="14676120" y="3410712"/>
                <a:ext cx="128016" cy="502920"/>
              </a:xfrm>
              <a:prstGeom prst="rect">
                <a:avLst/>
              </a:prstGeom>
              <a:solidFill>
                <a:srgbClr val="E3EED4"/>
              </a:solidFill>
              <a:ln w="10058" cap="flat">
                <a:solidFill>
                  <a:srgbClr val="A7CF8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0" name="Path"/>
              <p:cNvSpPr/>
              <p:nvPr/>
            </p:nvSpPr>
            <p:spPr>
              <a:xfrm>
                <a:off x="14694408" y="3419856"/>
                <a:ext cx="91" cy="475488"/>
              </a:xfrm>
              <a:custGeom>
                <a:avLst/>
                <a:gdLst/>
                <a:ahLst/>
                <a:cxnLst/>
                <a:rect l="0" t="0" r="r" b="b"/>
                <a:pathLst>
                  <a:path w="10" h="52000">
                    <a:moveTo>
                      <a:pt x="0" y="0"/>
                    </a:moveTo>
                    <a:lnTo>
                      <a:pt x="0" y="52000"/>
                    </a:lnTo>
                  </a:path>
                </a:pathLst>
              </a:custGeom>
              <a:noFill/>
              <a:ln w="9144" cap="flat">
                <a:solidFill>
                  <a:srgbClr val="F8F8D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1" name="Rect"/>
              <p:cNvSpPr/>
              <p:nvPr/>
            </p:nvSpPr>
            <p:spPr>
              <a:xfrm>
                <a:off x="14826996" y="3410712"/>
                <a:ext cx="128016" cy="502920"/>
              </a:xfrm>
              <a:prstGeom prst="rect">
                <a:avLst/>
              </a:prstGeom>
              <a:solidFill>
                <a:srgbClr val="E3EED4"/>
              </a:solidFill>
              <a:ln w="10058" cap="flat">
                <a:solidFill>
                  <a:srgbClr val="A7CF8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2" name="Path"/>
              <p:cNvSpPr/>
              <p:nvPr/>
            </p:nvSpPr>
            <p:spPr>
              <a:xfrm>
                <a:off x="14845284" y="3419856"/>
                <a:ext cx="91" cy="475488"/>
              </a:xfrm>
              <a:custGeom>
                <a:avLst/>
                <a:gdLst/>
                <a:ahLst/>
                <a:cxnLst/>
                <a:rect l="0" t="0" r="r" b="b"/>
                <a:pathLst>
                  <a:path w="10" h="52000">
                    <a:moveTo>
                      <a:pt x="0" y="0"/>
                    </a:moveTo>
                    <a:lnTo>
                      <a:pt x="0" y="52000"/>
                    </a:lnTo>
                  </a:path>
                </a:pathLst>
              </a:custGeom>
              <a:noFill/>
              <a:ln w="9144" cap="flat">
                <a:solidFill>
                  <a:srgbClr val="F8F8D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3" name="Rect"/>
              <p:cNvSpPr/>
              <p:nvPr/>
            </p:nvSpPr>
            <p:spPr>
              <a:xfrm>
                <a:off x="14977872" y="3410712"/>
                <a:ext cx="128016" cy="502920"/>
              </a:xfrm>
              <a:prstGeom prst="rect">
                <a:avLst/>
              </a:prstGeom>
              <a:solidFill>
                <a:srgbClr val="E3EED4"/>
              </a:solidFill>
              <a:ln w="10058" cap="flat">
                <a:solidFill>
                  <a:srgbClr val="A7CF8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4" name="Path"/>
              <p:cNvSpPr/>
              <p:nvPr/>
            </p:nvSpPr>
            <p:spPr>
              <a:xfrm>
                <a:off x="14996160" y="3419856"/>
                <a:ext cx="91" cy="475488"/>
              </a:xfrm>
              <a:custGeom>
                <a:avLst/>
                <a:gdLst/>
                <a:ahLst/>
                <a:cxnLst/>
                <a:rect l="0" t="0" r="r" b="b"/>
                <a:pathLst>
                  <a:path w="10" h="52000">
                    <a:moveTo>
                      <a:pt x="0" y="0"/>
                    </a:moveTo>
                    <a:lnTo>
                      <a:pt x="0" y="52000"/>
                    </a:lnTo>
                  </a:path>
                </a:pathLst>
              </a:custGeom>
              <a:noFill/>
              <a:ln w="9144" cap="flat">
                <a:solidFill>
                  <a:srgbClr val="F8F8D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5" name="Rect"/>
              <p:cNvSpPr/>
              <p:nvPr/>
            </p:nvSpPr>
            <p:spPr>
              <a:xfrm>
                <a:off x="15128748" y="3410712"/>
                <a:ext cx="128016" cy="502920"/>
              </a:xfrm>
              <a:prstGeom prst="rect">
                <a:avLst/>
              </a:prstGeom>
              <a:solidFill>
                <a:srgbClr val="E3EED4"/>
              </a:solidFill>
              <a:ln w="10058" cap="flat">
                <a:solidFill>
                  <a:srgbClr val="A7CF8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6" name="Path"/>
              <p:cNvSpPr/>
              <p:nvPr/>
            </p:nvSpPr>
            <p:spPr>
              <a:xfrm>
                <a:off x="15147036" y="3419856"/>
                <a:ext cx="91" cy="475488"/>
              </a:xfrm>
              <a:custGeom>
                <a:avLst/>
                <a:gdLst/>
                <a:ahLst/>
                <a:cxnLst/>
                <a:rect l="0" t="0" r="r" b="b"/>
                <a:pathLst>
                  <a:path w="10" h="52000">
                    <a:moveTo>
                      <a:pt x="0" y="0"/>
                    </a:moveTo>
                    <a:lnTo>
                      <a:pt x="0" y="52000"/>
                    </a:lnTo>
                  </a:path>
                </a:pathLst>
              </a:custGeom>
              <a:noFill/>
              <a:ln w="9144" cap="flat">
                <a:solidFill>
                  <a:srgbClr val="F8F8D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7" name="Rect"/>
              <p:cNvSpPr/>
              <p:nvPr/>
            </p:nvSpPr>
            <p:spPr>
              <a:xfrm>
                <a:off x="15279624" y="3410712"/>
                <a:ext cx="128016" cy="502920"/>
              </a:xfrm>
              <a:prstGeom prst="rect">
                <a:avLst/>
              </a:prstGeom>
              <a:solidFill>
                <a:srgbClr val="E3EED4"/>
              </a:solidFill>
              <a:ln w="10058" cap="flat">
                <a:solidFill>
                  <a:srgbClr val="A7CF86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8" name="Path"/>
              <p:cNvSpPr/>
              <p:nvPr/>
            </p:nvSpPr>
            <p:spPr>
              <a:xfrm>
                <a:off x="15297912" y="3419856"/>
                <a:ext cx="91" cy="475488"/>
              </a:xfrm>
              <a:custGeom>
                <a:avLst/>
                <a:gdLst/>
                <a:ahLst/>
                <a:cxnLst/>
                <a:rect l="0" t="0" r="r" b="b"/>
                <a:pathLst>
                  <a:path w="10" h="52000">
                    <a:moveTo>
                      <a:pt x="0" y="0"/>
                    </a:moveTo>
                    <a:lnTo>
                      <a:pt x="0" y="52000"/>
                    </a:lnTo>
                  </a:path>
                </a:pathLst>
              </a:custGeom>
              <a:noFill/>
              <a:ln w="9144" cap="flat">
                <a:solidFill>
                  <a:srgbClr val="F8F8DF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659" name="Adaptive transformation"/>
            <p:cNvSpPr txBox="1"/>
            <p:nvPr/>
          </p:nvSpPr>
          <p:spPr>
            <a:xfrm>
              <a:off x="11364063" y="4050792"/>
              <a:ext cx="3240834" cy="38039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304" b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Adaptive transformation</a:t>
              </a:r>
            </a:p>
          </p:txBody>
        </p:sp>
      </p:grpSp>
      <p:grpSp>
        <p:nvGrpSpPr>
          <p:cNvPr id="660" name="Probabilistic reliability assessment"/>
          <p:cNvGrpSpPr/>
          <p:nvPr/>
        </p:nvGrpSpPr>
        <p:grpSpPr>
          <a:xfrm>
            <a:off x="640080" y="5266944"/>
            <a:ext cx="6281928" cy="5111496"/>
            <a:chOff x="640080" y="5266944"/>
            <a:chExt cx="6281928" cy="5111496"/>
          </a:xfrm>
        </p:grpSpPr>
        <p:grpSp>
          <p:nvGrpSpPr>
            <p:cNvPr id="661" name="Distribution discrepancy inputs"/>
            <p:cNvGrpSpPr/>
            <p:nvPr/>
          </p:nvGrpSpPr>
          <p:grpSpPr>
            <a:xfrm>
              <a:off x="640080" y="5266944"/>
              <a:ext cx="6281928" cy="1435608"/>
              <a:chOff x="640080" y="5266944"/>
              <a:chExt cx="6281928" cy="1435608"/>
            </a:xfrm>
          </p:grpSpPr>
          <p:sp>
            <p:nvSpPr>
              <p:cNvPr id="662" name="Rect"/>
              <p:cNvSpPr/>
              <p:nvPr/>
            </p:nvSpPr>
            <p:spPr>
              <a:xfrm>
                <a:off x="640080" y="5266944"/>
                <a:ext cx="6281928" cy="685800"/>
              </a:xfrm>
              <a:prstGeom prst="rect">
                <a:avLst/>
              </a:prstGeom>
              <a:noFill/>
              <a:ln w="15544" cap="flat">
                <a:solidFill>
                  <a:srgbClr val="000000"/>
                </a:solidFill>
                <a:custDash>
                  <a:ds d="882352" sp="529411"/>
                </a:custDash>
                <a:round/>
              </a:ln>
              <a:effectLst>
                <a:outerShdw blurRad="27432" dist="24002" dir="4335319" algn="ctr" rotWithShape="0">
                  <a:srgbClr val="799EBB">
                    <a:alpha val="1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663" name="Evidence M₁(A)"/>
              <p:cNvGrpSpPr/>
              <p:nvPr/>
            </p:nvGrpSpPr>
            <p:grpSpPr>
              <a:xfrm>
                <a:off x="1179576" y="5431536"/>
                <a:ext cx="1618488" cy="393192"/>
                <a:chOff x="1179576" y="5431536"/>
                <a:chExt cx="1618488" cy="393192"/>
              </a:xfrm>
            </p:grpSpPr>
            <p:sp>
              <p:nvSpPr>
                <p:cNvPr id="664" name="Rect"/>
                <p:cNvSpPr/>
                <p:nvPr/>
              </p:nvSpPr>
              <p:spPr>
                <a:xfrm>
                  <a:off x="1179576" y="5431536"/>
                  <a:ext cx="603504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324C23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65" name="Rect"/>
                <p:cNvSpPr/>
                <p:nvPr/>
              </p:nvSpPr>
              <p:spPr>
                <a:xfrm>
                  <a:off x="1195121" y="5447081"/>
                  <a:ext cx="572414" cy="362102"/>
                </a:xfrm>
                <a:prstGeom prst="rect">
                  <a:avLst/>
                </a:prstGeom>
                <a:noFill/>
                <a:ln w="6858" cap="flat">
                  <a:solidFill>
                    <a:srgbClr val="BCD0A7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66" name="Rect"/>
                <p:cNvSpPr/>
                <p:nvPr/>
              </p:nvSpPr>
              <p:spPr>
                <a:xfrm>
                  <a:off x="1221638" y="5473598"/>
                  <a:ext cx="519379" cy="309067"/>
                </a:xfrm>
                <a:prstGeom prst="rect">
                  <a:avLst/>
                </a:prstGeom>
                <a:solidFill>
                  <a:srgbClr val="F9F4FA"/>
                </a:solidFill>
                <a:ln w="6858" cap="flat">
                  <a:solidFill>
                    <a:srgbClr val="7D907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67" name="M1(A)"/>
                <p:cNvSpPr txBox="1"/>
                <p:nvPr/>
              </p:nvSpPr>
              <p:spPr>
                <a:xfrm>
                  <a:off x="1197864" y="5509626"/>
                  <a:ext cx="566928" cy="213970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96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rPr>
                    <a:t>M1(A)</a:t>
                  </a:r>
                </a:p>
              </p:txBody>
            </p:sp>
            <p:sp>
              <p:nvSpPr>
                <p:cNvPr id="668" name="Ellipse"/>
                <p:cNvSpPr/>
                <p:nvPr/>
              </p:nvSpPr>
              <p:spPr>
                <a:xfrm>
                  <a:off x="1892808" y="5549494"/>
                  <a:ext cx="182880" cy="157277"/>
                </a:xfrm>
                <a:prstGeom prst="ellipse">
                  <a:avLst/>
                </a:pr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69" name="Path"/>
                <p:cNvSpPr/>
                <p:nvPr/>
              </p:nvSpPr>
              <p:spPr>
                <a:xfrm>
                  <a:off x="1904695" y="5628132"/>
                  <a:ext cx="159106" cy="9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7400" h="10">
                      <a:moveTo>
                        <a:pt x="0" y="0"/>
                      </a:moveTo>
                      <a:lnTo>
                        <a:pt x="17400" y="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70" name="Path"/>
                <p:cNvSpPr/>
                <p:nvPr/>
              </p:nvSpPr>
              <p:spPr>
                <a:xfrm>
                  <a:off x="1984248" y="5561381"/>
                  <a:ext cx="91" cy="13350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" h="14600">
                      <a:moveTo>
                        <a:pt x="0" y="0"/>
                      </a:moveTo>
                      <a:lnTo>
                        <a:pt x="0" y="1460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71" name="Rect"/>
                <p:cNvSpPr/>
                <p:nvPr/>
              </p:nvSpPr>
              <p:spPr>
                <a:xfrm>
                  <a:off x="2185416" y="5431536"/>
                  <a:ext cx="612648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2C4420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72" name="Rect"/>
                <p:cNvSpPr/>
                <p:nvPr/>
              </p:nvSpPr>
              <p:spPr>
                <a:xfrm>
                  <a:off x="2221992" y="5468112"/>
                  <a:ext cx="539496" cy="32004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73" name="Path"/>
                <p:cNvSpPr/>
                <p:nvPr/>
              </p:nvSpPr>
              <p:spPr>
                <a:xfrm>
                  <a:off x="2221992" y="5468112"/>
                  <a:ext cx="10515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1500" h="11500">
                      <a:moveTo>
                        <a:pt x="11500" y="0"/>
                      </a:moveTo>
                      <a:lnTo>
                        <a:pt x="0" y="11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74" name="Path"/>
                <p:cNvSpPr/>
                <p:nvPr/>
              </p:nvSpPr>
              <p:spPr>
                <a:xfrm>
                  <a:off x="2221992" y="5468112"/>
                  <a:ext cx="210312" cy="2103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3000" h="23000">
                      <a:moveTo>
                        <a:pt x="23000" y="0"/>
                      </a:moveTo>
                      <a:lnTo>
                        <a:pt x="0" y="230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75" name="Path"/>
                <p:cNvSpPr/>
                <p:nvPr/>
              </p:nvSpPr>
              <p:spPr>
                <a:xfrm>
                  <a:off x="2221992" y="5468112"/>
                  <a:ext cx="315468" cy="3154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4500" h="34500">
                      <a:moveTo>
                        <a:pt x="34500" y="0"/>
                      </a:moveTo>
                      <a:lnTo>
                        <a:pt x="0" y="34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76" name="Path"/>
                <p:cNvSpPr/>
                <p:nvPr/>
              </p:nvSpPr>
              <p:spPr>
                <a:xfrm>
                  <a:off x="2322576" y="5468112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77" name="Path"/>
                <p:cNvSpPr/>
                <p:nvPr/>
              </p:nvSpPr>
              <p:spPr>
                <a:xfrm>
                  <a:off x="2427732" y="5468112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78" name="Path"/>
                <p:cNvSpPr/>
                <p:nvPr/>
              </p:nvSpPr>
              <p:spPr>
                <a:xfrm>
                  <a:off x="2532888" y="5559552"/>
                  <a:ext cx="228600" cy="2286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000" h="25000">
                      <a:moveTo>
                        <a:pt x="0" y="25000"/>
                      </a:moveTo>
                      <a:lnTo>
                        <a:pt x="2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79" name="Path"/>
                <p:cNvSpPr/>
                <p:nvPr/>
              </p:nvSpPr>
              <p:spPr>
                <a:xfrm>
                  <a:off x="2638044" y="5664708"/>
                  <a:ext cx="123444" cy="12344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500" h="13500">
                      <a:moveTo>
                        <a:pt x="0" y="13500"/>
                      </a:moveTo>
                      <a:lnTo>
                        <a:pt x="135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80" name="Path"/>
                <p:cNvSpPr/>
                <p:nvPr/>
              </p:nvSpPr>
              <p:spPr>
                <a:xfrm>
                  <a:off x="2743200" y="5769864"/>
                  <a:ext cx="18288" cy="1828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00" h="2000">
                      <a:moveTo>
                        <a:pt x="0" y="2000"/>
                      </a:moveTo>
                      <a:lnTo>
                        <a:pt x="2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81" name="Rect"/>
                <p:cNvSpPr/>
                <p:nvPr/>
              </p:nvSpPr>
              <p:spPr>
                <a:xfrm>
                  <a:off x="2221992" y="5468112"/>
                  <a:ext cx="539496" cy="320040"/>
                </a:xfrm>
                <a:prstGeom prst="rect">
                  <a:avLst/>
                </a:prstGeom>
                <a:noFill/>
                <a:ln w="6400" cap="flat">
                  <a:solidFill>
                    <a:srgbClr val="445644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82" name="Rect"/>
                <p:cNvSpPr/>
                <p:nvPr/>
              </p:nvSpPr>
              <p:spPr>
                <a:xfrm>
                  <a:off x="2200961" y="5447081"/>
                  <a:ext cx="581558" cy="362102"/>
                </a:xfrm>
                <a:prstGeom prst="rect">
                  <a:avLst/>
                </a:prstGeom>
                <a:noFill/>
                <a:ln w="6400" cap="flat">
                  <a:solidFill>
                    <a:srgbClr val="D2E3BC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683" name="Evidence M₁(A)"/>
              <p:cNvGrpSpPr/>
              <p:nvPr/>
            </p:nvGrpSpPr>
            <p:grpSpPr>
              <a:xfrm>
                <a:off x="4754880" y="5431536"/>
                <a:ext cx="1618488" cy="393192"/>
                <a:chOff x="4754880" y="5431536"/>
                <a:chExt cx="1618488" cy="393192"/>
              </a:xfrm>
            </p:grpSpPr>
            <p:sp>
              <p:nvSpPr>
                <p:cNvPr id="684" name="Rect"/>
                <p:cNvSpPr/>
                <p:nvPr/>
              </p:nvSpPr>
              <p:spPr>
                <a:xfrm>
                  <a:off x="4754880" y="5431536"/>
                  <a:ext cx="603504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324C23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85" name="Rect"/>
                <p:cNvSpPr/>
                <p:nvPr/>
              </p:nvSpPr>
              <p:spPr>
                <a:xfrm>
                  <a:off x="4770425" y="5447081"/>
                  <a:ext cx="572414" cy="362102"/>
                </a:xfrm>
                <a:prstGeom prst="rect">
                  <a:avLst/>
                </a:prstGeom>
                <a:noFill/>
                <a:ln w="6858" cap="flat">
                  <a:solidFill>
                    <a:srgbClr val="BCD0A7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86" name="Rect"/>
                <p:cNvSpPr/>
                <p:nvPr/>
              </p:nvSpPr>
              <p:spPr>
                <a:xfrm>
                  <a:off x="4796942" y="5473598"/>
                  <a:ext cx="519379" cy="309067"/>
                </a:xfrm>
                <a:prstGeom prst="rect">
                  <a:avLst/>
                </a:prstGeom>
                <a:solidFill>
                  <a:srgbClr val="F9F4FA"/>
                </a:solidFill>
                <a:ln w="6858" cap="flat">
                  <a:solidFill>
                    <a:srgbClr val="7D907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87" name="M1(A)"/>
                <p:cNvSpPr txBox="1"/>
                <p:nvPr/>
              </p:nvSpPr>
              <p:spPr>
                <a:xfrm>
                  <a:off x="4773168" y="5509626"/>
                  <a:ext cx="566928" cy="213970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96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rPr>
                    <a:t>M1(A)</a:t>
                  </a:r>
                </a:p>
              </p:txBody>
            </p:sp>
            <p:sp>
              <p:nvSpPr>
                <p:cNvPr id="688" name="Ellipse"/>
                <p:cNvSpPr/>
                <p:nvPr/>
              </p:nvSpPr>
              <p:spPr>
                <a:xfrm>
                  <a:off x="5468112" y="5549494"/>
                  <a:ext cx="182880" cy="157277"/>
                </a:xfrm>
                <a:prstGeom prst="ellipse">
                  <a:avLst/>
                </a:pr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89" name="Path"/>
                <p:cNvSpPr/>
                <p:nvPr/>
              </p:nvSpPr>
              <p:spPr>
                <a:xfrm>
                  <a:off x="5479999" y="5628132"/>
                  <a:ext cx="159106" cy="9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7400" h="10">
                      <a:moveTo>
                        <a:pt x="0" y="0"/>
                      </a:moveTo>
                      <a:lnTo>
                        <a:pt x="17400" y="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90" name="Path"/>
                <p:cNvSpPr/>
                <p:nvPr/>
              </p:nvSpPr>
              <p:spPr>
                <a:xfrm>
                  <a:off x="5559552" y="5561381"/>
                  <a:ext cx="91" cy="13350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" h="14600">
                      <a:moveTo>
                        <a:pt x="0" y="0"/>
                      </a:moveTo>
                      <a:lnTo>
                        <a:pt x="0" y="1460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91" name="Rect"/>
                <p:cNvSpPr/>
                <p:nvPr/>
              </p:nvSpPr>
              <p:spPr>
                <a:xfrm>
                  <a:off x="5760720" y="5431536"/>
                  <a:ext cx="612648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2C4420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92" name="Rect"/>
                <p:cNvSpPr/>
                <p:nvPr/>
              </p:nvSpPr>
              <p:spPr>
                <a:xfrm>
                  <a:off x="5797296" y="5468112"/>
                  <a:ext cx="539496" cy="32004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93" name="Path"/>
                <p:cNvSpPr/>
                <p:nvPr/>
              </p:nvSpPr>
              <p:spPr>
                <a:xfrm>
                  <a:off x="5797296" y="5468112"/>
                  <a:ext cx="10515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1500" h="11500">
                      <a:moveTo>
                        <a:pt x="11500" y="0"/>
                      </a:moveTo>
                      <a:lnTo>
                        <a:pt x="0" y="11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94" name="Path"/>
                <p:cNvSpPr/>
                <p:nvPr/>
              </p:nvSpPr>
              <p:spPr>
                <a:xfrm>
                  <a:off x="5797296" y="5468112"/>
                  <a:ext cx="210312" cy="2103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3000" h="23000">
                      <a:moveTo>
                        <a:pt x="23000" y="0"/>
                      </a:moveTo>
                      <a:lnTo>
                        <a:pt x="0" y="230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95" name="Path"/>
                <p:cNvSpPr/>
                <p:nvPr/>
              </p:nvSpPr>
              <p:spPr>
                <a:xfrm>
                  <a:off x="5797296" y="5468112"/>
                  <a:ext cx="315468" cy="3154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4500" h="34500">
                      <a:moveTo>
                        <a:pt x="34500" y="0"/>
                      </a:moveTo>
                      <a:lnTo>
                        <a:pt x="0" y="34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96" name="Path"/>
                <p:cNvSpPr/>
                <p:nvPr/>
              </p:nvSpPr>
              <p:spPr>
                <a:xfrm>
                  <a:off x="5897880" y="5468112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97" name="Path"/>
                <p:cNvSpPr/>
                <p:nvPr/>
              </p:nvSpPr>
              <p:spPr>
                <a:xfrm>
                  <a:off x="6003036" y="5468112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98" name="Path"/>
                <p:cNvSpPr/>
                <p:nvPr/>
              </p:nvSpPr>
              <p:spPr>
                <a:xfrm>
                  <a:off x="6108192" y="5559552"/>
                  <a:ext cx="228600" cy="2286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000" h="25000">
                      <a:moveTo>
                        <a:pt x="0" y="25000"/>
                      </a:moveTo>
                      <a:lnTo>
                        <a:pt x="2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99" name="Path"/>
                <p:cNvSpPr/>
                <p:nvPr/>
              </p:nvSpPr>
              <p:spPr>
                <a:xfrm>
                  <a:off x="6213348" y="5664708"/>
                  <a:ext cx="123444" cy="12344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500" h="13500">
                      <a:moveTo>
                        <a:pt x="0" y="13500"/>
                      </a:moveTo>
                      <a:lnTo>
                        <a:pt x="135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00" name="Path"/>
                <p:cNvSpPr/>
                <p:nvPr/>
              </p:nvSpPr>
              <p:spPr>
                <a:xfrm>
                  <a:off x="6318504" y="5769864"/>
                  <a:ext cx="18288" cy="1828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00" h="2000">
                      <a:moveTo>
                        <a:pt x="0" y="2000"/>
                      </a:moveTo>
                      <a:lnTo>
                        <a:pt x="2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01" name="Rect"/>
                <p:cNvSpPr/>
                <p:nvPr/>
              </p:nvSpPr>
              <p:spPr>
                <a:xfrm>
                  <a:off x="5797296" y="5468112"/>
                  <a:ext cx="539496" cy="320040"/>
                </a:xfrm>
                <a:prstGeom prst="rect">
                  <a:avLst/>
                </a:prstGeom>
                <a:noFill/>
                <a:ln w="6400" cap="flat">
                  <a:solidFill>
                    <a:srgbClr val="445644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02" name="Rect"/>
                <p:cNvSpPr/>
                <p:nvPr/>
              </p:nvSpPr>
              <p:spPr>
                <a:xfrm>
                  <a:off x="5776265" y="5447081"/>
                  <a:ext cx="581558" cy="362102"/>
                </a:xfrm>
                <a:prstGeom prst="rect">
                  <a:avLst/>
                </a:prstGeom>
                <a:noFill/>
                <a:ln w="6400" cap="flat">
                  <a:solidFill>
                    <a:srgbClr val="D2E3BC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703" name="Path"/>
              <p:cNvSpPr/>
              <p:nvPr/>
            </p:nvSpPr>
            <p:spPr>
              <a:xfrm>
                <a:off x="2213508" y="5990630"/>
                <a:ext cx="492761" cy="236333"/>
              </a:xfrm>
              <a:custGeom>
                <a:avLst/>
                <a:gdLst/>
                <a:ahLst/>
                <a:cxnLst/>
                <a:rect l="0" t="0" r="r" b="b"/>
                <a:pathLst>
                  <a:path w="53889" h="25846">
                    <a:moveTo>
                      <a:pt x="3933" y="0"/>
                    </a:moveTo>
                    <a:lnTo>
                      <a:pt x="29375" y="10279"/>
                    </a:lnTo>
                    <a:lnTo>
                      <a:pt x="31342" y="5411"/>
                    </a:lnTo>
                    <a:lnTo>
                      <a:pt x="53889" y="25846"/>
                    </a:lnTo>
                    <a:lnTo>
                      <a:pt x="23475" y="24882"/>
                    </a:lnTo>
                    <a:lnTo>
                      <a:pt x="25442" y="20015"/>
                    </a:lnTo>
                    <a:lnTo>
                      <a:pt x="0" y="9735"/>
                    </a:lnTo>
                    <a:close/>
                  </a:path>
                </a:pathLst>
              </a:custGeom>
              <a:solidFill>
                <a:srgbClr val="FFF9FD"/>
              </a:solidFill>
              <a:ln w="13716" cap="flat">
                <a:solidFill>
                  <a:srgbClr val="F98DD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4" name="Path"/>
              <p:cNvSpPr/>
              <p:nvPr/>
            </p:nvSpPr>
            <p:spPr>
              <a:xfrm>
                <a:off x="4754569" y="5975768"/>
                <a:ext cx="475804" cy="229482"/>
              </a:xfrm>
              <a:custGeom>
                <a:avLst/>
                <a:gdLst/>
                <a:ahLst/>
                <a:cxnLst/>
                <a:rect l="0" t="0" r="r" b="b"/>
                <a:pathLst>
                  <a:path w="52035" h="25096">
                    <a:moveTo>
                      <a:pt x="52035" y="9735"/>
                    </a:moveTo>
                    <a:lnTo>
                      <a:pt x="27501" y="19648"/>
                    </a:lnTo>
                    <a:lnTo>
                      <a:pt x="29468" y="24515"/>
                    </a:lnTo>
                    <a:lnTo>
                      <a:pt x="0" y="25096"/>
                    </a:lnTo>
                    <a:lnTo>
                      <a:pt x="21601" y="5044"/>
                    </a:lnTo>
                    <a:lnTo>
                      <a:pt x="23568" y="9912"/>
                    </a:lnTo>
                    <a:lnTo>
                      <a:pt x="48101" y="0"/>
                    </a:lnTo>
                    <a:close/>
                  </a:path>
                </a:pathLst>
              </a:custGeom>
              <a:solidFill>
                <a:srgbClr val="FFF9FD"/>
              </a:solidFill>
              <a:ln w="13716" cap="flat">
                <a:solidFill>
                  <a:srgbClr val="F98DD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5" name="HODMMD"/>
              <p:cNvSpPr txBox="1"/>
              <p:nvPr/>
            </p:nvSpPr>
            <p:spPr>
              <a:xfrm>
                <a:off x="3118047" y="5998464"/>
                <a:ext cx="1408290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160" b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HODMMD</a:t>
                </a:r>
              </a:p>
            </p:txBody>
          </p:sp>
          <p:sp>
            <p:nvSpPr>
              <p:cNvPr id="706" name="Path"/>
              <p:cNvSpPr/>
              <p:nvPr/>
            </p:nvSpPr>
            <p:spPr>
              <a:xfrm>
                <a:off x="1545336" y="6309360"/>
                <a:ext cx="2267712" cy="356616"/>
              </a:xfrm>
              <a:custGeom>
                <a:avLst/>
                <a:gdLst/>
                <a:ahLst/>
                <a:cxnLst/>
                <a:rect l="0" t="0" r="r" b="b"/>
                <a:pathLst>
                  <a:path w="248000" h="39000">
                    <a:moveTo>
                      <a:pt x="248000" y="0"/>
                    </a:moveTo>
                    <a:lnTo>
                      <a:pt x="248000" y="16000"/>
                    </a:lnTo>
                    <a:lnTo>
                      <a:pt x="0" y="16000"/>
                    </a:lnTo>
                    <a:lnTo>
                      <a:pt x="0" y="39000"/>
                    </a:lnTo>
                  </a:path>
                </a:pathLst>
              </a:custGeom>
              <a:noFill/>
              <a:ln w="21945" cap="flat">
                <a:solidFill>
                  <a:srgbClr val="000000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7" name="Path"/>
              <p:cNvSpPr/>
              <p:nvPr/>
            </p:nvSpPr>
            <p:spPr>
              <a:xfrm>
                <a:off x="1453896" y="6492240"/>
                <a:ext cx="182880" cy="210312"/>
              </a:xfrm>
              <a:custGeom>
                <a:avLst/>
                <a:gdLst/>
                <a:ahLst/>
                <a:cxnLst/>
                <a:rect l="0" t="0" r="r" b="b"/>
                <a:pathLst>
                  <a:path w="20000" h="23000">
                    <a:moveTo>
                      <a:pt x="10000" y="23000"/>
                    </a:moveTo>
                    <a:lnTo>
                      <a:pt x="0" y="0"/>
                    </a:lnTo>
                    <a:lnTo>
                      <a:pt x="200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08" name="Reliability sequence"/>
            <p:cNvGrpSpPr/>
            <p:nvPr/>
          </p:nvGrpSpPr>
          <p:grpSpPr>
            <a:xfrm>
              <a:off x="640080" y="6702552"/>
              <a:ext cx="6281928" cy="585216"/>
              <a:chOff x="640080" y="6702552"/>
              <a:chExt cx="6281928" cy="585216"/>
            </a:xfrm>
          </p:grpSpPr>
          <p:sp>
            <p:nvSpPr>
              <p:cNvPr id="709" name="Rect"/>
              <p:cNvSpPr/>
              <p:nvPr/>
            </p:nvSpPr>
            <p:spPr>
              <a:xfrm>
                <a:off x="640080" y="6702552"/>
                <a:ext cx="1810512" cy="585216"/>
              </a:xfrm>
              <a:prstGeom prst="rect">
                <a:avLst/>
              </a:prstGeom>
              <a:noFill/>
              <a:ln w="15087" cap="flat">
                <a:solidFill>
                  <a:srgbClr val="000000"/>
                </a:solidFill>
                <a:custDash>
                  <a:ds d="909090" sp="545454"/>
                </a:custDash>
                <a:round/>
              </a:ln>
              <a:effectLst>
                <a:outerShdw blurRad="27432" dist="24002" dir="4335319" algn="ctr" rotWithShape="0">
                  <a:srgbClr val="799EBB">
                    <a:alpha val="1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0" name="Rect"/>
              <p:cNvSpPr/>
              <p:nvPr/>
            </p:nvSpPr>
            <p:spPr>
              <a:xfrm>
                <a:off x="2587752" y="6702552"/>
                <a:ext cx="4334256" cy="585216"/>
              </a:xfrm>
              <a:prstGeom prst="rect">
                <a:avLst/>
              </a:prstGeom>
              <a:noFill/>
              <a:ln w="15087" cap="flat">
                <a:solidFill>
                  <a:srgbClr val="000000"/>
                </a:solidFill>
                <a:custDash>
                  <a:ds d="909090" sp="545454"/>
                </a:custDash>
                <a:round/>
              </a:ln>
              <a:effectLst>
                <a:outerShdw blurRad="27432" dist="24002" dir="4335319" algn="ctr" rotWithShape="0">
                  <a:srgbClr val="799EBB">
                    <a:alpha val="1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1" name="Ellipse"/>
              <p:cNvSpPr/>
              <p:nvPr/>
            </p:nvSpPr>
            <p:spPr>
              <a:xfrm>
                <a:off x="754380" y="6881134"/>
                <a:ext cx="265176" cy="228051"/>
              </a:xfrm>
              <a:prstGeom prst="ellipse">
                <a:avLst/>
              </a:prstGeom>
              <a:solidFill>
                <a:srgbClr val="F9F9F9"/>
              </a:solidFill>
              <a:ln w="19202" cap="flat">
                <a:solidFill>
                  <a:srgbClr val="FFC000"/>
                </a:solidFill>
                <a:round/>
              </a:ln>
              <a:effectLst>
                <a:outerShdw blurRad="27432" dist="18851" dir="4557825" algn="ctr" rotWithShape="0">
                  <a:srgbClr val="98A1B0">
                    <a:alpha val="2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2" name="Ellipse"/>
              <p:cNvSpPr/>
              <p:nvPr/>
            </p:nvSpPr>
            <p:spPr>
              <a:xfrm>
                <a:off x="1193292" y="6881134"/>
                <a:ext cx="265176" cy="228051"/>
              </a:xfrm>
              <a:prstGeom prst="ellipse">
                <a:avLst/>
              </a:prstGeom>
              <a:solidFill>
                <a:srgbClr val="F9F9F9"/>
              </a:solidFill>
              <a:ln w="19202" cap="flat">
                <a:solidFill>
                  <a:srgbClr val="548630"/>
                </a:solidFill>
                <a:round/>
              </a:ln>
              <a:effectLst>
                <a:outerShdw blurRad="27432" dist="18851" dir="4557825" algn="ctr" rotWithShape="0">
                  <a:srgbClr val="98A1B0">
                    <a:alpha val="2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3" name="Ellipse"/>
              <p:cNvSpPr/>
              <p:nvPr/>
            </p:nvSpPr>
            <p:spPr>
              <a:xfrm>
                <a:off x="1632204" y="6881134"/>
                <a:ext cx="265176" cy="228051"/>
              </a:xfrm>
              <a:prstGeom prst="ellipse">
                <a:avLst/>
              </a:prstGeom>
              <a:solidFill>
                <a:srgbClr val="F9F9F9"/>
              </a:solidFill>
              <a:ln w="19202" cap="flat">
                <a:solidFill>
                  <a:srgbClr val="0073C8"/>
                </a:solidFill>
                <a:round/>
              </a:ln>
              <a:effectLst>
                <a:outerShdw blurRad="27432" dist="18851" dir="4557825" algn="ctr" rotWithShape="0">
                  <a:srgbClr val="98A1B0">
                    <a:alpha val="2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4" name="Ellipse"/>
              <p:cNvSpPr/>
              <p:nvPr/>
            </p:nvSpPr>
            <p:spPr>
              <a:xfrm>
                <a:off x="2071116" y="6881134"/>
                <a:ext cx="265176" cy="228051"/>
              </a:xfrm>
              <a:prstGeom prst="ellipse">
                <a:avLst/>
              </a:prstGeom>
              <a:solidFill>
                <a:srgbClr val="F9F9F9"/>
              </a:solidFill>
              <a:ln w="19202" cap="flat">
                <a:solidFill>
                  <a:srgbClr val="DF37C4"/>
                </a:solidFill>
                <a:round/>
              </a:ln>
              <a:effectLst>
                <a:outerShdw blurRad="27432" dist="18851" dir="4557825" algn="ctr" rotWithShape="0">
                  <a:srgbClr val="98A1B0">
                    <a:alpha val="2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5" name="Ellipse"/>
              <p:cNvSpPr/>
              <p:nvPr/>
            </p:nvSpPr>
            <p:spPr>
              <a:xfrm>
                <a:off x="2766060" y="6881134"/>
                <a:ext cx="265176" cy="228051"/>
              </a:xfrm>
              <a:prstGeom prst="ellipse">
                <a:avLst/>
              </a:prstGeom>
              <a:solidFill>
                <a:srgbClr val="F9F9F9"/>
              </a:solidFill>
              <a:ln w="19202" cap="flat">
                <a:solidFill>
                  <a:srgbClr val="8DABE7"/>
                </a:solidFill>
                <a:round/>
              </a:ln>
              <a:effectLst>
                <a:outerShdw blurRad="27432" dist="18851" dir="4557825" algn="ctr" rotWithShape="0">
                  <a:srgbClr val="98A1B0">
                    <a:alpha val="2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6" name="Ellipse"/>
              <p:cNvSpPr/>
              <p:nvPr/>
            </p:nvSpPr>
            <p:spPr>
              <a:xfrm>
                <a:off x="3150108" y="6881134"/>
                <a:ext cx="265176" cy="228051"/>
              </a:xfrm>
              <a:prstGeom prst="ellipse">
                <a:avLst/>
              </a:prstGeom>
              <a:solidFill>
                <a:srgbClr val="F9F9F9"/>
              </a:solidFill>
              <a:ln w="19202" cap="flat">
                <a:solidFill>
                  <a:srgbClr val="F5EF00"/>
                </a:solidFill>
                <a:round/>
              </a:ln>
              <a:effectLst>
                <a:outerShdw blurRad="27432" dist="18851" dir="4557825" algn="ctr" rotWithShape="0">
                  <a:srgbClr val="98A1B0">
                    <a:alpha val="2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7" name="Ellipse"/>
              <p:cNvSpPr/>
              <p:nvPr/>
            </p:nvSpPr>
            <p:spPr>
              <a:xfrm>
                <a:off x="3534156" y="6881134"/>
                <a:ext cx="265176" cy="228051"/>
              </a:xfrm>
              <a:prstGeom prst="ellipse">
                <a:avLst/>
              </a:prstGeom>
              <a:solidFill>
                <a:srgbClr val="F9F9F9"/>
              </a:solidFill>
              <a:ln w="19202" cap="flat">
                <a:solidFill>
                  <a:srgbClr val="0077CC"/>
                </a:solidFill>
                <a:round/>
              </a:ln>
              <a:effectLst>
                <a:outerShdw blurRad="27432" dist="18851" dir="4557825" algn="ctr" rotWithShape="0">
                  <a:srgbClr val="98A1B0">
                    <a:alpha val="2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8" name="Ellipse"/>
              <p:cNvSpPr/>
              <p:nvPr/>
            </p:nvSpPr>
            <p:spPr>
              <a:xfrm>
                <a:off x="3918204" y="6881134"/>
                <a:ext cx="265176" cy="228051"/>
              </a:xfrm>
              <a:prstGeom prst="ellipse">
                <a:avLst/>
              </a:prstGeom>
              <a:solidFill>
                <a:srgbClr val="F9F9F9"/>
              </a:solidFill>
              <a:ln w="19202" cap="flat">
                <a:solidFill>
                  <a:srgbClr val="DF37C4"/>
                </a:solidFill>
                <a:round/>
              </a:ln>
              <a:effectLst>
                <a:outerShdw blurRad="27432" dist="18851" dir="4557825" algn="ctr" rotWithShape="0">
                  <a:srgbClr val="98A1B0">
                    <a:alpha val="2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9" name="Ellipse"/>
              <p:cNvSpPr/>
              <p:nvPr/>
            </p:nvSpPr>
            <p:spPr>
              <a:xfrm>
                <a:off x="4997196" y="6881134"/>
                <a:ext cx="265176" cy="228051"/>
              </a:xfrm>
              <a:prstGeom prst="ellipse">
                <a:avLst/>
              </a:prstGeom>
              <a:solidFill>
                <a:srgbClr val="F9F9F9"/>
              </a:solidFill>
              <a:ln w="19202" cap="flat">
                <a:solidFill>
                  <a:srgbClr val="75AF45"/>
                </a:solidFill>
                <a:round/>
              </a:ln>
              <a:effectLst>
                <a:outerShdw blurRad="27432" dist="18851" dir="4557825" algn="ctr" rotWithShape="0">
                  <a:srgbClr val="98A1B0">
                    <a:alpha val="2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0" name="Ellipse"/>
              <p:cNvSpPr/>
              <p:nvPr/>
            </p:nvSpPr>
            <p:spPr>
              <a:xfrm>
                <a:off x="5399532" y="6881134"/>
                <a:ext cx="265176" cy="228051"/>
              </a:xfrm>
              <a:prstGeom prst="ellipse">
                <a:avLst/>
              </a:prstGeom>
              <a:solidFill>
                <a:srgbClr val="F9F9F9"/>
              </a:solidFill>
              <a:ln w="19202" cap="flat">
                <a:solidFill>
                  <a:srgbClr val="DF37C4"/>
                </a:solidFill>
                <a:round/>
              </a:ln>
              <a:effectLst>
                <a:outerShdw blurRad="27432" dist="18851" dir="4557825" algn="ctr" rotWithShape="0">
                  <a:srgbClr val="98A1B0">
                    <a:alpha val="2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1" name="Ellipse"/>
              <p:cNvSpPr/>
              <p:nvPr/>
            </p:nvSpPr>
            <p:spPr>
              <a:xfrm>
                <a:off x="5765292" y="6881134"/>
                <a:ext cx="265176" cy="228051"/>
              </a:xfrm>
              <a:prstGeom prst="ellipse">
                <a:avLst/>
              </a:prstGeom>
              <a:solidFill>
                <a:srgbClr val="F9F9F9"/>
              </a:solidFill>
              <a:ln w="19202" cap="flat">
                <a:solidFill>
                  <a:srgbClr val="F2E900"/>
                </a:solidFill>
                <a:round/>
              </a:ln>
              <a:effectLst>
                <a:outerShdw blurRad="27432" dist="18851" dir="4557825" algn="ctr" rotWithShape="0">
                  <a:srgbClr val="98A1B0">
                    <a:alpha val="2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2" name="Ellipse"/>
              <p:cNvSpPr/>
              <p:nvPr/>
            </p:nvSpPr>
            <p:spPr>
              <a:xfrm>
                <a:off x="6149340" y="6881134"/>
                <a:ext cx="265176" cy="228051"/>
              </a:xfrm>
              <a:prstGeom prst="ellipse">
                <a:avLst/>
              </a:prstGeom>
              <a:solidFill>
                <a:srgbClr val="F9F9F9"/>
              </a:solidFill>
              <a:ln w="19202" cap="flat">
                <a:solidFill>
                  <a:srgbClr val="0077CC"/>
                </a:solidFill>
                <a:round/>
              </a:ln>
              <a:effectLst>
                <a:outerShdw blurRad="27432" dist="18851" dir="4557825" algn="ctr" rotWithShape="0">
                  <a:srgbClr val="98A1B0">
                    <a:alpha val="2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3" name="Ellipse"/>
              <p:cNvSpPr/>
              <p:nvPr/>
            </p:nvSpPr>
            <p:spPr>
              <a:xfrm>
                <a:off x="6533388" y="6881134"/>
                <a:ext cx="265176" cy="228051"/>
              </a:xfrm>
              <a:prstGeom prst="ellipse">
                <a:avLst/>
              </a:prstGeom>
              <a:solidFill>
                <a:srgbClr val="F9F9F9"/>
              </a:solidFill>
              <a:ln w="19202" cap="flat">
                <a:solidFill>
                  <a:srgbClr val="FFC000"/>
                </a:solidFill>
                <a:round/>
              </a:ln>
              <a:effectLst>
                <a:outerShdw blurRad="27432" dist="18851" dir="4557825" algn="ctr" rotWithShape="0">
                  <a:srgbClr val="98A1B0">
                    <a:alpha val="2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4" name="Rect"/>
              <p:cNvSpPr/>
              <p:nvPr/>
            </p:nvSpPr>
            <p:spPr>
              <a:xfrm>
                <a:off x="4398264" y="6885432"/>
                <a:ext cx="39319" cy="3931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5" name="Rect"/>
              <p:cNvSpPr/>
              <p:nvPr/>
            </p:nvSpPr>
            <p:spPr>
              <a:xfrm>
                <a:off x="4398264" y="6963156"/>
                <a:ext cx="39319" cy="3931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6" name="Rect"/>
              <p:cNvSpPr/>
              <p:nvPr/>
            </p:nvSpPr>
            <p:spPr>
              <a:xfrm>
                <a:off x="4398264" y="7040880"/>
                <a:ext cx="39319" cy="3931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7" name="Rect"/>
              <p:cNvSpPr/>
              <p:nvPr/>
            </p:nvSpPr>
            <p:spPr>
              <a:xfrm>
                <a:off x="4754880" y="6885432"/>
                <a:ext cx="39319" cy="3931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8" name="Rect"/>
              <p:cNvSpPr/>
              <p:nvPr/>
            </p:nvSpPr>
            <p:spPr>
              <a:xfrm>
                <a:off x="4754880" y="6963156"/>
                <a:ext cx="39319" cy="3931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9" name="Rect"/>
              <p:cNvSpPr/>
              <p:nvPr/>
            </p:nvSpPr>
            <p:spPr>
              <a:xfrm>
                <a:off x="4754880" y="7040880"/>
                <a:ext cx="39319" cy="3931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730" name="Evidence and reliability weights"/>
            <p:cNvGrpSpPr/>
            <p:nvPr/>
          </p:nvGrpSpPr>
          <p:grpSpPr>
            <a:xfrm>
              <a:off x="694944" y="7397496"/>
              <a:ext cx="3730752" cy="2980944"/>
              <a:chOff x="694944" y="7397496"/>
              <a:chExt cx="3730752" cy="2980944"/>
            </a:xfrm>
          </p:grpSpPr>
          <p:grpSp>
            <p:nvGrpSpPr>
              <p:cNvPr id="731" name="Evidence M₁(A)"/>
              <p:cNvGrpSpPr/>
              <p:nvPr/>
            </p:nvGrpSpPr>
            <p:grpSpPr>
              <a:xfrm>
                <a:off x="722376" y="7498080"/>
                <a:ext cx="1627632" cy="393192"/>
                <a:chOff x="722376" y="7498080"/>
                <a:chExt cx="1627632" cy="393192"/>
              </a:xfrm>
            </p:grpSpPr>
            <p:sp>
              <p:nvSpPr>
                <p:cNvPr id="732" name="Rect"/>
                <p:cNvSpPr/>
                <p:nvPr/>
              </p:nvSpPr>
              <p:spPr>
                <a:xfrm>
                  <a:off x="722376" y="7498080"/>
                  <a:ext cx="612648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324C23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33" name="Rect"/>
                <p:cNvSpPr/>
                <p:nvPr/>
              </p:nvSpPr>
              <p:spPr>
                <a:xfrm>
                  <a:off x="737921" y="7513625"/>
                  <a:ext cx="581558" cy="362102"/>
                </a:xfrm>
                <a:prstGeom prst="rect">
                  <a:avLst/>
                </a:prstGeom>
                <a:noFill/>
                <a:ln w="6858" cap="flat">
                  <a:solidFill>
                    <a:srgbClr val="BCD0A7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34" name="Rect"/>
                <p:cNvSpPr/>
                <p:nvPr/>
              </p:nvSpPr>
              <p:spPr>
                <a:xfrm>
                  <a:off x="764438" y="7540142"/>
                  <a:ext cx="528523" cy="309067"/>
                </a:xfrm>
                <a:prstGeom prst="rect">
                  <a:avLst/>
                </a:prstGeom>
                <a:solidFill>
                  <a:srgbClr val="F9F4FA"/>
                </a:solidFill>
                <a:ln w="6858" cap="flat">
                  <a:solidFill>
                    <a:srgbClr val="7D907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35" name="M1(A)"/>
                <p:cNvSpPr txBox="1"/>
                <p:nvPr/>
              </p:nvSpPr>
              <p:spPr>
                <a:xfrm>
                  <a:off x="740664" y="7579462"/>
                  <a:ext cx="576072" cy="208026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6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rPr>
                    <a:t>M1(A)</a:t>
                  </a:r>
                </a:p>
              </p:txBody>
            </p:sp>
            <p:sp>
              <p:nvSpPr>
                <p:cNvPr id="736" name="Ellipse"/>
                <p:cNvSpPr/>
                <p:nvPr/>
              </p:nvSpPr>
              <p:spPr>
                <a:xfrm>
                  <a:off x="1444752" y="7616038"/>
                  <a:ext cx="182880" cy="157277"/>
                </a:xfrm>
                <a:prstGeom prst="ellipse">
                  <a:avLst/>
                </a:pr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37" name="Path"/>
                <p:cNvSpPr/>
                <p:nvPr/>
              </p:nvSpPr>
              <p:spPr>
                <a:xfrm>
                  <a:off x="1456639" y="7694676"/>
                  <a:ext cx="159106" cy="9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7400" h="10">
                      <a:moveTo>
                        <a:pt x="0" y="0"/>
                      </a:moveTo>
                      <a:lnTo>
                        <a:pt x="17400" y="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38" name="Path"/>
                <p:cNvSpPr/>
                <p:nvPr/>
              </p:nvSpPr>
              <p:spPr>
                <a:xfrm>
                  <a:off x="1536192" y="7627925"/>
                  <a:ext cx="91" cy="13350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" h="14600">
                      <a:moveTo>
                        <a:pt x="0" y="0"/>
                      </a:moveTo>
                      <a:lnTo>
                        <a:pt x="0" y="1460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39" name="Rect"/>
                <p:cNvSpPr/>
                <p:nvPr/>
              </p:nvSpPr>
              <p:spPr>
                <a:xfrm>
                  <a:off x="1737360" y="7498080"/>
                  <a:ext cx="612648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2C4420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40" name="Rect"/>
                <p:cNvSpPr/>
                <p:nvPr/>
              </p:nvSpPr>
              <p:spPr>
                <a:xfrm>
                  <a:off x="1773936" y="7534656"/>
                  <a:ext cx="539496" cy="32004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41" name="Path"/>
                <p:cNvSpPr/>
                <p:nvPr/>
              </p:nvSpPr>
              <p:spPr>
                <a:xfrm>
                  <a:off x="1773936" y="7534656"/>
                  <a:ext cx="10515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1500" h="11500">
                      <a:moveTo>
                        <a:pt x="11500" y="0"/>
                      </a:moveTo>
                      <a:lnTo>
                        <a:pt x="0" y="11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42" name="Path"/>
                <p:cNvSpPr/>
                <p:nvPr/>
              </p:nvSpPr>
              <p:spPr>
                <a:xfrm>
                  <a:off x="1773936" y="7534656"/>
                  <a:ext cx="210312" cy="2103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3000" h="23000">
                      <a:moveTo>
                        <a:pt x="23000" y="0"/>
                      </a:moveTo>
                      <a:lnTo>
                        <a:pt x="0" y="230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43" name="Path"/>
                <p:cNvSpPr/>
                <p:nvPr/>
              </p:nvSpPr>
              <p:spPr>
                <a:xfrm>
                  <a:off x="1773936" y="7534656"/>
                  <a:ext cx="315468" cy="3154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4500" h="34500">
                      <a:moveTo>
                        <a:pt x="34500" y="0"/>
                      </a:moveTo>
                      <a:lnTo>
                        <a:pt x="0" y="34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44" name="Path"/>
                <p:cNvSpPr/>
                <p:nvPr/>
              </p:nvSpPr>
              <p:spPr>
                <a:xfrm>
                  <a:off x="1874520" y="7534656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45" name="Path"/>
                <p:cNvSpPr/>
                <p:nvPr/>
              </p:nvSpPr>
              <p:spPr>
                <a:xfrm>
                  <a:off x="1979676" y="7534656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46" name="Path"/>
                <p:cNvSpPr/>
                <p:nvPr/>
              </p:nvSpPr>
              <p:spPr>
                <a:xfrm>
                  <a:off x="2084832" y="7626096"/>
                  <a:ext cx="228600" cy="2286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000" h="25000">
                      <a:moveTo>
                        <a:pt x="0" y="25000"/>
                      </a:moveTo>
                      <a:lnTo>
                        <a:pt x="2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47" name="Path"/>
                <p:cNvSpPr/>
                <p:nvPr/>
              </p:nvSpPr>
              <p:spPr>
                <a:xfrm>
                  <a:off x="2189988" y="7731252"/>
                  <a:ext cx="123444" cy="12344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500" h="13500">
                      <a:moveTo>
                        <a:pt x="0" y="13500"/>
                      </a:moveTo>
                      <a:lnTo>
                        <a:pt x="135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48" name="Path"/>
                <p:cNvSpPr/>
                <p:nvPr/>
              </p:nvSpPr>
              <p:spPr>
                <a:xfrm>
                  <a:off x="2295144" y="7836408"/>
                  <a:ext cx="18288" cy="1828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00" h="2000">
                      <a:moveTo>
                        <a:pt x="0" y="2000"/>
                      </a:moveTo>
                      <a:lnTo>
                        <a:pt x="2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49" name="Rect"/>
                <p:cNvSpPr/>
                <p:nvPr/>
              </p:nvSpPr>
              <p:spPr>
                <a:xfrm>
                  <a:off x="1773936" y="7534656"/>
                  <a:ext cx="539496" cy="320040"/>
                </a:xfrm>
                <a:prstGeom prst="rect">
                  <a:avLst/>
                </a:prstGeom>
                <a:noFill/>
                <a:ln w="6400" cap="flat">
                  <a:solidFill>
                    <a:srgbClr val="445644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50" name="Rect"/>
                <p:cNvSpPr/>
                <p:nvPr/>
              </p:nvSpPr>
              <p:spPr>
                <a:xfrm>
                  <a:off x="1752905" y="7513625"/>
                  <a:ext cx="581558" cy="362102"/>
                </a:xfrm>
                <a:prstGeom prst="rect">
                  <a:avLst/>
                </a:prstGeom>
                <a:noFill/>
                <a:ln w="6400" cap="flat">
                  <a:solidFill>
                    <a:srgbClr val="D2E3BC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751" name="Evidence M₂(A)"/>
              <p:cNvGrpSpPr/>
              <p:nvPr/>
            </p:nvGrpSpPr>
            <p:grpSpPr>
              <a:xfrm>
                <a:off x="722376" y="8028432"/>
                <a:ext cx="1627632" cy="393192"/>
                <a:chOff x="722376" y="8028432"/>
                <a:chExt cx="1627632" cy="393192"/>
              </a:xfrm>
            </p:grpSpPr>
            <p:sp>
              <p:nvSpPr>
                <p:cNvPr id="752" name="Rect"/>
                <p:cNvSpPr/>
                <p:nvPr/>
              </p:nvSpPr>
              <p:spPr>
                <a:xfrm>
                  <a:off x="722376" y="8028432"/>
                  <a:ext cx="612648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324C23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53" name="Rect"/>
                <p:cNvSpPr/>
                <p:nvPr/>
              </p:nvSpPr>
              <p:spPr>
                <a:xfrm>
                  <a:off x="737921" y="8043977"/>
                  <a:ext cx="581558" cy="362102"/>
                </a:xfrm>
                <a:prstGeom prst="rect">
                  <a:avLst/>
                </a:prstGeom>
                <a:noFill/>
                <a:ln w="6858" cap="flat">
                  <a:solidFill>
                    <a:srgbClr val="BCD0A7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54" name="Rect"/>
                <p:cNvSpPr/>
                <p:nvPr/>
              </p:nvSpPr>
              <p:spPr>
                <a:xfrm>
                  <a:off x="764438" y="8070494"/>
                  <a:ext cx="528523" cy="309067"/>
                </a:xfrm>
                <a:prstGeom prst="rect">
                  <a:avLst/>
                </a:prstGeom>
                <a:solidFill>
                  <a:srgbClr val="F9F4FA"/>
                </a:solidFill>
                <a:ln w="6858" cap="flat">
                  <a:solidFill>
                    <a:srgbClr val="7D907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55" name="M2(A)"/>
                <p:cNvSpPr txBox="1"/>
                <p:nvPr/>
              </p:nvSpPr>
              <p:spPr>
                <a:xfrm>
                  <a:off x="740664" y="8109814"/>
                  <a:ext cx="576072" cy="208026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6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rPr>
                    <a:t>M2(A)</a:t>
                  </a:r>
                </a:p>
              </p:txBody>
            </p:sp>
            <p:sp>
              <p:nvSpPr>
                <p:cNvPr id="756" name="Ellipse"/>
                <p:cNvSpPr/>
                <p:nvPr/>
              </p:nvSpPr>
              <p:spPr>
                <a:xfrm>
                  <a:off x="1444752" y="8146390"/>
                  <a:ext cx="182880" cy="157277"/>
                </a:xfrm>
                <a:prstGeom prst="ellipse">
                  <a:avLst/>
                </a:pr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57" name="Path"/>
                <p:cNvSpPr/>
                <p:nvPr/>
              </p:nvSpPr>
              <p:spPr>
                <a:xfrm>
                  <a:off x="1456639" y="8225028"/>
                  <a:ext cx="159106" cy="9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7400" h="10">
                      <a:moveTo>
                        <a:pt x="0" y="0"/>
                      </a:moveTo>
                      <a:lnTo>
                        <a:pt x="17400" y="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58" name="Path"/>
                <p:cNvSpPr/>
                <p:nvPr/>
              </p:nvSpPr>
              <p:spPr>
                <a:xfrm>
                  <a:off x="1536192" y="8158277"/>
                  <a:ext cx="91" cy="13350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" h="14600">
                      <a:moveTo>
                        <a:pt x="0" y="0"/>
                      </a:moveTo>
                      <a:lnTo>
                        <a:pt x="0" y="1460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59" name="Rect"/>
                <p:cNvSpPr/>
                <p:nvPr/>
              </p:nvSpPr>
              <p:spPr>
                <a:xfrm>
                  <a:off x="1737360" y="8028432"/>
                  <a:ext cx="612648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2C4420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60" name="Rect"/>
                <p:cNvSpPr/>
                <p:nvPr/>
              </p:nvSpPr>
              <p:spPr>
                <a:xfrm>
                  <a:off x="1773936" y="8065008"/>
                  <a:ext cx="539496" cy="32004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61" name="Path"/>
                <p:cNvSpPr/>
                <p:nvPr/>
              </p:nvSpPr>
              <p:spPr>
                <a:xfrm>
                  <a:off x="1773936" y="8065008"/>
                  <a:ext cx="10515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1500" h="11500">
                      <a:moveTo>
                        <a:pt x="11500" y="0"/>
                      </a:moveTo>
                      <a:lnTo>
                        <a:pt x="0" y="11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62" name="Path"/>
                <p:cNvSpPr/>
                <p:nvPr/>
              </p:nvSpPr>
              <p:spPr>
                <a:xfrm>
                  <a:off x="1773936" y="8065008"/>
                  <a:ext cx="210312" cy="2103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3000" h="23000">
                      <a:moveTo>
                        <a:pt x="23000" y="0"/>
                      </a:moveTo>
                      <a:lnTo>
                        <a:pt x="0" y="230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63" name="Path"/>
                <p:cNvSpPr/>
                <p:nvPr/>
              </p:nvSpPr>
              <p:spPr>
                <a:xfrm>
                  <a:off x="1773936" y="8065008"/>
                  <a:ext cx="315468" cy="3154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4500" h="34500">
                      <a:moveTo>
                        <a:pt x="34500" y="0"/>
                      </a:moveTo>
                      <a:lnTo>
                        <a:pt x="0" y="34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64" name="Path"/>
                <p:cNvSpPr/>
                <p:nvPr/>
              </p:nvSpPr>
              <p:spPr>
                <a:xfrm>
                  <a:off x="1874520" y="8065008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65" name="Path"/>
                <p:cNvSpPr/>
                <p:nvPr/>
              </p:nvSpPr>
              <p:spPr>
                <a:xfrm>
                  <a:off x="1979676" y="8065008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66" name="Path"/>
                <p:cNvSpPr/>
                <p:nvPr/>
              </p:nvSpPr>
              <p:spPr>
                <a:xfrm>
                  <a:off x="2084832" y="8156448"/>
                  <a:ext cx="228600" cy="2286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000" h="25000">
                      <a:moveTo>
                        <a:pt x="0" y="25000"/>
                      </a:moveTo>
                      <a:lnTo>
                        <a:pt x="2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67" name="Path"/>
                <p:cNvSpPr/>
                <p:nvPr/>
              </p:nvSpPr>
              <p:spPr>
                <a:xfrm>
                  <a:off x="2189988" y="8261604"/>
                  <a:ext cx="123444" cy="12344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500" h="13500">
                      <a:moveTo>
                        <a:pt x="0" y="13500"/>
                      </a:moveTo>
                      <a:lnTo>
                        <a:pt x="135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68" name="Path"/>
                <p:cNvSpPr/>
                <p:nvPr/>
              </p:nvSpPr>
              <p:spPr>
                <a:xfrm>
                  <a:off x="2295144" y="8366760"/>
                  <a:ext cx="18288" cy="1828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00" h="2000">
                      <a:moveTo>
                        <a:pt x="0" y="2000"/>
                      </a:moveTo>
                      <a:lnTo>
                        <a:pt x="2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69" name="Rect"/>
                <p:cNvSpPr/>
                <p:nvPr/>
              </p:nvSpPr>
              <p:spPr>
                <a:xfrm>
                  <a:off x="1773936" y="8065008"/>
                  <a:ext cx="539496" cy="320040"/>
                </a:xfrm>
                <a:prstGeom prst="rect">
                  <a:avLst/>
                </a:prstGeom>
                <a:noFill/>
                <a:ln w="6400" cap="flat">
                  <a:solidFill>
                    <a:srgbClr val="445644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70" name="Rect"/>
                <p:cNvSpPr/>
                <p:nvPr/>
              </p:nvSpPr>
              <p:spPr>
                <a:xfrm>
                  <a:off x="1752905" y="8043977"/>
                  <a:ext cx="581558" cy="362102"/>
                </a:xfrm>
                <a:prstGeom prst="rect">
                  <a:avLst/>
                </a:prstGeom>
                <a:noFill/>
                <a:ln w="6400" cap="flat">
                  <a:solidFill>
                    <a:srgbClr val="D2E3BC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771" name="Evidence M₃(A)"/>
              <p:cNvGrpSpPr/>
              <p:nvPr/>
            </p:nvGrpSpPr>
            <p:grpSpPr>
              <a:xfrm>
                <a:off x="722376" y="8577072"/>
                <a:ext cx="1627632" cy="393192"/>
                <a:chOff x="722376" y="8577072"/>
                <a:chExt cx="1627632" cy="393192"/>
              </a:xfrm>
            </p:grpSpPr>
            <p:sp>
              <p:nvSpPr>
                <p:cNvPr id="772" name="Rect"/>
                <p:cNvSpPr/>
                <p:nvPr/>
              </p:nvSpPr>
              <p:spPr>
                <a:xfrm>
                  <a:off x="722376" y="8577072"/>
                  <a:ext cx="612648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324C23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73" name="Rect"/>
                <p:cNvSpPr/>
                <p:nvPr/>
              </p:nvSpPr>
              <p:spPr>
                <a:xfrm>
                  <a:off x="737921" y="8592617"/>
                  <a:ext cx="581558" cy="362102"/>
                </a:xfrm>
                <a:prstGeom prst="rect">
                  <a:avLst/>
                </a:prstGeom>
                <a:noFill/>
                <a:ln w="6858" cap="flat">
                  <a:solidFill>
                    <a:srgbClr val="BCD0A7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74" name="Rect"/>
                <p:cNvSpPr/>
                <p:nvPr/>
              </p:nvSpPr>
              <p:spPr>
                <a:xfrm>
                  <a:off x="764438" y="8619134"/>
                  <a:ext cx="528523" cy="309067"/>
                </a:xfrm>
                <a:prstGeom prst="rect">
                  <a:avLst/>
                </a:prstGeom>
                <a:solidFill>
                  <a:srgbClr val="F9F4FA"/>
                </a:solidFill>
                <a:ln w="6858" cap="flat">
                  <a:solidFill>
                    <a:srgbClr val="7D907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75" name="M3(A)"/>
                <p:cNvSpPr txBox="1"/>
                <p:nvPr/>
              </p:nvSpPr>
              <p:spPr>
                <a:xfrm>
                  <a:off x="740664" y="8658454"/>
                  <a:ext cx="576072" cy="208026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6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rPr>
                    <a:t>M3(A)</a:t>
                  </a:r>
                </a:p>
              </p:txBody>
            </p:sp>
            <p:sp>
              <p:nvSpPr>
                <p:cNvPr id="776" name="Ellipse"/>
                <p:cNvSpPr/>
                <p:nvPr/>
              </p:nvSpPr>
              <p:spPr>
                <a:xfrm>
                  <a:off x="1444752" y="8695030"/>
                  <a:ext cx="182880" cy="157277"/>
                </a:xfrm>
                <a:prstGeom prst="ellipse">
                  <a:avLst/>
                </a:pr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77" name="Path"/>
                <p:cNvSpPr/>
                <p:nvPr/>
              </p:nvSpPr>
              <p:spPr>
                <a:xfrm>
                  <a:off x="1456639" y="8773668"/>
                  <a:ext cx="159106" cy="9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7400" h="10">
                      <a:moveTo>
                        <a:pt x="0" y="0"/>
                      </a:moveTo>
                      <a:lnTo>
                        <a:pt x="17400" y="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78" name="Path"/>
                <p:cNvSpPr/>
                <p:nvPr/>
              </p:nvSpPr>
              <p:spPr>
                <a:xfrm>
                  <a:off x="1536192" y="8706917"/>
                  <a:ext cx="91" cy="13350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" h="14600">
                      <a:moveTo>
                        <a:pt x="0" y="0"/>
                      </a:moveTo>
                      <a:lnTo>
                        <a:pt x="0" y="1460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79" name="Rect"/>
                <p:cNvSpPr/>
                <p:nvPr/>
              </p:nvSpPr>
              <p:spPr>
                <a:xfrm>
                  <a:off x="1737360" y="8577072"/>
                  <a:ext cx="612648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2C4420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80" name="Rect"/>
                <p:cNvSpPr/>
                <p:nvPr/>
              </p:nvSpPr>
              <p:spPr>
                <a:xfrm>
                  <a:off x="1773936" y="8613648"/>
                  <a:ext cx="539496" cy="32004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81" name="Path"/>
                <p:cNvSpPr/>
                <p:nvPr/>
              </p:nvSpPr>
              <p:spPr>
                <a:xfrm>
                  <a:off x="1773936" y="8613648"/>
                  <a:ext cx="10515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1500" h="11500">
                      <a:moveTo>
                        <a:pt x="11500" y="0"/>
                      </a:moveTo>
                      <a:lnTo>
                        <a:pt x="0" y="11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82" name="Path"/>
                <p:cNvSpPr/>
                <p:nvPr/>
              </p:nvSpPr>
              <p:spPr>
                <a:xfrm>
                  <a:off x="1773936" y="8613648"/>
                  <a:ext cx="210312" cy="2103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3000" h="23000">
                      <a:moveTo>
                        <a:pt x="23000" y="0"/>
                      </a:moveTo>
                      <a:lnTo>
                        <a:pt x="0" y="230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83" name="Path"/>
                <p:cNvSpPr/>
                <p:nvPr/>
              </p:nvSpPr>
              <p:spPr>
                <a:xfrm>
                  <a:off x="1773936" y="8613648"/>
                  <a:ext cx="315468" cy="3154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4500" h="34500">
                      <a:moveTo>
                        <a:pt x="34500" y="0"/>
                      </a:moveTo>
                      <a:lnTo>
                        <a:pt x="0" y="34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84" name="Path"/>
                <p:cNvSpPr/>
                <p:nvPr/>
              </p:nvSpPr>
              <p:spPr>
                <a:xfrm>
                  <a:off x="1874520" y="8613648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85" name="Path"/>
                <p:cNvSpPr/>
                <p:nvPr/>
              </p:nvSpPr>
              <p:spPr>
                <a:xfrm>
                  <a:off x="1979676" y="8613648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86" name="Path"/>
                <p:cNvSpPr/>
                <p:nvPr/>
              </p:nvSpPr>
              <p:spPr>
                <a:xfrm>
                  <a:off x="2084832" y="8705088"/>
                  <a:ext cx="228600" cy="2286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000" h="25000">
                      <a:moveTo>
                        <a:pt x="0" y="25000"/>
                      </a:moveTo>
                      <a:lnTo>
                        <a:pt x="2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87" name="Path"/>
                <p:cNvSpPr/>
                <p:nvPr/>
              </p:nvSpPr>
              <p:spPr>
                <a:xfrm>
                  <a:off x="2189988" y="8810244"/>
                  <a:ext cx="123444" cy="12344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500" h="13500">
                      <a:moveTo>
                        <a:pt x="0" y="13500"/>
                      </a:moveTo>
                      <a:lnTo>
                        <a:pt x="135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88" name="Path"/>
                <p:cNvSpPr/>
                <p:nvPr/>
              </p:nvSpPr>
              <p:spPr>
                <a:xfrm>
                  <a:off x="2295144" y="8915400"/>
                  <a:ext cx="18288" cy="1828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00" h="2000">
                      <a:moveTo>
                        <a:pt x="0" y="2000"/>
                      </a:moveTo>
                      <a:lnTo>
                        <a:pt x="2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89" name="Rect"/>
                <p:cNvSpPr/>
                <p:nvPr/>
              </p:nvSpPr>
              <p:spPr>
                <a:xfrm>
                  <a:off x="1773936" y="8613648"/>
                  <a:ext cx="539496" cy="320040"/>
                </a:xfrm>
                <a:prstGeom prst="rect">
                  <a:avLst/>
                </a:prstGeom>
                <a:noFill/>
                <a:ln w="6400" cap="flat">
                  <a:solidFill>
                    <a:srgbClr val="445644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90" name="Rect"/>
                <p:cNvSpPr/>
                <p:nvPr/>
              </p:nvSpPr>
              <p:spPr>
                <a:xfrm>
                  <a:off x="1752905" y="8592617"/>
                  <a:ext cx="581558" cy="362102"/>
                </a:xfrm>
                <a:prstGeom prst="rect">
                  <a:avLst/>
                </a:prstGeom>
                <a:noFill/>
                <a:ln w="6400" cap="flat">
                  <a:solidFill>
                    <a:srgbClr val="D2E3BC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791" name="Evidence Mₙ₋₁(A)"/>
              <p:cNvGrpSpPr/>
              <p:nvPr/>
            </p:nvGrpSpPr>
            <p:grpSpPr>
              <a:xfrm>
                <a:off x="694944" y="9390888"/>
                <a:ext cx="1627632" cy="393192"/>
                <a:chOff x="694944" y="9390888"/>
                <a:chExt cx="1627632" cy="393192"/>
              </a:xfrm>
            </p:grpSpPr>
            <p:sp>
              <p:nvSpPr>
                <p:cNvPr id="792" name="Rect"/>
                <p:cNvSpPr/>
                <p:nvPr/>
              </p:nvSpPr>
              <p:spPr>
                <a:xfrm>
                  <a:off x="694944" y="9390888"/>
                  <a:ext cx="612648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324C23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93" name="Rect"/>
                <p:cNvSpPr/>
                <p:nvPr/>
              </p:nvSpPr>
              <p:spPr>
                <a:xfrm>
                  <a:off x="710489" y="9406433"/>
                  <a:ext cx="581558" cy="362102"/>
                </a:xfrm>
                <a:prstGeom prst="rect">
                  <a:avLst/>
                </a:prstGeom>
                <a:noFill/>
                <a:ln w="6858" cap="flat">
                  <a:solidFill>
                    <a:srgbClr val="BCD0A7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94" name="Rect"/>
                <p:cNvSpPr/>
                <p:nvPr/>
              </p:nvSpPr>
              <p:spPr>
                <a:xfrm>
                  <a:off x="737006" y="9432950"/>
                  <a:ext cx="528523" cy="309067"/>
                </a:xfrm>
                <a:prstGeom prst="rect">
                  <a:avLst/>
                </a:prstGeom>
                <a:solidFill>
                  <a:srgbClr val="F9F4FA"/>
                </a:solidFill>
                <a:ln w="6858" cap="flat">
                  <a:solidFill>
                    <a:srgbClr val="7D907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95" name="Mn-1(A)"/>
                <p:cNvSpPr txBox="1"/>
                <p:nvPr/>
              </p:nvSpPr>
              <p:spPr>
                <a:xfrm>
                  <a:off x="713232" y="9482145"/>
                  <a:ext cx="576072" cy="190195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152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rPr>
                    <a:t>Mn-1(A)</a:t>
                  </a:r>
                </a:p>
              </p:txBody>
            </p:sp>
            <p:sp>
              <p:nvSpPr>
                <p:cNvPr id="796" name="Ellipse"/>
                <p:cNvSpPr/>
                <p:nvPr/>
              </p:nvSpPr>
              <p:spPr>
                <a:xfrm>
                  <a:off x="1417320" y="9508846"/>
                  <a:ext cx="182880" cy="157277"/>
                </a:xfrm>
                <a:prstGeom prst="ellipse">
                  <a:avLst/>
                </a:pr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97" name="Path"/>
                <p:cNvSpPr/>
                <p:nvPr/>
              </p:nvSpPr>
              <p:spPr>
                <a:xfrm>
                  <a:off x="1429207" y="9587484"/>
                  <a:ext cx="159106" cy="9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7400" h="10">
                      <a:moveTo>
                        <a:pt x="0" y="0"/>
                      </a:moveTo>
                      <a:lnTo>
                        <a:pt x="17400" y="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98" name="Path"/>
                <p:cNvSpPr/>
                <p:nvPr/>
              </p:nvSpPr>
              <p:spPr>
                <a:xfrm>
                  <a:off x="1508760" y="9520733"/>
                  <a:ext cx="91" cy="13350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" h="14600">
                      <a:moveTo>
                        <a:pt x="0" y="0"/>
                      </a:moveTo>
                      <a:lnTo>
                        <a:pt x="0" y="1460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99" name="Rect"/>
                <p:cNvSpPr/>
                <p:nvPr/>
              </p:nvSpPr>
              <p:spPr>
                <a:xfrm>
                  <a:off x="1709928" y="9390888"/>
                  <a:ext cx="612648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2C4420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00" name="Rect"/>
                <p:cNvSpPr/>
                <p:nvPr/>
              </p:nvSpPr>
              <p:spPr>
                <a:xfrm>
                  <a:off x="1746504" y="9427464"/>
                  <a:ext cx="539496" cy="32004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01" name="Path"/>
                <p:cNvSpPr/>
                <p:nvPr/>
              </p:nvSpPr>
              <p:spPr>
                <a:xfrm>
                  <a:off x="1746504" y="9427464"/>
                  <a:ext cx="10515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1500" h="11500">
                      <a:moveTo>
                        <a:pt x="11500" y="0"/>
                      </a:moveTo>
                      <a:lnTo>
                        <a:pt x="0" y="11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02" name="Path"/>
                <p:cNvSpPr/>
                <p:nvPr/>
              </p:nvSpPr>
              <p:spPr>
                <a:xfrm>
                  <a:off x="1746504" y="9427464"/>
                  <a:ext cx="210312" cy="2103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3000" h="23000">
                      <a:moveTo>
                        <a:pt x="23000" y="0"/>
                      </a:moveTo>
                      <a:lnTo>
                        <a:pt x="0" y="230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03" name="Path"/>
                <p:cNvSpPr/>
                <p:nvPr/>
              </p:nvSpPr>
              <p:spPr>
                <a:xfrm>
                  <a:off x="1746504" y="9427464"/>
                  <a:ext cx="315468" cy="3154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4500" h="34500">
                      <a:moveTo>
                        <a:pt x="34500" y="0"/>
                      </a:moveTo>
                      <a:lnTo>
                        <a:pt x="0" y="34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04" name="Path"/>
                <p:cNvSpPr/>
                <p:nvPr/>
              </p:nvSpPr>
              <p:spPr>
                <a:xfrm>
                  <a:off x="1847088" y="9427464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05" name="Path"/>
                <p:cNvSpPr/>
                <p:nvPr/>
              </p:nvSpPr>
              <p:spPr>
                <a:xfrm>
                  <a:off x="1952244" y="9427464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06" name="Path"/>
                <p:cNvSpPr/>
                <p:nvPr/>
              </p:nvSpPr>
              <p:spPr>
                <a:xfrm>
                  <a:off x="2057400" y="9518904"/>
                  <a:ext cx="228600" cy="2286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000" h="25000">
                      <a:moveTo>
                        <a:pt x="0" y="25000"/>
                      </a:moveTo>
                      <a:lnTo>
                        <a:pt x="2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07" name="Path"/>
                <p:cNvSpPr/>
                <p:nvPr/>
              </p:nvSpPr>
              <p:spPr>
                <a:xfrm>
                  <a:off x="2162556" y="9624060"/>
                  <a:ext cx="123444" cy="12344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500" h="13500">
                      <a:moveTo>
                        <a:pt x="0" y="13500"/>
                      </a:moveTo>
                      <a:lnTo>
                        <a:pt x="135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08" name="Path"/>
                <p:cNvSpPr/>
                <p:nvPr/>
              </p:nvSpPr>
              <p:spPr>
                <a:xfrm>
                  <a:off x="2267712" y="9729216"/>
                  <a:ext cx="18288" cy="1828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00" h="2000">
                      <a:moveTo>
                        <a:pt x="0" y="2000"/>
                      </a:moveTo>
                      <a:lnTo>
                        <a:pt x="2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09" name="Rect"/>
                <p:cNvSpPr/>
                <p:nvPr/>
              </p:nvSpPr>
              <p:spPr>
                <a:xfrm>
                  <a:off x="1746504" y="9427464"/>
                  <a:ext cx="539496" cy="320040"/>
                </a:xfrm>
                <a:prstGeom prst="rect">
                  <a:avLst/>
                </a:prstGeom>
                <a:noFill/>
                <a:ln w="6400" cap="flat">
                  <a:solidFill>
                    <a:srgbClr val="445644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10" name="Rect"/>
                <p:cNvSpPr/>
                <p:nvPr/>
              </p:nvSpPr>
              <p:spPr>
                <a:xfrm>
                  <a:off x="1725473" y="9406433"/>
                  <a:ext cx="581558" cy="362102"/>
                </a:xfrm>
                <a:prstGeom prst="rect">
                  <a:avLst/>
                </a:prstGeom>
                <a:noFill/>
                <a:ln w="6400" cap="flat">
                  <a:solidFill>
                    <a:srgbClr val="D2E3BC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811" name="Evidence Mₙ(A)"/>
              <p:cNvGrpSpPr/>
              <p:nvPr/>
            </p:nvGrpSpPr>
            <p:grpSpPr>
              <a:xfrm>
                <a:off x="694944" y="9893808"/>
                <a:ext cx="1627632" cy="393192"/>
                <a:chOff x="694944" y="9893808"/>
                <a:chExt cx="1627632" cy="393192"/>
              </a:xfrm>
            </p:grpSpPr>
            <p:sp>
              <p:nvSpPr>
                <p:cNvPr id="812" name="Rect"/>
                <p:cNvSpPr/>
                <p:nvPr/>
              </p:nvSpPr>
              <p:spPr>
                <a:xfrm>
                  <a:off x="694944" y="9893808"/>
                  <a:ext cx="612648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324C23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13" name="Rect"/>
                <p:cNvSpPr/>
                <p:nvPr/>
              </p:nvSpPr>
              <p:spPr>
                <a:xfrm>
                  <a:off x="710489" y="9909353"/>
                  <a:ext cx="581558" cy="362102"/>
                </a:xfrm>
                <a:prstGeom prst="rect">
                  <a:avLst/>
                </a:prstGeom>
                <a:noFill/>
                <a:ln w="6858" cap="flat">
                  <a:solidFill>
                    <a:srgbClr val="BCD0A7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14" name="Rect"/>
                <p:cNvSpPr/>
                <p:nvPr/>
              </p:nvSpPr>
              <p:spPr>
                <a:xfrm>
                  <a:off x="737006" y="9935870"/>
                  <a:ext cx="528523" cy="309067"/>
                </a:xfrm>
                <a:prstGeom prst="rect">
                  <a:avLst/>
                </a:prstGeom>
                <a:solidFill>
                  <a:srgbClr val="F9F4FA"/>
                </a:solidFill>
                <a:ln w="6858" cap="flat">
                  <a:solidFill>
                    <a:srgbClr val="7D907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15" name="Mn(A)"/>
                <p:cNvSpPr txBox="1"/>
                <p:nvPr/>
              </p:nvSpPr>
              <p:spPr>
                <a:xfrm>
                  <a:off x="713232" y="9975190"/>
                  <a:ext cx="576072" cy="208026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6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rPr>
                    <a:t>Mn(A)</a:t>
                  </a:r>
                </a:p>
              </p:txBody>
            </p:sp>
            <p:sp>
              <p:nvSpPr>
                <p:cNvPr id="816" name="Ellipse"/>
                <p:cNvSpPr/>
                <p:nvPr/>
              </p:nvSpPr>
              <p:spPr>
                <a:xfrm>
                  <a:off x="1417320" y="10011766"/>
                  <a:ext cx="182880" cy="157277"/>
                </a:xfrm>
                <a:prstGeom prst="ellipse">
                  <a:avLst/>
                </a:pr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17" name="Path"/>
                <p:cNvSpPr/>
                <p:nvPr/>
              </p:nvSpPr>
              <p:spPr>
                <a:xfrm>
                  <a:off x="1429207" y="10090404"/>
                  <a:ext cx="159106" cy="9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7400" h="10">
                      <a:moveTo>
                        <a:pt x="0" y="0"/>
                      </a:moveTo>
                      <a:lnTo>
                        <a:pt x="17400" y="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18" name="Path"/>
                <p:cNvSpPr/>
                <p:nvPr/>
              </p:nvSpPr>
              <p:spPr>
                <a:xfrm>
                  <a:off x="1508760" y="10023653"/>
                  <a:ext cx="91" cy="13350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" h="14600">
                      <a:moveTo>
                        <a:pt x="0" y="0"/>
                      </a:moveTo>
                      <a:lnTo>
                        <a:pt x="0" y="1460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19" name="Rect"/>
                <p:cNvSpPr/>
                <p:nvPr/>
              </p:nvSpPr>
              <p:spPr>
                <a:xfrm>
                  <a:off x="1709928" y="9893808"/>
                  <a:ext cx="612648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2C4420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20" name="Rect"/>
                <p:cNvSpPr/>
                <p:nvPr/>
              </p:nvSpPr>
              <p:spPr>
                <a:xfrm>
                  <a:off x="1746504" y="9930384"/>
                  <a:ext cx="539496" cy="32004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21" name="Path"/>
                <p:cNvSpPr/>
                <p:nvPr/>
              </p:nvSpPr>
              <p:spPr>
                <a:xfrm>
                  <a:off x="1746504" y="9930384"/>
                  <a:ext cx="10515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1500" h="11500">
                      <a:moveTo>
                        <a:pt x="11500" y="0"/>
                      </a:moveTo>
                      <a:lnTo>
                        <a:pt x="0" y="11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22" name="Path"/>
                <p:cNvSpPr/>
                <p:nvPr/>
              </p:nvSpPr>
              <p:spPr>
                <a:xfrm>
                  <a:off x="1746504" y="9930384"/>
                  <a:ext cx="210312" cy="2103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3000" h="23000">
                      <a:moveTo>
                        <a:pt x="23000" y="0"/>
                      </a:moveTo>
                      <a:lnTo>
                        <a:pt x="0" y="230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23" name="Path"/>
                <p:cNvSpPr/>
                <p:nvPr/>
              </p:nvSpPr>
              <p:spPr>
                <a:xfrm>
                  <a:off x="1746504" y="9930384"/>
                  <a:ext cx="315468" cy="3154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4500" h="34500">
                      <a:moveTo>
                        <a:pt x="34500" y="0"/>
                      </a:moveTo>
                      <a:lnTo>
                        <a:pt x="0" y="34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24" name="Path"/>
                <p:cNvSpPr/>
                <p:nvPr/>
              </p:nvSpPr>
              <p:spPr>
                <a:xfrm>
                  <a:off x="1847088" y="9930384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25" name="Path"/>
                <p:cNvSpPr/>
                <p:nvPr/>
              </p:nvSpPr>
              <p:spPr>
                <a:xfrm>
                  <a:off x="1952244" y="9930384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26" name="Path"/>
                <p:cNvSpPr/>
                <p:nvPr/>
              </p:nvSpPr>
              <p:spPr>
                <a:xfrm>
                  <a:off x="2057400" y="10021824"/>
                  <a:ext cx="228600" cy="2286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000" h="25000">
                      <a:moveTo>
                        <a:pt x="0" y="25000"/>
                      </a:moveTo>
                      <a:lnTo>
                        <a:pt x="2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27" name="Path"/>
                <p:cNvSpPr/>
                <p:nvPr/>
              </p:nvSpPr>
              <p:spPr>
                <a:xfrm>
                  <a:off x="2162556" y="10126980"/>
                  <a:ext cx="123444" cy="12344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500" h="13500">
                      <a:moveTo>
                        <a:pt x="0" y="13500"/>
                      </a:moveTo>
                      <a:lnTo>
                        <a:pt x="135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28" name="Path"/>
                <p:cNvSpPr/>
                <p:nvPr/>
              </p:nvSpPr>
              <p:spPr>
                <a:xfrm>
                  <a:off x="2267712" y="10232136"/>
                  <a:ext cx="18288" cy="1828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00" h="2000">
                      <a:moveTo>
                        <a:pt x="0" y="2000"/>
                      </a:moveTo>
                      <a:lnTo>
                        <a:pt x="2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29" name="Rect"/>
                <p:cNvSpPr/>
                <p:nvPr/>
              </p:nvSpPr>
              <p:spPr>
                <a:xfrm>
                  <a:off x="1746504" y="9930384"/>
                  <a:ext cx="539496" cy="320040"/>
                </a:xfrm>
                <a:prstGeom prst="rect">
                  <a:avLst/>
                </a:prstGeom>
                <a:noFill/>
                <a:ln w="6400" cap="flat">
                  <a:solidFill>
                    <a:srgbClr val="445644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30" name="Rect"/>
                <p:cNvSpPr/>
                <p:nvPr/>
              </p:nvSpPr>
              <p:spPr>
                <a:xfrm>
                  <a:off x="1725473" y="9909353"/>
                  <a:ext cx="581558" cy="362102"/>
                </a:xfrm>
                <a:prstGeom prst="rect">
                  <a:avLst/>
                </a:prstGeom>
                <a:noFill/>
                <a:ln w="6400" cap="flat">
                  <a:solidFill>
                    <a:srgbClr val="D2E3BC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831" name="Rect"/>
              <p:cNvSpPr/>
              <p:nvPr/>
            </p:nvSpPr>
            <p:spPr>
              <a:xfrm>
                <a:off x="1335024" y="9052560"/>
                <a:ext cx="39319" cy="3931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2" name="Rect"/>
              <p:cNvSpPr/>
              <p:nvPr/>
            </p:nvSpPr>
            <p:spPr>
              <a:xfrm>
                <a:off x="1335024" y="9134856"/>
                <a:ext cx="39319" cy="3931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3" name="Rect"/>
              <p:cNvSpPr/>
              <p:nvPr/>
            </p:nvSpPr>
            <p:spPr>
              <a:xfrm>
                <a:off x="1335024" y="9217152"/>
                <a:ext cx="39319" cy="3931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4" name="Rect"/>
              <p:cNvSpPr/>
              <p:nvPr/>
            </p:nvSpPr>
            <p:spPr>
              <a:xfrm>
                <a:off x="1691640" y="9052560"/>
                <a:ext cx="39319" cy="3931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5" name="Rect"/>
              <p:cNvSpPr/>
              <p:nvPr/>
            </p:nvSpPr>
            <p:spPr>
              <a:xfrm>
                <a:off x="1691640" y="9134856"/>
                <a:ext cx="39319" cy="3931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6" name="Rect"/>
              <p:cNvSpPr/>
              <p:nvPr/>
            </p:nvSpPr>
            <p:spPr>
              <a:xfrm>
                <a:off x="1691640" y="9217152"/>
                <a:ext cx="39319" cy="3931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7" name="Ellipse"/>
              <p:cNvSpPr/>
              <p:nvPr/>
            </p:nvSpPr>
            <p:spPr>
              <a:xfrm>
                <a:off x="2633472" y="8663026"/>
                <a:ext cx="182880" cy="157277"/>
              </a:xfrm>
              <a:prstGeom prst="ellipse">
                <a:avLst/>
              </a:prstGeom>
              <a:noFill/>
              <a:ln w="12801" cap="flat">
                <a:solidFill>
                  <a:srgbClr val="000000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8" name="Path"/>
              <p:cNvSpPr/>
              <p:nvPr/>
            </p:nvSpPr>
            <p:spPr>
              <a:xfrm>
                <a:off x="2645359" y="8741664"/>
                <a:ext cx="15910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17400" h="10">
                    <a:moveTo>
                      <a:pt x="0" y="0"/>
                    </a:moveTo>
                    <a:lnTo>
                      <a:pt x="17400" y="0"/>
                    </a:lnTo>
                  </a:path>
                </a:pathLst>
              </a:custGeom>
              <a:noFill/>
              <a:ln w="12801" cap="flat">
                <a:solidFill>
                  <a:srgbClr val="000000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9" name="Path"/>
              <p:cNvSpPr/>
              <p:nvPr/>
            </p:nvSpPr>
            <p:spPr>
              <a:xfrm>
                <a:off x="2724912" y="8674913"/>
                <a:ext cx="91" cy="133502"/>
              </a:xfrm>
              <a:custGeom>
                <a:avLst/>
                <a:gdLst/>
                <a:ahLst/>
                <a:cxnLst/>
                <a:rect l="0" t="0" r="r" b="b"/>
                <a:pathLst>
                  <a:path w="10" h="14600">
                    <a:moveTo>
                      <a:pt x="0" y="0"/>
                    </a:moveTo>
                    <a:lnTo>
                      <a:pt x="0" y="14600"/>
                    </a:lnTo>
                  </a:path>
                </a:pathLst>
              </a:custGeom>
              <a:noFill/>
              <a:ln w="12801" cap="flat">
                <a:solidFill>
                  <a:srgbClr val="000000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0" name="Rect"/>
              <p:cNvSpPr/>
              <p:nvPr/>
            </p:nvSpPr>
            <p:spPr>
              <a:xfrm>
                <a:off x="3108960" y="7397496"/>
                <a:ext cx="429768" cy="2980944"/>
              </a:xfrm>
              <a:prstGeom prst="roundRect">
                <a:avLst>
                  <a:gd name="adj" fmla="val 10638"/>
                </a:avLst>
              </a:prstGeom>
              <a:solidFill>
                <a:srgbClr val="FEF9FD"/>
              </a:solidFill>
              <a:ln w="10515" cap="flat">
                <a:solidFill>
                  <a:srgbClr val="F4A8E7"/>
                </a:solidFill>
                <a:round/>
              </a:ln>
              <a:effectLst>
                <a:outerShdw blurRad="27432" dist="24002" dir="4335319" algn="ctr" rotWithShape="0">
                  <a:srgbClr val="799EBB">
                    <a:alpha val="1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1" name="Rect"/>
              <p:cNvSpPr/>
              <p:nvPr/>
            </p:nvSpPr>
            <p:spPr>
              <a:xfrm>
                <a:off x="3131820" y="7420356"/>
                <a:ext cx="384048" cy="2935224"/>
              </a:xfrm>
              <a:prstGeom prst="roundRect">
                <a:avLst>
                  <a:gd name="adj" fmla="val 9523"/>
                </a:avLst>
              </a:prstGeom>
              <a:noFill/>
              <a:ln w="6858" cap="flat">
                <a:solidFill>
                  <a:srgbClr val="F8BDEB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2" name="Ellipse"/>
              <p:cNvSpPr/>
              <p:nvPr/>
            </p:nvSpPr>
            <p:spPr>
              <a:xfrm>
                <a:off x="3195828" y="7448062"/>
                <a:ext cx="265176" cy="228051"/>
              </a:xfrm>
              <a:prstGeom prst="ellipse">
                <a:avLst/>
              </a:prstGeom>
              <a:solidFill>
                <a:srgbClr val="F9F9F9"/>
              </a:solidFill>
              <a:ln w="19202" cap="flat">
                <a:solidFill>
                  <a:srgbClr val="DF37C4"/>
                </a:solidFill>
                <a:round/>
              </a:ln>
              <a:effectLst>
                <a:outerShdw blurRad="27432" dist="18851" dir="4557825" algn="ctr" rotWithShape="0">
                  <a:srgbClr val="98A1B0">
                    <a:alpha val="2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3" name="Ellipse"/>
              <p:cNvSpPr/>
              <p:nvPr/>
            </p:nvSpPr>
            <p:spPr>
              <a:xfrm>
                <a:off x="3195828" y="7768102"/>
                <a:ext cx="265176" cy="228051"/>
              </a:xfrm>
              <a:prstGeom prst="ellipse">
                <a:avLst/>
              </a:prstGeom>
              <a:solidFill>
                <a:srgbClr val="F9F9F9"/>
              </a:solidFill>
              <a:ln w="19202" cap="flat">
                <a:solidFill>
                  <a:srgbClr val="578433"/>
                </a:solidFill>
                <a:round/>
              </a:ln>
              <a:effectLst>
                <a:outerShdw blurRad="27432" dist="18851" dir="4557825" algn="ctr" rotWithShape="0">
                  <a:srgbClr val="98A1B0">
                    <a:alpha val="2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4" name="Ellipse"/>
              <p:cNvSpPr/>
              <p:nvPr/>
            </p:nvSpPr>
            <p:spPr>
              <a:xfrm>
                <a:off x="3195828" y="8088142"/>
                <a:ext cx="265176" cy="228051"/>
              </a:xfrm>
              <a:prstGeom prst="ellipse">
                <a:avLst/>
              </a:prstGeom>
              <a:solidFill>
                <a:srgbClr val="F9F9F9"/>
              </a:solidFill>
              <a:ln w="19202" cap="flat">
                <a:solidFill>
                  <a:srgbClr val="FFC000"/>
                </a:solidFill>
                <a:round/>
              </a:ln>
              <a:effectLst>
                <a:outerShdw blurRad="27432" dist="18851" dir="4557825" algn="ctr" rotWithShape="0">
                  <a:srgbClr val="98A1B0">
                    <a:alpha val="2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5" name="Ellipse"/>
              <p:cNvSpPr/>
              <p:nvPr/>
            </p:nvSpPr>
            <p:spPr>
              <a:xfrm>
                <a:off x="3195828" y="8417326"/>
                <a:ext cx="265176" cy="228051"/>
              </a:xfrm>
              <a:prstGeom prst="ellipse">
                <a:avLst/>
              </a:prstGeom>
              <a:solidFill>
                <a:srgbClr val="F9F9F9"/>
              </a:solidFill>
              <a:ln w="19202" cap="flat">
                <a:solidFill>
                  <a:srgbClr val="0077CC"/>
                </a:solidFill>
                <a:round/>
              </a:ln>
              <a:effectLst>
                <a:outerShdw blurRad="27432" dist="18851" dir="4557825" algn="ctr" rotWithShape="0">
                  <a:srgbClr val="98A1B0">
                    <a:alpha val="2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6" name="Ellipse"/>
              <p:cNvSpPr/>
              <p:nvPr/>
            </p:nvSpPr>
            <p:spPr>
              <a:xfrm>
                <a:off x="3195828" y="8746510"/>
                <a:ext cx="265176" cy="228051"/>
              </a:xfrm>
              <a:prstGeom prst="ellipse">
                <a:avLst/>
              </a:prstGeom>
              <a:solidFill>
                <a:srgbClr val="F9F9F9"/>
              </a:solidFill>
              <a:ln w="19202" cap="flat">
                <a:solidFill>
                  <a:srgbClr val="F3EF00"/>
                </a:solidFill>
                <a:round/>
              </a:ln>
              <a:effectLst>
                <a:outerShdw blurRad="27432" dist="18851" dir="4557825" algn="ctr" rotWithShape="0">
                  <a:srgbClr val="98A1B0">
                    <a:alpha val="2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7" name="Ellipse"/>
              <p:cNvSpPr/>
              <p:nvPr/>
            </p:nvSpPr>
            <p:spPr>
              <a:xfrm>
                <a:off x="3195828" y="9075694"/>
                <a:ext cx="265176" cy="228051"/>
              </a:xfrm>
              <a:prstGeom prst="ellipse">
                <a:avLst/>
              </a:prstGeom>
              <a:solidFill>
                <a:srgbClr val="F9F9F9"/>
              </a:solidFill>
              <a:ln w="19202" cap="flat">
                <a:solidFill>
                  <a:srgbClr val="8DABE7"/>
                </a:solidFill>
                <a:round/>
              </a:ln>
              <a:effectLst>
                <a:outerShdw blurRad="27432" dist="18851" dir="4557825" algn="ctr" rotWithShape="0">
                  <a:srgbClr val="98A1B0">
                    <a:alpha val="2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8" name="Ellipse"/>
              <p:cNvSpPr/>
              <p:nvPr/>
            </p:nvSpPr>
            <p:spPr>
              <a:xfrm>
                <a:off x="3195828" y="9724918"/>
                <a:ext cx="265176" cy="228051"/>
              </a:xfrm>
              <a:prstGeom prst="ellipse">
                <a:avLst/>
              </a:prstGeom>
              <a:solidFill>
                <a:srgbClr val="F9F9F9"/>
              </a:solidFill>
              <a:ln w="19202" cap="flat">
                <a:solidFill>
                  <a:srgbClr val="FFAF77"/>
                </a:solidFill>
                <a:round/>
              </a:ln>
              <a:effectLst>
                <a:outerShdw blurRad="27432" dist="18851" dir="4557825" algn="ctr" rotWithShape="0">
                  <a:srgbClr val="98A1B0">
                    <a:alpha val="2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9" name="Ellipse"/>
              <p:cNvSpPr/>
              <p:nvPr/>
            </p:nvSpPr>
            <p:spPr>
              <a:xfrm>
                <a:off x="3195828" y="10054102"/>
                <a:ext cx="265176" cy="228051"/>
              </a:xfrm>
              <a:prstGeom prst="ellipse">
                <a:avLst/>
              </a:prstGeom>
              <a:solidFill>
                <a:srgbClr val="F9F9F9"/>
              </a:solidFill>
              <a:ln w="19202" cap="flat">
                <a:solidFill>
                  <a:srgbClr val="75AF45"/>
                </a:solidFill>
                <a:round/>
              </a:ln>
              <a:effectLst>
                <a:outerShdw blurRad="27432" dist="18851" dir="4557825" algn="ctr" rotWithShape="0">
                  <a:srgbClr val="98A1B0">
                    <a:alpha val="2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0" name="Rect"/>
              <p:cNvSpPr/>
              <p:nvPr/>
            </p:nvSpPr>
            <p:spPr>
              <a:xfrm>
                <a:off x="3209544" y="9509760"/>
                <a:ext cx="36576" cy="3657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1" name="Rect"/>
              <p:cNvSpPr/>
              <p:nvPr/>
            </p:nvSpPr>
            <p:spPr>
              <a:xfrm>
                <a:off x="3300984" y="9509760"/>
                <a:ext cx="36576" cy="3657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2" name="Rect"/>
              <p:cNvSpPr/>
              <p:nvPr/>
            </p:nvSpPr>
            <p:spPr>
              <a:xfrm>
                <a:off x="3392424" y="9509760"/>
                <a:ext cx="36576" cy="3657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3" name="Path"/>
              <p:cNvSpPr/>
              <p:nvPr/>
            </p:nvSpPr>
            <p:spPr>
              <a:xfrm>
                <a:off x="3968496" y="8604504"/>
                <a:ext cx="457200" cy="438912"/>
              </a:xfrm>
              <a:custGeom>
                <a:avLst/>
                <a:gdLst/>
                <a:ahLst/>
                <a:cxnLst/>
                <a:rect l="0" t="0" r="r" b="b"/>
                <a:pathLst>
                  <a:path w="50000" h="48000">
                    <a:moveTo>
                      <a:pt x="0" y="12000"/>
                    </a:moveTo>
                    <a:lnTo>
                      <a:pt x="24500" y="12000"/>
                    </a:lnTo>
                    <a:lnTo>
                      <a:pt x="24500" y="0"/>
                    </a:lnTo>
                    <a:lnTo>
                      <a:pt x="50000" y="24000"/>
                    </a:lnTo>
                    <a:lnTo>
                      <a:pt x="24500" y="48000"/>
                    </a:lnTo>
                    <a:lnTo>
                      <a:pt x="24500" y="36000"/>
                    </a:lnTo>
                    <a:lnTo>
                      <a:pt x="0" y="36000"/>
                    </a:lnTo>
                    <a:close/>
                  </a:path>
                </a:pathLst>
              </a:custGeom>
              <a:solidFill>
                <a:srgbClr val="F3ADE5"/>
              </a:solidFill>
              <a:ln w="13716" cap="flat">
                <a:solidFill>
                  <a:srgbClr val="F784D9"/>
                </a:solidFill>
                <a:round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854" name="Reliability distribution matrix"/>
            <p:cNvGrpSpPr/>
            <p:nvPr/>
          </p:nvGrpSpPr>
          <p:grpSpPr>
            <a:xfrm>
              <a:off x="4700016" y="7397496"/>
              <a:ext cx="2112264" cy="2980944"/>
              <a:chOff x="4700016" y="7397496"/>
              <a:chExt cx="2112264" cy="2980944"/>
            </a:xfrm>
          </p:grpSpPr>
          <p:sp>
            <p:nvSpPr>
              <p:cNvPr id="855" name="Rect"/>
              <p:cNvSpPr/>
              <p:nvPr/>
            </p:nvSpPr>
            <p:spPr>
              <a:xfrm>
                <a:off x="4700016" y="7397496"/>
                <a:ext cx="2112264" cy="2980944"/>
              </a:xfrm>
              <a:prstGeom prst="rect">
                <a:avLst/>
              </a:prstGeom>
              <a:solidFill>
                <a:srgbClr val="FFFEF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6" name="Path"/>
              <p:cNvSpPr/>
              <p:nvPr/>
            </p:nvSpPr>
            <p:spPr>
              <a:xfrm>
                <a:off x="4700016" y="7397496"/>
                <a:ext cx="164592" cy="164592"/>
              </a:xfrm>
              <a:custGeom>
                <a:avLst/>
                <a:gdLst/>
                <a:ahLst/>
                <a:cxnLst/>
                <a:rect l="0" t="0" r="r" b="b"/>
                <a:pathLst>
                  <a:path w="18000" h="18000">
                    <a:moveTo>
                      <a:pt x="18000" y="0"/>
                    </a:moveTo>
                    <a:lnTo>
                      <a:pt x="0" y="18000"/>
                    </a:lnTo>
                  </a:path>
                </a:pathLst>
              </a:custGeom>
              <a:noFill/>
              <a:ln w="16459" cap="flat">
                <a:solidFill>
                  <a:srgbClr val="FFF3B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7" name="Path"/>
              <p:cNvSpPr/>
              <p:nvPr/>
            </p:nvSpPr>
            <p:spPr>
              <a:xfrm>
                <a:off x="4700016" y="7397496"/>
                <a:ext cx="329184" cy="329184"/>
              </a:xfrm>
              <a:custGeom>
                <a:avLst/>
                <a:gdLst/>
                <a:ahLst/>
                <a:cxnLst/>
                <a:rect l="0" t="0" r="r" b="b"/>
                <a:pathLst>
                  <a:path w="36000" h="36000">
                    <a:moveTo>
                      <a:pt x="36000" y="0"/>
                    </a:moveTo>
                    <a:lnTo>
                      <a:pt x="0" y="36000"/>
                    </a:lnTo>
                  </a:path>
                </a:pathLst>
              </a:custGeom>
              <a:noFill/>
              <a:ln w="16459" cap="flat">
                <a:solidFill>
                  <a:srgbClr val="FFF3B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8" name="Path"/>
              <p:cNvSpPr/>
              <p:nvPr/>
            </p:nvSpPr>
            <p:spPr>
              <a:xfrm>
                <a:off x="4700016" y="7397496"/>
                <a:ext cx="493776" cy="493776"/>
              </a:xfrm>
              <a:custGeom>
                <a:avLst/>
                <a:gdLst/>
                <a:ahLst/>
                <a:cxnLst/>
                <a:rect l="0" t="0" r="r" b="b"/>
                <a:pathLst>
                  <a:path w="54000" h="54000">
                    <a:moveTo>
                      <a:pt x="54000" y="0"/>
                    </a:moveTo>
                    <a:lnTo>
                      <a:pt x="0" y="54000"/>
                    </a:lnTo>
                  </a:path>
                </a:pathLst>
              </a:custGeom>
              <a:noFill/>
              <a:ln w="16459" cap="flat">
                <a:solidFill>
                  <a:srgbClr val="FFF3B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9" name="Path"/>
              <p:cNvSpPr/>
              <p:nvPr/>
            </p:nvSpPr>
            <p:spPr>
              <a:xfrm>
                <a:off x="4700016" y="7397496"/>
                <a:ext cx="658368" cy="658368"/>
              </a:xfrm>
              <a:custGeom>
                <a:avLst/>
                <a:gdLst/>
                <a:ahLst/>
                <a:cxnLst/>
                <a:rect l="0" t="0" r="r" b="b"/>
                <a:pathLst>
                  <a:path w="72000" h="72000">
                    <a:moveTo>
                      <a:pt x="72000" y="0"/>
                    </a:moveTo>
                    <a:lnTo>
                      <a:pt x="0" y="72000"/>
                    </a:lnTo>
                  </a:path>
                </a:pathLst>
              </a:custGeom>
              <a:noFill/>
              <a:ln w="16459" cap="flat">
                <a:solidFill>
                  <a:srgbClr val="FFF3B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0" name="Path"/>
              <p:cNvSpPr/>
              <p:nvPr/>
            </p:nvSpPr>
            <p:spPr>
              <a:xfrm>
                <a:off x="4700016" y="7397496"/>
                <a:ext cx="822960" cy="822960"/>
              </a:xfrm>
              <a:custGeom>
                <a:avLst/>
                <a:gdLst/>
                <a:ahLst/>
                <a:cxnLst/>
                <a:rect l="0" t="0" r="r" b="b"/>
                <a:pathLst>
                  <a:path w="90000" h="90000">
                    <a:moveTo>
                      <a:pt x="90000" y="0"/>
                    </a:moveTo>
                    <a:lnTo>
                      <a:pt x="0" y="90000"/>
                    </a:lnTo>
                  </a:path>
                </a:pathLst>
              </a:custGeom>
              <a:noFill/>
              <a:ln w="16459" cap="flat">
                <a:solidFill>
                  <a:srgbClr val="FFF3B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1" name="Path"/>
              <p:cNvSpPr/>
              <p:nvPr/>
            </p:nvSpPr>
            <p:spPr>
              <a:xfrm>
                <a:off x="4700016" y="7397496"/>
                <a:ext cx="987552" cy="987552"/>
              </a:xfrm>
              <a:custGeom>
                <a:avLst/>
                <a:gdLst/>
                <a:ahLst/>
                <a:cxnLst/>
                <a:rect l="0" t="0" r="r" b="b"/>
                <a:pathLst>
                  <a:path w="108000" h="108000">
                    <a:moveTo>
                      <a:pt x="108000" y="0"/>
                    </a:moveTo>
                    <a:lnTo>
                      <a:pt x="0" y="108000"/>
                    </a:lnTo>
                  </a:path>
                </a:pathLst>
              </a:custGeom>
              <a:noFill/>
              <a:ln w="16459" cap="flat">
                <a:solidFill>
                  <a:srgbClr val="FFF3B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2" name="Path"/>
              <p:cNvSpPr/>
              <p:nvPr/>
            </p:nvSpPr>
            <p:spPr>
              <a:xfrm>
                <a:off x="4700016" y="7397496"/>
                <a:ext cx="1152144" cy="1152144"/>
              </a:xfrm>
              <a:custGeom>
                <a:avLst/>
                <a:gdLst/>
                <a:ahLst/>
                <a:cxnLst/>
                <a:rect l="0" t="0" r="r" b="b"/>
                <a:pathLst>
                  <a:path w="126000" h="126000">
                    <a:moveTo>
                      <a:pt x="126000" y="0"/>
                    </a:moveTo>
                    <a:lnTo>
                      <a:pt x="0" y="126000"/>
                    </a:lnTo>
                  </a:path>
                </a:pathLst>
              </a:custGeom>
              <a:noFill/>
              <a:ln w="16459" cap="flat">
                <a:solidFill>
                  <a:srgbClr val="FFF3B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3" name="Path"/>
              <p:cNvSpPr/>
              <p:nvPr/>
            </p:nvSpPr>
            <p:spPr>
              <a:xfrm>
                <a:off x="4700016" y="7397496"/>
                <a:ext cx="1316736" cy="1316736"/>
              </a:xfrm>
              <a:custGeom>
                <a:avLst/>
                <a:gdLst/>
                <a:ahLst/>
                <a:cxnLst/>
                <a:rect l="0" t="0" r="r" b="b"/>
                <a:pathLst>
                  <a:path w="144000" h="144000">
                    <a:moveTo>
                      <a:pt x="144000" y="0"/>
                    </a:moveTo>
                    <a:lnTo>
                      <a:pt x="0" y="144000"/>
                    </a:lnTo>
                  </a:path>
                </a:pathLst>
              </a:custGeom>
              <a:noFill/>
              <a:ln w="16459" cap="flat">
                <a:solidFill>
                  <a:srgbClr val="FFF3B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4" name="Path"/>
              <p:cNvSpPr/>
              <p:nvPr/>
            </p:nvSpPr>
            <p:spPr>
              <a:xfrm>
                <a:off x="4700016" y="7397496"/>
                <a:ext cx="1481328" cy="1481328"/>
              </a:xfrm>
              <a:custGeom>
                <a:avLst/>
                <a:gdLst/>
                <a:ahLst/>
                <a:cxnLst/>
                <a:rect l="0" t="0" r="r" b="b"/>
                <a:pathLst>
                  <a:path w="162000" h="162000">
                    <a:moveTo>
                      <a:pt x="162000" y="0"/>
                    </a:moveTo>
                    <a:lnTo>
                      <a:pt x="0" y="162000"/>
                    </a:lnTo>
                  </a:path>
                </a:pathLst>
              </a:custGeom>
              <a:noFill/>
              <a:ln w="16459" cap="flat">
                <a:solidFill>
                  <a:srgbClr val="FFF3B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5" name="Path"/>
              <p:cNvSpPr/>
              <p:nvPr/>
            </p:nvSpPr>
            <p:spPr>
              <a:xfrm>
                <a:off x="4700016" y="7397496"/>
                <a:ext cx="1645920" cy="1645920"/>
              </a:xfrm>
              <a:custGeom>
                <a:avLst/>
                <a:gdLst/>
                <a:ahLst/>
                <a:cxnLst/>
                <a:rect l="0" t="0" r="r" b="b"/>
                <a:pathLst>
                  <a:path w="180000" h="180000">
                    <a:moveTo>
                      <a:pt x="180000" y="0"/>
                    </a:moveTo>
                    <a:lnTo>
                      <a:pt x="0" y="180000"/>
                    </a:lnTo>
                  </a:path>
                </a:pathLst>
              </a:custGeom>
              <a:noFill/>
              <a:ln w="16459" cap="flat">
                <a:solidFill>
                  <a:srgbClr val="FFF3B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6" name="Path"/>
              <p:cNvSpPr/>
              <p:nvPr/>
            </p:nvSpPr>
            <p:spPr>
              <a:xfrm>
                <a:off x="4700016" y="7397496"/>
                <a:ext cx="1810512" cy="1810512"/>
              </a:xfrm>
              <a:custGeom>
                <a:avLst/>
                <a:gdLst/>
                <a:ahLst/>
                <a:cxnLst/>
                <a:rect l="0" t="0" r="r" b="b"/>
                <a:pathLst>
                  <a:path w="198000" h="198000">
                    <a:moveTo>
                      <a:pt x="198000" y="0"/>
                    </a:moveTo>
                    <a:lnTo>
                      <a:pt x="0" y="198000"/>
                    </a:lnTo>
                  </a:path>
                </a:pathLst>
              </a:custGeom>
              <a:noFill/>
              <a:ln w="16459" cap="flat">
                <a:solidFill>
                  <a:srgbClr val="FFF3B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7" name="Path"/>
              <p:cNvSpPr/>
              <p:nvPr/>
            </p:nvSpPr>
            <p:spPr>
              <a:xfrm>
                <a:off x="4700016" y="7397496"/>
                <a:ext cx="1975104" cy="1975104"/>
              </a:xfrm>
              <a:custGeom>
                <a:avLst/>
                <a:gdLst/>
                <a:ahLst/>
                <a:cxnLst/>
                <a:rect l="0" t="0" r="r" b="b"/>
                <a:pathLst>
                  <a:path w="216000" h="216000">
                    <a:moveTo>
                      <a:pt x="216000" y="0"/>
                    </a:moveTo>
                    <a:lnTo>
                      <a:pt x="0" y="216000"/>
                    </a:lnTo>
                  </a:path>
                </a:pathLst>
              </a:custGeom>
              <a:noFill/>
              <a:ln w="16459" cap="flat">
                <a:solidFill>
                  <a:srgbClr val="FFF3B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8" name="Path"/>
              <p:cNvSpPr/>
              <p:nvPr/>
            </p:nvSpPr>
            <p:spPr>
              <a:xfrm>
                <a:off x="4700016" y="7424928"/>
                <a:ext cx="2112264" cy="2112264"/>
              </a:xfrm>
              <a:custGeom>
                <a:avLst/>
                <a:gdLst/>
                <a:ahLst/>
                <a:cxnLst/>
                <a:rect l="0" t="0" r="r" b="b"/>
                <a:pathLst>
                  <a:path w="231000" h="231000">
                    <a:moveTo>
                      <a:pt x="0" y="231000"/>
                    </a:moveTo>
                    <a:lnTo>
                      <a:pt x="231000" y="0"/>
                    </a:lnTo>
                  </a:path>
                </a:pathLst>
              </a:custGeom>
              <a:noFill/>
              <a:ln w="16459" cap="flat">
                <a:solidFill>
                  <a:srgbClr val="FFF3B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9" name="Path"/>
              <p:cNvSpPr/>
              <p:nvPr/>
            </p:nvSpPr>
            <p:spPr>
              <a:xfrm>
                <a:off x="4700016" y="7589520"/>
                <a:ext cx="2112264" cy="2112264"/>
              </a:xfrm>
              <a:custGeom>
                <a:avLst/>
                <a:gdLst/>
                <a:ahLst/>
                <a:cxnLst/>
                <a:rect l="0" t="0" r="r" b="b"/>
                <a:pathLst>
                  <a:path w="231000" h="231000">
                    <a:moveTo>
                      <a:pt x="0" y="231000"/>
                    </a:moveTo>
                    <a:lnTo>
                      <a:pt x="231000" y="0"/>
                    </a:lnTo>
                  </a:path>
                </a:pathLst>
              </a:custGeom>
              <a:noFill/>
              <a:ln w="16459" cap="flat">
                <a:solidFill>
                  <a:srgbClr val="FFF3B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0" name="Path"/>
              <p:cNvSpPr/>
              <p:nvPr/>
            </p:nvSpPr>
            <p:spPr>
              <a:xfrm>
                <a:off x="4700016" y="7754112"/>
                <a:ext cx="2112264" cy="2112264"/>
              </a:xfrm>
              <a:custGeom>
                <a:avLst/>
                <a:gdLst/>
                <a:ahLst/>
                <a:cxnLst/>
                <a:rect l="0" t="0" r="r" b="b"/>
                <a:pathLst>
                  <a:path w="231000" h="231000">
                    <a:moveTo>
                      <a:pt x="0" y="231000"/>
                    </a:moveTo>
                    <a:lnTo>
                      <a:pt x="231000" y="0"/>
                    </a:lnTo>
                  </a:path>
                </a:pathLst>
              </a:custGeom>
              <a:noFill/>
              <a:ln w="16459" cap="flat">
                <a:solidFill>
                  <a:srgbClr val="FFF3B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1" name="Path"/>
              <p:cNvSpPr/>
              <p:nvPr/>
            </p:nvSpPr>
            <p:spPr>
              <a:xfrm>
                <a:off x="4700016" y="7918704"/>
                <a:ext cx="2112264" cy="2112264"/>
              </a:xfrm>
              <a:custGeom>
                <a:avLst/>
                <a:gdLst/>
                <a:ahLst/>
                <a:cxnLst/>
                <a:rect l="0" t="0" r="r" b="b"/>
                <a:pathLst>
                  <a:path w="231000" h="231000">
                    <a:moveTo>
                      <a:pt x="0" y="231000"/>
                    </a:moveTo>
                    <a:lnTo>
                      <a:pt x="231000" y="0"/>
                    </a:lnTo>
                  </a:path>
                </a:pathLst>
              </a:custGeom>
              <a:noFill/>
              <a:ln w="16459" cap="flat">
                <a:solidFill>
                  <a:srgbClr val="FFF3B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2" name="Path"/>
              <p:cNvSpPr/>
              <p:nvPr/>
            </p:nvSpPr>
            <p:spPr>
              <a:xfrm>
                <a:off x="4700016" y="8083296"/>
                <a:ext cx="2112264" cy="2112264"/>
              </a:xfrm>
              <a:custGeom>
                <a:avLst/>
                <a:gdLst/>
                <a:ahLst/>
                <a:cxnLst/>
                <a:rect l="0" t="0" r="r" b="b"/>
                <a:pathLst>
                  <a:path w="231000" h="231000">
                    <a:moveTo>
                      <a:pt x="0" y="231000"/>
                    </a:moveTo>
                    <a:lnTo>
                      <a:pt x="231000" y="0"/>
                    </a:lnTo>
                  </a:path>
                </a:pathLst>
              </a:custGeom>
              <a:noFill/>
              <a:ln w="16459" cap="flat">
                <a:solidFill>
                  <a:srgbClr val="FFF3B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3" name="Path"/>
              <p:cNvSpPr/>
              <p:nvPr/>
            </p:nvSpPr>
            <p:spPr>
              <a:xfrm>
                <a:off x="4700016" y="8247888"/>
                <a:ext cx="2112264" cy="2112264"/>
              </a:xfrm>
              <a:custGeom>
                <a:avLst/>
                <a:gdLst/>
                <a:ahLst/>
                <a:cxnLst/>
                <a:rect l="0" t="0" r="r" b="b"/>
                <a:pathLst>
                  <a:path w="231000" h="231000">
                    <a:moveTo>
                      <a:pt x="0" y="231000"/>
                    </a:moveTo>
                    <a:lnTo>
                      <a:pt x="231000" y="0"/>
                    </a:lnTo>
                  </a:path>
                </a:pathLst>
              </a:custGeom>
              <a:noFill/>
              <a:ln w="16459" cap="flat">
                <a:solidFill>
                  <a:srgbClr val="FFF3B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4" name="Path"/>
              <p:cNvSpPr/>
              <p:nvPr/>
            </p:nvSpPr>
            <p:spPr>
              <a:xfrm>
                <a:off x="4846320" y="8412480"/>
                <a:ext cx="1965960" cy="1965960"/>
              </a:xfrm>
              <a:custGeom>
                <a:avLst/>
                <a:gdLst/>
                <a:ahLst/>
                <a:cxnLst/>
                <a:rect l="0" t="0" r="r" b="b"/>
                <a:pathLst>
                  <a:path w="215000" h="215000">
                    <a:moveTo>
                      <a:pt x="0" y="215000"/>
                    </a:moveTo>
                    <a:lnTo>
                      <a:pt x="215000" y="0"/>
                    </a:lnTo>
                  </a:path>
                </a:pathLst>
              </a:custGeom>
              <a:noFill/>
              <a:ln w="16459" cap="flat">
                <a:solidFill>
                  <a:srgbClr val="FFF3B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5" name="Path"/>
              <p:cNvSpPr/>
              <p:nvPr/>
            </p:nvSpPr>
            <p:spPr>
              <a:xfrm>
                <a:off x="5010912" y="8577072"/>
                <a:ext cx="1801368" cy="1801368"/>
              </a:xfrm>
              <a:custGeom>
                <a:avLst/>
                <a:gdLst/>
                <a:ahLst/>
                <a:cxnLst/>
                <a:rect l="0" t="0" r="r" b="b"/>
                <a:pathLst>
                  <a:path w="197000" h="197000">
                    <a:moveTo>
                      <a:pt x="0" y="197000"/>
                    </a:moveTo>
                    <a:lnTo>
                      <a:pt x="197000" y="0"/>
                    </a:lnTo>
                  </a:path>
                </a:pathLst>
              </a:custGeom>
              <a:noFill/>
              <a:ln w="16459" cap="flat">
                <a:solidFill>
                  <a:srgbClr val="FFF3B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6" name="Path"/>
              <p:cNvSpPr/>
              <p:nvPr/>
            </p:nvSpPr>
            <p:spPr>
              <a:xfrm>
                <a:off x="5175504" y="8741664"/>
                <a:ext cx="1636776" cy="1636776"/>
              </a:xfrm>
              <a:custGeom>
                <a:avLst/>
                <a:gdLst/>
                <a:ahLst/>
                <a:cxnLst/>
                <a:rect l="0" t="0" r="r" b="b"/>
                <a:pathLst>
                  <a:path w="179000" h="179000">
                    <a:moveTo>
                      <a:pt x="0" y="179000"/>
                    </a:moveTo>
                    <a:lnTo>
                      <a:pt x="179000" y="0"/>
                    </a:lnTo>
                  </a:path>
                </a:pathLst>
              </a:custGeom>
              <a:noFill/>
              <a:ln w="16459" cap="flat">
                <a:solidFill>
                  <a:srgbClr val="FFF3B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7" name="Path"/>
              <p:cNvSpPr/>
              <p:nvPr/>
            </p:nvSpPr>
            <p:spPr>
              <a:xfrm>
                <a:off x="5340096" y="8906256"/>
                <a:ext cx="1472184" cy="1472184"/>
              </a:xfrm>
              <a:custGeom>
                <a:avLst/>
                <a:gdLst/>
                <a:ahLst/>
                <a:cxnLst/>
                <a:rect l="0" t="0" r="r" b="b"/>
                <a:pathLst>
                  <a:path w="161000" h="161000">
                    <a:moveTo>
                      <a:pt x="0" y="161000"/>
                    </a:moveTo>
                    <a:lnTo>
                      <a:pt x="161000" y="0"/>
                    </a:lnTo>
                  </a:path>
                </a:pathLst>
              </a:custGeom>
              <a:noFill/>
              <a:ln w="16459" cap="flat">
                <a:solidFill>
                  <a:srgbClr val="FFF3B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8" name="Path"/>
              <p:cNvSpPr/>
              <p:nvPr/>
            </p:nvSpPr>
            <p:spPr>
              <a:xfrm>
                <a:off x="5504688" y="9070848"/>
                <a:ext cx="1307592" cy="1307592"/>
              </a:xfrm>
              <a:custGeom>
                <a:avLst/>
                <a:gdLst/>
                <a:ahLst/>
                <a:cxnLst/>
                <a:rect l="0" t="0" r="r" b="b"/>
                <a:pathLst>
                  <a:path w="143000" h="143000">
                    <a:moveTo>
                      <a:pt x="0" y="143000"/>
                    </a:moveTo>
                    <a:lnTo>
                      <a:pt x="143000" y="0"/>
                    </a:lnTo>
                  </a:path>
                </a:pathLst>
              </a:custGeom>
              <a:noFill/>
              <a:ln w="16459" cap="flat">
                <a:solidFill>
                  <a:srgbClr val="FFF3B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9" name="Path"/>
              <p:cNvSpPr/>
              <p:nvPr/>
            </p:nvSpPr>
            <p:spPr>
              <a:xfrm>
                <a:off x="5669280" y="9235440"/>
                <a:ext cx="1143000" cy="1143000"/>
              </a:xfrm>
              <a:custGeom>
                <a:avLst/>
                <a:gdLst/>
                <a:ahLst/>
                <a:cxnLst/>
                <a:rect l="0" t="0" r="r" b="b"/>
                <a:pathLst>
                  <a:path w="125000" h="125000">
                    <a:moveTo>
                      <a:pt x="0" y="125000"/>
                    </a:moveTo>
                    <a:lnTo>
                      <a:pt x="125000" y="0"/>
                    </a:lnTo>
                  </a:path>
                </a:pathLst>
              </a:custGeom>
              <a:noFill/>
              <a:ln w="16459" cap="flat">
                <a:solidFill>
                  <a:srgbClr val="FFF3B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0" name="Path"/>
              <p:cNvSpPr/>
              <p:nvPr/>
            </p:nvSpPr>
            <p:spPr>
              <a:xfrm>
                <a:off x="5833872" y="9400032"/>
                <a:ext cx="978408" cy="978408"/>
              </a:xfrm>
              <a:custGeom>
                <a:avLst/>
                <a:gdLst/>
                <a:ahLst/>
                <a:cxnLst/>
                <a:rect l="0" t="0" r="r" b="b"/>
                <a:pathLst>
                  <a:path w="107000" h="107000">
                    <a:moveTo>
                      <a:pt x="0" y="107000"/>
                    </a:moveTo>
                    <a:lnTo>
                      <a:pt x="107000" y="0"/>
                    </a:lnTo>
                  </a:path>
                </a:pathLst>
              </a:custGeom>
              <a:noFill/>
              <a:ln w="16459" cap="flat">
                <a:solidFill>
                  <a:srgbClr val="FFF3B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1" name="Path"/>
              <p:cNvSpPr/>
              <p:nvPr/>
            </p:nvSpPr>
            <p:spPr>
              <a:xfrm>
                <a:off x="5998464" y="9564624"/>
                <a:ext cx="813816" cy="813816"/>
              </a:xfrm>
              <a:custGeom>
                <a:avLst/>
                <a:gdLst/>
                <a:ahLst/>
                <a:cxnLst/>
                <a:rect l="0" t="0" r="r" b="b"/>
                <a:pathLst>
                  <a:path w="89000" h="89000">
                    <a:moveTo>
                      <a:pt x="0" y="89000"/>
                    </a:moveTo>
                    <a:lnTo>
                      <a:pt x="89000" y="0"/>
                    </a:lnTo>
                  </a:path>
                </a:pathLst>
              </a:custGeom>
              <a:noFill/>
              <a:ln w="16459" cap="flat">
                <a:solidFill>
                  <a:srgbClr val="FFF3B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2" name="Path"/>
              <p:cNvSpPr/>
              <p:nvPr/>
            </p:nvSpPr>
            <p:spPr>
              <a:xfrm>
                <a:off x="6163056" y="9729216"/>
                <a:ext cx="649224" cy="649224"/>
              </a:xfrm>
              <a:custGeom>
                <a:avLst/>
                <a:gdLst/>
                <a:ahLst/>
                <a:cxnLst/>
                <a:rect l="0" t="0" r="r" b="b"/>
                <a:pathLst>
                  <a:path w="71000" h="71000">
                    <a:moveTo>
                      <a:pt x="0" y="71000"/>
                    </a:moveTo>
                    <a:lnTo>
                      <a:pt x="71000" y="0"/>
                    </a:lnTo>
                  </a:path>
                </a:pathLst>
              </a:custGeom>
              <a:noFill/>
              <a:ln w="16459" cap="flat">
                <a:solidFill>
                  <a:srgbClr val="FFF3B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3" name="Path"/>
              <p:cNvSpPr/>
              <p:nvPr/>
            </p:nvSpPr>
            <p:spPr>
              <a:xfrm>
                <a:off x="6327648" y="9893808"/>
                <a:ext cx="484632" cy="484632"/>
              </a:xfrm>
              <a:custGeom>
                <a:avLst/>
                <a:gdLst/>
                <a:ahLst/>
                <a:cxnLst/>
                <a:rect l="0" t="0" r="r" b="b"/>
                <a:pathLst>
                  <a:path w="53000" h="53000">
                    <a:moveTo>
                      <a:pt x="0" y="53000"/>
                    </a:moveTo>
                    <a:lnTo>
                      <a:pt x="53000" y="0"/>
                    </a:lnTo>
                  </a:path>
                </a:pathLst>
              </a:custGeom>
              <a:noFill/>
              <a:ln w="16459" cap="flat">
                <a:solidFill>
                  <a:srgbClr val="FFF3B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4" name="Path"/>
              <p:cNvSpPr/>
              <p:nvPr/>
            </p:nvSpPr>
            <p:spPr>
              <a:xfrm>
                <a:off x="6492240" y="10058400"/>
                <a:ext cx="320040" cy="320040"/>
              </a:xfrm>
              <a:custGeom>
                <a:avLst/>
                <a:gdLst/>
                <a:ahLst/>
                <a:cxnLst/>
                <a:rect l="0" t="0" r="r" b="b"/>
                <a:pathLst>
                  <a:path w="35000" h="35000">
                    <a:moveTo>
                      <a:pt x="0" y="35000"/>
                    </a:moveTo>
                    <a:lnTo>
                      <a:pt x="35000" y="0"/>
                    </a:lnTo>
                  </a:path>
                </a:pathLst>
              </a:custGeom>
              <a:noFill/>
              <a:ln w="16459" cap="flat">
                <a:solidFill>
                  <a:srgbClr val="FFF3B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5" name="Path"/>
              <p:cNvSpPr/>
              <p:nvPr/>
            </p:nvSpPr>
            <p:spPr>
              <a:xfrm>
                <a:off x="6656832" y="10222992"/>
                <a:ext cx="155448" cy="155448"/>
              </a:xfrm>
              <a:custGeom>
                <a:avLst/>
                <a:gdLst/>
                <a:ahLst/>
                <a:cxnLst/>
                <a:rect l="0" t="0" r="r" b="b"/>
                <a:pathLst>
                  <a:path w="17000" h="17000">
                    <a:moveTo>
                      <a:pt x="0" y="17000"/>
                    </a:moveTo>
                    <a:lnTo>
                      <a:pt x="17000" y="0"/>
                    </a:lnTo>
                  </a:path>
                </a:pathLst>
              </a:custGeom>
              <a:noFill/>
              <a:ln w="16459" cap="flat">
                <a:solidFill>
                  <a:srgbClr val="FFF3B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6" name="Rect"/>
              <p:cNvSpPr/>
              <p:nvPr/>
            </p:nvSpPr>
            <p:spPr>
              <a:xfrm>
                <a:off x="4700016" y="7397496"/>
                <a:ext cx="2112264" cy="2980944"/>
              </a:xfrm>
              <a:prstGeom prst="rect">
                <a:avLst/>
              </a:prstGeom>
              <a:noFill/>
              <a:ln w="27432" cap="flat">
                <a:solidFill>
                  <a:srgbClr val="F6ADE4"/>
                </a:solidFill>
                <a:custDash>
                  <a:ds d="109999" sp="563333"/>
                </a:custDash>
                <a:round/>
              </a:ln>
              <a:effectLst>
                <a:outerShdw blurRad="27432" dist="24002" dir="4335319" algn="ctr" rotWithShape="0">
                  <a:srgbClr val="799EBB">
                    <a:alpha val="18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887" name="Probability distribution"/>
              <p:cNvGrpSpPr/>
              <p:nvPr/>
            </p:nvGrpSpPr>
            <p:grpSpPr>
              <a:xfrm>
                <a:off x="4873752" y="7507224"/>
                <a:ext cx="438912" cy="384048"/>
                <a:chOff x="4873752" y="7507224"/>
                <a:chExt cx="438912" cy="384048"/>
              </a:xfrm>
            </p:grpSpPr>
            <p:sp>
              <p:nvSpPr>
                <p:cNvPr id="888" name="Rect"/>
                <p:cNvSpPr/>
                <p:nvPr/>
              </p:nvSpPr>
              <p:spPr>
                <a:xfrm>
                  <a:off x="4873752" y="7507224"/>
                  <a:ext cx="438912" cy="384048"/>
                </a:xfrm>
                <a:prstGeom prst="rect">
                  <a:avLst/>
                </a:prstGeom>
                <a:solidFill>
                  <a:srgbClr val="FFFFFF"/>
                </a:solidFill>
                <a:ln w="4572" cap="flat">
                  <a:solidFill>
                    <a:srgbClr val="E5DDC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89" name="Ellipse"/>
                <p:cNvSpPr/>
                <p:nvPr/>
              </p:nvSpPr>
              <p:spPr>
                <a:xfrm>
                  <a:off x="4889114" y="7528347"/>
                  <a:ext cx="408188" cy="341803"/>
                </a:xfrm>
                <a:prstGeom prst="ellipse">
                  <a:avLst/>
                </a:prstGeom>
                <a:noFill/>
                <a:ln w="12344" cap="flat">
                  <a:solidFill>
                    <a:srgbClr val="B7A6F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90" name="Path"/>
                <p:cNvSpPr/>
                <p:nvPr/>
              </p:nvSpPr>
              <p:spPr>
                <a:xfrm>
                  <a:off x="4926421" y="7531803"/>
                  <a:ext cx="333573" cy="26921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6480" h="29442">
                      <a:moveTo>
                        <a:pt x="0" y="29442"/>
                      </a:moveTo>
                      <a:cubicBezTo>
                        <a:pt x="760" y="29442"/>
                        <a:pt x="1520" y="29442"/>
                        <a:pt x="2280" y="29440"/>
                      </a:cubicBezTo>
                      <a:cubicBezTo>
                        <a:pt x="3040" y="29439"/>
                        <a:pt x="3800" y="29438"/>
                        <a:pt x="4560" y="29420"/>
                      </a:cubicBezTo>
                      <a:cubicBezTo>
                        <a:pt x="5320" y="29403"/>
                        <a:pt x="6080" y="29377"/>
                        <a:pt x="6840" y="29246"/>
                      </a:cubicBezTo>
                      <a:cubicBezTo>
                        <a:pt x="7600" y="29116"/>
                        <a:pt x="8360" y="28889"/>
                        <a:pt x="9120" y="28252"/>
                      </a:cubicBezTo>
                      <a:cubicBezTo>
                        <a:pt x="9880" y="27616"/>
                        <a:pt x="10640" y="26542"/>
                        <a:pt x="11400" y="24600"/>
                      </a:cubicBezTo>
                      <a:cubicBezTo>
                        <a:pt x="12160" y="22657"/>
                        <a:pt x="12920" y="19772"/>
                        <a:pt x="13680" y="16242"/>
                      </a:cubicBezTo>
                      <a:cubicBezTo>
                        <a:pt x="14440" y="12713"/>
                        <a:pt x="15200" y="8571"/>
                        <a:pt x="15960" y="5350"/>
                      </a:cubicBezTo>
                      <a:cubicBezTo>
                        <a:pt x="16720" y="2129"/>
                        <a:pt x="17480" y="0"/>
                        <a:pt x="18240" y="0"/>
                      </a:cubicBezTo>
                      <a:cubicBezTo>
                        <a:pt x="19000" y="0"/>
                        <a:pt x="19760" y="2129"/>
                        <a:pt x="20520" y="5350"/>
                      </a:cubicBezTo>
                      <a:cubicBezTo>
                        <a:pt x="21280" y="8571"/>
                        <a:pt x="22040" y="12713"/>
                        <a:pt x="22800" y="16242"/>
                      </a:cubicBezTo>
                      <a:cubicBezTo>
                        <a:pt x="23560" y="19772"/>
                        <a:pt x="24320" y="22657"/>
                        <a:pt x="25080" y="24600"/>
                      </a:cubicBezTo>
                      <a:cubicBezTo>
                        <a:pt x="25840" y="26542"/>
                        <a:pt x="26600" y="27616"/>
                        <a:pt x="27360" y="28252"/>
                      </a:cubicBezTo>
                      <a:cubicBezTo>
                        <a:pt x="28120" y="28889"/>
                        <a:pt x="28880" y="29116"/>
                        <a:pt x="29640" y="29246"/>
                      </a:cubicBezTo>
                      <a:cubicBezTo>
                        <a:pt x="30400" y="29377"/>
                        <a:pt x="31160" y="29403"/>
                        <a:pt x="31920" y="29420"/>
                      </a:cubicBezTo>
                      <a:cubicBezTo>
                        <a:pt x="32680" y="29438"/>
                        <a:pt x="33440" y="29439"/>
                        <a:pt x="34200" y="29440"/>
                      </a:cubicBezTo>
                      <a:cubicBezTo>
                        <a:pt x="34960" y="29442"/>
                        <a:pt x="35720" y="29442"/>
                        <a:pt x="36480" y="29442"/>
                      </a:cubicBezTo>
                    </a:path>
                  </a:pathLst>
                </a:custGeom>
                <a:noFill/>
                <a:ln w="10515" cap="flat">
                  <a:solidFill>
                    <a:srgbClr val="B7A6F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891" name="Probability distribution"/>
              <p:cNvGrpSpPr/>
              <p:nvPr/>
            </p:nvGrpSpPr>
            <p:grpSpPr>
              <a:xfrm>
                <a:off x="5532120" y="7507224"/>
                <a:ext cx="438912" cy="384048"/>
                <a:chOff x="5532120" y="7507224"/>
                <a:chExt cx="438912" cy="384048"/>
              </a:xfrm>
            </p:grpSpPr>
            <p:sp>
              <p:nvSpPr>
                <p:cNvPr id="892" name="Rect"/>
                <p:cNvSpPr/>
                <p:nvPr/>
              </p:nvSpPr>
              <p:spPr>
                <a:xfrm>
                  <a:off x="5532120" y="7507224"/>
                  <a:ext cx="438912" cy="384048"/>
                </a:xfrm>
                <a:prstGeom prst="rect">
                  <a:avLst/>
                </a:prstGeom>
                <a:solidFill>
                  <a:srgbClr val="FFFFFF"/>
                </a:solidFill>
                <a:ln w="4572" cap="flat">
                  <a:solidFill>
                    <a:srgbClr val="E5DDC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93" name="Ellipse"/>
                <p:cNvSpPr/>
                <p:nvPr/>
              </p:nvSpPr>
              <p:spPr>
                <a:xfrm>
                  <a:off x="5547482" y="7528347"/>
                  <a:ext cx="408188" cy="341803"/>
                </a:xfrm>
                <a:prstGeom prst="ellipse">
                  <a:avLst/>
                </a:prstGeom>
                <a:noFill/>
                <a:ln w="12344" cap="flat">
                  <a:solidFill>
                    <a:srgbClr val="FFA6E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94" name="Path"/>
                <p:cNvSpPr/>
                <p:nvPr/>
              </p:nvSpPr>
              <p:spPr>
                <a:xfrm>
                  <a:off x="5584789" y="7531803"/>
                  <a:ext cx="333573" cy="26921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6480" h="29442">
                      <a:moveTo>
                        <a:pt x="0" y="29442"/>
                      </a:moveTo>
                      <a:cubicBezTo>
                        <a:pt x="760" y="29442"/>
                        <a:pt x="1520" y="29442"/>
                        <a:pt x="2280" y="29440"/>
                      </a:cubicBezTo>
                      <a:cubicBezTo>
                        <a:pt x="3040" y="29439"/>
                        <a:pt x="3800" y="29438"/>
                        <a:pt x="4560" y="29420"/>
                      </a:cubicBezTo>
                      <a:cubicBezTo>
                        <a:pt x="5320" y="29403"/>
                        <a:pt x="6080" y="29377"/>
                        <a:pt x="6840" y="29246"/>
                      </a:cubicBezTo>
                      <a:cubicBezTo>
                        <a:pt x="7600" y="29116"/>
                        <a:pt x="8360" y="28889"/>
                        <a:pt x="9120" y="28252"/>
                      </a:cubicBezTo>
                      <a:cubicBezTo>
                        <a:pt x="9880" y="27616"/>
                        <a:pt x="10640" y="26542"/>
                        <a:pt x="11400" y="24600"/>
                      </a:cubicBezTo>
                      <a:cubicBezTo>
                        <a:pt x="12160" y="22657"/>
                        <a:pt x="12920" y="19772"/>
                        <a:pt x="13680" y="16242"/>
                      </a:cubicBezTo>
                      <a:cubicBezTo>
                        <a:pt x="14440" y="12713"/>
                        <a:pt x="15200" y="8571"/>
                        <a:pt x="15960" y="5350"/>
                      </a:cubicBezTo>
                      <a:cubicBezTo>
                        <a:pt x="16720" y="2129"/>
                        <a:pt x="17480" y="0"/>
                        <a:pt x="18240" y="0"/>
                      </a:cubicBezTo>
                      <a:cubicBezTo>
                        <a:pt x="19000" y="0"/>
                        <a:pt x="19760" y="2129"/>
                        <a:pt x="20520" y="5350"/>
                      </a:cubicBezTo>
                      <a:cubicBezTo>
                        <a:pt x="21280" y="8571"/>
                        <a:pt x="22040" y="12713"/>
                        <a:pt x="22800" y="16242"/>
                      </a:cubicBezTo>
                      <a:cubicBezTo>
                        <a:pt x="23560" y="19772"/>
                        <a:pt x="24320" y="22657"/>
                        <a:pt x="25080" y="24600"/>
                      </a:cubicBezTo>
                      <a:cubicBezTo>
                        <a:pt x="25840" y="26542"/>
                        <a:pt x="26600" y="27616"/>
                        <a:pt x="27360" y="28252"/>
                      </a:cubicBezTo>
                      <a:cubicBezTo>
                        <a:pt x="28120" y="28889"/>
                        <a:pt x="28880" y="29116"/>
                        <a:pt x="29640" y="29246"/>
                      </a:cubicBezTo>
                      <a:cubicBezTo>
                        <a:pt x="30400" y="29377"/>
                        <a:pt x="31160" y="29403"/>
                        <a:pt x="31920" y="29420"/>
                      </a:cubicBezTo>
                      <a:cubicBezTo>
                        <a:pt x="32680" y="29438"/>
                        <a:pt x="33440" y="29439"/>
                        <a:pt x="34200" y="29440"/>
                      </a:cubicBezTo>
                      <a:cubicBezTo>
                        <a:pt x="34960" y="29442"/>
                        <a:pt x="35720" y="29442"/>
                        <a:pt x="36480" y="29442"/>
                      </a:cubicBezTo>
                    </a:path>
                  </a:pathLst>
                </a:custGeom>
                <a:noFill/>
                <a:ln w="10515" cap="flat">
                  <a:solidFill>
                    <a:srgbClr val="FFA6E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895" name="Probability distribution"/>
              <p:cNvGrpSpPr/>
              <p:nvPr/>
            </p:nvGrpSpPr>
            <p:grpSpPr>
              <a:xfrm>
                <a:off x="6181344" y="7507224"/>
                <a:ext cx="438912" cy="384048"/>
                <a:chOff x="6181344" y="7507224"/>
                <a:chExt cx="438912" cy="384048"/>
              </a:xfrm>
            </p:grpSpPr>
            <p:sp>
              <p:nvSpPr>
                <p:cNvPr id="896" name="Rect"/>
                <p:cNvSpPr/>
                <p:nvPr/>
              </p:nvSpPr>
              <p:spPr>
                <a:xfrm>
                  <a:off x="6181344" y="7507224"/>
                  <a:ext cx="438912" cy="384048"/>
                </a:xfrm>
                <a:prstGeom prst="rect">
                  <a:avLst/>
                </a:prstGeom>
                <a:solidFill>
                  <a:srgbClr val="FFFFFF"/>
                </a:solidFill>
                <a:ln w="4572" cap="flat">
                  <a:solidFill>
                    <a:srgbClr val="E5DDC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97" name="Ellipse"/>
                <p:cNvSpPr/>
                <p:nvPr/>
              </p:nvSpPr>
              <p:spPr>
                <a:xfrm>
                  <a:off x="6196706" y="7528347"/>
                  <a:ext cx="408188" cy="341803"/>
                </a:xfrm>
                <a:prstGeom prst="ellipse">
                  <a:avLst/>
                </a:prstGeom>
                <a:noFill/>
                <a:ln w="12344" cap="flat">
                  <a:solidFill>
                    <a:srgbClr val="FFC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98" name="Path"/>
                <p:cNvSpPr/>
                <p:nvPr/>
              </p:nvSpPr>
              <p:spPr>
                <a:xfrm>
                  <a:off x="6234013" y="7531803"/>
                  <a:ext cx="333573" cy="26921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6480" h="29442">
                      <a:moveTo>
                        <a:pt x="0" y="29442"/>
                      </a:moveTo>
                      <a:cubicBezTo>
                        <a:pt x="760" y="29442"/>
                        <a:pt x="1520" y="29442"/>
                        <a:pt x="2280" y="29440"/>
                      </a:cubicBezTo>
                      <a:cubicBezTo>
                        <a:pt x="3040" y="29439"/>
                        <a:pt x="3800" y="29438"/>
                        <a:pt x="4560" y="29420"/>
                      </a:cubicBezTo>
                      <a:cubicBezTo>
                        <a:pt x="5320" y="29403"/>
                        <a:pt x="6080" y="29377"/>
                        <a:pt x="6840" y="29246"/>
                      </a:cubicBezTo>
                      <a:cubicBezTo>
                        <a:pt x="7600" y="29116"/>
                        <a:pt x="8360" y="28889"/>
                        <a:pt x="9120" y="28252"/>
                      </a:cubicBezTo>
                      <a:cubicBezTo>
                        <a:pt x="9880" y="27616"/>
                        <a:pt x="10640" y="26542"/>
                        <a:pt x="11400" y="24600"/>
                      </a:cubicBezTo>
                      <a:cubicBezTo>
                        <a:pt x="12160" y="22657"/>
                        <a:pt x="12920" y="19772"/>
                        <a:pt x="13680" y="16242"/>
                      </a:cubicBezTo>
                      <a:cubicBezTo>
                        <a:pt x="14440" y="12713"/>
                        <a:pt x="15200" y="8571"/>
                        <a:pt x="15960" y="5350"/>
                      </a:cubicBezTo>
                      <a:cubicBezTo>
                        <a:pt x="16720" y="2129"/>
                        <a:pt x="17480" y="0"/>
                        <a:pt x="18240" y="0"/>
                      </a:cubicBezTo>
                      <a:cubicBezTo>
                        <a:pt x="19000" y="0"/>
                        <a:pt x="19760" y="2129"/>
                        <a:pt x="20520" y="5350"/>
                      </a:cubicBezTo>
                      <a:cubicBezTo>
                        <a:pt x="21280" y="8571"/>
                        <a:pt x="22040" y="12713"/>
                        <a:pt x="22800" y="16242"/>
                      </a:cubicBezTo>
                      <a:cubicBezTo>
                        <a:pt x="23560" y="19772"/>
                        <a:pt x="24320" y="22657"/>
                        <a:pt x="25080" y="24600"/>
                      </a:cubicBezTo>
                      <a:cubicBezTo>
                        <a:pt x="25840" y="26542"/>
                        <a:pt x="26600" y="27616"/>
                        <a:pt x="27360" y="28252"/>
                      </a:cubicBezTo>
                      <a:cubicBezTo>
                        <a:pt x="28120" y="28889"/>
                        <a:pt x="28880" y="29116"/>
                        <a:pt x="29640" y="29246"/>
                      </a:cubicBezTo>
                      <a:cubicBezTo>
                        <a:pt x="30400" y="29377"/>
                        <a:pt x="31160" y="29403"/>
                        <a:pt x="31920" y="29420"/>
                      </a:cubicBezTo>
                      <a:cubicBezTo>
                        <a:pt x="32680" y="29438"/>
                        <a:pt x="33440" y="29439"/>
                        <a:pt x="34200" y="29440"/>
                      </a:cubicBezTo>
                      <a:cubicBezTo>
                        <a:pt x="34960" y="29442"/>
                        <a:pt x="35720" y="29442"/>
                        <a:pt x="36480" y="29442"/>
                      </a:cubicBezTo>
                    </a:path>
                  </a:pathLst>
                </a:custGeom>
                <a:noFill/>
                <a:ln w="10515" cap="flat">
                  <a:solidFill>
                    <a:srgbClr val="FFC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899" name="Probability distribution"/>
              <p:cNvGrpSpPr/>
              <p:nvPr/>
            </p:nvGrpSpPr>
            <p:grpSpPr>
              <a:xfrm>
                <a:off x="4873752" y="7991856"/>
                <a:ext cx="438912" cy="384048"/>
                <a:chOff x="4873752" y="7991856"/>
                <a:chExt cx="438912" cy="384048"/>
              </a:xfrm>
            </p:grpSpPr>
            <p:sp>
              <p:nvSpPr>
                <p:cNvPr id="900" name="Rect"/>
                <p:cNvSpPr/>
                <p:nvPr/>
              </p:nvSpPr>
              <p:spPr>
                <a:xfrm>
                  <a:off x="4873752" y="7991856"/>
                  <a:ext cx="438912" cy="384048"/>
                </a:xfrm>
                <a:prstGeom prst="rect">
                  <a:avLst/>
                </a:prstGeom>
                <a:solidFill>
                  <a:srgbClr val="FFFFFF"/>
                </a:solidFill>
                <a:ln w="4572" cap="flat">
                  <a:solidFill>
                    <a:srgbClr val="E5DDC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01" name="Ellipse"/>
                <p:cNvSpPr/>
                <p:nvPr/>
              </p:nvSpPr>
              <p:spPr>
                <a:xfrm>
                  <a:off x="4889114" y="8012979"/>
                  <a:ext cx="408188" cy="341803"/>
                </a:xfrm>
                <a:prstGeom prst="ellipse">
                  <a:avLst/>
                </a:prstGeom>
                <a:noFill/>
                <a:ln w="12344" cap="flat">
                  <a:solidFill>
                    <a:srgbClr val="B7A6F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02" name="Path"/>
                <p:cNvSpPr/>
                <p:nvPr/>
              </p:nvSpPr>
              <p:spPr>
                <a:xfrm>
                  <a:off x="4926421" y="8016435"/>
                  <a:ext cx="333573" cy="26921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6480" h="29442">
                      <a:moveTo>
                        <a:pt x="0" y="29442"/>
                      </a:moveTo>
                      <a:cubicBezTo>
                        <a:pt x="760" y="29442"/>
                        <a:pt x="1520" y="29442"/>
                        <a:pt x="2280" y="29440"/>
                      </a:cubicBezTo>
                      <a:cubicBezTo>
                        <a:pt x="3040" y="29439"/>
                        <a:pt x="3800" y="29438"/>
                        <a:pt x="4560" y="29420"/>
                      </a:cubicBezTo>
                      <a:cubicBezTo>
                        <a:pt x="5320" y="29403"/>
                        <a:pt x="6080" y="29377"/>
                        <a:pt x="6840" y="29246"/>
                      </a:cubicBezTo>
                      <a:cubicBezTo>
                        <a:pt x="7600" y="29116"/>
                        <a:pt x="8360" y="28889"/>
                        <a:pt x="9120" y="28252"/>
                      </a:cubicBezTo>
                      <a:cubicBezTo>
                        <a:pt x="9880" y="27616"/>
                        <a:pt x="10640" y="26542"/>
                        <a:pt x="11400" y="24600"/>
                      </a:cubicBezTo>
                      <a:cubicBezTo>
                        <a:pt x="12160" y="22657"/>
                        <a:pt x="12920" y="19772"/>
                        <a:pt x="13680" y="16242"/>
                      </a:cubicBezTo>
                      <a:cubicBezTo>
                        <a:pt x="14440" y="12713"/>
                        <a:pt x="15200" y="8571"/>
                        <a:pt x="15960" y="5350"/>
                      </a:cubicBezTo>
                      <a:cubicBezTo>
                        <a:pt x="16720" y="2129"/>
                        <a:pt x="17480" y="0"/>
                        <a:pt x="18240" y="0"/>
                      </a:cubicBezTo>
                      <a:cubicBezTo>
                        <a:pt x="19000" y="0"/>
                        <a:pt x="19760" y="2129"/>
                        <a:pt x="20520" y="5350"/>
                      </a:cubicBezTo>
                      <a:cubicBezTo>
                        <a:pt x="21280" y="8571"/>
                        <a:pt x="22040" y="12713"/>
                        <a:pt x="22800" y="16242"/>
                      </a:cubicBezTo>
                      <a:cubicBezTo>
                        <a:pt x="23560" y="19772"/>
                        <a:pt x="24320" y="22657"/>
                        <a:pt x="25080" y="24600"/>
                      </a:cubicBezTo>
                      <a:cubicBezTo>
                        <a:pt x="25840" y="26542"/>
                        <a:pt x="26600" y="27616"/>
                        <a:pt x="27360" y="28252"/>
                      </a:cubicBezTo>
                      <a:cubicBezTo>
                        <a:pt x="28120" y="28889"/>
                        <a:pt x="28880" y="29116"/>
                        <a:pt x="29640" y="29246"/>
                      </a:cubicBezTo>
                      <a:cubicBezTo>
                        <a:pt x="30400" y="29377"/>
                        <a:pt x="31160" y="29403"/>
                        <a:pt x="31920" y="29420"/>
                      </a:cubicBezTo>
                      <a:cubicBezTo>
                        <a:pt x="32680" y="29438"/>
                        <a:pt x="33440" y="29439"/>
                        <a:pt x="34200" y="29440"/>
                      </a:cubicBezTo>
                      <a:cubicBezTo>
                        <a:pt x="34960" y="29442"/>
                        <a:pt x="35720" y="29442"/>
                        <a:pt x="36480" y="29442"/>
                      </a:cubicBezTo>
                    </a:path>
                  </a:pathLst>
                </a:custGeom>
                <a:noFill/>
                <a:ln w="10515" cap="flat">
                  <a:solidFill>
                    <a:srgbClr val="B7A6F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903" name="Probability distribution"/>
              <p:cNvGrpSpPr/>
              <p:nvPr/>
            </p:nvGrpSpPr>
            <p:grpSpPr>
              <a:xfrm>
                <a:off x="5532120" y="7991856"/>
                <a:ext cx="438912" cy="384048"/>
                <a:chOff x="5532120" y="7991856"/>
                <a:chExt cx="438912" cy="384048"/>
              </a:xfrm>
            </p:grpSpPr>
            <p:sp>
              <p:nvSpPr>
                <p:cNvPr id="904" name="Rect"/>
                <p:cNvSpPr/>
                <p:nvPr/>
              </p:nvSpPr>
              <p:spPr>
                <a:xfrm>
                  <a:off x="5532120" y="7991856"/>
                  <a:ext cx="438912" cy="384048"/>
                </a:xfrm>
                <a:prstGeom prst="rect">
                  <a:avLst/>
                </a:prstGeom>
                <a:solidFill>
                  <a:srgbClr val="FFFFFF"/>
                </a:solidFill>
                <a:ln w="4572" cap="flat">
                  <a:solidFill>
                    <a:srgbClr val="E5DDC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05" name="Ellipse"/>
                <p:cNvSpPr/>
                <p:nvPr/>
              </p:nvSpPr>
              <p:spPr>
                <a:xfrm>
                  <a:off x="5547482" y="8012979"/>
                  <a:ext cx="408188" cy="341803"/>
                </a:xfrm>
                <a:prstGeom prst="ellipse">
                  <a:avLst/>
                </a:prstGeom>
                <a:noFill/>
                <a:ln w="12344" cap="flat">
                  <a:solidFill>
                    <a:srgbClr val="FFA6E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06" name="Path"/>
                <p:cNvSpPr/>
                <p:nvPr/>
              </p:nvSpPr>
              <p:spPr>
                <a:xfrm>
                  <a:off x="5584789" y="8016435"/>
                  <a:ext cx="333573" cy="26921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6480" h="29442">
                      <a:moveTo>
                        <a:pt x="0" y="29442"/>
                      </a:moveTo>
                      <a:cubicBezTo>
                        <a:pt x="760" y="29442"/>
                        <a:pt x="1520" y="29442"/>
                        <a:pt x="2280" y="29440"/>
                      </a:cubicBezTo>
                      <a:cubicBezTo>
                        <a:pt x="3040" y="29439"/>
                        <a:pt x="3800" y="29438"/>
                        <a:pt x="4560" y="29420"/>
                      </a:cubicBezTo>
                      <a:cubicBezTo>
                        <a:pt x="5320" y="29403"/>
                        <a:pt x="6080" y="29377"/>
                        <a:pt x="6840" y="29246"/>
                      </a:cubicBezTo>
                      <a:cubicBezTo>
                        <a:pt x="7600" y="29116"/>
                        <a:pt x="8360" y="28889"/>
                        <a:pt x="9120" y="28252"/>
                      </a:cubicBezTo>
                      <a:cubicBezTo>
                        <a:pt x="9880" y="27616"/>
                        <a:pt x="10640" y="26542"/>
                        <a:pt x="11400" y="24600"/>
                      </a:cubicBezTo>
                      <a:cubicBezTo>
                        <a:pt x="12160" y="22657"/>
                        <a:pt x="12920" y="19772"/>
                        <a:pt x="13680" y="16242"/>
                      </a:cubicBezTo>
                      <a:cubicBezTo>
                        <a:pt x="14440" y="12713"/>
                        <a:pt x="15200" y="8571"/>
                        <a:pt x="15960" y="5350"/>
                      </a:cubicBezTo>
                      <a:cubicBezTo>
                        <a:pt x="16720" y="2129"/>
                        <a:pt x="17480" y="0"/>
                        <a:pt x="18240" y="0"/>
                      </a:cubicBezTo>
                      <a:cubicBezTo>
                        <a:pt x="19000" y="0"/>
                        <a:pt x="19760" y="2129"/>
                        <a:pt x="20520" y="5350"/>
                      </a:cubicBezTo>
                      <a:cubicBezTo>
                        <a:pt x="21280" y="8571"/>
                        <a:pt x="22040" y="12713"/>
                        <a:pt x="22800" y="16242"/>
                      </a:cubicBezTo>
                      <a:cubicBezTo>
                        <a:pt x="23560" y="19772"/>
                        <a:pt x="24320" y="22657"/>
                        <a:pt x="25080" y="24600"/>
                      </a:cubicBezTo>
                      <a:cubicBezTo>
                        <a:pt x="25840" y="26542"/>
                        <a:pt x="26600" y="27616"/>
                        <a:pt x="27360" y="28252"/>
                      </a:cubicBezTo>
                      <a:cubicBezTo>
                        <a:pt x="28120" y="28889"/>
                        <a:pt x="28880" y="29116"/>
                        <a:pt x="29640" y="29246"/>
                      </a:cubicBezTo>
                      <a:cubicBezTo>
                        <a:pt x="30400" y="29377"/>
                        <a:pt x="31160" y="29403"/>
                        <a:pt x="31920" y="29420"/>
                      </a:cubicBezTo>
                      <a:cubicBezTo>
                        <a:pt x="32680" y="29438"/>
                        <a:pt x="33440" y="29439"/>
                        <a:pt x="34200" y="29440"/>
                      </a:cubicBezTo>
                      <a:cubicBezTo>
                        <a:pt x="34960" y="29442"/>
                        <a:pt x="35720" y="29442"/>
                        <a:pt x="36480" y="29442"/>
                      </a:cubicBezTo>
                    </a:path>
                  </a:pathLst>
                </a:custGeom>
                <a:noFill/>
                <a:ln w="10515" cap="flat">
                  <a:solidFill>
                    <a:srgbClr val="FFA6E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907" name="Probability distribution"/>
              <p:cNvGrpSpPr/>
              <p:nvPr/>
            </p:nvGrpSpPr>
            <p:grpSpPr>
              <a:xfrm>
                <a:off x="6181344" y="7991856"/>
                <a:ext cx="438912" cy="384048"/>
                <a:chOff x="6181344" y="7991856"/>
                <a:chExt cx="438912" cy="384048"/>
              </a:xfrm>
            </p:grpSpPr>
            <p:sp>
              <p:nvSpPr>
                <p:cNvPr id="908" name="Rect"/>
                <p:cNvSpPr/>
                <p:nvPr/>
              </p:nvSpPr>
              <p:spPr>
                <a:xfrm>
                  <a:off x="6181344" y="7991856"/>
                  <a:ext cx="438912" cy="384048"/>
                </a:xfrm>
                <a:prstGeom prst="rect">
                  <a:avLst/>
                </a:prstGeom>
                <a:solidFill>
                  <a:srgbClr val="FFFFFF"/>
                </a:solidFill>
                <a:ln w="4572" cap="flat">
                  <a:solidFill>
                    <a:srgbClr val="E5DDC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09" name="Ellipse"/>
                <p:cNvSpPr/>
                <p:nvPr/>
              </p:nvSpPr>
              <p:spPr>
                <a:xfrm>
                  <a:off x="6196706" y="8012979"/>
                  <a:ext cx="408188" cy="341803"/>
                </a:xfrm>
                <a:prstGeom prst="ellipse">
                  <a:avLst/>
                </a:prstGeom>
                <a:noFill/>
                <a:ln w="12344" cap="flat">
                  <a:solidFill>
                    <a:srgbClr val="FFC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10" name="Path"/>
                <p:cNvSpPr/>
                <p:nvPr/>
              </p:nvSpPr>
              <p:spPr>
                <a:xfrm>
                  <a:off x="6234013" y="8016435"/>
                  <a:ext cx="333573" cy="26921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6480" h="29442">
                      <a:moveTo>
                        <a:pt x="0" y="29442"/>
                      </a:moveTo>
                      <a:cubicBezTo>
                        <a:pt x="760" y="29442"/>
                        <a:pt x="1520" y="29442"/>
                        <a:pt x="2280" y="29440"/>
                      </a:cubicBezTo>
                      <a:cubicBezTo>
                        <a:pt x="3040" y="29439"/>
                        <a:pt x="3800" y="29438"/>
                        <a:pt x="4560" y="29420"/>
                      </a:cubicBezTo>
                      <a:cubicBezTo>
                        <a:pt x="5320" y="29403"/>
                        <a:pt x="6080" y="29377"/>
                        <a:pt x="6840" y="29246"/>
                      </a:cubicBezTo>
                      <a:cubicBezTo>
                        <a:pt x="7600" y="29116"/>
                        <a:pt x="8360" y="28889"/>
                        <a:pt x="9120" y="28252"/>
                      </a:cubicBezTo>
                      <a:cubicBezTo>
                        <a:pt x="9880" y="27616"/>
                        <a:pt x="10640" y="26542"/>
                        <a:pt x="11400" y="24600"/>
                      </a:cubicBezTo>
                      <a:cubicBezTo>
                        <a:pt x="12160" y="22657"/>
                        <a:pt x="12920" y="19772"/>
                        <a:pt x="13680" y="16242"/>
                      </a:cubicBezTo>
                      <a:cubicBezTo>
                        <a:pt x="14440" y="12713"/>
                        <a:pt x="15200" y="8571"/>
                        <a:pt x="15960" y="5350"/>
                      </a:cubicBezTo>
                      <a:cubicBezTo>
                        <a:pt x="16720" y="2129"/>
                        <a:pt x="17480" y="0"/>
                        <a:pt x="18240" y="0"/>
                      </a:cubicBezTo>
                      <a:cubicBezTo>
                        <a:pt x="19000" y="0"/>
                        <a:pt x="19760" y="2129"/>
                        <a:pt x="20520" y="5350"/>
                      </a:cubicBezTo>
                      <a:cubicBezTo>
                        <a:pt x="21280" y="8571"/>
                        <a:pt x="22040" y="12713"/>
                        <a:pt x="22800" y="16242"/>
                      </a:cubicBezTo>
                      <a:cubicBezTo>
                        <a:pt x="23560" y="19772"/>
                        <a:pt x="24320" y="22657"/>
                        <a:pt x="25080" y="24600"/>
                      </a:cubicBezTo>
                      <a:cubicBezTo>
                        <a:pt x="25840" y="26542"/>
                        <a:pt x="26600" y="27616"/>
                        <a:pt x="27360" y="28252"/>
                      </a:cubicBezTo>
                      <a:cubicBezTo>
                        <a:pt x="28120" y="28889"/>
                        <a:pt x="28880" y="29116"/>
                        <a:pt x="29640" y="29246"/>
                      </a:cubicBezTo>
                      <a:cubicBezTo>
                        <a:pt x="30400" y="29377"/>
                        <a:pt x="31160" y="29403"/>
                        <a:pt x="31920" y="29420"/>
                      </a:cubicBezTo>
                      <a:cubicBezTo>
                        <a:pt x="32680" y="29438"/>
                        <a:pt x="33440" y="29439"/>
                        <a:pt x="34200" y="29440"/>
                      </a:cubicBezTo>
                      <a:cubicBezTo>
                        <a:pt x="34960" y="29442"/>
                        <a:pt x="35720" y="29442"/>
                        <a:pt x="36480" y="29442"/>
                      </a:cubicBezTo>
                    </a:path>
                  </a:pathLst>
                </a:custGeom>
                <a:noFill/>
                <a:ln w="10515" cap="flat">
                  <a:solidFill>
                    <a:srgbClr val="FFC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911" name="Probability distribution"/>
              <p:cNvGrpSpPr/>
              <p:nvPr/>
            </p:nvGrpSpPr>
            <p:grpSpPr>
              <a:xfrm>
                <a:off x="4873752" y="8467344"/>
                <a:ext cx="438912" cy="384048"/>
                <a:chOff x="4873752" y="8467344"/>
                <a:chExt cx="438912" cy="384048"/>
              </a:xfrm>
            </p:grpSpPr>
            <p:sp>
              <p:nvSpPr>
                <p:cNvPr id="912" name="Rect"/>
                <p:cNvSpPr/>
                <p:nvPr/>
              </p:nvSpPr>
              <p:spPr>
                <a:xfrm>
                  <a:off x="4873752" y="8467344"/>
                  <a:ext cx="438912" cy="384048"/>
                </a:xfrm>
                <a:prstGeom prst="rect">
                  <a:avLst/>
                </a:prstGeom>
                <a:solidFill>
                  <a:srgbClr val="FFFFFF"/>
                </a:solidFill>
                <a:ln w="4572" cap="flat">
                  <a:solidFill>
                    <a:srgbClr val="E5DDC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13" name="Ellipse"/>
                <p:cNvSpPr/>
                <p:nvPr/>
              </p:nvSpPr>
              <p:spPr>
                <a:xfrm>
                  <a:off x="4889114" y="8488467"/>
                  <a:ext cx="408188" cy="341803"/>
                </a:xfrm>
                <a:prstGeom prst="ellipse">
                  <a:avLst/>
                </a:prstGeom>
                <a:noFill/>
                <a:ln w="12344" cap="flat">
                  <a:solidFill>
                    <a:srgbClr val="B7A6F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14" name="Path"/>
                <p:cNvSpPr/>
                <p:nvPr/>
              </p:nvSpPr>
              <p:spPr>
                <a:xfrm>
                  <a:off x="4926421" y="8491923"/>
                  <a:ext cx="333573" cy="26921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6480" h="29442">
                      <a:moveTo>
                        <a:pt x="0" y="29442"/>
                      </a:moveTo>
                      <a:cubicBezTo>
                        <a:pt x="760" y="29442"/>
                        <a:pt x="1520" y="29442"/>
                        <a:pt x="2280" y="29440"/>
                      </a:cubicBezTo>
                      <a:cubicBezTo>
                        <a:pt x="3040" y="29439"/>
                        <a:pt x="3800" y="29438"/>
                        <a:pt x="4560" y="29420"/>
                      </a:cubicBezTo>
                      <a:cubicBezTo>
                        <a:pt x="5320" y="29403"/>
                        <a:pt x="6080" y="29377"/>
                        <a:pt x="6840" y="29246"/>
                      </a:cubicBezTo>
                      <a:cubicBezTo>
                        <a:pt x="7600" y="29116"/>
                        <a:pt x="8360" y="28889"/>
                        <a:pt x="9120" y="28252"/>
                      </a:cubicBezTo>
                      <a:cubicBezTo>
                        <a:pt x="9880" y="27616"/>
                        <a:pt x="10640" y="26542"/>
                        <a:pt x="11400" y="24600"/>
                      </a:cubicBezTo>
                      <a:cubicBezTo>
                        <a:pt x="12160" y="22657"/>
                        <a:pt x="12920" y="19772"/>
                        <a:pt x="13680" y="16242"/>
                      </a:cubicBezTo>
                      <a:cubicBezTo>
                        <a:pt x="14440" y="12713"/>
                        <a:pt x="15200" y="8571"/>
                        <a:pt x="15960" y="5350"/>
                      </a:cubicBezTo>
                      <a:cubicBezTo>
                        <a:pt x="16720" y="2129"/>
                        <a:pt x="17480" y="0"/>
                        <a:pt x="18240" y="0"/>
                      </a:cubicBezTo>
                      <a:cubicBezTo>
                        <a:pt x="19000" y="0"/>
                        <a:pt x="19760" y="2129"/>
                        <a:pt x="20520" y="5350"/>
                      </a:cubicBezTo>
                      <a:cubicBezTo>
                        <a:pt x="21280" y="8571"/>
                        <a:pt x="22040" y="12713"/>
                        <a:pt x="22800" y="16242"/>
                      </a:cubicBezTo>
                      <a:cubicBezTo>
                        <a:pt x="23560" y="19772"/>
                        <a:pt x="24320" y="22657"/>
                        <a:pt x="25080" y="24600"/>
                      </a:cubicBezTo>
                      <a:cubicBezTo>
                        <a:pt x="25840" y="26542"/>
                        <a:pt x="26600" y="27616"/>
                        <a:pt x="27360" y="28252"/>
                      </a:cubicBezTo>
                      <a:cubicBezTo>
                        <a:pt x="28120" y="28889"/>
                        <a:pt x="28880" y="29116"/>
                        <a:pt x="29640" y="29246"/>
                      </a:cubicBezTo>
                      <a:cubicBezTo>
                        <a:pt x="30400" y="29377"/>
                        <a:pt x="31160" y="29403"/>
                        <a:pt x="31920" y="29420"/>
                      </a:cubicBezTo>
                      <a:cubicBezTo>
                        <a:pt x="32680" y="29438"/>
                        <a:pt x="33440" y="29439"/>
                        <a:pt x="34200" y="29440"/>
                      </a:cubicBezTo>
                      <a:cubicBezTo>
                        <a:pt x="34960" y="29442"/>
                        <a:pt x="35720" y="29442"/>
                        <a:pt x="36480" y="29442"/>
                      </a:cubicBezTo>
                    </a:path>
                  </a:pathLst>
                </a:custGeom>
                <a:noFill/>
                <a:ln w="10515" cap="flat">
                  <a:solidFill>
                    <a:srgbClr val="B7A6F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915" name="Probability distribution"/>
              <p:cNvGrpSpPr/>
              <p:nvPr/>
            </p:nvGrpSpPr>
            <p:grpSpPr>
              <a:xfrm>
                <a:off x="5532120" y="8467344"/>
                <a:ext cx="438912" cy="384048"/>
                <a:chOff x="5532120" y="8467344"/>
                <a:chExt cx="438912" cy="384048"/>
              </a:xfrm>
            </p:grpSpPr>
            <p:sp>
              <p:nvSpPr>
                <p:cNvPr id="916" name="Rect"/>
                <p:cNvSpPr/>
                <p:nvPr/>
              </p:nvSpPr>
              <p:spPr>
                <a:xfrm>
                  <a:off x="5532120" y="8467344"/>
                  <a:ext cx="438912" cy="384048"/>
                </a:xfrm>
                <a:prstGeom prst="rect">
                  <a:avLst/>
                </a:prstGeom>
                <a:solidFill>
                  <a:srgbClr val="FFFFFF"/>
                </a:solidFill>
                <a:ln w="4572" cap="flat">
                  <a:solidFill>
                    <a:srgbClr val="E5DDC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17" name="Ellipse"/>
                <p:cNvSpPr/>
                <p:nvPr/>
              </p:nvSpPr>
              <p:spPr>
                <a:xfrm>
                  <a:off x="5547482" y="8488467"/>
                  <a:ext cx="408188" cy="341803"/>
                </a:xfrm>
                <a:prstGeom prst="ellipse">
                  <a:avLst/>
                </a:prstGeom>
                <a:noFill/>
                <a:ln w="12344" cap="flat">
                  <a:solidFill>
                    <a:srgbClr val="FFA6E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18" name="Path"/>
                <p:cNvSpPr/>
                <p:nvPr/>
              </p:nvSpPr>
              <p:spPr>
                <a:xfrm>
                  <a:off x="5584789" y="8491923"/>
                  <a:ext cx="333573" cy="26921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6480" h="29442">
                      <a:moveTo>
                        <a:pt x="0" y="29442"/>
                      </a:moveTo>
                      <a:cubicBezTo>
                        <a:pt x="760" y="29442"/>
                        <a:pt x="1520" y="29442"/>
                        <a:pt x="2280" y="29440"/>
                      </a:cubicBezTo>
                      <a:cubicBezTo>
                        <a:pt x="3040" y="29439"/>
                        <a:pt x="3800" y="29438"/>
                        <a:pt x="4560" y="29420"/>
                      </a:cubicBezTo>
                      <a:cubicBezTo>
                        <a:pt x="5320" y="29403"/>
                        <a:pt x="6080" y="29377"/>
                        <a:pt x="6840" y="29246"/>
                      </a:cubicBezTo>
                      <a:cubicBezTo>
                        <a:pt x="7600" y="29116"/>
                        <a:pt x="8360" y="28889"/>
                        <a:pt x="9120" y="28252"/>
                      </a:cubicBezTo>
                      <a:cubicBezTo>
                        <a:pt x="9880" y="27616"/>
                        <a:pt x="10640" y="26542"/>
                        <a:pt x="11400" y="24600"/>
                      </a:cubicBezTo>
                      <a:cubicBezTo>
                        <a:pt x="12160" y="22657"/>
                        <a:pt x="12920" y="19772"/>
                        <a:pt x="13680" y="16242"/>
                      </a:cubicBezTo>
                      <a:cubicBezTo>
                        <a:pt x="14440" y="12713"/>
                        <a:pt x="15200" y="8571"/>
                        <a:pt x="15960" y="5350"/>
                      </a:cubicBezTo>
                      <a:cubicBezTo>
                        <a:pt x="16720" y="2129"/>
                        <a:pt x="17480" y="0"/>
                        <a:pt x="18240" y="0"/>
                      </a:cubicBezTo>
                      <a:cubicBezTo>
                        <a:pt x="19000" y="0"/>
                        <a:pt x="19760" y="2129"/>
                        <a:pt x="20520" y="5350"/>
                      </a:cubicBezTo>
                      <a:cubicBezTo>
                        <a:pt x="21280" y="8571"/>
                        <a:pt x="22040" y="12713"/>
                        <a:pt x="22800" y="16242"/>
                      </a:cubicBezTo>
                      <a:cubicBezTo>
                        <a:pt x="23560" y="19772"/>
                        <a:pt x="24320" y="22657"/>
                        <a:pt x="25080" y="24600"/>
                      </a:cubicBezTo>
                      <a:cubicBezTo>
                        <a:pt x="25840" y="26542"/>
                        <a:pt x="26600" y="27616"/>
                        <a:pt x="27360" y="28252"/>
                      </a:cubicBezTo>
                      <a:cubicBezTo>
                        <a:pt x="28120" y="28889"/>
                        <a:pt x="28880" y="29116"/>
                        <a:pt x="29640" y="29246"/>
                      </a:cubicBezTo>
                      <a:cubicBezTo>
                        <a:pt x="30400" y="29377"/>
                        <a:pt x="31160" y="29403"/>
                        <a:pt x="31920" y="29420"/>
                      </a:cubicBezTo>
                      <a:cubicBezTo>
                        <a:pt x="32680" y="29438"/>
                        <a:pt x="33440" y="29439"/>
                        <a:pt x="34200" y="29440"/>
                      </a:cubicBezTo>
                      <a:cubicBezTo>
                        <a:pt x="34960" y="29442"/>
                        <a:pt x="35720" y="29442"/>
                        <a:pt x="36480" y="29442"/>
                      </a:cubicBezTo>
                    </a:path>
                  </a:pathLst>
                </a:custGeom>
                <a:noFill/>
                <a:ln w="10515" cap="flat">
                  <a:solidFill>
                    <a:srgbClr val="FFA6E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919" name="Probability distribution"/>
              <p:cNvGrpSpPr/>
              <p:nvPr/>
            </p:nvGrpSpPr>
            <p:grpSpPr>
              <a:xfrm>
                <a:off x="6181344" y="8467344"/>
                <a:ext cx="438912" cy="384048"/>
                <a:chOff x="6181344" y="8467344"/>
                <a:chExt cx="438912" cy="384048"/>
              </a:xfrm>
            </p:grpSpPr>
            <p:sp>
              <p:nvSpPr>
                <p:cNvPr id="920" name="Rect"/>
                <p:cNvSpPr/>
                <p:nvPr/>
              </p:nvSpPr>
              <p:spPr>
                <a:xfrm>
                  <a:off x="6181344" y="8467344"/>
                  <a:ext cx="438912" cy="384048"/>
                </a:xfrm>
                <a:prstGeom prst="rect">
                  <a:avLst/>
                </a:prstGeom>
                <a:solidFill>
                  <a:srgbClr val="FFFFFF"/>
                </a:solidFill>
                <a:ln w="4572" cap="flat">
                  <a:solidFill>
                    <a:srgbClr val="E5DDC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21" name="Ellipse"/>
                <p:cNvSpPr/>
                <p:nvPr/>
              </p:nvSpPr>
              <p:spPr>
                <a:xfrm>
                  <a:off x="6196706" y="8488467"/>
                  <a:ext cx="408188" cy="341803"/>
                </a:xfrm>
                <a:prstGeom prst="ellipse">
                  <a:avLst/>
                </a:prstGeom>
                <a:noFill/>
                <a:ln w="12344" cap="flat">
                  <a:solidFill>
                    <a:srgbClr val="FFC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22" name="Path"/>
                <p:cNvSpPr/>
                <p:nvPr/>
              </p:nvSpPr>
              <p:spPr>
                <a:xfrm>
                  <a:off x="6234013" y="8491923"/>
                  <a:ext cx="333573" cy="26921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6480" h="29442">
                      <a:moveTo>
                        <a:pt x="0" y="29442"/>
                      </a:moveTo>
                      <a:cubicBezTo>
                        <a:pt x="760" y="29442"/>
                        <a:pt x="1520" y="29442"/>
                        <a:pt x="2280" y="29440"/>
                      </a:cubicBezTo>
                      <a:cubicBezTo>
                        <a:pt x="3040" y="29439"/>
                        <a:pt x="3800" y="29438"/>
                        <a:pt x="4560" y="29420"/>
                      </a:cubicBezTo>
                      <a:cubicBezTo>
                        <a:pt x="5320" y="29403"/>
                        <a:pt x="6080" y="29377"/>
                        <a:pt x="6840" y="29246"/>
                      </a:cubicBezTo>
                      <a:cubicBezTo>
                        <a:pt x="7600" y="29116"/>
                        <a:pt x="8360" y="28889"/>
                        <a:pt x="9120" y="28252"/>
                      </a:cubicBezTo>
                      <a:cubicBezTo>
                        <a:pt x="9880" y="27616"/>
                        <a:pt x="10640" y="26542"/>
                        <a:pt x="11400" y="24600"/>
                      </a:cubicBezTo>
                      <a:cubicBezTo>
                        <a:pt x="12160" y="22657"/>
                        <a:pt x="12920" y="19772"/>
                        <a:pt x="13680" y="16242"/>
                      </a:cubicBezTo>
                      <a:cubicBezTo>
                        <a:pt x="14440" y="12713"/>
                        <a:pt x="15200" y="8571"/>
                        <a:pt x="15960" y="5350"/>
                      </a:cubicBezTo>
                      <a:cubicBezTo>
                        <a:pt x="16720" y="2129"/>
                        <a:pt x="17480" y="0"/>
                        <a:pt x="18240" y="0"/>
                      </a:cubicBezTo>
                      <a:cubicBezTo>
                        <a:pt x="19000" y="0"/>
                        <a:pt x="19760" y="2129"/>
                        <a:pt x="20520" y="5350"/>
                      </a:cubicBezTo>
                      <a:cubicBezTo>
                        <a:pt x="21280" y="8571"/>
                        <a:pt x="22040" y="12713"/>
                        <a:pt x="22800" y="16242"/>
                      </a:cubicBezTo>
                      <a:cubicBezTo>
                        <a:pt x="23560" y="19772"/>
                        <a:pt x="24320" y="22657"/>
                        <a:pt x="25080" y="24600"/>
                      </a:cubicBezTo>
                      <a:cubicBezTo>
                        <a:pt x="25840" y="26542"/>
                        <a:pt x="26600" y="27616"/>
                        <a:pt x="27360" y="28252"/>
                      </a:cubicBezTo>
                      <a:cubicBezTo>
                        <a:pt x="28120" y="28889"/>
                        <a:pt x="28880" y="29116"/>
                        <a:pt x="29640" y="29246"/>
                      </a:cubicBezTo>
                      <a:cubicBezTo>
                        <a:pt x="30400" y="29377"/>
                        <a:pt x="31160" y="29403"/>
                        <a:pt x="31920" y="29420"/>
                      </a:cubicBezTo>
                      <a:cubicBezTo>
                        <a:pt x="32680" y="29438"/>
                        <a:pt x="33440" y="29439"/>
                        <a:pt x="34200" y="29440"/>
                      </a:cubicBezTo>
                      <a:cubicBezTo>
                        <a:pt x="34960" y="29442"/>
                        <a:pt x="35720" y="29442"/>
                        <a:pt x="36480" y="29442"/>
                      </a:cubicBezTo>
                    </a:path>
                  </a:pathLst>
                </a:custGeom>
                <a:noFill/>
                <a:ln w="10515" cap="flat">
                  <a:solidFill>
                    <a:srgbClr val="FFC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923" name="Probability distribution"/>
              <p:cNvGrpSpPr/>
              <p:nvPr/>
            </p:nvGrpSpPr>
            <p:grpSpPr>
              <a:xfrm>
                <a:off x="4873752" y="8951976"/>
                <a:ext cx="438912" cy="384048"/>
                <a:chOff x="4873752" y="8951976"/>
                <a:chExt cx="438912" cy="384048"/>
              </a:xfrm>
            </p:grpSpPr>
            <p:sp>
              <p:nvSpPr>
                <p:cNvPr id="924" name="Rect"/>
                <p:cNvSpPr/>
                <p:nvPr/>
              </p:nvSpPr>
              <p:spPr>
                <a:xfrm>
                  <a:off x="4873752" y="8951976"/>
                  <a:ext cx="438912" cy="384048"/>
                </a:xfrm>
                <a:prstGeom prst="rect">
                  <a:avLst/>
                </a:prstGeom>
                <a:solidFill>
                  <a:srgbClr val="FFFFFF"/>
                </a:solidFill>
                <a:ln w="4572" cap="flat">
                  <a:solidFill>
                    <a:srgbClr val="E5DDC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25" name="Ellipse"/>
                <p:cNvSpPr/>
                <p:nvPr/>
              </p:nvSpPr>
              <p:spPr>
                <a:xfrm>
                  <a:off x="4889114" y="8973099"/>
                  <a:ext cx="408188" cy="341803"/>
                </a:xfrm>
                <a:prstGeom prst="ellipse">
                  <a:avLst/>
                </a:prstGeom>
                <a:noFill/>
                <a:ln w="12344" cap="flat">
                  <a:solidFill>
                    <a:srgbClr val="B7A6F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26" name="Path"/>
                <p:cNvSpPr/>
                <p:nvPr/>
              </p:nvSpPr>
              <p:spPr>
                <a:xfrm>
                  <a:off x="4926421" y="8976555"/>
                  <a:ext cx="333573" cy="26921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6480" h="29442">
                      <a:moveTo>
                        <a:pt x="0" y="29442"/>
                      </a:moveTo>
                      <a:cubicBezTo>
                        <a:pt x="760" y="29442"/>
                        <a:pt x="1520" y="29442"/>
                        <a:pt x="2280" y="29440"/>
                      </a:cubicBezTo>
                      <a:cubicBezTo>
                        <a:pt x="3040" y="29439"/>
                        <a:pt x="3800" y="29438"/>
                        <a:pt x="4560" y="29420"/>
                      </a:cubicBezTo>
                      <a:cubicBezTo>
                        <a:pt x="5320" y="29403"/>
                        <a:pt x="6080" y="29377"/>
                        <a:pt x="6840" y="29246"/>
                      </a:cubicBezTo>
                      <a:cubicBezTo>
                        <a:pt x="7600" y="29116"/>
                        <a:pt x="8360" y="28889"/>
                        <a:pt x="9120" y="28252"/>
                      </a:cubicBezTo>
                      <a:cubicBezTo>
                        <a:pt x="9880" y="27616"/>
                        <a:pt x="10640" y="26542"/>
                        <a:pt x="11400" y="24600"/>
                      </a:cubicBezTo>
                      <a:cubicBezTo>
                        <a:pt x="12160" y="22657"/>
                        <a:pt x="12920" y="19772"/>
                        <a:pt x="13680" y="16242"/>
                      </a:cubicBezTo>
                      <a:cubicBezTo>
                        <a:pt x="14440" y="12713"/>
                        <a:pt x="15200" y="8571"/>
                        <a:pt x="15960" y="5350"/>
                      </a:cubicBezTo>
                      <a:cubicBezTo>
                        <a:pt x="16720" y="2129"/>
                        <a:pt x="17480" y="0"/>
                        <a:pt x="18240" y="0"/>
                      </a:cubicBezTo>
                      <a:cubicBezTo>
                        <a:pt x="19000" y="0"/>
                        <a:pt x="19760" y="2129"/>
                        <a:pt x="20520" y="5350"/>
                      </a:cubicBezTo>
                      <a:cubicBezTo>
                        <a:pt x="21280" y="8571"/>
                        <a:pt x="22040" y="12713"/>
                        <a:pt x="22800" y="16242"/>
                      </a:cubicBezTo>
                      <a:cubicBezTo>
                        <a:pt x="23560" y="19772"/>
                        <a:pt x="24320" y="22657"/>
                        <a:pt x="25080" y="24600"/>
                      </a:cubicBezTo>
                      <a:cubicBezTo>
                        <a:pt x="25840" y="26542"/>
                        <a:pt x="26600" y="27616"/>
                        <a:pt x="27360" y="28252"/>
                      </a:cubicBezTo>
                      <a:cubicBezTo>
                        <a:pt x="28120" y="28889"/>
                        <a:pt x="28880" y="29116"/>
                        <a:pt x="29640" y="29246"/>
                      </a:cubicBezTo>
                      <a:cubicBezTo>
                        <a:pt x="30400" y="29377"/>
                        <a:pt x="31160" y="29403"/>
                        <a:pt x="31920" y="29420"/>
                      </a:cubicBezTo>
                      <a:cubicBezTo>
                        <a:pt x="32680" y="29438"/>
                        <a:pt x="33440" y="29439"/>
                        <a:pt x="34200" y="29440"/>
                      </a:cubicBezTo>
                      <a:cubicBezTo>
                        <a:pt x="34960" y="29442"/>
                        <a:pt x="35720" y="29442"/>
                        <a:pt x="36480" y="29442"/>
                      </a:cubicBezTo>
                    </a:path>
                  </a:pathLst>
                </a:custGeom>
                <a:noFill/>
                <a:ln w="10515" cap="flat">
                  <a:solidFill>
                    <a:srgbClr val="B7A6F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927" name="Probability distribution"/>
              <p:cNvGrpSpPr/>
              <p:nvPr/>
            </p:nvGrpSpPr>
            <p:grpSpPr>
              <a:xfrm>
                <a:off x="5532120" y="8951976"/>
                <a:ext cx="438912" cy="384048"/>
                <a:chOff x="5532120" y="8951976"/>
                <a:chExt cx="438912" cy="384048"/>
              </a:xfrm>
            </p:grpSpPr>
            <p:sp>
              <p:nvSpPr>
                <p:cNvPr id="928" name="Rect"/>
                <p:cNvSpPr/>
                <p:nvPr/>
              </p:nvSpPr>
              <p:spPr>
                <a:xfrm>
                  <a:off x="5532120" y="8951976"/>
                  <a:ext cx="438912" cy="384048"/>
                </a:xfrm>
                <a:prstGeom prst="rect">
                  <a:avLst/>
                </a:prstGeom>
                <a:solidFill>
                  <a:srgbClr val="FFFFFF"/>
                </a:solidFill>
                <a:ln w="4572" cap="flat">
                  <a:solidFill>
                    <a:srgbClr val="E5DDC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29" name="Ellipse"/>
                <p:cNvSpPr/>
                <p:nvPr/>
              </p:nvSpPr>
              <p:spPr>
                <a:xfrm>
                  <a:off x="5547482" y="8973099"/>
                  <a:ext cx="408188" cy="341803"/>
                </a:xfrm>
                <a:prstGeom prst="ellipse">
                  <a:avLst/>
                </a:prstGeom>
                <a:noFill/>
                <a:ln w="12344" cap="flat">
                  <a:solidFill>
                    <a:srgbClr val="FFA6E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30" name="Path"/>
                <p:cNvSpPr/>
                <p:nvPr/>
              </p:nvSpPr>
              <p:spPr>
                <a:xfrm>
                  <a:off x="5584789" y="8976555"/>
                  <a:ext cx="333573" cy="26921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6480" h="29442">
                      <a:moveTo>
                        <a:pt x="0" y="29442"/>
                      </a:moveTo>
                      <a:cubicBezTo>
                        <a:pt x="760" y="29442"/>
                        <a:pt x="1520" y="29442"/>
                        <a:pt x="2280" y="29440"/>
                      </a:cubicBezTo>
                      <a:cubicBezTo>
                        <a:pt x="3040" y="29439"/>
                        <a:pt x="3800" y="29438"/>
                        <a:pt x="4560" y="29420"/>
                      </a:cubicBezTo>
                      <a:cubicBezTo>
                        <a:pt x="5320" y="29403"/>
                        <a:pt x="6080" y="29377"/>
                        <a:pt x="6840" y="29246"/>
                      </a:cubicBezTo>
                      <a:cubicBezTo>
                        <a:pt x="7600" y="29116"/>
                        <a:pt x="8360" y="28889"/>
                        <a:pt x="9120" y="28252"/>
                      </a:cubicBezTo>
                      <a:cubicBezTo>
                        <a:pt x="9880" y="27616"/>
                        <a:pt x="10640" y="26542"/>
                        <a:pt x="11400" y="24600"/>
                      </a:cubicBezTo>
                      <a:cubicBezTo>
                        <a:pt x="12160" y="22657"/>
                        <a:pt x="12920" y="19772"/>
                        <a:pt x="13680" y="16242"/>
                      </a:cubicBezTo>
                      <a:cubicBezTo>
                        <a:pt x="14440" y="12713"/>
                        <a:pt x="15200" y="8571"/>
                        <a:pt x="15960" y="5350"/>
                      </a:cubicBezTo>
                      <a:cubicBezTo>
                        <a:pt x="16720" y="2129"/>
                        <a:pt x="17480" y="0"/>
                        <a:pt x="18240" y="0"/>
                      </a:cubicBezTo>
                      <a:cubicBezTo>
                        <a:pt x="19000" y="0"/>
                        <a:pt x="19760" y="2129"/>
                        <a:pt x="20520" y="5350"/>
                      </a:cubicBezTo>
                      <a:cubicBezTo>
                        <a:pt x="21280" y="8571"/>
                        <a:pt x="22040" y="12713"/>
                        <a:pt x="22800" y="16242"/>
                      </a:cubicBezTo>
                      <a:cubicBezTo>
                        <a:pt x="23560" y="19772"/>
                        <a:pt x="24320" y="22657"/>
                        <a:pt x="25080" y="24600"/>
                      </a:cubicBezTo>
                      <a:cubicBezTo>
                        <a:pt x="25840" y="26542"/>
                        <a:pt x="26600" y="27616"/>
                        <a:pt x="27360" y="28252"/>
                      </a:cubicBezTo>
                      <a:cubicBezTo>
                        <a:pt x="28120" y="28889"/>
                        <a:pt x="28880" y="29116"/>
                        <a:pt x="29640" y="29246"/>
                      </a:cubicBezTo>
                      <a:cubicBezTo>
                        <a:pt x="30400" y="29377"/>
                        <a:pt x="31160" y="29403"/>
                        <a:pt x="31920" y="29420"/>
                      </a:cubicBezTo>
                      <a:cubicBezTo>
                        <a:pt x="32680" y="29438"/>
                        <a:pt x="33440" y="29439"/>
                        <a:pt x="34200" y="29440"/>
                      </a:cubicBezTo>
                      <a:cubicBezTo>
                        <a:pt x="34960" y="29442"/>
                        <a:pt x="35720" y="29442"/>
                        <a:pt x="36480" y="29442"/>
                      </a:cubicBezTo>
                    </a:path>
                  </a:pathLst>
                </a:custGeom>
                <a:noFill/>
                <a:ln w="10515" cap="flat">
                  <a:solidFill>
                    <a:srgbClr val="FFA6E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931" name="Probability distribution"/>
              <p:cNvGrpSpPr/>
              <p:nvPr/>
            </p:nvGrpSpPr>
            <p:grpSpPr>
              <a:xfrm>
                <a:off x="6181344" y="8951976"/>
                <a:ext cx="438912" cy="384048"/>
                <a:chOff x="6181344" y="8951976"/>
                <a:chExt cx="438912" cy="384048"/>
              </a:xfrm>
            </p:grpSpPr>
            <p:sp>
              <p:nvSpPr>
                <p:cNvPr id="932" name="Rect"/>
                <p:cNvSpPr/>
                <p:nvPr/>
              </p:nvSpPr>
              <p:spPr>
                <a:xfrm>
                  <a:off x="6181344" y="8951976"/>
                  <a:ext cx="438912" cy="384048"/>
                </a:xfrm>
                <a:prstGeom prst="rect">
                  <a:avLst/>
                </a:prstGeom>
                <a:solidFill>
                  <a:srgbClr val="FFFFFF"/>
                </a:solidFill>
                <a:ln w="4572" cap="flat">
                  <a:solidFill>
                    <a:srgbClr val="E5DDC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33" name="Ellipse"/>
                <p:cNvSpPr/>
                <p:nvPr/>
              </p:nvSpPr>
              <p:spPr>
                <a:xfrm>
                  <a:off x="6196706" y="8973099"/>
                  <a:ext cx="408188" cy="341803"/>
                </a:xfrm>
                <a:prstGeom prst="ellipse">
                  <a:avLst/>
                </a:prstGeom>
                <a:noFill/>
                <a:ln w="12344" cap="flat">
                  <a:solidFill>
                    <a:srgbClr val="FFC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34" name="Path"/>
                <p:cNvSpPr/>
                <p:nvPr/>
              </p:nvSpPr>
              <p:spPr>
                <a:xfrm>
                  <a:off x="6234013" y="8976555"/>
                  <a:ext cx="333573" cy="26921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6480" h="29442">
                      <a:moveTo>
                        <a:pt x="0" y="29442"/>
                      </a:moveTo>
                      <a:cubicBezTo>
                        <a:pt x="760" y="29442"/>
                        <a:pt x="1520" y="29442"/>
                        <a:pt x="2280" y="29440"/>
                      </a:cubicBezTo>
                      <a:cubicBezTo>
                        <a:pt x="3040" y="29439"/>
                        <a:pt x="3800" y="29438"/>
                        <a:pt x="4560" y="29420"/>
                      </a:cubicBezTo>
                      <a:cubicBezTo>
                        <a:pt x="5320" y="29403"/>
                        <a:pt x="6080" y="29377"/>
                        <a:pt x="6840" y="29246"/>
                      </a:cubicBezTo>
                      <a:cubicBezTo>
                        <a:pt x="7600" y="29116"/>
                        <a:pt x="8360" y="28889"/>
                        <a:pt x="9120" y="28252"/>
                      </a:cubicBezTo>
                      <a:cubicBezTo>
                        <a:pt x="9880" y="27616"/>
                        <a:pt x="10640" y="26542"/>
                        <a:pt x="11400" y="24600"/>
                      </a:cubicBezTo>
                      <a:cubicBezTo>
                        <a:pt x="12160" y="22657"/>
                        <a:pt x="12920" y="19772"/>
                        <a:pt x="13680" y="16242"/>
                      </a:cubicBezTo>
                      <a:cubicBezTo>
                        <a:pt x="14440" y="12713"/>
                        <a:pt x="15200" y="8571"/>
                        <a:pt x="15960" y="5350"/>
                      </a:cubicBezTo>
                      <a:cubicBezTo>
                        <a:pt x="16720" y="2129"/>
                        <a:pt x="17480" y="0"/>
                        <a:pt x="18240" y="0"/>
                      </a:cubicBezTo>
                      <a:cubicBezTo>
                        <a:pt x="19000" y="0"/>
                        <a:pt x="19760" y="2129"/>
                        <a:pt x="20520" y="5350"/>
                      </a:cubicBezTo>
                      <a:cubicBezTo>
                        <a:pt x="21280" y="8571"/>
                        <a:pt x="22040" y="12713"/>
                        <a:pt x="22800" y="16242"/>
                      </a:cubicBezTo>
                      <a:cubicBezTo>
                        <a:pt x="23560" y="19772"/>
                        <a:pt x="24320" y="22657"/>
                        <a:pt x="25080" y="24600"/>
                      </a:cubicBezTo>
                      <a:cubicBezTo>
                        <a:pt x="25840" y="26542"/>
                        <a:pt x="26600" y="27616"/>
                        <a:pt x="27360" y="28252"/>
                      </a:cubicBezTo>
                      <a:cubicBezTo>
                        <a:pt x="28120" y="28889"/>
                        <a:pt x="28880" y="29116"/>
                        <a:pt x="29640" y="29246"/>
                      </a:cubicBezTo>
                      <a:cubicBezTo>
                        <a:pt x="30400" y="29377"/>
                        <a:pt x="31160" y="29403"/>
                        <a:pt x="31920" y="29420"/>
                      </a:cubicBezTo>
                      <a:cubicBezTo>
                        <a:pt x="32680" y="29438"/>
                        <a:pt x="33440" y="29439"/>
                        <a:pt x="34200" y="29440"/>
                      </a:cubicBezTo>
                      <a:cubicBezTo>
                        <a:pt x="34960" y="29442"/>
                        <a:pt x="35720" y="29442"/>
                        <a:pt x="36480" y="29442"/>
                      </a:cubicBezTo>
                    </a:path>
                  </a:pathLst>
                </a:custGeom>
                <a:noFill/>
                <a:ln w="10515" cap="flat">
                  <a:solidFill>
                    <a:srgbClr val="FFC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935" name="Probability distribution"/>
              <p:cNvGrpSpPr/>
              <p:nvPr/>
            </p:nvGrpSpPr>
            <p:grpSpPr>
              <a:xfrm>
                <a:off x="4873752" y="9427464"/>
                <a:ext cx="438912" cy="384048"/>
                <a:chOff x="4873752" y="9427464"/>
                <a:chExt cx="438912" cy="384048"/>
              </a:xfrm>
            </p:grpSpPr>
            <p:sp>
              <p:nvSpPr>
                <p:cNvPr id="936" name="Rect"/>
                <p:cNvSpPr/>
                <p:nvPr/>
              </p:nvSpPr>
              <p:spPr>
                <a:xfrm>
                  <a:off x="4873752" y="9427464"/>
                  <a:ext cx="438912" cy="384048"/>
                </a:xfrm>
                <a:prstGeom prst="rect">
                  <a:avLst/>
                </a:prstGeom>
                <a:solidFill>
                  <a:srgbClr val="FFFFFF"/>
                </a:solidFill>
                <a:ln w="4572" cap="flat">
                  <a:solidFill>
                    <a:srgbClr val="E5DDC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37" name="Ellipse"/>
                <p:cNvSpPr/>
                <p:nvPr/>
              </p:nvSpPr>
              <p:spPr>
                <a:xfrm>
                  <a:off x="4889114" y="9448587"/>
                  <a:ext cx="408188" cy="341803"/>
                </a:xfrm>
                <a:prstGeom prst="ellipse">
                  <a:avLst/>
                </a:prstGeom>
                <a:noFill/>
                <a:ln w="12344" cap="flat">
                  <a:solidFill>
                    <a:srgbClr val="B7A6F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38" name="Path"/>
                <p:cNvSpPr/>
                <p:nvPr/>
              </p:nvSpPr>
              <p:spPr>
                <a:xfrm>
                  <a:off x="4926421" y="9452043"/>
                  <a:ext cx="333573" cy="26921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6480" h="29442">
                      <a:moveTo>
                        <a:pt x="0" y="29442"/>
                      </a:moveTo>
                      <a:cubicBezTo>
                        <a:pt x="760" y="29442"/>
                        <a:pt x="1520" y="29442"/>
                        <a:pt x="2280" y="29440"/>
                      </a:cubicBezTo>
                      <a:cubicBezTo>
                        <a:pt x="3040" y="29439"/>
                        <a:pt x="3800" y="29438"/>
                        <a:pt x="4560" y="29420"/>
                      </a:cubicBezTo>
                      <a:cubicBezTo>
                        <a:pt x="5320" y="29403"/>
                        <a:pt x="6080" y="29377"/>
                        <a:pt x="6840" y="29246"/>
                      </a:cubicBezTo>
                      <a:cubicBezTo>
                        <a:pt x="7600" y="29116"/>
                        <a:pt x="8360" y="28889"/>
                        <a:pt x="9120" y="28252"/>
                      </a:cubicBezTo>
                      <a:cubicBezTo>
                        <a:pt x="9880" y="27616"/>
                        <a:pt x="10640" y="26542"/>
                        <a:pt x="11400" y="24600"/>
                      </a:cubicBezTo>
                      <a:cubicBezTo>
                        <a:pt x="12160" y="22657"/>
                        <a:pt x="12920" y="19772"/>
                        <a:pt x="13680" y="16242"/>
                      </a:cubicBezTo>
                      <a:cubicBezTo>
                        <a:pt x="14440" y="12713"/>
                        <a:pt x="15200" y="8571"/>
                        <a:pt x="15960" y="5350"/>
                      </a:cubicBezTo>
                      <a:cubicBezTo>
                        <a:pt x="16720" y="2129"/>
                        <a:pt x="17480" y="0"/>
                        <a:pt x="18240" y="0"/>
                      </a:cubicBezTo>
                      <a:cubicBezTo>
                        <a:pt x="19000" y="0"/>
                        <a:pt x="19760" y="2129"/>
                        <a:pt x="20520" y="5350"/>
                      </a:cubicBezTo>
                      <a:cubicBezTo>
                        <a:pt x="21280" y="8571"/>
                        <a:pt x="22040" y="12713"/>
                        <a:pt x="22800" y="16242"/>
                      </a:cubicBezTo>
                      <a:cubicBezTo>
                        <a:pt x="23560" y="19772"/>
                        <a:pt x="24320" y="22657"/>
                        <a:pt x="25080" y="24600"/>
                      </a:cubicBezTo>
                      <a:cubicBezTo>
                        <a:pt x="25840" y="26542"/>
                        <a:pt x="26600" y="27616"/>
                        <a:pt x="27360" y="28252"/>
                      </a:cubicBezTo>
                      <a:cubicBezTo>
                        <a:pt x="28120" y="28889"/>
                        <a:pt x="28880" y="29116"/>
                        <a:pt x="29640" y="29246"/>
                      </a:cubicBezTo>
                      <a:cubicBezTo>
                        <a:pt x="30400" y="29377"/>
                        <a:pt x="31160" y="29403"/>
                        <a:pt x="31920" y="29420"/>
                      </a:cubicBezTo>
                      <a:cubicBezTo>
                        <a:pt x="32680" y="29438"/>
                        <a:pt x="33440" y="29439"/>
                        <a:pt x="34200" y="29440"/>
                      </a:cubicBezTo>
                      <a:cubicBezTo>
                        <a:pt x="34960" y="29442"/>
                        <a:pt x="35720" y="29442"/>
                        <a:pt x="36480" y="29442"/>
                      </a:cubicBezTo>
                    </a:path>
                  </a:pathLst>
                </a:custGeom>
                <a:noFill/>
                <a:ln w="10515" cap="flat">
                  <a:solidFill>
                    <a:srgbClr val="B7A6F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939" name="Probability distribution"/>
              <p:cNvGrpSpPr/>
              <p:nvPr/>
            </p:nvGrpSpPr>
            <p:grpSpPr>
              <a:xfrm>
                <a:off x="5532120" y="9427464"/>
                <a:ext cx="438912" cy="384048"/>
                <a:chOff x="5532120" y="9427464"/>
                <a:chExt cx="438912" cy="384048"/>
              </a:xfrm>
            </p:grpSpPr>
            <p:sp>
              <p:nvSpPr>
                <p:cNvPr id="940" name="Rect"/>
                <p:cNvSpPr/>
                <p:nvPr/>
              </p:nvSpPr>
              <p:spPr>
                <a:xfrm>
                  <a:off x="5532120" y="9427464"/>
                  <a:ext cx="438912" cy="384048"/>
                </a:xfrm>
                <a:prstGeom prst="rect">
                  <a:avLst/>
                </a:prstGeom>
                <a:solidFill>
                  <a:srgbClr val="FFFFFF"/>
                </a:solidFill>
                <a:ln w="4572" cap="flat">
                  <a:solidFill>
                    <a:srgbClr val="E5DDC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41" name="Ellipse"/>
                <p:cNvSpPr/>
                <p:nvPr/>
              </p:nvSpPr>
              <p:spPr>
                <a:xfrm>
                  <a:off x="5547482" y="9448587"/>
                  <a:ext cx="408188" cy="341803"/>
                </a:xfrm>
                <a:prstGeom prst="ellipse">
                  <a:avLst/>
                </a:prstGeom>
                <a:noFill/>
                <a:ln w="12344" cap="flat">
                  <a:solidFill>
                    <a:srgbClr val="FFA6E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42" name="Path"/>
                <p:cNvSpPr/>
                <p:nvPr/>
              </p:nvSpPr>
              <p:spPr>
                <a:xfrm>
                  <a:off x="5584789" y="9452043"/>
                  <a:ext cx="333573" cy="26921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6480" h="29442">
                      <a:moveTo>
                        <a:pt x="0" y="29442"/>
                      </a:moveTo>
                      <a:cubicBezTo>
                        <a:pt x="760" y="29442"/>
                        <a:pt x="1520" y="29442"/>
                        <a:pt x="2280" y="29440"/>
                      </a:cubicBezTo>
                      <a:cubicBezTo>
                        <a:pt x="3040" y="29439"/>
                        <a:pt x="3800" y="29438"/>
                        <a:pt x="4560" y="29420"/>
                      </a:cubicBezTo>
                      <a:cubicBezTo>
                        <a:pt x="5320" y="29403"/>
                        <a:pt x="6080" y="29377"/>
                        <a:pt x="6840" y="29246"/>
                      </a:cubicBezTo>
                      <a:cubicBezTo>
                        <a:pt x="7600" y="29116"/>
                        <a:pt x="8360" y="28889"/>
                        <a:pt x="9120" y="28252"/>
                      </a:cubicBezTo>
                      <a:cubicBezTo>
                        <a:pt x="9880" y="27616"/>
                        <a:pt x="10640" y="26542"/>
                        <a:pt x="11400" y="24600"/>
                      </a:cubicBezTo>
                      <a:cubicBezTo>
                        <a:pt x="12160" y="22657"/>
                        <a:pt x="12920" y="19772"/>
                        <a:pt x="13680" y="16242"/>
                      </a:cubicBezTo>
                      <a:cubicBezTo>
                        <a:pt x="14440" y="12713"/>
                        <a:pt x="15200" y="8571"/>
                        <a:pt x="15960" y="5350"/>
                      </a:cubicBezTo>
                      <a:cubicBezTo>
                        <a:pt x="16720" y="2129"/>
                        <a:pt x="17480" y="0"/>
                        <a:pt x="18240" y="0"/>
                      </a:cubicBezTo>
                      <a:cubicBezTo>
                        <a:pt x="19000" y="0"/>
                        <a:pt x="19760" y="2129"/>
                        <a:pt x="20520" y="5350"/>
                      </a:cubicBezTo>
                      <a:cubicBezTo>
                        <a:pt x="21280" y="8571"/>
                        <a:pt x="22040" y="12713"/>
                        <a:pt x="22800" y="16242"/>
                      </a:cubicBezTo>
                      <a:cubicBezTo>
                        <a:pt x="23560" y="19772"/>
                        <a:pt x="24320" y="22657"/>
                        <a:pt x="25080" y="24600"/>
                      </a:cubicBezTo>
                      <a:cubicBezTo>
                        <a:pt x="25840" y="26542"/>
                        <a:pt x="26600" y="27616"/>
                        <a:pt x="27360" y="28252"/>
                      </a:cubicBezTo>
                      <a:cubicBezTo>
                        <a:pt x="28120" y="28889"/>
                        <a:pt x="28880" y="29116"/>
                        <a:pt x="29640" y="29246"/>
                      </a:cubicBezTo>
                      <a:cubicBezTo>
                        <a:pt x="30400" y="29377"/>
                        <a:pt x="31160" y="29403"/>
                        <a:pt x="31920" y="29420"/>
                      </a:cubicBezTo>
                      <a:cubicBezTo>
                        <a:pt x="32680" y="29438"/>
                        <a:pt x="33440" y="29439"/>
                        <a:pt x="34200" y="29440"/>
                      </a:cubicBezTo>
                      <a:cubicBezTo>
                        <a:pt x="34960" y="29442"/>
                        <a:pt x="35720" y="29442"/>
                        <a:pt x="36480" y="29442"/>
                      </a:cubicBezTo>
                    </a:path>
                  </a:pathLst>
                </a:custGeom>
                <a:noFill/>
                <a:ln w="10515" cap="flat">
                  <a:solidFill>
                    <a:srgbClr val="FFA6E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943" name="Probability distribution"/>
              <p:cNvGrpSpPr/>
              <p:nvPr/>
            </p:nvGrpSpPr>
            <p:grpSpPr>
              <a:xfrm>
                <a:off x="6181344" y="9427464"/>
                <a:ext cx="438912" cy="384048"/>
                <a:chOff x="6181344" y="9427464"/>
                <a:chExt cx="438912" cy="384048"/>
              </a:xfrm>
            </p:grpSpPr>
            <p:sp>
              <p:nvSpPr>
                <p:cNvPr id="944" name="Rect"/>
                <p:cNvSpPr/>
                <p:nvPr/>
              </p:nvSpPr>
              <p:spPr>
                <a:xfrm>
                  <a:off x="6181344" y="9427464"/>
                  <a:ext cx="438912" cy="384048"/>
                </a:xfrm>
                <a:prstGeom prst="rect">
                  <a:avLst/>
                </a:prstGeom>
                <a:solidFill>
                  <a:srgbClr val="FFFFFF"/>
                </a:solidFill>
                <a:ln w="4572" cap="flat">
                  <a:solidFill>
                    <a:srgbClr val="E5DDC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45" name="Ellipse"/>
                <p:cNvSpPr/>
                <p:nvPr/>
              </p:nvSpPr>
              <p:spPr>
                <a:xfrm>
                  <a:off x="6196706" y="9448587"/>
                  <a:ext cx="408188" cy="341803"/>
                </a:xfrm>
                <a:prstGeom prst="ellipse">
                  <a:avLst/>
                </a:prstGeom>
                <a:noFill/>
                <a:ln w="12344" cap="flat">
                  <a:solidFill>
                    <a:srgbClr val="FFC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46" name="Path"/>
                <p:cNvSpPr/>
                <p:nvPr/>
              </p:nvSpPr>
              <p:spPr>
                <a:xfrm>
                  <a:off x="6234013" y="9452043"/>
                  <a:ext cx="333573" cy="26921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6480" h="29442">
                      <a:moveTo>
                        <a:pt x="0" y="29442"/>
                      </a:moveTo>
                      <a:cubicBezTo>
                        <a:pt x="760" y="29442"/>
                        <a:pt x="1520" y="29442"/>
                        <a:pt x="2280" y="29440"/>
                      </a:cubicBezTo>
                      <a:cubicBezTo>
                        <a:pt x="3040" y="29439"/>
                        <a:pt x="3800" y="29438"/>
                        <a:pt x="4560" y="29420"/>
                      </a:cubicBezTo>
                      <a:cubicBezTo>
                        <a:pt x="5320" y="29403"/>
                        <a:pt x="6080" y="29377"/>
                        <a:pt x="6840" y="29246"/>
                      </a:cubicBezTo>
                      <a:cubicBezTo>
                        <a:pt x="7600" y="29116"/>
                        <a:pt x="8360" y="28889"/>
                        <a:pt x="9120" y="28252"/>
                      </a:cubicBezTo>
                      <a:cubicBezTo>
                        <a:pt x="9880" y="27616"/>
                        <a:pt x="10640" y="26542"/>
                        <a:pt x="11400" y="24600"/>
                      </a:cubicBezTo>
                      <a:cubicBezTo>
                        <a:pt x="12160" y="22657"/>
                        <a:pt x="12920" y="19772"/>
                        <a:pt x="13680" y="16242"/>
                      </a:cubicBezTo>
                      <a:cubicBezTo>
                        <a:pt x="14440" y="12713"/>
                        <a:pt x="15200" y="8571"/>
                        <a:pt x="15960" y="5350"/>
                      </a:cubicBezTo>
                      <a:cubicBezTo>
                        <a:pt x="16720" y="2129"/>
                        <a:pt x="17480" y="0"/>
                        <a:pt x="18240" y="0"/>
                      </a:cubicBezTo>
                      <a:cubicBezTo>
                        <a:pt x="19000" y="0"/>
                        <a:pt x="19760" y="2129"/>
                        <a:pt x="20520" y="5350"/>
                      </a:cubicBezTo>
                      <a:cubicBezTo>
                        <a:pt x="21280" y="8571"/>
                        <a:pt x="22040" y="12713"/>
                        <a:pt x="22800" y="16242"/>
                      </a:cubicBezTo>
                      <a:cubicBezTo>
                        <a:pt x="23560" y="19772"/>
                        <a:pt x="24320" y="22657"/>
                        <a:pt x="25080" y="24600"/>
                      </a:cubicBezTo>
                      <a:cubicBezTo>
                        <a:pt x="25840" y="26542"/>
                        <a:pt x="26600" y="27616"/>
                        <a:pt x="27360" y="28252"/>
                      </a:cubicBezTo>
                      <a:cubicBezTo>
                        <a:pt x="28120" y="28889"/>
                        <a:pt x="28880" y="29116"/>
                        <a:pt x="29640" y="29246"/>
                      </a:cubicBezTo>
                      <a:cubicBezTo>
                        <a:pt x="30400" y="29377"/>
                        <a:pt x="31160" y="29403"/>
                        <a:pt x="31920" y="29420"/>
                      </a:cubicBezTo>
                      <a:cubicBezTo>
                        <a:pt x="32680" y="29438"/>
                        <a:pt x="33440" y="29439"/>
                        <a:pt x="34200" y="29440"/>
                      </a:cubicBezTo>
                      <a:cubicBezTo>
                        <a:pt x="34960" y="29442"/>
                        <a:pt x="35720" y="29442"/>
                        <a:pt x="36480" y="29442"/>
                      </a:cubicBezTo>
                    </a:path>
                  </a:pathLst>
                </a:custGeom>
                <a:noFill/>
                <a:ln w="10515" cap="flat">
                  <a:solidFill>
                    <a:srgbClr val="FFC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947" name="Probability distribution"/>
              <p:cNvGrpSpPr/>
              <p:nvPr/>
            </p:nvGrpSpPr>
            <p:grpSpPr>
              <a:xfrm>
                <a:off x="4873752" y="9912096"/>
                <a:ext cx="438912" cy="384048"/>
                <a:chOff x="4873752" y="9912096"/>
                <a:chExt cx="438912" cy="384048"/>
              </a:xfrm>
            </p:grpSpPr>
            <p:sp>
              <p:nvSpPr>
                <p:cNvPr id="948" name="Rect"/>
                <p:cNvSpPr/>
                <p:nvPr/>
              </p:nvSpPr>
              <p:spPr>
                <a:xfrm>
                  <a:off x="4873752" y="9912096"/>
                  <a:ext cx="438912" cy="384048"/>
                </a:xfrm>
                <a:prstGeom prst="rect">
                  <a:avLst/>
                </a:prstGeom>
                <a:solidFill>
                  <a:srgbClr val="FFFFFF"/>
                </a:solidFill>
                <a:ln w="4572" cap="flat">
                  <a:solidFill>
                    <a:srgbClr val="E5DDC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49" name="Ellipse"/>
                <p:cNvSpPr/>
                <p:nvPr/>
              </p:nvSpPr>
              <p:spPr>
                <a:xfrm>
                  <a:off x="4889114" y="9933219"/>
                  <a:ext cx="408188" cy="341803"/>
                </a:xfrm>
                <a:prstGeom prst="ellipse">
                  <a:avLst/>
                </a:prstGeom>
                <a:noFill/>
                <a:ln w="12344" cap="flat">
                  <a:solidFill>
                    <a:srgbClr val="B7A6F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50" name="Path"/>
                <p:cNvSpPr/>
                <p:nvPr/>
              </p:nvSpPr>
              <p:spPr>
                <a:xfrm>
                  <a:off x="4926421" y="9936675"/>
                  <a:ext cx="333573" cy="26921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6480" h="29442">
                      <a:moveTo>
                        <a:pt x="0" y="29442"/>
                      </a:moveTo>
                      <a:cubicBezTo>
                        <a:pt x="760" y="29442"/>
                        <a:pt x="1520" y="29442"/>
                        <a:pt x="2280" y="29440"/>
                      </a:cubicBezTo>
                      <a:cubicBezTo>
                        <a:pt x="3040" y="29439"/>
                        <a:pt x="3800" y="29438"/>
                        <a:pt x="4560" y="29420"/>
                      </a:cubicBezTo>
                      <a:cubicBezTo>
                        <a:pt x="5320" y="29403"/>
                        <a:pt x="6080" y="29377"/>
                        <a:pt x="6840" y="29246"/>
                      </a:cubicBezTo>
                      <a:cubicBezTo>
                        <a:pt x="7600" y="29116"/>
                        <a:pt x="8360" y="28889"/>
                        <a:pt x="9120" y="28252"/>
                      </a:cubicBezTo>
                      <a:cubicBezTo>
                        <a:pt x="9880" y="27616"/>
                        <a:pt x="10640" y="26542"/>
                        <a:pt x="11400" y="24600"/>
                      </a:cubicBezTo>
                      <a:cubicBezTo>
                        <a:pt x="12160" y="22657"/>
                        <a:pt x="12920" y="19772"/>
                        <a:pt x="13680" y="16242"/>
                      </a:cubicBezTo>
                      <a:cubicBezTo>
                        <a:pt x="14440" y="12713"/>
                        <a:pt x="15200" y="8571"/>
                        <a:pt x="15960" y="5350"/>
                      </a:cubicBezTo>
                      <a:cubicBezTo>
                        <a:pt x="16720" y="2129"/>
                        <a:pt x="17480" y="0"/>
                        <a:pt x="18240" y="0"/>
                      </a:cubicBezTo>
                      <a:cubicBezTo>
                        <a:pt x="19000" y="0"/>
                        <a:pt x="19760" y="2129"/>
                        <a:pt x="20520" y="5350"/>
                      </a:cubicBezTo>
                      <a:cubicBezTo>
                        <a:pt x="21280" y="8571"/>
                        <a:pt x="22040" y="12713"/>
                        <a:pt x="22800" y="16242"/>
                      </a:cubicBezTo>
                      <a:cubicBezTo>
                        <a:pt x="23560" y="19772"/>
                        <a:pt x="24320" y="22657"/>
                        <a:pt x="25080" y="24600"/>
                      </a:cubicBezTo>
                      <a:cubicBezTo>
                        <a:pt x="25840" y="26542"/>
                        <a:pt x="26600" y="27616"/>
                        <a:pt x="27360" y="28252"/>
                      </a:cubicBezTo>
                      <a:cubicBezTo>
                        <a:pt x="28120" y="28889"/>
                        <a:pt x="28880" y="29116"/>
                        <a:pt x="29640" y="29246"/>
                      </a:cubicBezTo>
                      <a:cubicBezTo>
                        <a:pt x="30400" y="29377"/>
                        <a:pt x="31160" y="29403"/>
                        <a:pt x="31920" y="29420"/>
                      </a:cubicBezTo>
                      <a:cubicBezTo>
                        <a:pt x="32680" y="29438"/>
                        <a:pt x="33440" y="29439"/>
                        <a:pt x="34200" y="29440"/>
                      </a:cubicBezTo>
                      <a:cubicBezTo>
                        <a:pt x="34960" y="29442"/>
                        <a:pt x="35720" y="29442"/>
                        <a:pt x="36480" y="29442"/>
                      </a:cubicBezTo>
                    </a:path>
                  </a:pathLst>
                </a:custGeom>
                <a:noFill/>
                <a:ln w="10515" cap="flat">
                  <a:solidFill>
                    <a:srgbClr val="B7A6F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951" name="Probability distribution"/>
              <p:cNvGrpSpPr/>
              <p:nvPr/>
            </p:nvGrpSpPr>
            <p:grpSpPr>
              <a:xfrm>
                <a:off x="5532120" y="9912096"/>
                <a:ext cx="438912" cy="384048"/>
                <a:chOff x="5532120" y="9912096"/>
                <a:chExt cx="438912" cy="384048"/>
              </a:xfrm>
            </p:grpSpPr>
            <p:sp>
              <p:nvSpPr>
                <p:cNvPr id="952" name="Rect"/>
                <p:cNvSpPr/>
                <p:nvPr/>
              </p:nvSpPr>
              <p:spPr>
                <a:xfrm>
                  <a:off x="5532120" y="9912096"/>
                  <a:ext cx="438912" cy="384048"/>
                </a:xfrm>
                <a:prstGeom prst="rect">
                  <a:avLst/>
                </a:prstGeom>
                <a:solidFill>
                  <a:srgbClr val="FFFFFF"/>
                </a:solidFill>
                <a:ln w="4572" cap="flat">
                  <a:solidFill>
                    <a:srgbClr val="E5DDC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53" name="Ellipse"/>
                <p:cNvSpPr/>
                <p:nvPr/>
              </p:nvSpPr>
              <p:spPr>
                <a:xfrm>
                  <a:off x="5547482" y="9933219"/>
                  <a:ext cx="408188" cy="341803"/>
                </a:xfrm>
                <a:prstGeom prst="ellipse">
                  <a:avLst/>
                </a:prstGeom>
                <a:noFill/>
                <a:ln w="12344" cap="flat">
                  <a:solidFill>
                    <a:srgbClr val="FFA6E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54" name="Path"/>
                <p:cNvSpPr/>
                <p:nvPr/>
              </p:nvSpPr>
              <p:spPr>
                <a:xfrm>
                  <a:off x="5584789" y="9936675"/>
                  <a:ext cx="333573" cy="26921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6480" h="29442">
                      <a:moveTo>
                        <a:pt x="0" y="29442"/>
                      </a:moveTo>
                      <a:cubicBezTo>
                        <a:pt x="760" y="29442"/>
                        <a:pt x="1520" y="29442"/>
                        <a:pt x="2280" y="29440"/>
                      </a:cubicBezTo>
                      <a:cubicBezTo>
                        <a:pt x="3040" y="29439"/>
                        <a:pt x="3800" y="29438"/>
                        <a:pt x="4560" y="29420"/>
                      </a:cubicBezTo>
                      <a:cubicBezTo>
                        <a:pt x="5320" y="29403"/>
                        <a:pt x="6080" y="29377"/>
                        <a:pt x="6840" y="29246"/>
                      </a:cubicBezTo>
                      <a:cubicBezTo>
                        <a:pt x="7600" y="29116"/>
                        <a:pt x="8360" y="28889"/>
                        <a:pt x="9120" y="28252"/>
                      </a:cubicBezTo>
                      <a:cubicBezTo>
                        <a:pt x="9880" y="27616"/>
                        <a:pt x="10640" y="26542"/>
                        <a:pt x="11400" y="24600"/>
                      </a:cubicBezTo>
                      <a:cubicBezTo>
                        <a:pt x="12160" y="22657"/>
                        <a:pt x="12920" y="19772"/>
                        <a:pt x="13680" y="16242"/>
                      </a:cubicBezTo>
                      <a:cubicBezTo>
                        <a:pt x="14440" y="12713"/>
                        <a:pt x="15200" y="8571"/>
                        <a:pt x="15960" y="5350"/>
                      </a:cubicBezTo>
                      <a:cubicBezTo>
                        <a:pt x="16720" y="2129"/>
                        <a:pt x="17480" y="0"/>
                        <a:pt x="18240" y="0"/>
                      </a:cubicBezTo>
                      <a:cubicBezTo>
                        <a:pt x="19000" y="0"/>
                        <a:pt x="19760" y="2129"/>
                        <a:pt x="20520" y="5350"/>
                      </a:cubicBezTo>
                      <a:cubicBezTo>
                        <a:pt x="21280" y="8571"/>
                        <a:pt x="22040" y="12713"/>
                        <a:pt x="22800" y="16242"/>
                      </a:cubicBezTo>
                      <a:cubicBezTo>
                        <a:pt x="23560" y="19772"/>
                        <a:pt x="24320" y="22657"/>
                        <a:pt x="25080" y="24600"/>
                      </a:cubicBezTo>
                      <a:cubicBezTo>
                        <a:pt x="25840" y="26542"/>
                        <a:pt x="26600" y="27616"/>
                        <a:pt x="27360" y="28252"/>
                      </a:cubicBezTo>
                      <a:cubicBezTo>
                        <a:pt x="28120" y="28889"/>
                        <a:pt x="28880" y="29116"/>
                        <a:pt x="29640" y="29246"/>
                      </a:cubicBezTo>
                      <a:cubicBezTo>
                        <a:pt x="30400" y="29377"/>
                        <a:pt x="31160" y="29403"/>
                        <a:pt x="31920" y="29420"/>
                      </a:cubicBezTo>
                      <a:cubicBezTo>
                        <a:pt x="32680" y="29438"/>
                        <a:pt x="33440" y="29439"/>
                        <a:pt x="34200" y="29440"/>
                      </a:cubicBezTo>
                      <a:cubicBezTo>
                        <a:pt x="34960" y="29442"/>
                        <a:pt x="35720" y="29442"/>
                        <a:pt x="36480" y="29442"/>
                      </a:cubicBezTo>
                    </a:path>
                  </a:pathLst>
                </a:custGeom>
                <a:noFill/>
                <a:ln w="10515" cap="flat">
                  <a:solidFill>
                    <a:srgbClr val="FFA6E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955" name="Probability distribution"/>
              <p:cNvGrpSpPr/>
              <p:nvPr/>
            </p:nvGrpSpPr>
            <p:grpSpPr>
              <a:xfrm>
                <a:off x="6181344" y="9912096"/>
                <a:ext cx="438912" cy="384048"/>
                <a:chOff x="6181344" y="9912096"/>
                <a:chExt cx="438912" cy="384048"/>
              </a:xfrm>
            </p:grpSpPr>
            <p:sp>
              <p:nvSpPr>
                <p:cNvPr id="956" name="Rect"/>
                <p:cNvSpPr/>
                <p:nvPr/>
              </p:nvSpPr>
              <p:spPr>
                <a:xfrm>
                  <a:off x="6181344" y="9912096"/>
                  <a:ext cx="438912" cy="384048"/>
                </a:xfrm>
                <a:prstGeom prst="rect">
                  <a:avLst/>
                </a:prstGeom>
                <a:solidFill>
                  <a:srgbClr val="FFFFFF"/>
                </a:solidFill>
                <a:ln w="4572" cap="flat">
                  <a:solidFill>
                    <a:srgbClr val="E5DDC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57" name="Ellipse"/>
                <p:cNvSpPr/>
                <p:nvPr/>
              </p:nvSpPr>
              <p:spPr>
                <a:xfrm>
                  <a:off x="6196706" y="9933219"/>
                  <a:ext cx="408188" cy="341803"/>
                </a:xfrm>
                <a:prstGeom prst="ellipse">
                  <a:avLst/>
                </a:prstGeom>
                <a:noFill/>
                <a:ln w="12344" cap="flat">
                  <a:solidFill>
                    <a:srgbClr val="FFC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58" name="Path"/>
                <p:cNvSpPr/>
                <p:nvPr/>
              </p:nvSpPr>
              <p:spPr>
                <a:xfrm>
                  <a:off x="6234013" y="9936675"/>
                  <a:ext cx="333573" cy="26921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6480" h="29442">
                      <a:moveTo>
                        <a:pt x="0" y="29442"/>
                      </a:moveTo>
                      <a:cubicBezTo>
                        <a:pt x="760" y="29442"/>
                        <a:pt x="1520" y="29442"/>
                        <a:pt x="2280" y="29440"/>
                      </a:cubicBezTo>
                      <a:cubicBezTo>
                        <a:pt x="3040" y="29439"/>
                        <a:pt x="3800" y="29438"/>
                        <a:pt x="4560" y="29420"/>
                      </a:cubicBezTo>
                      <a:cubicBezTo>
                        <a:pt x="5320" y="29403"/>
                        <a:pt x="6080" y="29377"/>
                        <a:pt x="6840" y="29246"/>
                      </a:cubicBezTo>
                      <a:cubicBezTo>
                        <a:pt x="7600" y="29116"/>
                        <a:pt x="8360" y="28889"/>
                        <a:pt x="9120" y="28252"/>
                      </a:cubicBezTo>
                      <a:cubicBezTo>
                        <a:pt x="9880" y="27616"/>
                        <a:pt x="10640" y="26542"/>
                        <a:pt x="11400" y="24600"/>
                      </a:cubicBezTo>
                      <a:cubicBezTo>
                        <a:pt x="12160" y="22657"/>
                        <a:pt x="12920" y="19772"/>
                        <a:pt x="13680" y="16242"/>
                      </a:cubicBezTo>
                      <a:cubicBezTo>
                        <a:pt x="14440" y="12713"/>
                        <a:pt x="15200" y="8571"/>
                        <a:pt x="15960" y="5350"/>
                      </a:cubicBezTo>
                      <a:cubicBezTo>
                        <a:pt x="16720" y="2129"/>
                        <a:pt x="17480" y="0"/>
                        <a:pt x="18240" y="0"/>
                      </a:cubicBezTo>
                      <a:cubicBezTo>
                        <a:pt x="19000" y="0"/>
                        <a:pt x="19760" y="2129"/>
                        <a:pt x="20520" y="5350"/>
                      </a:cubicBezTo>
                      <a:cubicBezTo>
                        <a:pt x="21280" y="8571"/>
                        <a:pt x="22040" y="12713"/>
                        <a:pt x="22800" y="16242"/>
                      </a:cubicBezTo>
                      <a:cubicBezTo>
                        <a:pt x="23560" y="19772"/>
                        <a:pt x="24320" y="22657"/>
                        <a:pt x="25080" y="24600"/>
                      </a:cubicBezTo>
                      <a:cubicBezTo>
                        <a:pt x="25840" y="26542"/>
                        <a:pt x="26600" y="27616"/>
                        <a:pt x="27360" y="28252"/>
                      </a:cubicBezTo>
                      <a:cubicBezTo>
                        <a:pt x="28120" y="28889"/>
                        <a:pt x="28880" y="29116"/>
                        <a:pt x="29640" y="29246"/>
                      </a:cubicBezTo>
                      <a:cubicBezTo>
                        <a:pt x="30400" y="29377"/>
                        <a:pt x="31160" y="29403"/>
                        <a:pt x="31920" y="29420"/>
                      </a:cubicBezTo>
                      <a:cubicBezTo>
                        <a:pt x="32680" y="29438"/>
                        <a:pt x="33440" y="29439"/>
                        <a:pt x="34200" y="29440"/>
                      </a:cubicBezTo>
                      <a:cubicBezTo>
                        <a:pt x="34960" y="29442"/>
                        <a:pt x="35720" y="29442"/>
                        <a:pt x="36480" y="29442"/>
                      </a:cubicBezTo>
                    </a:path>
                  </a:pathLst>
                </a:custGeom>
                <a:noFill/>
                <a:ln w="10515" cap="flat">
                  <a:solidFill>
                    <a:srgbClr val="FFC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p:grpSp>
      </p:grpSp>
      <p:grpSp>
        <p:nvGrpSpPr>
          <p:cNvPr id="959" name="Collaborative decision optimization"/>
          <p:cNvGrpSpPr/>
          <p:nvPr/>
        </p:nvGrpSpPr>
        <p:grpSpPr>
          <a:xfrm>
            <a:off x="7982712" y="5202936"/>
            <a:ext cx="7644384" cy="5239512"/>
            <a:chOff x="7982712" y="5202936"/>
            <a:chExt cx="7644384" cy="5239512"/>
          </a:xfrm>
        </p:grpSpPr>
        <p:grpSp>
          <p:nvGrpSpPr>
            <p:cNvPr id="960" name="Reliability assignment"/>
            <p:cNvGrpSpPr/>
            <p:nvPr/>
          </p:nvGrpSpPr>
          <p:grpSpPr>
            <a:xfrm>
              <a:off x="8668512" y="5202936"/>
              <a:ext cx="3849624" cy="4074566"/>
              <a:chOff x="8668512" y="5202936"/>
              <a:chExt cx="3849624" cy="4074566"/>
            </a:xfrm>
          </p:grpSpPr>
          <p:sp>
            <p:nvSpPr>
              <p:cNvPr id="961" name="Rect"/>
              <p:cNvSpPr/>
              <p:nvPr/>
            </p:nvSpPr>
            <p:spPr>
              <a:xfrm>
                <a:off x="8668512" y="5312664"/>
                <a:ext cx="768096" cy="3493008"/>
              </a:xfrm>
              <a:prstGeom prst="rect">
                <a:avLst/>
              </a:prstGeom>
              <a:noFill/>
              <a:ln w="28346" cap="flat">
                <a:solidFill>
                  <a:srgbClr val="000000"/>
                </a:solidFill>
                <a:custDash>
                  <a:ds d="106451" sp="545161"/>
                </a:custDash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962" name="Probability distribution"/>
              <p:cNvGrpSpPr/>
              <p:nvPr/>
            </p:nvGrpSpPr>
            <p:grpSpPr>
              <a:xfrm>
                <a:off x="8805672" y="5340096"/>
                <a:ext cx="457200" cy="420624"/>
                <a:chOff x="8805672" y="5340096"/>
                <a:chExt cx="457200" cy="420624"/>
              </a:xfrm>
            </p:grpSpPr>
            <p:sp>
              <p:nvSpPr>
                <p:cNvPr id="963" name="Rect"/>
                <p:cNvSpPr/>
                <p:nvPr/>
              </p:nvSpPr>
              <p:spPr>
                <a:xfrm>
                  <a:off x="8805672" y="5340096"/>
                  <a:ext cx="457200" cy="420624"/>
                </a:xfrm>
                <a:prstGeom prst="rect">
                  <a:avLst/>
                </a:prstGeom>
                <a:solidFill>
                  <a:srgbClr val="FFFFFF"/>
                </a:solidFill>
                <a:ln w="4572" cap="flat">
                  <a:solidFill>
                    <a:srgbClr val="E5DDC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64" name="Ellipse"/>
                <p:cNvSpPr/>
                <p:nvPr/>
              </p:nvSpPr>
              <p:spPr>
                <a:xfrm>
                  <a:off x="8821674" y="5363230"/>
                  <a:ext cx="425196" cy="374355"/>
                </a:xfrm>
                <a:prstGeom prst="ellipse">
                  <a:avLst/>
                </a:prstGeom>
                <a:noFill/>
                <a:ln w="12344" cap="flat">
                  <a:solidFill>
                    <a:srgbClr val="FFC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65" name="Path"/>
                <p:cNvSpPr/>
                <p:nvPr/>
              </p:nvSpPr>
              <p:spPr>
                <a:xfrm>
                  <a:off x="8860536" y="5367016"/>
                  <a:ext cx="347472" cy="29195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8000" h="31929">
                      <a:moveTo>
                        <a:pt x="0" y="31929"/>
                      </a:moveTo>
                      <a:cubicBezTo>
                        <a:pt x="792" y="31806"/>
                        <a:pt x="1583" y="31624"/>
                        <a:pt x="2375" y="31308"/>
                      </a:cubicBezTo>
                      <a:cubicBezTo>
                        <a:pt x="3167" y="30992"/>
                        <a:pt x="3958" y="30541"/>
                        <a:pt x="4750" y="29849"/>
                      </a:cubicBezTo>
                      <a:cubicBezTo>
                        <a:pt x="5542" y="29157"/>
                        <a:pt x="6333" y="28219"/>
                        <a:pt x="7125" y="26942"/>
                      </a:cubicBezTo>
                      <a:cubicBezTo>
                        <a:pt x="7917" y="25666"/>
                        <a:pt x="8708" y="24044"/>
                        <a:pt x="9500" y="22089"/>
                      </a:cubicBezTo>
                      <a:cubicBezTo>
                        <a:pt x="10292" y="20133"/>
                        <a:pt x="11083" y="17840"/>
                        <a:pt x="11875" y="15409"/>
                      </a:cubicBezTo>
                      <a:cubicBezTo>
                        <a:pt x="12667" y="12977"/>
                        <a:pt x="13458" y="10414"/>
                        <a:pt x="14250" y="8089"/>
                      </a:cubicBezTo>
                      <a:cubicBezTo>
                        <a:pt x="15042" y="5763"/>
                        <a:pt x="15833" y="3690"/>
                        <a:pt x="16625" y="2246"/>
                      </a:cubicBezTo>
                      <a:cubicBezTo>
                        <a:pt x="17417" y="802"/>
                        <a:pt x="18208" y="0"/>
                        <a:pt x="19000" y="0"/>
                      </a:cubicBezTo>
                      <a:cubicBezTo>
                        <a:pt x="19792" y="0"/>
                        <a:pt x="20583" y="802"/>
                        <a:pt x="21375" y="2246"/>
                      </a:cubicBezTo>
                      <a:cubicBezTo>
                        <a:pt x="22167" y="3690"/>
                        <a:pt x="22958" y="5763"/>
                        <a:pt x="23750" y="8089"/>
                      </a:cubicBezTo>
                      <a:cubicBezTo>
                        <a:pt x="24542" y="10414"/>
                        <a:pt x="25333" y="12977"/>
                        <a:pt x="26125" y="15409"/>
                      </a:cubicBezTo>
                      <a:cubicBezTo>
                        <a:pt x="26917" y="17840"/>
                        <a:pt x="27708" y="20133"/>
                        <a:pt x="28500" y="22089"/>
                      </a:cubicBezTo>
                      <a:cubicBezTo>
                        <a:pt x="29292" y="24044"/>
                        <a:pt x="30083" y="25666"/>
                        <a:pt x="30875" y="26942"/>
                      </a:cubicBezTo>
                      <a:cubicBezTo>
                        <a:pt x="31667" y="28219"/>
                        <a:pt x="32458" y="29157"/>
                        <a:pt x="33250" y="29849"/>
                      </a:cubicBezTo>
                      <a:cubicBezTo>
                        <a:pt x="34042" y="30541"/>
                        <a:pt x="34833" y="30992"/>
                        <a:pt x="35625" y="31308"/>
                      </a:cubicBezTo>
                      <a:cubicBezTo>
                        <a:pt x="36417" y="31624"/>
                        <a:pt x="37208" y="31806"/>
                        <a:pt x="38000" y="31929"/>
                      </a:cubicBezTo>
                    </a:path>
                  </a:pathLst>
                </a:custGeom>
                <a:noFill/>
                <a:ln w="10515" cap="flat">
                  <a:solidFill>
                    <a:srgbClr val="FFC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966" name="Probability distribution"/>
              <p:cNvGrpSpPr/>
              <p:nvPr/>
            </p:nvGrpSpPr>
            <p:grpSpPr>
              <a:xfrm>
                <a:off x="8805672" y="5824728"/>
                <a:ext cx="457200" cy="420624"/>
                <a:chOff x="8805672" y="5824728"/>
                <a:chExt cx="457200" cy="420624"/>
              </a:xfrm>
            </p:grpSpPr>
            <p:sp>
              <p:nvSpPr>
                <p:cNvPr id="967" name="Rect"/>
                <p:cNvSpPr/>
                <p:nvPr/>
              </p:nvSpPr>
              <p:spPr>
                <a:xfrm>
                  <a:off x="8805672" y="5824728"/>
                  <a:ext cx="457200" cy="420624"/>
                </a:xfrm>
                <a:prstGeom prst="rect">
                  <a:avLst/>
                </a:prstGeom>
                <a:solidFill>
                  <a:srgbClr val="FFFFFF"/>
                </a:solidFill>
                <a:ln w="4572" cap="flat">
                  <a:solidFill>
                    <a:srgbClr val="E5DDC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68" name="Ellipse"/>
                <p:cNvSpPr/>
                <p:nvPr/>
              </p:nvSpPr>
              <p:spPr>
                <a:xfrm>
                  <a:off x="8821674" y="5847862"/>
                  <a:ext cx="425196" cy="374355"/>
                </a:xfrm>
                <a:prstGeom prst="ellipse">
                  <a:avLst/>
                </a:prstGeom>
                <a:noFill/>
                <a:ln w="12344" cap="flat">
                  <a:solidFill>
                    <a:srgbClr val="FFA6E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69" name="Path"/>
                <p:cNvSpPr/>
                <p:nvPr/>
              </p:nvSpPr>
              <p:spPr>
                <a:xfrm>
                  <a:off x="8860536" y="5851648"/>
                  <a:ext cx="347472" cy="29485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8000" h="32246">
                      <a:moveTo>
                        <a:pt x="0" y="32246"/>
                      </a:moveTo>
                      <a:cubicBezTo>
                        <a:pt x="792" y="32246"/>
                        <a:pt x="1583" y="32246"/>
                        <a:pt x="2375" y="32244"/>
                      </a:cubicBezTo>
                      <a:cubicBezTo>
                        <a:pt x="3167" y="32243"/>
                        <a:pt x="3958" y="32241"/>
                        <a:pt x="4750" y="32222"/>
                      </a:cubicBezTo>
                      <a:cubicBezTo>
                        <a:pt x="5542" y="32203"/>
                        <a:pt x="6333" y="32175"/>
                        <a:pt x="7125" y="32032"/>
                      </a:cubicBezTo>
                      <a:cubicBezTo>
                        <a:pt x="7917" y="31888"/>
                        <a:pt x="8708" y="31640"/>
                        <a:pt x="9500" y="30943"/>
                      </a:cubicBezTo>
                      <a:cubicBezTo>
                        <a:pt x="10292" y="30246"/>
                        <a:pt x="11083" y="29070"/>
                        <a:pt x="11875" y="26942"/>
                      </a:cubicBezTo>
                      <a:cubicBezTo>
                        <a:pt x="12667" y="24815"/>
                        <a:pt x="13458" y="21655"/>
                        <a:pt x="14250" y="17789"/>
                      </a:cubicBezTo>
                      <a:cubicBezTo>
                        <a:pt x="15042" y="13923"/>
                        <a:pt x="15833" y="9388"/>
                        <a:pt x="16625" y="5860"/>
                      </a:cubicBezTo>
                      <a:cubicBezTo>
                        <a:pt x="17417" y="2332"/>
                        <a:pt x="18208" y="0"/>
                        <a:pt x="19000" y="0"/>
                      </a:cubicBezTo>
                      <a:cubicBezTo>
                        <a:pt x="19792" y="0"/>
                        <a:pt x="20583" y="2332"/>
                        <a:pt x="21375" y="5860"/>
                      </a:cubicBezTo>
                      <a:cubicBezTo>
                        <a:pt x="22167" y="9388"/>
                        <a:pt x="22958" y="13923"/>
                        <a:pt x="23750" y="17789"/>
                      </a:cubicBezTo>
                      <a:cubicBezTo>
                        <a:pt x="24542" y="21655"/>
                        <a:pt x="25333" y="24815"/>
                        <a:pt x="26125" y="26942"/>
                      </a:cubicBezTo>
                      <a:cubicBezTo>
                        <a:pt x="26917" y="29070"/>
                        <a:pt x="27708" y="30246"/>
                        <a:pt x="28500" y="30943"/>
                      </a:cubicBezTo>
                      <a:cubicBezTo>
                        <a:pt x="29292" y="31640"/>
                        <a:pt x="30083" y="31888"/>
                        <a:pt x="30875" y="32032"/>
                      </a:cubicBezTo>
                      <a:cubicBezTo>
                        <a:pt x="31667" y="32175"/>
                        <a:pt x="32458" y="32203"/>
                        <a:pt x="33250" y="32222"/>
                      </a:cubicBezTo>
                      <a:cubicBezTo>
                        <a:pt x="34042" y="32241"/>
                        <a:pt x="34833" y="32243"/>
                        <a:pt x="35625" y="32244"/>
                      </a:cubicBezTo>
                      <a:cubicBezTo>
                        <a:pt x="36417" y="32246"/>
                        <a:pt x="37208" y="32246"/>
                        <a:pt x="38000" y="32246"/>
                      </a:cubicBezTo>
                    </a:path>
                  </a:pathLst>
                </a:custGeom>
                <a:noFill/>
                <a:ln w="10515" cap="flat">
                  <a:solidFill>
                    <a:srgbClr val="FFA6E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970" name="Probability distribution"/>
              <p:cNvGrpSpPr/>
              <p:nvPr/>
            </p:nvGrpSpPr>
            <p:grpSpPr>
              <a:xfrm>
                <a:off x="8805672" y="6309360"/>
                <a:ext cx="457200" cy="420624"/>
                <a:chOff x="8805672" y="6309360"/>
                <a:chExt cx="457200" cy="420624"/>
              </a:xfrm>
            </p:grpSpPr>
            <p:sp>
              <p:nvSpPr>
                <p:cNvPr id="971" name="Rect"/>
                <p:cNvSpPr/>
                <p:nvPr/>
              </p:nvSpPr>
              <p:spPr>
                <a:xfrm>
                  <a:off x="8805672" y="6309360"/>
                  <a:ext cx="457200" cy="420624"/>
                </a:xfrm>
                <a:prstGeom prst="rect">
                  <a:avLst/>
                </a:prstGeom>
                <a:solidFill>
                  <a:srgbClr val="FFFFFF"/>
                </a:solidFill>
                <a:ln w="4572" cap="flat">
                  <a:solidFill>
                    <a:srgbClr val="E5DDC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72" name="Ellipse"/>
                <p:cNvSpPr/>
                <p:nvPr/>
              </p:nvSpPr>
              <p:spPr>
                <a:xfrm>
                  <a:off x="8821674" y="6332494"/>
                  <a:ext cx="425196" cy="374355"/>
                </a:xfrm>
                <a:prstGeom prst="ellipse">
                  <a:avLst/>
                </a:prstGeom>
                <a:noFill/>
                <a:ln w="12344" cap="flat">
                  <a:solidFill>
                    <a:srgbClr val="B7A6F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73" name="Path"/>
                <p:cNvSpPr/>
                <p:nvPr/>
              </p:nvSpPr>
              <p:spPr>
                <a:xfrm>
                  <a:off x="8860536" y="6336280"/>
                  <a:ext cx="347472" cy="29485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8000" h="32246">
                      <a:moveTo>
                        <a:pt x="0" y="32246"/>
                      </a:moveTo>
                      <a:cubicBezTo>
                        <a:pt x="792" y="32246"/>
                        <a:pt x="1583" y="32246"/>
                        <a:pt x="2375" y="32244"/>
                      </a:cubicBezTo>
                      <a:cubicBezTo>
                        <a:pt x="3167" y="32243"/>
                        <a:pt x="3958" y="32241"/>
                        <a:pt x="4750" y="32222"/>
                      </a:cubicBezTo>
                      <a:cubicBezTo>
                        <a:pt x="5542" y="32203"/>
                        <a:pt x="6333" y="32175"/>
                        <a:pt x="7125" y="32032"/>
                      </a:cubicBezTo>
                      <a:cubicBezTo>
                        <a:pt x="7917" y="31888"/>
                        <a:pt x="8708" y="31640"/>
                        <a:pt x="9500" y="30943"/>
                      </a:cubicBezTo>
                      <a:cubicBezTo>
                        <a:pt x="10292" y="30246"/>
                        <a:pt x="11083" y="29070"/>
                        <a:pt x="11875" y="26942"/>
                      </a:cubicBezTo>
                      <a:cubicBezTo>
                        <a:pt x="12667" y="24815"/>
                        <a:pt x="13458" y="21655"/>
                        <a:pt x="14250" y="17789"/>
                      </a:cubicBezTo>
                      <a:cubicBezTo>
                        <a:pt x="15042" y="13923"/>
                        <a:pt x="15833" y="9388"/>
                        <a:pt x="16625" y="5860"/>
                      </a:cubicBezTo>
                      <a:cubicBezTo>
                        <a:pt x="17417" y="2332"/>
                        <a:pt x="18208" y="0"/>
                        <a:pt x="19000" y="0"/>
                      </a:cubicBezTo>
                      <a:cubicBezTo>
                        <a:pt x="19792" y="0"/>
                        <a:pt x="20583" y="2332"/>
                        <a:pt x="21375" y="5860"/>
                      </a:cubicBezTo>
                      <a:cubicBezTo>
                        <a:pt x="22167" y="9388"/>
                        <a:pt x="22958" y="13923"/>
                        <a:pt x="23750" y="17789"/>
                      </a:cubicBezTo>
                      <a:cubicBezTo>
                        <a:pt x="24542" y="21655"/>
                        <a:pt x="25333" y="24815"/>
                        <a:pt x="26125" y="26942"/>
                      </a:cubicBezTo>
                      <a:cubicBezTo>
                        <a:pt x="26917" y="29070"/>
                        <a:pt x="27708" y="30246"/>
                        <a:pt x="28500" y="30943"/>
                      </a:cubicBezTo>
                      <a:cubicBezTo>
                        <a:pt x="29292" y="31640"/>
                        <a:pt x="30083" y="31888"/>
                        <a:pt x="30875" y="32032"/>
                      </a:cubicBezTo>
                      <a:cubicBezTo>
                        <a:pt x="31667" y="32175"/>
                        <a:pt x="32458" y="32203"/>
                        <a:pt x="33250" y="32222"/>
                      </a:cubicBezTo>
                      <a:cubicBezTo>
                        <a:pt x="34042" y="32241"/>
                        <a:pt x="34833" y="32243"/>
                        <a:pt x="35625" y="32244"/>
                      </a:cubicBezTo>
                      <a:cubicBezTo>
                        <a:pt x="36417" y="32246"/>
                        <a:pt x="37208" y="32246"/>
                        <a:pt x="38000" y="32246"/>
                      </a:cubicBezTo>
                    </a:path>
                  </a:pathLst>
                </a:custGeom>
                <a:noFill/>
                <a:ln w="10515" cap="flat">
                  <a:solidFill>
                    <a:srgbClr val="B7A6F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974" name="Probability distribution"/>
              <p:cNvGrpSpPr/>
              <p:nvPr/>
            </p:nvGrpSpPr>
            <p:grpSpPr>
              <a:xfrm>
                <a:off x="8805672" y="6793992"/>
                <a:ext cx="457200" cy="420624"/>
                <a:chOff x="8805672" y="6793992"/>
                <a:chExt cx="457200" cy="420624"/>
              </a:xfrm>
            </p:grpSpPr>
            <p:sp>
              <p:nvSpPr>
                <p:cNvPr id="975" name="Rect"/>
                <p:cNvSpPr/>
                <p:nvPr/>
              </p:nvSpPr>
              <p:spPr>
                <a:xfrm>
                  <a:off x="8805672" y="6793992"/>
                  <a:ext cx="457200" cy="420624"/>
                </a:xfrm>
                <a:prstGeom prst="rect">
                  <a:avLst/>
                </a:prstGeom>
                <a:solidFill>
                  <a:srgbClr val="FFFFFF"/>
                </a:solidFill>
                <a:ln w="4572" cap="flat">
                  <a:solidFill>
                    <a:srgbClr val="E5DDC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76" name="Ellipse"/>
                <p:cNvSpPr/>
                <p:nvPr/>
              </p:nvSpPr>
              <p:spPr>
                <a:xfrm>
                  <a:off x="8821674" y="6817126"/>
                  <a:ext cx="425196" cy="374355"/>
                </a:xfrm>
                <a:prstGeom prst="ellipse">
                  <a:avLst/>
                </a:prstGeom>
                <a:noFill/>
                <a:ln w="12344" cap="flat">
                  <a:solidFill>
                    <a:srgbClr val="FFC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77" name="Path"/>
                <p:cNvSpPr/>
                <p:nvPr/>
              </p:nvSpPr>
              <p:spPr>
                <a:xfrm>
                  <a:off x="8860536" y="6820912"/>
                  <a:ext cx="347472" cy="29195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8000" h="31929">
                      <a:moveTo>
                        <a:pt x="0" y="31929"/>
                      </a:moveTo>
                      <a:cubicBezTo>
                        <a:pt x="792" y="31806"/>
                        <a:pt x="1583" y="31624"/>
                        <a:pt x="2375" y="31308"/>
                      </a:cubicBezTo>
                      <a:cubicBezTo>
                        <a:pt x="3167" y="30992"/>
                        <a:pt x="3958" y="30541"/>
                        <a:pt x="4750" y="29849"/>
                      </a:cubicBezTo>
                      <a:cubicBezTo>
                        <a:pt x="5542" y="29157"/>
                        <a:pt x="6333" y="28219"/>
                        <a:pt x="7125" y="26942"/>
                      </a:cubicBezTo>
                      <a:cubicBezTo>
                        <a:pt x="7917" y="25666"/>
                        <a:pt x="8708" y="24044"/>
                        <a:pt x="9500" y="22089"/>
                      </a:cubicBezTo>
                      <a:cubicBezTo>
                        <a:pt x="10292" y="20133"/>
                        <a:pt x="11083" y="17840"/>
                        <a:pt x="11875" y="15409"/>
                      </a:cubicBezTo>
                      <a:cubicBezTo>
                        <a:pt x="12667" y="12977"/>
                        <a:pt x="13458" y="10414"/>
                        <a:pt x="14250" y="8089"/>
                      </a:cubicBezTo>
                      <a:cubicBezTo>
                        <a:pt x="15042" y="5763"/>
                        <a:pt x="15833" y="3690"/>
                        <a:pt x="16625" y="2246"/>
                      </a:cubicBezTo>
                      <a:cubicBezTo>
                        <a:pt x="17417" y="802"/>
                        <a:pt x="18208" y="0"/>
                        <a:pt x="19000" y="0"/>
                      </a:cubicBezTo>
                      <a:cubicBezTo>
                        <a:pt x="19792" y="0"/>
                        <a:pt x="20583" y="802"/>
                        <a:pt x="21375" y="2246"/>
                      </a:cubicBezTo>
                      <a:cubicBezTo>
                        <a:pt x="22167" y="3690"/>
                        <a:pt x="22958" y="5763"/>
                        <a:pt x="23750" y="8089"/>
                      </a:cubicBezTo>
                      <a:cubicBezTo>
                        <a:pt x="24542" y="10414"/>
                        <a:pt x="25333" y="12977"/>
                        <a:pt x="26125" y="15409"/>
                      </a:cubicBezTo>
                      <a:cubicBezTo>
                        <a:pt x="26917" y="17840"/>
                        <a:pt x="27708" y="20133"/>
                        <a:pt x="28500" y="22089"/>
                      </a:cubicBezTo>
                      <a:cubicBezTo>
                        <a:pt x="29292" y="24044"/>
                        <a:pt x="30083" y="25666"/>
                        <a:pt x="30875" y="26942"/>
                      </a:cubicBezTo>
                      <a:cubicBezTo>
                        <a:pt x="31667" y="28219"/>
                        <a:pt x="32458" y="29157"/>
                        <a:pt x="33250" y="29849"/>
                      </a:cubicBezTo>
                      <a:cubicBezTo>
                        <a:pt x="34042" y="30541"/>
                        <a:pt x="34833" y="30992"/>
                        <a:pt x="35625" y="31308"/>
                      </a:cubicBezTo>
                      <a:cubicBezTo>
                        <a:pt x="36417" y="31624"/>
                        <a:pt x="37208" y="31806"/>
                        <a:pt x="38000" y="31929"/>
                      </a:cubicBezTo>
                    </a:path>
                  </a:pathLst>
                </a:custGeom>
                <a:noFill/>
                <a:ln w="10515" cap="flat">
                  <a:solidFill>
                    <a:srgbClr val="FFC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978" name="Probability distribution"/>
              <p:cNvGrpSpPr/>
              <p:nvPr/>
            </p:nvGrpSpPr>
            <p:grpSpPr>
              <a:xfrm>
                <a:off x="8805672" y="7278624"/>
                <a:ext cx="457200" cy="420624"/>
                <a:chOff x="8805672" y="7278624"/>
                <a:chExt cx="457200" cy="420624"/>
              </a:xfrm>
            </p:grpSpPr>
            <p:sp>
              <p:nvSpPr>
                <p:cNvPr id="979" name="Rect"/>
                <p:cNvSpPr/>
                <p:nvPr/>
              </p:nvSpPr>
              <p:spPr>
                <a:xfrm>
                  <a:off x="8805672" y="7278624"/>
                  <a:ext cx="457200" cy="420624"/>
                </a:xfrm>
                <a:prstGeom prst="rect">
                  <a:avLst/>
                </a:prstGeom>
                <a:solidFill>
                  <a:srgbClr val="FFFFFF"/>
                </a:solidFill>
                <a:ln w="4572" cap="flat">
                  <a:solidFill>
                    <a:srgbClr val="E5DDC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80" name="Ellipse"/>
                <p:cNvSpPr/>
                <p:nvPr/>
              </p:nvSpPr>
              <p:spPr>
                <a:xfrm>
                  <a:off x="8821674" y="7301758"/>
                  <a:ext cx="425196" cy="374355"/>
                </a:xfrm>
                <a:prstGeom prst="ellipse">
                  <a:avLst/>
                </a:prstGeom>
                <a:noFill/>
                <a:ln w="12344" cap="flat">
                  <a:solidFill>
                    <a:srgbClr val="FFA6E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81" name="Path"/>
                <p:cNvSpPr/>
                <p:nvPr/>
              </p:nvSpPr>
              <p:spPr>
                <a:xfrm>
                  <a:off x="8860536" y="7305544"/>
                  <a:ext cx="347472" cy="29485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8000" h="32246">
                      <a:moveTo>
                        <a:pt x="0" y="32246"/>
                      </a:moveTo>
                      <a:cubicBezTo>
                        <a:pt x="792" y="32246"/>
                        <a:pt x="1583" y="32246"/>
                        <a:pt x="2375" y="32244"/>
                      </a:cubicBezTo>
                      <a:cubicBezTo>
                        <a:pt x="3167" y="32243"/>
                        <a:pt x="3958" y="32241"/>
                        <a:pt x="4750" y="32222"/>
                      </a:cubicBezTo>
                      <a:cubicBezTo>
                        <a:pt x="5542" y="32203"/>
                        <a:pt x="6333" y="32175"/>
                        <a:pt x="7125" y="32032"/>
                      </a:cubicBezTo>
                      <a:cubicBezTo>
                        <a:pt x="7917" y="31888"/>
                        <a:pt x="8708" y="31640"/>
                        <a:pt x="9500" y="30943"/>
                      </a:cubicBezTo>
                      <a:cubicBezTo>
                        <a:pt x="10292" y="30246"/>
                        <a:pt x="11083" y="29070"/>
                        <a:pt x="11875" y="26942"/>
                      </a:cubicBezTo>
                      <a:cubicBezTo>
                        <a:pt x="12667" y="24815"/>
                        <a:pt x="13458" y="21655"/>
                        <a:pt x="14250" y="17789"/>
                      </a:cubicBezTo>
                      <a:cubicBezTo>
                        <a:pt x="15042" y="13923"/>
                        <a:pt x="15833" y="9388"/>
                        <a:pt x="16625" y="5860"/>
                      </a:cubicBezTo>
                      <a:cubicBezTo>
                        <a:pt x="17417" y="2332"/>
                        <a:pt x="18208" y="0"/>
                        <a:pt x="19000" y="0"/>
                      </a:cubicBezTo>
                      <a:cubicBezTo>
                        <a:pt x="19792" y="0"/>
                        <a:pt x="20583" y="2332"/>
                        <a:pt x="21375" y="5860"/>
                      </a:cubicBezTo>
                      <a:cubicBezTo>
                        <a:pt x="22167" y="9388"/>
                        <a:pt x="22958" y="13923"/>
                        <a:pt x="23750" y="17789"/>
                      </a:cubicBezTo>
                      <a:cubicBezTo>
                        <a:pt x="24542" y="21655"/>
                        <a:pt x="25333" y="24815"/>
                        <a:pt x="26125" y="26942"/>
                      </a:cubicBezTo>
                      <a:cubicBezTo>
                        <a:pt x="26917" y="29070"/>
                        <a:pt x="27708" y="30246"/>
                        <a:pt x="28500" y="30943"/>
                      </a:cubicBezTo>
                      <a:cubicBezTo>
                        <a:pt x="29292" y="31640"/>
                        <a:pt x="30083" y="31888"/>
                        <a:pt x="30875" y="32032"/>
                      </a:cubicBezTo>
                      <a:cubicBezTo>
                        <a:pt x="31667" y="32175"/>
                        <a:pt x="32458" y="32203"/>
                        <a:pt x="33250" y="32222"/>
                      </a:cubicBezTo>
                      <a:cubicBezTo>
                        <a:pt x="34042" y="32241"/>
                        <a:pt x="34833" y="32243"/>
                        <a:pt x="35625" y="32244"/>
                      </a:cubicBezTo>
                      <a:cubicBezTo>
                        <a:pt x="36417" y="32246"/>
                        <a:pt x="37208" y="32246"/>
                        <a:pt x="38000" y="32246"/>
                      </a:cubicBezTo>
                    </a:path>
                  </a:pathLst>
                </a:custGeom>
                <a:noFill/>
                <a:ln w="10515" cap="flat">
                  <a:solidFill>
                    <a:srgbClr val="FFA6E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982" name="Probability distribution"/>
              <p:cNvGrpSpPr/>
              <p:nvPr/>
            </p:nvGrpSpPr>
            <p:grpSpPr>
              <a:xfrm>
                <a:off x="8805672" y="7763256"/>
                <a:ext cx="457200" cy="420624"/>
                <a:chOff x="8805672" y="7763256"/>
                <a:chExt cx="457200" cy="420624"/>
              </a:xfrm>
            </p:grpSpPr>
            <p:sp>
              <p:nvSpPr>
                <p:cNvPr id="983" name="Rect"/>
                <p:cNvSpPr/>
                <p:nvPr/>
              </p:nvSpPr>
              <p:spPr>
                <a:xfrm>
                  <a:off x="8805672" y="7763256"/>
                  <a:ext cx="457200" cy="420624"/>
                </a:xfrm>
                <a:prstGeom prst="rect">
                  <a:avLst/>
                </a:prstGeom>
                <a:solidFill>
                  <a:srgbClr val="FFFFFF"/>
                </a:solidFill>
                <a:ln w="4572" cap="flat">
                  <a:solidFill>
                    <a:srgbClr val="E5DDC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84" name="Ellipse"/>
                <p:cNvSpPr/>
                <p:nvPr/>
              </p:nvSpPr>
              <p:spPr>
                <a:xfrm>
                  <a:off x="8821674" y="7786390"/>
                  <a:ext cx="425196" cy="374355"/>
                </a:xfrm>
                <a:prstGeom prst="ellipse">
                  <a:avLst/>
                </a:prstGeom>
                <a:noFill/>
                <a:ln w="12344" cap="flat">
                  <a:solidFill>
                    <a:srgbClr val="B7A6F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85" name="Path"/>
                <p:cNvSpPr/>
                <p:nvPr/>
              </p:nvSpPr>
              <p:spPr>
                <a:xfrm>
                  <a:off x="8860536" y="7790176"/>
                  <a:ext cx="347472" cy="29485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8000" h="32246">
                      <a:moveTo>
                        <a:pt x="0" y="32246"/>
                      </a:moveTo>
                      <a:cubicBezTo>
                        <a:pt x="792" y="32246"/>
                        <a:pt x="1583" y="32246"/>
                        <a:pt x="2375" y="32244"/>
                      </a:cubicBezTo>
                      <a:cubicBezTo>
                        <a:pt x="3167" y="32243"/>
                        <a:pt x="3958" y="32241"/>
                        <a:pt x="4750" y="32222"/>
                      </a:cubicBezTo>
                      <a:cubicBezTo>
                        <a:pt x="5542" y="32203"/>
                        <a:pt x="6333" y="32175"/>
                        <a:pt x="7125" y="32032"/>
                      </a:cubicBezTo>
                      <a:cubicBezTo>
                        <a:pt x="7917" y="31888"/>
                        <a:pt x="8708" y="31640"/>
                        <a:pt x="9500" y="30943"/>
                      </a:cubicBezTo>
                      <a:cubicBezTo>
                        <a:pt x="10292" y="30246"/>
                        <a:pt x="11083" y="29070"/>
                        <a:pt x="11875" y="26942"/>
                      </a:cubicBezTo>
                      <a:cubicBezTo>
                        <a:pt x="12667" y="24815"/>
                        <a:pt x="13458" y="21655"/>
                        <a:pt x="14250" y="17789"/>
                      </a:cubicBezTo>
                      <a:cubicBezTo>
                        <a:pt x="15042" y="13923"/>
                        <a:pt x="15833" y="9388"/>
                        <a:pt x="16625" y="5860"/>
                      </a:cubicBezTo>
                      <a:cubicBezTo>
                        <a:pt x="17417" y="2332"/>
                        <a:pt x="18208" y="0"/>
                        <a:pt x="19000" y="0"/>
                      </a:cubicBezTo>
                      <a:cubicBezTo>
                        <a:pt x="19792" y="0"/>
                        <a:pt x="20583" y="2332"/>
                        <a:pt x="21375" y="5860"/>
                      </a:cubicBezTo>
                      <a:cubicBezTo>
                        <a:pt x="22167" y="9388"/>
                        <a:pt x="22958" y="13923"/>
                        <a:pt x="23750" y="17789"/>
                      </a:cubicBezTo>
                      <a:cubicBezTo>
                        <a:pt x="24542" y="21655"/>
                        <a:pt x="25333" y="24815"/>
                        <a:pt x="26125" y="26942"/>
                      </a:cubicBezTo>
                      <a:cubicBezTo>
                        <a:pt x="26917" y="29070"/>
                        <a:pt x="27708" y="30246"/>
                        <a:pt x="28500" y="30943"/>
                      </a:cubicBezTo>
                      <a:cubicBezTo>
                        <a:pt x="29292" y="31640"/>
                        <a:pt x="30083" y="31888"/>
                        <a:pt x="30875" y="32032"/>
                      </a:cubicBezTo>
                      <a:cubicBezTo>
                        <a:pt x="31667" y="32175"/>
                        <a:pt x="32458" y="32203"/>
                        <a:pt x="33250" y="32222"/>
                      </a:cubicBezTo>
                      <a:cubicBezTo>
                        <a:pt x="34042" y="32241"/>
                        <a:pt x="34833" y="32243"/>
                        <a:pt x="35625" y="32244"/>
                      </a:cubicBezTo>
                      <a:cubicBezTo>
                        <a:pt x="36417" y="32246"/>
                        <a:pt x="37208" y="32246"/>
                        <a:pt x="38000" y="32246"/>
                      </a:cubicBezTo>
                    </a:path>
                  </a:pathLst>
                </a:custGeom>
                <a:noFill/>
                <a:ln w="10515" cap="flat">
                  <a:solidFill>
                    <a:srgbClr val="B7A6F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986" name="Probability distribution"/>
              <p:cNvGrpSpPr/>
              <p:nvPr/>
            </p:nvGrpSpPr>
            <p:grpSpPr>
              <a:xfrm>
                <a:off x="8805672" y="8247888"/>
                <a:ext cx="457200" cy="420624"/>
                <a:chOff x="8805672" y="8247888"/>
                <a:chExt cx="457200" cy="420624"/>
              </a:xfrm>
            </p:grpSpPr>
            <p:sp>
              <p:nvSpPr>
                <p:cNvPr id="987" name="Rect"/>
                <p:cNvSpPr/>
                <p:nvPr/>
              </p:nvSpPr>
              <p:spPr>
                <a:xfrm>
                  <a:off x="8805672" y="8247888"/>
                  <a:ext cx="457200" cy="420624"/>
                </a:xfrm>
                <a:prstGeom prst="rect">
                  <a:avLst/>
                </a:prstGeom>
                <a:solidFill>
                  <a:srgbClr val="FFFFFF"/>
                </a:solidFill>
                <a:ln w="4572" cap="flat">
                  <a:solidFill>
                    <a:srgbClr val="E5DDCF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88" name="Ellipse"/>
                <p:cNvSpPr/>
                <p:nvPr/>
              </p:nvSpPr>
              <p:spPr>
                <a:xfrm>
                  <a:off x="8821674" y="8271022"/>
                  <a:ext cx="425196" cy="374355"/>
                </a:xfrm>
                <a:prstGeom prst="ellipse">
                  <a:avLst/>
                </a:prstGeom>
                <a:noFill/>
                <a:ln w="12344" cap="flat">
                  <a:solidFill>
                    <a:srgbClr val="FFC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89" name="Path"/>
                <p:cNvSpPr/>
                <p:nvPr/>
              </p:nvSpPr>
              <p:spPr>
                <a:xfrm>
                  <a:off x="8860536" y="8274808"/>
                  <a:ext cx="347472" cy="29195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8000" h="31929">
                      <a:moveTo>
                        <a:pt x="0" y="31929"/>
                      </a:moveTo>
                      <a:cubicBezTo>
                        <a:pt x="792" y="31806"/>
                        <a:pt x="1583" y="31624"/>
                        <a:pt x="2375" y="31308"/>
                      </a:cubicBezTo>
                      <a:cubicBezTo>
                        <a:pt x="3167" y="30992"/>
                        <a:pt x="3958" y="30541"/>
                        <a:pt x="4750" y="29849"/>
                      </a:cubicBezTo>
                      <a:cubicBezTo>
                        <a:pt x="5542" y="29157"/>
                        <a:pt x="6333" y="28219"/>
                        <a:pt x="7125" y="26942"/>
                      </a:cubicBezTo>
                      <a:cubicBezTo>
                        <a:pt x="7917" y="25666"/>
                        <a:pt x="8708" y="24044"/>
                        <a:pt x="9500" y="22089"/>
                      </a:cubicBezTo>
                      <a:cubicBezTo>
                        <a:pt x="10292" y="20133"/>
                        <a:pt x="11083" y="17840"/>
                        <a:pt x="11875" y="15409"/>
                      </a:cubicBezTo>
                      <a:cubicBezTo>
                        <a:pt x="12667" y="12977"/>
                        <a:pt x="13458" y="10414"/>
                        <a:pt x="14250" y="8089"/>
                      </a:cubicBezTo>
                      <a:cubicBezTo>
                        <a:pt x="15042" y="5763"/>
                        <a:pt x="15833" y="3690"/>
                        <a:pt x="16625" y="2246"/>
                      </a:cubicBezTo>
                      <a:cubicBezTo>
                        <a:pt x="17417" y="802"/>
                        <a:pt x="18208" y="0"/>
                        <a:pt x="19000" y="0"/>
                      </a:cubicBezTo>
                      <a:cubicBezTo>
                        <a:pt x="19792" y="0"/>
                        <a:pt x="20583" y="802"/>
                        <a:pt x="21375" y="2246"/>
                      </a:cubicBezTo>
                      <a:cubicBezTo>
                        <a:pt x="22167" y="3690"/>
                        <a:pt x="22958" y="5763"/>
                        <a:pt x="23750" y="8089"/>
                      </a:cubicBezTo>
                      <a:cubicBezTo>
                        <a:pt x="24542" y="10414"/>
                        <a:pt x="25333" y="12977"/>
                        <a:pt x="26125" y="15409"/>
                      </a:cubicBezTo>
                      <a:cubicBezTo>
                        <a:pt x="26917" y="17840"/>
                        <a:pt x="27708" y="20133"/>
                        <a:pt x="28500" y="22089"/>
                      </a:cubicBezTo>
                      <a:cubicBezTo>
                        <a:pt x="29292" y="24044"/>
                        <a:pt x="30083" y="25666"/>
                        <a:pt x="30875" y="26942"/>
                      </a:cubicBezTo>
                      <a:cubicBezTo>
                        <a:pt x="31667" y="28219"/>
                        <a:pt x="32458" y="29157"/>
                        <a:pt x="33250" y="29849"/>
                      </a:cubicBezTo>
                      <a:cubicBezTo>
                        <a:pt x="34042" y="30541"/>
                        <a:pt x="34833" y="30992"/>
                        <a:pt x="35625" y="31308"/>
                      </a:cubicBezTo>
                      <a:cubicBezTo>
                        <a:pt x="36417" y="31624"/>
                        <a:pt x="37208" y="31806"/>
                        <a:pt x="38000" y="31929"/>
                      </a:cubicBezTo>
                    </a:path>
                  </a:pathLst>
                </a:custGeom>
                <a:noFill/>
                <a:ln w="10515" cap="flat">
                  <a:solidFill>
                    <a:srgbClr val="FFC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990" name="Evidence M₁(A)"/>
              <p:cNvGrpSpPr/>
              <p:nvPr/>
            </p:nvGrpSpPr>
            <p:grpSpPr>
              <a:xfrm>
                <a:off x="10908792" y="5303520"/>
                <a:ext cx="1609344" cy="393192"/>
                <a:chOff x="10908792" y="5303520"/>
                <a:chExt cx="1609344" cy="393192"/>
              </a:xfrm>
            </p:grpSpPr>
            <p:sp>
              <p:nvSpPr>
                <p:cNvPr id="991" name="Rect"/>
                <p:cNvSpPr/>
                <p:nvPr/>
              </p:nvSpPr>
              <p:spPr>
                <a:xfrm>
                  <a:off x="10908792" y="5303520"/>
                  <a:ext cx="603504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324C23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92" name="Rect"/>
                <p:cNvSpPr/>
                <p:nvPr/>
              </p:nvSpPr>
              <p:spPr>
                <a:xfrm>
                  <a:off x="10924337" y="5319065"/>
                  <a:ext cx="572414" cy="362102"/>
                </a:xfrm>
                <a:prstGeom prst="rect">
                  <a:avLst/>
                </a:prstGeom>
                <a:noFill/>
                <a:ln w="6858" cap="flat">
                  <a:solidFill>
                    <a:srgbClr val="BCD0A7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93" name="Rect"/>
                <p:cNvSpPr/>
                <p:nvPr/>
              </p:nvSpPr>
              <p:spPr>
                <a:xfrm>
                  <a:off x="10950854" y="5345582"/>
                  <a:ext cx="519379" cy="309067"/>
                </a:xfrm>
                <a:prstGeom prst="rect">
                  <a:avLst/>
                </a:prstGeom>
                <a:solidFill>
                  <a:srgbClr val="FEFAEE"/>
                </a:solidFill>
                <a:ln w="6858" cap="flat">
                  <a:solidFill>
                    <a:srgbClr val="7D907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94" name="M1(A)"/>
                <p:cNvSpPr txBox="1"/>
                <p:nvPr/>
              </p:nvSpPr>
              <p:spPr>
                <a:xfrm>
                  <a:off x="10927080" y="5384902"/>
                  <a:ext cx="566928" cy="208026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6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rPr>
                    <a:t>M1(A)</a:t>
                  </a:r>
                </a:p>
              </p:txBody>
            </p:sp>
            <p:sp>
              <p:nvSpPr>
                <p:cNvPr id="995" name="Ellipse"/>
                <p:cNvSpPr/>
                <p:nvPr/>
              </p:nvSpPr>
              <p:spPr>
                <a:xfrm>
                  <a:off x="11622024" y="5421478"/>
                  <a:ext cx="182880" cy="157277"/>
                </a:xfrm>
                <a:prstGeom prst="ellipse">
                  <a:avLst/>
                </a:pr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96" name="Path"/>
                <p:cNvSpPr/>
                <p:nvPr/>
              </p:nvSpPr>
              <p:spPr>
                <a:xfrm>
                  <a:off x="11633911" y="5500116"/>
                  <a:ext cx="159106" cy="9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7400" h="10">
                      <a:moveTo>
                        <a:pt x="0" y="0"/>
                      </a:moveTo>
                      <a:lnTo>
                        <a:pt x="17400" y="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97" name="Path"/>
                <p:cNvSpPr/>
                <p:nvPr/>
              </p:nvSpPr>
              <p:spPr>
                <a:xfrm>
                  <a:off x="11713464" y="5433365"/>
                  <a:ext cx="91" cy="13350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" h="14600">
                      <a:moveTo>
                        <a:pt x="0" y="0"/>
                      </a:moveTo>
                      <a:lnTo>
                        <a:pt x="0" y="1460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98" name="Rect"/>
                <p:cNvSpPr/>
                <p:nvPr/>
              </p:nvSpPr>
              <p:spPr>
                <a:xfrm>
                  <a:off x="11905488" y="5303520"/>
                  <a:ext cx="612648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2C4420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99" name="Rect"/>
                <p:cNvSpPr/>
                <p:nvPr/>
              </p:nvSpPr>
              <p:spPr>
                <a:xfrm>
                  <a:off x="11942064" y="5340096"/>
                  <a:ext cx="539496" cy="32004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00" name="Path"/>
                <p:cNvSpPr/>
                <p:nvPr/>
              </p:nvSpPr>
              <p:spPr>
                <a:xfrm>
                  <a:off x="11942064" y="5340096"/>
                  <a:ext cx="10515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1500" h="11500">
                      <a:moveTo>
                        <a:pt x="11500" y="0"/>
                      </a:moveTo>
                      <a:lnTo>
                        <a:pt x="0" y="11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01" name="Path"/>
                <p:cNvSpPr/>
                <p:nvPr/>
              </p:nvSpPr>
              <p:spPr>
                <a:xfrm>
                  <a:off x="11942064" y="5340096"/>
                  <a:ext cx="210312" cy="2103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3000" h="23000">
                      <a:moveTo>
                        <a:pt x="23000" y="0"/>
                      </a:moveTo>
                      <a:lnTo>
                        <a:pt x="0" y="230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02" name="Path"/>
                <p:cNvSpPr/>
                <p:nvPr/>
              </p:nvSpPr>
              <p:spPr>
                <a:xfrm>
                  <a:off x="11942064" y="5340096"/>
                  <a:ext cx="315468" cy="3154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4500" h="34500">
                      <a:moveTo>
                        <a:pt x="34500" y="0"/>
                      </a:moveTo>
                      <a:lnTo>
                        <a:pt x="0" y="34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03" name="Path"/>
                <p:cNvSpPr/>
                <p:nvPr/>
              </p:nvSpPr>
              <p:spPr>
                <a:xfrm>
                  <a:off x="12042648" y="5340096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04" name="Path"/>
                <p:cNvSpPr/>
                <p:nvPr/>
              </p:nvSpPr>
              <p:spPr>
                <a:xfrm>
                  <a:off x="12147804" y="5340096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05" name="Path"/>
                <p:cNvSpPr/>
                <p:nvPr/>
              </p:nvSpPr>
              <p:spPr>
                <a:xfrm>
                  <a:off x="12252960" y="5431536"/>
                  <a:ext cx="228600" cy="2286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000" h="25000">
                      <a:moveTo>
                        <a:pt x="0" y="25000"/>
                      </a:moveTo>
                      <a:lnTo>
                        <a:pt x="2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06" name="Path"/>
                <p:cNvSpPr/>
                <p:nvPr/>
              </p:nvSpPr>
              <p:spPr>
                <a:xfrm>
                  <a:off x="12358116" y="5536692"/>
                  <a:ext cx="123444" cy="12344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500" h="13500">
                      <a:moveTo>
                        <a:pt x="0" y="13500"/>
                      </a:moveTo>
                      <a:lnTo>
                        <a:pt x="135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07" name="Path"/>
                <p:cNvSpPr/>
                <p:nvPr/>
              </p:nvSpPr>
              <p:spPr>
                <a:xfrm>
                  <a:off x="12463272" y="5641848"/>
                  <a:ext cx="18288" cy="1828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00" h="2000">
                      <a:moveTo>
                        <a:pt x="0" y="2000"/>
                      </a:moveTo>
                      <a:lnTo>
                        <a:pt x="2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08" name="Rect"/>
                <p:cNvSpPr/>
                <p:nvPr/>
              </p:nvSpPr>
              <p:spPr>
                <a:xfrm>
                  <a:off x="11942064" y="5340096"/>
                  <a:ext cx="539496" cy="320040"/>
                </a:xfrm>
                <a:prstGeom prst="rect">
                  <a:avLst/>
                </a:prstGeom>
                <a:noFill/>
                <a:ln w="6400" cap="flat">
                  <a:solidFill>
                    <a:srgbClr val="445644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09" name="Rect"/>
                <p:cNvSpPr/>
                <p:nvPr/>
              </p:nvSpPr>
              <p:spPr>
                <a:xfrm>
                  <a:off x="11921033" y="5319065"/>
                  <a:ext cx="581558" cy="362102"/>
                </a:xfrm>
                <a:prstGeom prst="rect">
                  <a:avLst/>
                </a:prstGeom>
                <a:noFill/>
                <a:ln w="6400" cap="flat">
                  <a:solidFill>
                    <a:srgbClr val="D2E3BC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010" name="Path"/>
              <p:cNvSpPr/>
              <p:nvPr/>
            </p:nvSpPr>
            <p:spPr>
              <a:xfrm>
                <a:off x="9857232" y="5202936"/>
                <a:ext cx="841248" cy="365760"/>
              </a:xfrm>
              <a:custGeom>
                <a:avLst/>
                <a:gdLst/>
                <a:ahLst/>
                <a:cxnLst/>
                <a:rect l="0" t="0" r="r" b="b"/>
                <a:pathLst>
                  <a:path w="92000" h="40000">
                    <a:moveTo>
                      <a:pt x="0" y="40000"/>
                    </a:moveTo>
                    <a:cubicBezTo>
                      <a:pt x="20000" y="0"/>
                      <a:pt x="62000" y="9000"/>
                      <a:pt x="92000" y="39000"/>
                    </a:cubicBezTo>
                  </a:path>
                </a:pathLst>
              </a:custGeom>
              <a:noFill/>
              <a:ln w="19659" cap="flat">
                <a:solidFill>
                  <a:srgbClr val="00B6E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1" name="Path"/>
              <p:cNvSpPr/>
              <p:nvPr/>
            </p:nvSpPr>
            <p:spPr>
              <a:xfrm>
                <a:off x="10555909" y="5416981"/>
                <a:ext cx="142571" cy="142571"/>
              </a:xfrm>
              <a:custGeom>
                <a:avLst/>
                <a:gdLst/>
                <a:ahLst/>
                <a:cxnLst/>
                <a:rect l="0" t="0" r="r" b="b"/>
                <a:pathLst>
                  <a:path w="15592" h="15592">
                    <a:moveTo>
                      <a:pt x="15592" y="15592"/>
                    </a:moveTo>
                    <a:lnTo>
                      <a:pt x="9970" y="0"/>
                    </a:lnTo>
                    <a:lnTo>
                      <a:pt x="0" y="9970"/>
                    </a:lnTo>
                    <a:close/>
                  </a:path>
                </a:pathLst>
              </a:custGeom>
              <a:solidFill>
                <a:srgbClr val="00B6E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012" name="Evidence M₂(A)"/>
              <p:cNvGrpSpPr/>
              <p:nvPr/>
            </p:nvGrpSpPr>
            <p:grpSpPr>
              <a:xfrm>
                <a:off x="10908792" y="5843016"/>
                <a:ext cx="1609344" cy="393192"/>
                <a:chOff x="10908792" y="5843016"/>
                <a:chExt cx="1609344" cy="393192"/>
              </a:xfrm>
            </p:grpSpPr>
            <p:sp>
              <p:nvSpPr>
                <p:cNvPr id="1013" name="Rect"/>
                <p:cNvSpPr/>
                <p:nvPr/>
              </p:nvSpPr>
              <p:spPr>
                <a:xfrm>
                  <a:off x="10908792" y="5843016"/>
                  <a:ext cx="603504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324C23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14" name="Rect"/>
                <p:cNvSpPr/>
                <p:nvPr/>
              </p:nvSpPr>
              <p:spPr>
                <a:xfrm>
                  <a:off x="10924337" y="5858561"/>
                  <a:ext cx="572414" cy="362102"/>
                </a:xfrm>
                <a:prstGeom prst="rect">
                  <a:avLst/>
                </a:prstGeom>
                <a:noFill/>
                <a:ln w="6858" cap="flat">
                  <a:solidFill>
                    <a:srgbClr val="BCD0A7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15" name="Rect"/>
                <p:cNvSpPr/>
                <p:nvPr/>
              </p:nvSpPr>
              <p:spPr>
                <a:xfrm>
                  <a:off x="10950854" y="5885078"/>
                  <a:ext cx="519379" cy="309067"/>
                </a:xfrm>
                <a:prstGeom prst="rect">
                  <a:avLst/>
                </a:prstGeom>
                <a:solidFill>
                  <a:srgbClr val="FEFAEE"/>
                </a:solidFill>
                <a:ln w="6858" cap="flat">
                  <a:solidFill>
                    <a:srgbClr val="7D907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16" name="M2(A)"/>
                <p:cNvSpPr txBox="1"/>
                <p:nvPr/>
              </p:nvSpPr>
              <p:spPr>
                <a:xfrm>
                  <a:off x="10927080" y="5924398"/>
                  <a:ext cx="566928" cy="208026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6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rPr>
                    <a:t>M2(A)</a:t>
                  </a:r>
                </a:p>
              </p:txBody>
            </p:sp>
            <p:sp>
              <p:nvSpPr>
                <p:cNvPr id="1017" name="Ellipse"/>
                <p:cNvSpPr/>
                <p:nvPr/>
              </p:nvSpPr>
              <p:spPr>
                <a:xfrm>
                  <a:off x="11622024" y="5960974"/>
                  <a:ext cx="182880" cy="157277"/>
                </a:xfrm>
                <a:prstGeom prst="ellipse">
                  <a:avLst/>
                </a:pr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18" name="Path"/>
                <p:cNvSpPr/>
                <p:nvPr/>
              </p:nvSpPr>
              <p:spPr>
                <a:xfrm>
                  <a:off x="11633911" y="6039612"/>
                  <a:ext cx="159106" cy="9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7400" h="10">
                      <a:moveTo>
                        <a:pt x="0" y="0"/>
                      </a:moveTo>
                      <a:lnTo>
                        <a:pt x="17400" y="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19" name="Path"/>
                <p:cNvSpPr/>
                <p:nvPr/>
              </p:nvSpPr>
              <p:spPr>
                <a:xfrm>
                  <a:off x="11713464" y="5972861"/>
                  <a:ext cx="91" cy="13350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" h="14600">
                      <a:moveTo>
                        <a:pt x="0" y="0"/>
                      </a:moveTo>
                      <a:lnTo>
                        <a:pt x="0" y="1460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20" name="Rect"/>
                <p:cNvSpPr/>
                <p:nvPr/>
              </p:nvSpPr>
              <p:spPr>
                <a:xfrm>
                  <a:off x="11905488" y="5843016"/>
                  <a:ext cx="612648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2C4420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21" name="Rect"/>
                <p:cNvSpPr/>
                <p:nvPr/>
              </p:nvSpPr>
              <p:spPr>
                <a:xfrm>
                  <a:off x="11942064" y="5879592"/>
                  <a:ext cx="539496" cy="32004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22" name="Path"/>
                <p:cNvSpPr/>
                <p:nvPr/>
              </p:nvSpPr>
              <p:spPr>
                <a:xfrm>
                  <a:off x="11942064" y="5879592"/>
                  <a:ext cx="10515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1500" h="11500">
                      <a:moveTo>
                        <a:pt x="11500" y="0"/>
                      </a:moveTo>
                      <a:lnTo>
                        <a:pt x="0" y="11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23" name="Path"/>
                <p:cNvSpPr/>
                <p:nvPr/>
              </p:nvSpPr>
              <p:spPr>
                <a:xfrm>
                  <a:off x="11942064" y="5879592"/>
                  <a:ext cx="210312" cy="2103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3000" h="23000">
                      <a:moveTo>
                        <a:pt x="23000" y="0"/>
                      </a:moveTo>
                      <a:lnTo>
                        <a:pt x="0" y="230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24" name="Path"/>
                <p:cNvSpPr/>
                <p:nvPr/>
              </p:nvSpPr>
              <p:spPr>
                <a:xfrm>
                  <a:off x="11942064" y="5879592"/>
                  <a:ext cx="315468" cy="3154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4500" h="34500">
                      <a:moveTo>
                        <a:pt x="34500" y="0"/>
                      </a:moveTo>
                      <a:lnTo>
                        <a:pt x="0" y="34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25" name="Path"/>
                <p:cNvSpPr/>
                <p:nvPr/>
              </p:nvSpPr>
              <p:spPr>
                <a:xfrm>
                  <a:off x="12042648" y="5879592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26" name="Path"/>
                <p:cNvSpPr/>
                <p:nvPr/>
              </p:nvSpPr>
              <p:spPr>
                <a:xfrm>
                  <a:off x="12147804" y="5879592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27" name="Path"/>
                <p:cNvSpPr/>
                <p:nvPr/>
              </p:nvSpPr>
              <p:spPr>
                <a:xfrm>
                  <a:off x="12252960" y="5971032"/>
                  <a:ext cx="228600" cy="2286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000" h="25000">
                      <a:moveTo>
                        <a:pt x="0" y="25000"/>
                      </a:moveTo>
                      <a:lnTo>
                        <a:pt x="2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28" name="Path"/>
                <p:cNvSpPr/>
                <p:nvPr/>
              </p:nvSpPr>
              <p:spPr>
                <a:xfrm>
                  <a:off x="12358116" y="6076188"/>
                  <a:ext cx="123444" cy="12344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500" h="13500">
                      <a:moveTo>
                        <a:pt x="0" y="13500"/>
                      </a:moveTo>
                      <a:lnTo>
                        <a:pt x="135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29" name="Path"/>
                <p:cNvSpPr/>
                <p:nvPr/>
              </p:nvSpPr>
              <p:spPr>
                <a:xfrm>
                  <a:off x="12463272" y="6181344"/>
                  <a:ext cx="18288" cy="1828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00" h="2000">
                      <a:moveTo>
                        <a:pt x="0" y="2000"/>
                      </a:moveTo>
                      <a:lnTo>
                        <a:pt x="2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30" name="Rect"/>
                <p:cNvSpPr/>
                <p:nvPr/>
              </p:nvSpPr>
              <p:spPr>
                <a:xfrm>
                  <a:off x="11942064" y="5879592"/>
                  <a:ext cx="539496" cy="320040"/>
                </a:xfrm>
                <a:prstGeom prst="rect">
                  <a:avLst/>
                </a:prstGeom>
                <a:noFill/>
                <a:ln w="6400" cap="flat">
                  <a:solidFill>
                    <a:srgbClr val="445644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31" name="Rect"/>
                <p:cNvSpPr/>
                <p:nvPr/>
              </p:nvSpPr>
              <p:spPr>
                <a:xfrm>
                  <a:off x="11921033" y="5858561"/>
                  <a:ext cx="581558" cy="362102"/>
                </a:xfrm>
                <a:prstGeom prst="rect">
                  <a:avLst/>
                </a:prstGeom>
                <a:noFill/>
                <a:ln w="6400" cap="flat">
                  <a:solidFill>
                    <a:srgbClr val="D2E3BC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032" name="Path"/>
              <p:cNvSpPr/>
              <p:nvPr/>
            </p:nvSpPr>
            <p:spPr>
              <a:xfrm>
                <a:off x="9857232" y="5742432"/>
                <a:ext cx="841248" cy="365760"/>
              </a:xfrm>
              <a:custGeom>
                <a:avLst/>
                <a:gdLst/>
                <a:ahLst/>
                <a:cxnLst/>
                <a:rect l="0" t="0" r="r" b="b"/>
                <a:pathLst>
                  <a:path w="92000" h="40000">
                    <a:moveTo>
                      <a:pt x="0" y="40000"/>
                    </a:moveTo>
                    <a:cubicBezTo>
                      <a:pt x="20000" y="0"/>
                      <a:pt x="62000" y="9000"/>
                      <a:pt x="92000" y="39000"/>
                    </a:cubicBezTo>
                  </a:path>
                </a:pathLst>
              </a:custGeom>
              <a:noFill/>
              <a:ln w="19659" cap="flat">
                <a:solidFill>
                  <a:srgbClr val="00B6E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3" name="Path"/>
              <p:cNvSpPr/>
              <p:nvPr/>
            </p:nvSpPr>
            <p:spPr>
              <a:xfrm>
                <a:off x="10555909" y="5956477"/>
                <a:ext cx="142571" cy="142571"/>
              </a:xfrm>
              <a:custGeom>
                <a:avLst/>
                <a:gdLst/>
                <a:ahLst/>
                <a:cxnLst/>
                <a:rect l="0" t="0" r="r" b="b"/>
                <a:pathLst>
                  <a:path w="15592" h="15592">
                    <a:moveTo>
                      <a:pt x="15592" y="15592"/>
                    </a:moveTo>
                    <a:lnTo>
                      <a:pt x="9970" y="0"/>
                    </a:lnTo>
                    <a:lnTo>
                      <a:pt x="0" y="9970"/>
                    </a:lnTo>
                    <a:close/>
                  </a:path>
                </a:pathLst>
              </a:custGeom>
              <a:solidFill>
                <a:srgbClr val="00B6E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034" name="Evidence M₃(A)"/>
              <p:cNvGrpSpPr/>
              <p:nvPr/>
            </p:nvGrpSpPr>
            <p:grpSpPr>
              <a:xfrm>
                <a:off x="10908792" y="6364224"/>
                <a:ext cx="1609344" cy="393192"/>
                <a:chOff x="10908792" y="6364224"/>
                <a:chExt cx="1609344" cy="393192"/>
              </a:xfrm>
            </p:grpSpPr>
            <p:sp>
              <p:nvSpPr>
                <p:cNvPr id="1035" name="Rect"/>
                <p:cNvSpPr/>
                <p:nvPr/>
              </p:nvSpPr>
              <p:spPr>
                <a:xfrm>
                  <a:off x="10908792" y="6364224"/>
                  <a:ext cx="603504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324C23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36" name="Rect"/>
                <p:cNvSpPr/>
                <p:nvPr/>
              </p:nvSpPr>
              <p:spPr>
                <a:xfrm>
                  <a:off x="10924337" y="6379769"/>
                  <a:ext cx="572414" cy="362102"/>
                </a:xfrm>
                <a:prstGeom prst="rect">
                  <a:avLst/>
                </a:prstGeom>
                <a:noFill/>
                <a:ln w="6858" cap="flat">
                  <a:solidFill>
                    <a:srgbClr val="BCD0A7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37" name="Rect"/>
                <p:cNvSpPr/>
                <p:nvPr/>
              </p:nvSpPr>
              <p:spPr>
                <a:xfrm>
                  <a:off x="10950854" y="6406286"/>
                  <a:ext cx="519379" cy="309067"/>
                </a:xfrm>
                <a:prstGeom prst="rect">
                  <a:avLst/>
                </a:prstGeom>
                <a:solidFill>
                  <a:srgbClr val="FEFAEE"/>
                </a:solidFill>
                <a:ln w="6858" cap="flat">
                  <a:solidFill>
                    <a:srgbClr val="7D907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38" name="M3(A)"/>
                <p:cNvSpPr txBox="1"/>
                <p:nvPr/>
              </p:nvSpPr>
              <p:spPr>
                <a:xfrm>
                  <a:off x="10927080" y="6445606"/>
                  <a:ext cx="566928" cy="208026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6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rPr>
                    <a:t>M3(A)</a:t>
                  </a:r>
                </a:p>
              </p:txBody>
            </p:sp>
            <p:sp>
              <p:nvSpPr>
                <p:cNvPr id="1039" name="Ellipse"/>
                <p:cNvSpPr/>
                <p:nvPr/>
              </p:nvSpPr>
              <p:spPr>
                <a:xfrm>
                  <a:off x="11622024" y="6482182"/>
                  <a:ext cx="182880" cy="157277"/>
                </a:xfrm>
                <a:prstGeom prst="ellipse">
                  <a:avLst/>
                </a:pr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40" name="Path"/>
                <p:cNvSpPr/>
                <p:nvPr/>
              </p:nvSpPr>
              <p:spPr>
                <a:xfrm>
                  <a:off x="11633911" y="6560820"/>
                  <a:ext cx="159106" cy="9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7400" h="10">
                      <a:moveTo>
                        <a:pt x="0" y="0"/>
                      </a:moveTo>
                      <a:lnTo>
                        <a:pt x="17400" y="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41" name="Path"/>
                <p:cNvSpPr/>
                <p:nvPr/>
              </p:nvSpPr>
              <p:spPr>
                <a:xfrm>
                  <a:off x="11713464" y="6494069"/>
                  <a:ext cx="91" cy="13350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" h="14600">
                      <a:moveTo>
                        <a:pt x="0" y="0"/>
                      </a:moveTo>
                      <a:lnTo>
                        <a:pt x="0" y="1460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42" name="Rect"/>
                <p:cNvSpPr/>
                <p:nvPr/>
              </p:nvSpPr>
              <p:spPr>
                <a:xfrm>
                  <a:off x="11905488" y="6364224"/>
                  <a:ext cx="612648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2C4420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43" name="Rect"/>
                <p:cNvSpPr/>
                <p:nvPr/>
              </p:nvSpPr>
              <p:spPr>
                <a:xfrm>
                  <a:off x="11942064" y="6400800"/>
                  <a:ext cx="539496" cy="32004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44" name="Path"/>
                <p:cNvSpPr/>
                <p:nvPr/>
              </p:nvSpPr>
              <p:spPr>
                <a:xfrm>
                  <a:off x="11942064" y="6400800"/>
                  <a:ext cx="10515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1500" h="11500">
                      <a:moveTo>
                        <a:pt x="11500" y="0"/>
                      </a:moveTo>
                      <a:lnTo>
                        <a:pt x="0" y="11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45" name="Path"/>
                <p:cNvSpPr/>
                <p:nvPr/>
              </p:nvSpPr>
              <p:spPr>
                <a:xfrm>
                  <a:off x="11942064" y="6400800"/>
                  <a:ext cx="210312" cy="2103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3000" h="23000">
                      <a:moveTo>
                        <a:pt x="23000" y="0"/>
                      </a:moveTo>
                      <a:lnTo>
                        <a:pt x="0" y="230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46" name="Path"/>
                <p:cNvSpPr/>
                <p:nvPr/>
              </p:nvSpPr>
              <p:spPr>
                <a:xfrm>
                  <a:off x="11942064" y="6400800"/>
                  <a:ext cx="315468" cy="3154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4500" h="34500">
                      <a:moveTo>
                        <a:pt x="34500" y="0"/>
                      </a:moveTo>
                      <a:lnTo>
                        <a:pt x="0" y="34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47" name="Path"/>
                <p:cNvSpPr/>
                <p:nvPr/>
              </p:nvSpPr>
              <p:spPr>
                <a:xfrm>
                  <a:off x="12042648" y="6400800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48" name="Path"/>
                <p:cNvSpPr/>
                <p:nvPr/>
              </p:nvSpPr>
              <p:spPr>
                <a:xfrm>
                  <a:off x="12147804" y="6400800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49" name="Path"/>
                <p:cNvSpPr/>
                <p:nvPr/>
              </p:nvSpPr>
              <p:spPr>
                <a:xfrm>
                  <a:off x="12252960" y="6492240"/>
                  <a:ext cx="228600" cy="2286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000" h="25000">
                      <a:moveTo>
                        <a:pt x="0" y="25000"/>
                      </a:moveTo>
                      <a:lnTo>
                        <a:pt x="2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50" name="Path"/>
                <p:cNvSpPr/>
                <p:nvPr/>
              </p:nvSpPr>
              <p:spPr>
                <a:xfrm>
                  <a:off x="12358116" y="6597396"/>
                  <a:ext cx="123444" cy="12344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500" h="13500">
                      <a:moveTo>
                        <a:pt x="0" y="13500"/>
                      </a:moveTo>
                      <a:lnTo>
                        <a:pt x="135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51" name="Path"/>
                <p:cNvSpPr/>
                <p:nvPr/>
              </p:nvSpPr>
              <p:spPr>
                <a:xfrm>
                  <a:off x="12463272" y="6702552"/>
                  <a:ext cx="18288" cy="1828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00" h="2000">
                      <a:moveTo>
                        <a:pt x="0" y="2000"/>
                      </a:moveTo>
                      <a:lnTo>
                        <a:pt x="2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52" name="Rect"/>
                <p:cNvSpPr/>
                <p:nvPr/>
              </p:nvSpPr>
              <p:spPr>
                <a:xfrm>
                  <a:off x="11942064" y="6400800"/>
                  <a:ext cx="539496" cy="320040"/>
                </a:xfrm>
                <a:prstGeom prst="rect">
                  <a:avLst/>
                </a:prstGeom>
                <a:noFill/>
                <a:ln w="6400" cap="flat">
                  <a:solidFill>
                    <a:srgbClr val="445644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53" name="Rect"/>
                <p:cNvSpPr/>
                <p:nvPr/>
              </p:nvSpPr>
              <p:spPr>
                <a:xfrm>
                  <a:off x="11921033" y="6379769"/>
                  <a:ext cx="581558" cy="362102"/>
                </a:xfrm>
                <a:prstGeom prst="rect">
                  <a:avLst/>
                </a:prstGeom>
                <a:noFill/>
                <a:ln w="6400" cap="flat">
                  <a:solidFill>
                    <a:srgbClr val="D2E3BC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054" name="Path"/>
              <p:cNvSpPr/>
              <p:nvPr/>
            </p:nvSpPr>
            <p:spPr>
              <a:xfrm>
                <a:off x="9857232" y="6263640"/>
                <a:ext cx="841248" cy="365760"/>
              </a:xfrm>
              <a:custGeom>
                <a:avLst/>
                <a:gdLst/>
                <a:ahLst/>
                <a:cxnLst/>
                <a:rect l="0" t="0" r="r" b="b"/>
                <a:pathLst>
                  <a:path w="92000" h="40000">
                    <a:moveTo>
                      <a:pt x="0" y="40000"/>
                    </a:moveTo>
                    <a:cubicBezTo>
                      <a:pt x="20000" y="0"/>
                      <a:pt x="62000" y="9000"/>
                      <a:pt x="92000" y="39000"/>
                    </a:cubicBezTo>
                  </a:path>
                </a:pathLst>
              </a:custGeom>
              <a:noFill/>
              <a:ln w="19659" cap="flat">
                <a:solidFill>
                  <a:srgbClr val="00B6E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5" name="Path"/>
              <p:cNvSpPr/>
              <p:nvPr/>
            </p:nvSpPr>
            <p:spPr>
              <a:xfrm>
                <a:off x="10555909" y="6477685"/>
                <a:ext cx="142571" cy="142571"/>
              </a:xfrm>
              <a:custGeom>
                <a:avLst/>
                <a:gdLst/>
                <a:ahLst/>
                <a:cxnLst/>
                <a:rect l="0" t="0" r="r" b="b"/>
                <a:pathLst>
                  <a:path w="15592" h="15592">
                    <a:moveTo>
                      <a:pt x="15592" y="15592"/>
                    </a:moveTo>
                    <a:lnTo>
                      <a:pt x="9970" y="0"/>
                    </a:lnTo>
                    <a:lnTo>
                      <a:pt x="0" y="9970"/>
                    </a:lnTo>
                    <a:close/>
                  </a:path>
                </a:pathLst>
              </a:custGeom>
              <a:solidFill>
                <a:srgbClr val="00B6E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056" name="Evidence M₄(A)"/>
              <p:cNvGrpSpPr/>
              <p:nvPr/>
            </p:nvGrpSpPr>
            <p:grpSpPr>
              <a:xfrm>
                <a:off x="10908792" y="6912864"/>
                <a:ext cx="1609344" cy="393192"/>
                <a:chOff x="10908792" y="6912864"/>
                <a:chExt cx="1609344" cy="393192"/>
              </a:xfrm>
            </p:grpSpPr>
            <p:sp>
              <p:nvSpPr>
                <p:cNvPr id="1057" name="Rect"/>
                <p:cNvSpPr/>
                <p:nvPr/>
              </p:nvSpPr>
              <p:spPr>
                <a:xfrm>
                  <a:off x="10908792" y="6912864"/>
                  <a:ext cx="603504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324C23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58" name="Rect"/>
                <p:cNvSpPr/>
                <p:nvPr/>
              </p:nvSpPr>
              <p:spPr>
                <a:xfrm>
                  <a:off x="10924337" y="6928409"/>
                  <a:ext cx="572414" cy="362102"/>
                </a:xfrm>
                <a:prstGeom prst="rect">
                  <a:avLst/>
                </a:prstGeom>
                <a:noFill/>
                <a:ln w="6858" cap="flat">
                  <a:solidFill>
                    <a:srgbClr val="BCD0A7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59" name="Rect"/>
                <p:cNvSpPr/>
                <p:nvPr/>
              </p:nvSpPr>
              <p:spPr>
                <a:xfrm>
                  <a:off x="10950854" y="6954926"/>
                  <a:ext cx="519379" cy="309067"/>
                </a:xfrm>
                <a:prstGeom prst="rect">
                  <a:avLst/>
                </a:prstGeom>
                <a:solidFill>
                  <a:srgbClr val="FEFAEE"/>
                </a:solidFill>
                <a:ln w="6858" cap="flat">
                  <a:solidFill>
                    <a:srgbClr val="7D907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60" name="M4(A)"/>
                <p:cNvSpPr txBox="1"/>
                <p:nvPr/>
              </p:nvSpPr>
              <p:spPr>
                <a:xfrm>
                  <a:off x="10927080" y="6994246"/>
                  <a:ext cx="566928" cy="208026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6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rPr>
                    <a:t>M4(A)</a:t>
                  </a:r>
                </a:p>
              </p:txBody>
            </p:sp>
            <p:sp>
              <p:nvSpPr>
                <p:cNvPr id="1061" name="Ellipse"/>
                <p:cNvSpPr/>
                <p:nvPr/>
              </p:nvSpPr>
              <p:spPr>
                <a:xfrm>
                  <a:off x="11622024" y="7030822"/>
                  <a:ext cx="182880" cy="157277"/>
                </a:xfrm>
                <a:prstGeom prst="ellipse">
                  <a:avLst/>
                </a:pr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62" name="Path"/>
                <p:cNvSpPr/>
                <p:nvPr/>
              </p:nvSpPr>
              <p:spPr>
                <a:xfrm>
                  <a:off x="11633911" y="7109460"/>
                  <a:ext cx="159106" cy="9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7400" h="10">
                      <a:moveTo>
                        <a:pt x="0" y="0"/>
                      </a:moveTo>
                      <a:lnTo>
                        <a:pt x="17400" y="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63" name="Path"/>
                <p:cNvSpPr/>
                <p:nvPr/>
              </p:nvSpPr>
              <p:spPr>
                <a:xfrm>
                  <a:off x="11713464" y="7042709"/>
                  <a:ext cx="91" cy="13350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" h="14600">
                      <a:moveTo>
                        <a:pt x="0" y="0"/>
                      </a:moveTo>
                      <a:lnTo>
                        <a:pt x="0" y="1460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64" name="Rect"/>
                <p:cNvSpPr/>
                <p:nvPr/>
              </p:nvSpPr>
              <p:spPr>
                <a:xfrm>
                  <a:off x="11905488" y="6912864"/>
                  <a:ext cx="612648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2C4420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65" name="Rect"/>
                <p:cNvSpPr/>
                <p:nvPr/>
              </p:nvSpPr>
              <p:spPr>
                <a:xfrm>
                  <a:off x="11942064" y="6949440"/>
                  <a:ext cx="539496" cy="32004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66" name="Path"/>
                <p:cNvSpPr/>
                <p:nvPr/>
              </p:nvSpPr>
              <p:spPr>
                <a:xfrm>
                  <a:off x="11942064" y="6949440"/>
                  <a:ext cx="10515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1500" h="11500">
                      <a:moveTo>
                        <a:pt x="11500" y="0"/>
                      </a:moveTo>
                      <a:lnTo>
                        <a:pt x="0" y="11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67" name="Path"/>
                <p:cNvSpPr/>
                <p:nvPr/>
              </p:nvSpPr>
              <p:spPr>
                <a:xfrm>
                  <a:off x="11942064" y="6949440"/>
                  <a:ext cx="210312" cy="2103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3000" h="23000">
                      <a:moveTo>
                        <a:pt x="23000" y="0"/>
                      </a:moveTo>
                      <a:lnTo>
                        <a:pt x="0" y="230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68" name="Path"/>
                <p:cNvSpPr/>
                <p:nvPr/>
              </p:nvSpPr>
              <p:spPr>
                <a:xfrm>
                  <a:off x="11942064" y="6949440"/>
                  <a:ext cx="315468" cy="3154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4500" h="34500">
                      <a:moveTo>
                        <a:pt x="34500" y="0"/>
                      </a:moveTo>
                      <a:lnTo>
                        <a:pt x="0" y="34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69" name="Path"/>
                <p:cNvSpPr/>
                <p:nvPr/>
              </p:nvSpPr>
              <p:spPr>
                <a:xfrm>
                  <a:off x="12042648" y="6949440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70" name="Path"/>
                <p:cNvSpPr/>
                <p:nvPr/>
              </p:nvSpPr>
              <p:spPr>
                <a:xfrm>
                  <a:off x="12147804" y="6949440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71" name="Path"/>
                <p:cNvSpPr/>
                <p:nvPr/>
              </p:nvSpPr>
              <p:spPr>
                <a:xfrm>
                  <a:off x="12252960" y="7040880"/>
                  <a:ext cx="228600" cy="2286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000" h="25000">
                      <a:moveTo>
                        <a:pt x="0" y="25000"/>
                      </a:moveTo>
                      <a:lnTo>
                        <a:pt x="2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72" name="Path"/>
                <p:cNvSpPr/>
                <p:nvPr/>
              </p:nvSpPr>
              <p:spPr>
                <a:xfrm>
                  <a:off x="12358116" y="7146036"/>
                  <a:ext cx="123444" cy="12344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500" h="13500">
                      <a:moveTo>
                        <a:pt x="0" y="13500"/>
                      </a:moveTo>
                      <a:lnTo>
                        <a:pt x="135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73" name="Path"/>
                <p:cNvSpPr/>
                <p:nvPr/>
              </p:nvSpPr>
              <p:spPr>
                <a:xfrm>
                  <a:off x="12463272" y="7251192"/>
                  <a:ext cx="18288" cy="1828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00" h="2000">
                      <a:moveTo>
                        <a:pt x="0" y="2000"/>
                      </a:moveTo>
                      <a:lnTo>
                        <a:pt x="2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74" name="Rect"/>
                <p:cNvSpPr/>
                <p:nvPr/>
              </p:nvSpPr>
              <p:spPr>
                <a:xfrm>
                  <a:off x="11942064" y="6949440"/>
                  <a:ext cx="539496" cy="320040"/>
                </a:xfrm>
                <a:prstGeom prst="rect">
                  <a:avLst/>
                </a:prstGeom>
                <a:noFill/>
                <a:ln w="6400" cap="flat">
                  <a:solidFill>
                    <a:srgbClr val="445644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75" name="Rect"/>
                <p:cNvSpPr/>
                <p:nvPr/>
              </p:nvSpPr>
              <p:spPr>
                <a:xfrm>
                  <a:off x="11921033" y="6928409"/>
                  <a:ext cx="581558" cy="362102"/>
                </a:xfrm>
                <a:prstGeom prst="rect">
                  <a:avLst/>
                </a:prstGeom>
                <a:noFill/>
                <a:ln w="6400" cap="flat">
                  <a:solidFill>
                    <a:srgbClr val="D2E3BC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076" name="Path"/>
              <p:cNvSpPr/>
              <p:nvPr/>
            </p:nvSpPr>
            <p:spPr>
              <a:xfrm>
                <a:off x="9857232" y="6812280"/>
                <a:ext cx="841248" cy="365760"/>
              </a:xfrm>
              <a:custGeom>
                <a:avLst/>
                <a:gdLst/>
                <a:ahLst/>
                <a:cxnLst/>
                <a:rect l="0" t="0" r="r" b="b"/>
                <a:pathLst>
                  <a:path w="92000" h="40000">
                    <a:moveTo>
                      <a:pt x="0" y="40000"/>
                    </a:moveTo>
                    <a:cubicBezTo>
                      <a:pt x="20000" y="0"/>
                      <a:pt x="62000" y="9000"/>
                      <a:pt x="92000" y="39000"/>
                    </a:cubicBezTo>
                  </a:path>
                </a:pathLst>
              </a:custGeom>
              <a:noFill/>
              <a:ln w="19659" cap="flat">
                <a:solidFill>
                  <a:srgbClr val="00B6E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7" name="Path"/>
              <p:cNvSpPr/>
              <p:nvPr/>
            </p:nvSpPr>
            <p:spPr>
              <a:xfrm>
                <a:off x="10555909" y="7026325"/>
                <a:ext cx="142571" cy="142571"/>
              </a:xfrm>
              <a:custGeom>
                <a:avLst/>
                <a:gdLst/>
                <a:ahLst/>
                <a:cxnLst/>
                <a:rect l="0" t="0" r="r" b="b"/>
                <a:pathLst>
                  <a:path w="15592" h="15592">
                    <a:moveTo>
                      <a:pt x="15592" y="15592"/>
                    </a:moveTo>
                    <a:lnTo>
                      <a:pt x="9970" y="0"/>
                    </a:lnTo>
                    <a:lnTo>
                      <a:pt x="0" y="9970"/>
                    </a:lnTo>
                    <a:close/>
                  </a:path>
                </a:pathLst>
              </a:custGeom>
              <a:solidFill>
                <a:srgbClr val="00B6E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078" name="Evidence Mₙ₋₁(A)"/>
              <p:cNvGrpSpPr/>
              <p:nvPr/>
            </p:nvGrpSpPr>
            <p:grpSpPr>
              <a:xfrm>
                <a:off x="10908792" y="7909560"/>
                <a:ext cx="1609344" cy="393192"/>
                <a:chOff x="10908792" y="7909560"/>
                <a:chExt cx="1609344" cy="393192"/>
              </a:xfrm>
            </p:grpSpPr>
            <p:sp>
              <p:nvSpPr>
                <p:cNvPr id="1079" name="Rect"/>
                <p:cNvSpPr/>
                <p:nvPr/>
              </p:nvSpPr>
              <p:spPr>
                <a:xfrm>
                  <a:off x="10908792" y="7909560"/>
                  <a:ext cx="603504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324C23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80" name="Rect"/>
                <p:cNvSpPr/>
                <p:nvPr/>
              </p:nvSpPr>
              <p:spPr>
                <a:xfrm>
                  <a:off x="10924337" y="7925105"/>
                  <a:ext cx="572414" cy="362102"/>
                </a:xfrm>
                <a:prstGeom prst="rect">
                  <a:avLst/>
                </a:prstGeom>
                <a:noFill/>
                <a:ln w="6858" cap="flat">
                  <a:solidFill>
                    <a:srgbClr val="BCD0A7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81" name="Rect"/>
                <p:cNvSpPr/>
                <p:nvPr/>
              </p:nvSpPr>
              <p:spPr>
                <a:xfrm>
                  <a:off x="10950854" y="7951622"/>
                  <a:ext cx="519379" cy="309067"/>
                </a:xfrm>
                <a:prstGeom prst="rect">
                  <a:avLst/>
                </a:prstGeom>
                <a:solidFill>
                  <a:srgbClr val="FEFAEE"/>
                </a:solidFill>
                <a:ln w="6858" cap="flat">
                  <a:solidFill>
                    <a:srgbClr val="7D907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82" name="Mn-1(A)"/>
                <p:cNvSpPr txBox="1"/>
                <p:nvPr/>
              </p:nvSpPr>
              <p:spPr>
                <a:xfrm>
                  <a:off x="10927080" y="8000159"/>
                  <a:ext cx="566928" cy="191384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159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rPr>
                    <a:t>Mn-1(A)</a:t>
                  </a:r>
                </a:p>
              </p:txBody>
            </p:sp>
            <p:sp>
              <p:nvSpPr>
                <p:cNvPr id="1083" name="Ellipse"/>
                <p:cNvSpPr/>
                <p:nvPr/>
              </p:nvSpPr>
              <p:spPr>
                <a:xfrm>
                  <a:off x="11622024" y="8027518"/>
                  <a:ext cx="182880" cy="157277"/>
                </a:xfrm>
                <a:prstGeom prst="ellipse">
                  <a:avLst/>
                </a:pr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84" name="Path"/>
                <p:cNvSpPr/>
                <p:nvPr/>
              </p:nvSpPr>
              <p:spPr>
                <a:xfrm>
                  <a:off x="11633911" y="8106156"/>
                  <a:ext cx="159106" cy="9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7400" h="10">
                      <a:moveTo>
                        <a:pt x="0" y="0"/>
                      </a:moveTo>
                      <a:lnTo>
                        <a:pt x="17400" y="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85" name="Path"/>
                <p:cNvSpPr/>
                <p:nvPr/>
              </p:nvSpPr>
              <p:spPr>
                <a:xfrm>
                  <a:off x="11713464" y="8039405"/>
                  <a:ext cx="91" cy="13350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" h="14600">
                      <a:moveTo>
                        <a:pt x="0" y="0"/>
                      </a:moveTo>
                      <a:lnTo>
                        <a:pt x="0" y="1460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86" name="Rect"/>
                <p:cNvSpPr/>
                <p:nvPr/>
              </p:nvSpPr>
              <p:spPr>
                <a:xfrm>
                  <a:off x="11905488" y="7909560"/>
                  <a:ext cx="612648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2C4420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87" name="Rect"/>
                <p:cNvSpPr/>
                <p:nvPr/>
              </p:nvSpPr>
              <p:spPr>
                <a:xfrm>
                  <a:off x="11942064" y="7946136"/>
                  <a:ext cx="539496" cy="32004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88" name="Path"/>
                <p:cNvSpPr/>
                <p:nvPr/>
              </p:nvSpPr>
              <p:spPr>
                <a:xfrm>
                  <a:off x="11942064" y="7946136"/>
                  <a:ext cx="10515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1500" h="11500">
                      <a:moveTo>
                        <a:pt x="11500" y="0"/>
                      </a:moveTo>
                      <a:lnTo>
                        <a:pt x="0" y="11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89" name="Path"/>
                <p:cNvSpPr/>
                <p:nvPr/>
              </p:nvSpPr>
              <p:spPr>
                <a:xfrm>
                  <a:off x="11942064" y="7946136"/>
                  <a:ext cx="210312" cy="2103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3000" h="23000">
                      <a:moveTo>
                        <a:pt x="23000" y="0"/>
                      </a:moveTo>
                      <a:lnTo>
                        <a:pt x="0" y="230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90" name="Path"/>
                <p:cNvSpPr/>
                <p:nvPr/>
              </p:nvSpPr>
              <p:spPr>
                <a:xfrm>
                  <a:off x="11942064" y="7946136"/>
                  <a:ext cx="315468" cy="3154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4500" h="34500">
                      <a:moveTo>
                        <a:pt x="34500" y="0"/>
                      </a:moveTo>
                      <a:lnTo>
                        <a:pt x="0" y="34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91" name="Path"/>
                <p:cNvSpPr/>
                <p:nvPr/>
              </p:nvSpPr>
              <p:spPr>
                <a:xfrm>
                  <a:off x="12042648" y="7946136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92" name="Path"/>
                <p:cNvSpPr/>
                <p:nvPr/>
              </p:nvSpPr>
              <p:spPr>
                <a:xfrm>
                  <a:off x="12147804" y="7946136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93" name="Path"/>
                <p:cNvSpPr/>
                <p:nvPr/>
              </p:nvSpPr>
              <p:spPr>
                <a:xfrm>
                  <a:off x="12252960" y="8037576"/>
                  <a:ext cx="228600" cy="2286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000" h="25000">
                      <a:moveTo>
                        <a:pt x="0" y="25000"/>
                      </a:moveTo>
                      <a:lnTo>
                        <a:pt x="2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94" name="Path"/>
                <p:cNvSpPr/>
                <p:nvPr/>
              </p:nvSpPr>
              <p:spPr>
                <a:xfrm>
                  <a:off x="12358116" y="8142732"/>
                  <a:ext cx="123444" cy="12344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500" h="13500">
                      <a:moveTo>
                        <a:pt x="0" y="13500"/>
                      </a:moveTo>
                      <a:lnTo>
                        <a:pt x="135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95" name="Path"/>
                <p:cNvSpPr/>
                <p:nvPr/>
              </p:nvSpPr>
              <p:spPr>
                <a:xfrm>
                  <a:off x="12463272" y="8247888"/>
                  <a:ext cx="18288" cy="1828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00" h="2000">
                      <a:moveTo>
                        <a:pt x="0" y="2000"/>
                      </a:moveTo>
                      <a:lnTo>
                        <a:pt x="2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96" name="Rect"/>
                <p:cNvSpPr/>
                <p:nvPr/>
              </p:nvSpPr>
              <p:spPr>
                <a:xfrm>
                  <a:off x="11942064" y="7946136"/>
                  <a:ext cx="539496" cy="320040"/>
                </a:xfrm>
                <a:prstGeom prst="rect">
                  <a:avLst/>
                </a:prstGeom>
                <a:noFill/>
                <a:ln w="6400" cap="flat">
                  <a:solidFill>
                    <a:srgbClr val="445644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097" name="Rect"/>
                <p:cNvSpPr/>
                <p:nvPr/>
              </p:nvSpPr>
              <p:spPr>
                <a:xfrm>
                  <a:off x="11921033" y="7925105"/>
                  <a:ext cx="581558" cy="362102"/>
                </a:xfrm>
                <a:prstGeom prst="rect">
                  <a:avLst/>
                </a:prstGeom>
                <a:noFill/>
                <a:ln w="6400" cap="flat">
                  <a:solidFill>
                    <a:srgbClr val="D2E3BC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098" name="Path"/>
              <p:cNvSpPr/>
              <p:nvPr/>
            </p:nvSpPr>
            <p:spPr>
              <a:xfrm>
                <a:off x="9857232" y="7808976"/>
                <a:ext cx="841248" cy="365760"/>
              </a:xfrm>
              <a:custGeom>
                <a:avLst/>
                <a:gdLst/>
                <a:ahLst/>
                <a:cxnLst/>
                <a:rect l="0" t="0" r="r" b="b"/>
                <a:pathLst>
                  <a:path w="92000" h="40000">
                    <a:moveTo>
                      <a:pt x="0" y="40000"/>
                    </a:moveTo>
                    <a:cubicBezTo>
                      <a:pt x="20000" y="0"/>
                      <a:pt x="62000" y="9000"/>
                      <a:pt x="92000" y="39000"/>
                    </a:cubicBezTo>
                  </a:path>
                </a:pathLst>
              </a:custGeom>
              <a:noFill/>
              <a:ln w="19659" cap="flat">
                <a:solidFill>
                  <a:srgbClr val="00B6E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9" name="Path"/>
              <p:cNvSpPr/>
              <p:nvPr/>
            </p:nvSpPr>
            <p:spPr>
              <a:xfrm>
                <a:off x="10555909" y="8023021"/>
                <a:ext cx="142571" cy="142571"/>
              </a:xfrm>
              <a:custGeom>
                <a:avLst/>
                <a:gdLst/>
                <a:ahLst/>
                <a:cxnLst/>
                <a:rect l="0" t="0" r="r" b="b"/>
                <a:pathLst>
                  <a:path w="15592" h="15592">
                    <a:moveTo>
                      <a:pt x="15592" y="15592"/>
                    </a:moveTo>
                    <a:lnTo>
                      <a:pt x="9970" y="0"/>
                    </a:lnTo>
                    <a:lnTo>
                      <a:pt x="0" y="9970"/>
                    </a:lnTo>
                    <a:close/>
                  </a:path>
                </a:pathLst>
              </a:custGeom>
              <a:solidFill>
                <a:srgbClr val="00B6E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100" name="Evidence Mₙ(A)"/>
              <p:cNvGrpSpPr/>
              <p:nvPr/>
            </p:nvGrpSpPr>
            <p:grpSpPr>
              <a:xfrm>
                <a:off x="10908792" y="8394192"/>
                <a:ext cx="1609344" cy="393192"/>
                <a:chOff x="10908792" y="8394192"/>
                <a:chExt cx="1609344" cy="393192"/>
              </a:xfrm>
            </p:grpSpPr>
            <p:sp>
              <p:nvSpPr>
                <p:cNvPr id="1101" name="Rect"/>
                <p:cNvSpPr/>
                <p:nvPr/>
              </p:nvSpPr>
              <p:spPr>
                <a:xfrm>
                  <a:off x="10908792" y="8394192"/>
                  <a:ext cx="603504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324C23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02" name="Rect"/>
                <p:cNvSpPr/>
                <p:nvPr/>
              </p:nvSpPr>
              <p:spPr>
                <a:xfrm>
                  <a:off x="10924337" y="8409737"/>
                  <a:ext cx="572414" cy="362102"/>
                </a:xfrm>
                <a:prstGeom prst="rect">
                  <a:avLst/>
                </a:prstGeom>
                <a:noFill/>
                <a:ln w="6858" cap="flat">
                  <a:solidFill>
                    <a:srgbClr val="BCD0A7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03" name="Rect"/>
                <p:cNvSpPr/>
                <p:nvPr/>
              </p:nvSpPr>
              <p:spPr>
                <a:xfrm>
                  <a:off x="10950854" y="8436254"/>
                  <a:ext cx="519379" cy="309067"/>
                </a:xfrm>
                <a:prstGeom prst="rect">
                  <a:avLst/>
                </a:prstGeom>
                <a:solidFill>
                  <a:srgbClr val="FEFAEE"/>
                </a:solidFill>
                <a:ln w="6858" cap="flat">
                  <a:solidFill>
                    <a:srgbClr val="7D907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04" name="Mn(A)"/>
                <p:cNvSpPr txBox="1"/>
                <p:nvPr/>
              </p:nvSpPr>
              <p:spPr>
                <a:xfrm>
                  <a:off x="10927080" y="8475574"/>
                  <a:ext cx="566928" cy="208026"/>
                </a:xfrm>
                <a:prstGeom prst="rect">
                  <a:avLst/>
                </a:prstGeom>
                <a:noFill/>
              </p:spPr>
              <p:txBody>
                <a:bodyPr wrap="none" lIns="0" rIns="0" tIns="0" bIns="0" anchor="t">
                  <a:spAutoFit/>
                </a:bodyPr>
                <a:lstStyle/>
                <a:p>
                  <a:pPr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260" b="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</a:rPr>
                    <a:t>Mn(A)</a:t>
                  </a:r>
                </a:p>
              </p:txBody>
            </p:sp>
            <p:sp>
              <p:nvSpPr>
                <p:cNvPr id="1105" name="Ellipse"/>
                <p:cNvSpPr/>
                <p:nvPr/>
              </p:nvSpPr>
              <p:spPr>
                <a:xfrm>
                  <a:off x="11622024" y="8512150"/>
                  <a:ext cx="182880" cy="157277"/>
                </a:xfrm>
                <a:prstGeom prst="ellipse">
                  <a:avLst/>
                </a:pr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06" name="Path"/>
                <p:cNvSpPr/>
                <p:nvPr/>
              </p:nvSpPr>
              <p:spPr>
                <a:xfrm>
                  <a:off x="11633911" y="8590788"/>
                  <a:ext cx="159106" cy="9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7400" h="10">
                      <a:moveTo>
                        <a:pt x="0" y="0"/>
                      </a:moveTo>
                      <a:lnTo>
                        <a:pt x="17400" y="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07" name="Path"/>
                <p:cNvSpPr/>
                <p:nvPr/>
              </p:nvSpPr>
              <p:spPr>
                <a:xfrm>
                  <a:off x="11713464" y="8524037"/>
                  <a:ext cx="91" cy="13350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0" h="14600">
                      <a:moveTo>
                        <a:pt x="0" y="0"/>
                      </a:moveTo>
                      <a:lnTo>
                        <a:pt x="0" y="14600"/>
                      </a:lnTo>
                    </a:path>
                  </a:pathLst>
                </a:custGeom>
                <a:noFill/>
                <a:ln w="12801" cap="flat">
                  <a:solidFill>
                    <a:srgbClr val="000000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08" name="Rect"/>
                <p:cNvSpPr/>
                <p:nvPr/>
              </p:nvSpPr>
              <p:spPr>
                <a:xfrm>
                  <a:off x="11905488" y="8394192"/>
                  <a:ext cx="612648" cy="393192"/>
                </a:xfrm>
                <a:prstGeom prst="rect">
                  <a:avLst/>
                </a:prstGeom>
                <a:solidFill>
                  <a:srgbClr val="526D37"/>
                </a:solidFill>
                <a:ln w="7315" cap="flat">
                  <a:solidFill>
                    <a:srgbClr val="2C4420"/>
                  </a:solidFill>
                  <a:round/>
                </a:ln>
                <a:effectLst>
                  <a:outerShdw blurRad="41148" dist="37934" dir="4477424" algn="ctr" rotWithShape="0">
                    <a:srgbClr val="5896BA">
                      <a:alpha val="40000"/>
                    </a:srgb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09" name="Rect"/>
                <p:cNvSpPr/>
                <p:nvPr/>
              </p:nvSpPr>
              <p:spPr>
                <a:xfrm>
                  <a:off x="11942064" y="8430768"/>
                  <a:ext cx="539496" cy="32004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10" name="Path"/>
                <p:cNvSpPr/>
                <p:nvPr/>
              </p:nvSpPr>
              <p:spPr>
                <a:xfrm>
                  <a:off x="11942064" y="8430768"/>
                  <a:ext cx="105156" cy="10515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1500" h="11500">
                      <a:moveTo>
                        <a:pt x="11500" y="0"/>
                      </a:moveTo>
                      <a:lnTo>
                        <a:pt x="0" y="11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11" name="Path"/>
                <p:cNvSpPr/>
                <p:nvPr/>
              </p:nvSpPr>
              <p:spPr>
                <a:xfrm>
                  <a:off x="11942064" y="8430768"/>
                  <a:ext cx="210312" cy="2103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3000" h="23000">
                      <a:moveTo>
                        <a:pt x="23000" y="0"/>
                      </a:moveTo>
                      <a:lnTo>
                        <a:pt x="0" y="230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12" name="Path"/>
                <p:cNvSpPr/>
                <p:nvPr/>
              </p:nvSpPr>
              <p:spPr>
                <a:xfrm>
                  <a:off x="11942064" y="8430768"/>
                  <a:ext cx="315468" cy="3154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4500" h="34500">
                      <a:moveTo>
                        <a:pt x="34500" y="0"/>
                      </a:moveTo>
                      <a:lnTo>
                        <a:pt x="0" y="3450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13" name="Path"/>
                <p:cNvSpPr/>
                <p:nvPr/>
              </p:nvSpPr>
              <p:spPr>
                <a:xfrm>
                  <a:off x="12042648" y="8430768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14" name="Path"/>
                <p:cNvSpPr/>
                <p:nvPr/>
              </p:nvSpPr>
              <p:spPr>
                <a:xfrm>
                  <a:off x="12147804" y="8430768"/>
                  <a:ext cx="320040" cy="320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000" h="35000">
                      <a:moveTo>
                        <a:pt x="0" y="35000"/>
                      </a:moveTo>
                      <a:lnTo>
                        <a:pt x="3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15" name="Path"/>
                <p:cNvSpPr/>
                <p:nvPr/>
              </p:nvSpPr>
              <p:spPr>
                <a:xfrm>
                  <a:off x="12252960" y="8522208"/>
                  <a:ext cx="228600" cy="2286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000" h="25000">
                      <a:moveTo>
                        <a:pt x="0" y="25000"/>
                      </a:moveTo>
                      <a:lnTo>
                        <a:pt x="25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16" name="Path"/>
                <p:cNvSpPr/>
                <p:nvPr/>
              </p:nvSpPr>
              <p:spPr>
                <a:xfrm>
                  <a:off x="12358116" y="8627364"/>
                  <a:ext cx="123444" cy="12344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3500" h="13500">
                      <a:moveTo>
                        <a:pt x="0" y="13500"/>
                      </a:moveTo>
                      <a:lnTo>
                        <a:pt x="135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17" name="Path"/>
                <p:cNvSpPr/>
                <p:nvPr/>
              </p:nvSpPr>
              <p:spPr>
                <a:xfrm>
                  <a:off x="12463272" y="8732520"/>
                  <a:ext cx="18288" cy="1828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00" h="2000">
                      <a:moveTo>
                        <a:pt x="0" y="2000"/>
                      </a:moveTo>
                      <a:lnTo>
                        <a:pt x="2000" y="0"/>
                      </a:lnTo>
                    </a:path>
                  </a:pathLst>
                </a:custGeom>
                <a:noFill/>
                <a:ln w="13716" cap="flat">
                  <a:solidFill>
                    <a:srgbClr val="82B9E8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18" name="Rect"/>
                <p:cNvSpPr/>
                <p:nvPr/>
              </p:nvSpPr>
              <p:spPr>
                <a:xfrm>
                  <a:off x="11942064" y="8430768"/>
                  <a:ext cx="539496" cy="320040"/>
                </a:xfrm>
                <a:prstGeom prst="rect">
                  <a:avLst/>
                </a:prstGeom>
                <a:noFill/>
                <a:ln w="6400" cap="flat">
                  <a:solidFill>
                    <a:srgbClr val="445644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19" name="Rect"/>
                <p:cNvSpPr/>
                <p:nvPr/>
              </p:nvSpPr>
              <p:spPr>
                <a:xfrm>
                  <a:off x="11921033" y="8409737"/>
                  <a:ext cx="581558" cy="362102"/>
                </a:xfrm>
                <a:prstGeom prst="rect">
                  <a:avLst/>
                </a:prstGeom>
                <a:noFill/>
                <a:ln w="6400" cap="flat">
                  <a:solidFill>
                    <a:srgbClr val="D2E3BC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120" name="Path"/>
              <p:cNvSpPr/>
              <p:nvPr/>
            </p:nvSpPr>
            <p:spPr>
              <a:xfrm>
                <a:off x="9857232" y="8293608"/>
                <a:ext cx="841248" cy="365760"/>
              </a:xfrm>
              <a:custGeom>
                <a:avLst/>
                <a:gdLst/>
                <a:ahLst/>
                <a:cxnLst/>
                <a:rect l="0" t="0" r="r" b="b"/>
                <a:pathLst>
                  <a:path w="92000" h="40000">
                    <a:moveTo>
                      <a:pt x="0" y="40000"/>
                    </a:moveTo>
                    <a:cubicBezTo>
                      <a:pt x="20000" y="0"/>
                      <a:pt x="62000" y="9000"/>
                      <a:pt x="92000" y="39000"/>
                    </a:cubicBezTo>
                  </a:path>
                </a:pathLst>
              </a:custGeom>
              <a:noFill/>
              <a:ln w="19659" cap="flat">
                <a:solidFill>
                  <a:srgbClr val="00B6ED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1" name="Path"/>
              <p:cNvSpPr/>
              <p:nvPr/>
            </p:nvSpPr>
            <p:spPr>
              <a:xfrm>
                <a:off x="10555909" y="8507653"/>
                <a:ext cx="142571" cy="142571"/>
              </a:xfrm>
              <a:custGeom>
                <a:avLst/>
                <a:gdLst/>
                <a:ahLst/>
                <a:cxnLst/>
                <a:rect l="0" t="0" r="r" b="b"/>
                <a:pathLst>
                  <a:path w="15592" h="15592">
                    <a:moveTo>
                      <a:pt x="15592" y="15592"/>
                    </a:moveTo>
                    <a:lnTo>
                      <a:pt x="9970" y="0"/>
                    </a:lnTo>
                    <a:lnTo>
                      <a:pt x="0" y="9970"/>
                    </a:lnTo>
                    <a:close/>
                  </a:path>
                </a:pathLst>
              </a:custGeom>
              <a:solidFill>
                <a:srgbClr val="00B6E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2" name="Rect"/>
              <p:cNvSpPr/>
              <p:nvPr/>
            </p:nvSpPr>
            <p:spPr>
              <a:xfrm>
                <a:off x="11484864" y="7571232"/>
                <a:ext cx="39319" cy="3931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3" name="Rect"/>
              <p:cNvSpPr/>
              <p:nvPr/>
            </p:nvSpPr>
            <p:spPr>
              <a:xfrm>
                <a:off x="11484864" y="7653528"/>
                <a:ext cx="39319" cy="3931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4" name="Rect"/>
              <p:cNvSpPr/>
              <p:nvPr/>
            </p:nvSpPr>
            <p:spPr>
              <a:xfrm>
                <a:off x="11484864" y="7735824"/>
                <a:ext cx="39319" cy="3931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5" name="Rect"/>
              <p:cNvSpPr/>
              <p:nvPr/>
            </p:nvSpPr>
            <p:spPr>
              <a:xfrm>
                <a:off x="11841480" y="7571232"/>
                <a:ext cx="39319" cy="3931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6" name="Rect"/>
              <p:cNvSpPr/>
              <p:nvPr/>
            </p:nvSpPr>
            <p:spPr>
              <a:xfrm>
                <a:off x="11841480" y="7653528"/>
                <a:ext cx="39319" cy="3931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7" name="Rect"/>
              <p:cNvSpPr/>
              <p:nvPr/>
            </p:nvSpPr>
            <p:spPr>
              <a:xfrm>
                <a:off x="11841480" y="7735824"/>
                <a:ext cx="39319" cy="3931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8" name="Reliability Assignment"/>
              <p:cNvSpPr txBox="1"/>
              <p:nvPr/>
            </p:nvSpPr>
            <p:spPr>
              <a:xfrm>
                <a:off x="9187577" y="8897112"/>
                <a:ext cx="2948654" cy="38039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304" b="1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Reliability Assignment</a:t>
                </a:r>
              </a:p>
            </p:txBody>
          </p:sp>
        </p:grpSp>
        <p:grpSp>
          <p:nvGrpSpPr>
            <p:cNvPr id="1129" name="Fusion"/>
            <p:cNvGrpSpPr/>
            <p:nvPr/>
          </p:nvGrpSpPr>
          <p:grpSpPr>
            <a:xfrm>
              <a:off x="12737592" y="5376672"/>
              <a:ext cx="2075688" cy="3900830"/>
              <a:chOff x="12737592" y="5376672"/>
              <a:chExt cx="2075688" cy="3900830"/>
            </a:xfrm>
          </p:grpSpPr>
          <p:sp>
            <p:nvSpPr>
              <p:cNvPr id="1130" name="Rect"/>
              <p:cNvSpPr/>
              <p:nvPr/>
            </p:nvSpPr>
            <p:spPr>
              <a:xfrm>
                <a:off x="12737592" y="5376672"/>
                <a:ext cx="2075688" cy="3383280"/>
              </a:xfrm>
              <a:prstGeom prst="rect">
                <a:avLst/>
              </a:prstGeom>
              <a:noFill/>
              <a:ln w="28346" cap="flat">
                <a:solidFill>
                  <a:srgbClr val="FFB284"/>
                </a:solidFill>
                <a:custDash>
                  <a:ds d="106451" sp="545161"/>
                </a:custDash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131" name="Fusion BBA 1"/>
              <p:cNvGrpSpPr/>
              <p:nvPr/>
            </p:nvGrpSpPr>
            <p:grpSpPr>
              <a:xfrm>
                <a:off x="13075920" y="5486400"/>
                <a:ext cx="576072" cy="886968"/>
                <a:chOff x="13075920" y="5486400"/>
                <a:chExt cx="576072" cy="886968"/>
              </a:xfrm>
            </p:grpSpPr>
            <p:sp>
              <p:nvSpPr>
                <p:cNvPr id="1132" name="Rect"/>
                <p:cNvSpPr/>
                <p:nvPr/>
              </p:nvSpPr>
              <p:spPr>
                <a:xfrm>
                  <a:off x="13075920" y="5486400"/>
                  <a:ext cx="576072" cy="886968"/>
                </a:xfrm>
                <a:prstGeom prst="roundRect">
                  <a:avLst>
                    <a:gd name="adj" fmla="val 11111"/>
                  </a:avLst>
                </a:prstGeom>
                <a:noFill/>
                <a:ln w="12344" cap="flat">
                  <a:solidFill>
                    <a:srgbClr val="F19DDF"/>
                  </a:solidFill>
                  <a:custDash>
                    <a:ds d="1111111" sp="666666"/>
                  </a:custDash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33" name="Path"/>
                <p:cNvSpPr/>
                <p:nvPr/>
              </p:nvSpPr>
              <p:spPr>
                <a:xfrm>
                  <a:off x="13240512" y="5550408"/>
                  <a:ext cx="228600" cy="3657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000" h="4000">
                      <a:moveTo>
                        <a:pt x="4000" y="4000"/>
                      </a:moveTo>
                      <a:lnTo>
                        <a:pt x="25000" y="4000"/>
                      </a:lnTo>
                      <a:lnTo>
                        <a:pt x="210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AE8E0"/>
                </a:solidFill>
                <a:ln w="5943" cap="flat">
                  <a:solidFill>
                    <a:srgbClr val="13121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34" name="Path"/>
                <p:cNvSpPr/>
                <p:nvPr/>
              </p:nvSpPr>
              <p:spPr>
                <a:xfrm>
                  <a:off x="13240512" y="5550408"/>
                  <a:ext cx="36576" cy="2011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000" h="22000">
                      <a:moveTo>
                        <a:pt x="0" y="0"/>
                      </a:moveTo>
                      <a:lnTo>
                        <a:pt x="4000" y="4000"/>
                      </a:lnTo>
                      <a:lnTo>
                        <a:pt x="4000" y="22000"/>
                      </a:lnTo>
                      <a:lnTo>
                        <a:pt x="0" y="18000"/>
                      </a:lnTo>
                      <a:close/>
                    </a:path>
                  </a:pathLst>
                </a:custGeom>
                <a:solidFill>
                  <a:srgbClr val="DCBFB9"/>
                </a:solidFill>
                <a:ln w="5943" cap="flat">
                  <a:solidFill>
                    <a:srgbClr val="13121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35" name="Rect"/>
                <p:cNvSpPr/>
                <p:nvPr/>
              </p:nvSpPr>
              <p:spPr>
                <a:xfrm>
                  <a:off x="13277088" y="5586984"/>
                  <a:ext cx="192024" cy="164592"/>
                </a:xfrm>
                <a:prstGeom prst="rect">
                  <a:avLst/>
                </a:prstGeom>
                <a:solidFill>
                  <a:srgbClr val="F9DCD6"/>
                </a:solidFill>
                <a:ln w="5943" cap="flat">
                  <a:solidFill>
                    <a:srgbClr val="13121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36" name="Path"/>
                <p:cNvSpPr/>
                <p:nvPr/>
              </p:nvSpPr>
              <p:spPr>
                <a:xfrm>
                  <a:off x="13240512" y="5788152"/>
                  <a:ext cx="228600" cy="3657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000" h="4000">
                      <a:moveTo>
                        <a:pt x="4000" y="4000"/>
                      </a:moveTo>
                      <a:lnTo>
                        <a:pt x="25000" y="4000"/>
                      </a:lnTo>
                      <a:lnTo>
                        <a:pt x="210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E88C"/>
                </a:solidFill>
                <a:ln w="5943" cap="flat">
                  <a:solidFill>
                    <a:srgbClr val="13121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37" name="Path"/>
                <p:cNvSpPr/>
                <p:nvPr/>
              </p:nvSpPr>
              <p:spPr>
                <a:xfrm>
                  <a:off x="13240512" y="5788152"/>
                  <a:ext cx="36576" cy="2011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000" h="22000">
                      <a:moveTo>
                        <a:pt x="0" y="0"/>
                      </a:moveTo>
                      <a:lnTo>
                        <a:pt x="4000" y="4000"/>
                      </a:lnTo>
                      <a:lnTo>
                        <a:pt x="4000" y="22000"/>
                      </a:lnTo>
                      <a:lnTo>
                        <a:pt x="0" y="18000"/>
                      </a:lnTo>
                      <a:close/>
                    </a:path>
                  </a:pathLst>
                </a:custGeom>
                <a:solidFill>
                  <a:srgbClr val="D6B542"/>
                </a:solidFill>
                <a:ln w="5943" cap="flat">
                  <a:solidFill>
                    <a:srgbClr val="13121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38" name="Rect"/>
                <p:cNvSpPr/>
                <p:nvPr/>
              </p:nvSpPr>
              <p:spPr>
                <a:xfrm>
                  <a:off x="13277088" y="5824728"/>
                  <a:ext cx="192024" cy="164592"/>
                </a:xfrm>
                <a:prstGeom prst="rect">
                  <a:avLst/>
                </a:prstGeom>
                <a:solidFill>
                  <a:srgbClr val="FFDC65"/>
                </a:solidFill>
                <a:ln w="5943" cap="flat">
                  <a:solidFill>
                    <a:srgbClr val="13121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39" name="Rect"/>
                <p:cNvSpPr/>
                <p:nvPr/>
              </p:nvSpPr>
              <p:spPr>
                <a:xfrm>
                  <a:off x="13350240" y="6007608"/>
                  <a:ext cx="33833" cy="33833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40" name="Rect"/>
                <p:cNvSpPr/>
                <p:nvPr/>
              </p:nvSpPr>
              <p:spPr>
                <a:xfrm>
                  <a:off x="13350240" y="6080760"/>
                  <a:ext cx="33833" cy="33833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41" name="Path"/>
                <p:cNvSpPr/>
                <p:nvPr/>
              </p:nvSpPr>
              <p:spPr>
                <a:xfrm>
                  <a:off x="13240512" y="6126480"/>
                  <a:ext cx="228600" cy="3657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000" h="4000">
                      <a:moveTo>
                        <a:pt x="4000" y="4000"/>
                      </a:moveTo>
                      <a:lnTo>
                        <a:pt x="25000" y="4000"/>
                      </a:lnTo>
                      <a:lnTo>
                        <a:pt x="210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ABBFC"/>
                </a:solidFill>
                <a:ln w="5943" cap="flat">
                  <a:solidFill>
                    <a:srgbClr val="13121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42" name="Path"/>
                <p:cNvSpPr/>
                <p:nvPr/>
              </p:nvSpPr>
              <p:spPr>
                <a:xfrm>
                  <a:off x="13240512" y="6126480"/>
                  <a:ext cx="36576" cy="2011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000" h="22000">
                      <a:moveTo>
                        <a:pt x="0" y="0"/>
                      </a:moveTo>
                      <a:lnTo>
                        <a:pt x="4000" y="4000"/>
                      </a:lnTo>
                      <a:lnTo>
                        <a:pt x="4000" y="22000"/>
                      </a:lnTo>
                      <a:lnTo>
                        <a:pt x="0" y="18000"/>
                      </a:lnTo>
                      <a:close/>
                    </a:path>
                  </a:pathLst>
                </a:custGeom>
                <a:solidFill>
                  <a:srgbClr val="9A84D4"/>
                </a:solidFill>
                <a:ln w="5943" cap="flat">
                  <a:solidFill>
                    <a:srgbClr val="13121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43" name="Rect"/>
                <p:cNvSpPr/>
                <p:nvPr/>
              </p:nvSpPr>
              <p:spPr>
                <a:xfrm>
                  <a:off x="13277088" y="6163056"/>
                  <a:ext cx="192024" cy="164592"/>
                </a:xfrm>
                <a:prstGeom prst="rect">
                  <a:avLst/>
                </a:prstGeom>
                <a:solidFill>
                  <a:srgbClr val="BAA8F5"/>
                </a:solidFill>
                <a:ln w="5943" cap="flat">
                  <a:solidFill>
                    <a:srgbClr val="13121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144" name="Fusion BBA 2"/>
              <p:cNvGrpSpPr/>
              <p:nvPr/>
            </p:nvGrpSpPr>
            <p:grpSpPr>
              <a:xfrm>
                <a:off x="13075920" y="6601968"/>
                <a:ext cx="576072" cy="886968"/>
                <a:chOff x="13075920" y="6601968"/>
                <a:chExt cx="576072" cy="886968"/>
              </a:xfrm>
            </p:grpSpPr>
            <p:sp>
              <p:nvSpPr>
                <p:cNvPr id="1145" name="Rect"/>
                <p:cNvSpPr/>
                <p:nvPr/>
              </p:nvSpPr>
              <p:spPr>
                <a:xfrm>
                  <a:off x="13075920" y="6601968"/>
                  <a:ext cx="576072" cy="886968"/>
                </a:xfrm>
                <a:prstGeom prst="roundRect">
                  <a:avLst>
                    <a:gd name="adj" fmla="val 11111"/>
                  </a:avLst>
                </a:prstGeom>
                <a:noFill/>
                <a:ln w="12344" cap="flat">
                  <a:solidFill>
                    <a:srgbClr val="F19DDF"/>
                  </a:solidFill>
                  <a:custDash>
                    <a:ds d="1111111" sp="666666"/>
                  </a:custDash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46" name="Path"/>
                <p:cNvSpPr/>
                <p:nvPr/>
              </p:nvSpPr>
              <p:spPr>
                <a:xfrm>
                  <a:off x="13240512" y="6665976"/>
                  <a:ext cx="228600" cy="3657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000" h="4000">
                      <a:moveTo>
                        <a:pt x="4000" y="4000"/>
                      </a:moveTo>
                      <a:lnTo>
                        <a:pt x="25000" y="4000"/>
                      </a:lnTo>
                      <a:lnTo>
                        <a:pt x="210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AE8E0"/>
                </a:solidFill>
                <a:ln w="5943" cap="flat">
                  <a:solidFill>
                    <a:srgbClr val="13121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47" name="Path"/>
                <p:cNvSpPr/>
                <p:nvPr/>
              </p:nvSpPr>
              <p:spPr>
                <a:xfrm>
                  <a:off x="13240512" y="6665976"/>
                  <a:ext cx="36576" cy="2011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000" h="22000">
                      <a:moveTo>
                        <a:pt x="0" y="0"/>
                      </a:moveTo>
                      <a:lnTo>
                        <a:pt x="4000" y="4000"/>
                      </a:lnTo>
                      <a:lnTo>
                        <a:pt x="4000" y="22000"/>
                      </a:lnTo>
                      <a:lnTo>
                        <a:pt x="0" y="18000"/>
                      </a:lnTo>
                      <a:close/>
                    </a:path>
                  </a:pathLst>
                </a:custGeom>
                <a:solidFill>
                  <a:srgbClr val="DCBFB9"/>
                </a:solidFill>
                <a:ln w="5943" cap="flat">
                  <a:solidFill>
                    <a:srgbClr val="13121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48" name="Rect"/>
                <p:cNvSpPr/>
                <p:nvPr/>
              </p:nvSpPr>
              <p:spPr>
                <a:xfrm>
                  <a:off x="13277088" y="6702552"/>
                  <a:ext cx="192024" cy="164592"/>
                </a:xfrm>
                <a:prstGeom prst="rect">
                  <a:avLst/>
                </a:prstGeom>
                <a:solidFill>
                  <a:srgbClr val="F9DCD6"/>
                </a:solidFill>
                <a:ln w="5943" cap="flat">
                  <a:solidFill>
                    <a:srgbClr val="13121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49" name="Path"/>
                <p:cNvSpPr/>
                <p:nvPr/>
              </p:nvSpPr>
              <p:spPr>
                <a:xfrm>
                  <a:off x="13240512" y="6903720"/>
                  <a:ext cx="228600" cy="3657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000" h="4000">
                      <a:moveTo>
                        <a:pt x="4000" y="4000"/>
                      </a:moveTo>
                      <a:lnTo>
                        <a:pt x="25000" y="4000"/>
                      </a:lnTo>
                      <a:lnTo>
                        <a:pt x="210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E88C"/>
                </a:solidFill>
                <a:ln w="5943" cap="flat">
                  <a:solidFill>
                    <a:srgbClr val="13121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50" name="Path"/>
                <p:cNvSpPr/>
                <p:nvPr/>
              </p:nvSpPr>
              <p:spPr>
                <a:xfrm>
                  <a:off x="13240512" y="6903720"/>
                  <a:ext cx="36576" cy="2011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000" h="22000">
                      <a:moveTo>
                        <a:pt x="0" y="0"/>
                      </a:moveTo>
                      <a:lnTo>
                        <a:pt x="4000" y="4000"/>
                      </a:lnTo>
                      <a:lnTo>
                        <a:pt x="4000" y="22000"/>
                      </a:lnTo>
                      <a:lnTo>
                        <a:pt x="0" y="18000"/>
                      </a:lnTo>
                      <a:close/>
                    </a:path>
                  </a:pathLst>
                </a:custGeom>
                <a:solidFill>
                  <a:srgbClr val="D6B542"/>
                </a:solidFill>
                <a:ln w="5943" cap="flat">
                  <a:solidFill>
                    <a:srgbClr val="13121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51" name="Rect"/>
                <p:cNvSpPr/>
                <p:nvPr/>
              </p:nvSpPr>
              <p:spPr>
                <a:xfrm>
                  <a:off x="13277088" y="6940296"/>
                  <a:ext cx="192024" cy="164592"/>
                </a:xfrm>
                <a:prstGeom prst="rect">
                  <a:avLst/>
                </a:prstGeom>
                <a:solidFill>
                  <a:srgbClr val="FFDC65"/>
                </a:solidFill>
                <a:ln w="5943" cap="flat">
                  <a:solidFill>
                    <a:srgbClr val="13121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52" name="Rect"/>
                <p:cNvSpPr/>
                <p:nvPr/>
              </p:nvSpPr>
              <p:spPr>
                <a:xfrm>
                  <a:off x="13350240" y="7123176"/>
                  <a:ext cx="33833" cy="33833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53" name="Rect"/>
                <p:cNvSpPr/>
                <p:nvPr/>
              </p:nvSpPr>
              <p:spPr>
                <a:xfrm>
                  <a:off x="13350240" y="7196328"/>
                  <a:ext cx="33833" cy="33833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54" name="Path"/>
                <p:cNvSpPr/>
                <p:nvPr/>
              </p:nvSpPr>
              <p:spPr>
                <a:xfrm>
                  <a:off x="13240512" y="7242048"/>
                  <a:ext cx="228600" cy="3657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000" h="4000">
                      <a:moveTo>
                        <a:pt x="4000" y="4000"/>
                      </a:moveTo>
                      <a:lnTo>
                        <a:pt x="25000" y="4000"/>
                      </a:lnTo>
                      <a:lnTo>
                        <a:pt x="210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ABBFC"/>
                </a:solidFill>
                <a:ln w="5943" cap="flat">
                  <a:solidFill>
                    <a:srgbClr val="13121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55" name="Path"/>
                <p:cNvSpPr/>
                <p:nvPr/>
              </p:nvSpPr>
              <p:spPr>
                <a:xfrm>
                  <a:off x="13240512" y="7242048"/>
                  <a:ext cx="36576" cy="2011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000" h="22000">
                      <a:moveTo>
                        <a:pt x="0" y="0"/>
                      </a:moveTo>
                      <a:lnTo>
                        <a:pt x="4000" y="4000"/>
                      </a:lnTo>
                      <a:lnTo>
                        <a:pt x="4000" y="22000"/>
                      </a:lnTo>
                      <a:lnTo>
                        <a:pt x="0" y="18000"/>
                      </a:lnTo>
                      <a:close/>
                    </a:path>
                  </a:pathLst>
                </a:custGeom>
                <a:solidFill>
                  <a:srgbClr val="9A84D4"/>
                </a:solidFill>
                <a:ln w="5943" cap="flat">
                  <a:solidFill>
                    <a:srgbClr val="13121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56" name="Rect"/>
                <p:cNvSpPr/>
                <p:nvPr/>
              </p:nvSpPr>
              <p:spPr>
                <a:xfrm>
                  <a:off x="13277088" y="7278624"/>
                  <a:ext cx="192024" cy="164592"/>
                </a:xfrm>
                <a:prstGeom prst="rect">
                  <a:avLst/>
                </a:prstGeom>
                <a:solidFill>
                  <a:srgbClr val="BAA8F5"/>
                </a:solidFill>
                <a:ln w="5943" cap="flat">
                  <a:solidFill>
                    <a:srgbClr val="13121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1157" name="Fusion BBA 3"/>
              <p:cNvGrpSpPr/>
              <p:nvPr/>
            </p:nvGrpSpPr>
            <p:grpSpPr>
              <a:xfrm>
                <a:off x="13075920" y="7717536"/>
                <a:ext cx="576072" cy="886968"/>
                <a:chOff x="13075920" y="7717536"/>
                <a:chExt cx="576072" cy="886968"/>
              </a:xfrm>
            </p:grpSpPr>
            <p:sp>
              <p:nvSpPr>
                <p:cNvPr id="1158" name="Rect"/>
                <p:cNvSpPr/>
                <p:nvPr/>
              </p:nvSpPr>
              <p:spPr>
                <a:xfrm>
                  <a:off x="13075920" y="7717536"/>
                  <a:ext cx="576072" cy="886968"/>
                </a:xfrm>
                <a:prstGeom prst="roundRect">
                  <a:avLst>
                    <a:gd name="adj" fmla="val 11111"/>
                  </a:avLst>
                </a:prstGeom>
                <a:noFill/>
                <a:ln w="12344" cap="flat">
                  <a:solidFill>
                    <a:srgbClr val="F19DDF"/>
                  </a:solidFill>
                  <a:custDash>
                    <a:ds d="1111111" sp="666666"/>
                  </a:custDash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59" name="Path"/>
                <p:cNvSpPr/>
                <p:nvPr/>
              </p:nvSpPr>
              <p:spPr>
                <a:xfrm>
                  <a:off x="13240512" y="7781544"/>
                  <a:ext cx="228600" cy="3657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000" h="4000">
                      <a:moveTo>
                        <a:pt x="4000" y="4000"/>
                      </a:moveTo>
                      <a:lnTo>
                        <a:pt x="25000" y="4000"/>
                      </a:lnTo>
                      <a:lnTo>
                        <a:pt x="210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AE8E0"/>
                </a:solidFill>
                <a:ln w="5943" cap="flat">
                  <a:solidFill>
                    <a:srgbClr val="13121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0" name="Path"/>
                <p:cNvSpPr/>
                <p:nvPr/>
              </p:nvSpPr>
              <p:spPr>
                <a:xfrm>
                  <a:off x="13240512" y="7781544"/>
                  <a:ext cx="36576" cy="2011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000" h="22000">
                      <a:moveTo>
                        <a:pt x="0" y="0"/>
                      </a:moveTo>
                      <a:lnTo>
                        <a:pt x="4000" y="4000"/>
                      </a:lnTo>
                      <a:lnTo>
                        <a:pt x="4000" y="22000"/>
                      </a:lnTo>
                      <a:lnTo>
                        <a:pt x="0" y="18000"/>
                      </a:lnTo>
                      <a:close/>
                    </a:path>
                  </a:pathLst>
                </a:custGeom>
                <a:solidFill>
                  <a:srgbClr val="DCBFB9"/>
                </a:solidFill>
                <a:ln w="5943" cap="flat">
                  <a:solidFill>
                    <a:srgbClr val="13121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1" name="Rect"/>
                <p:cNvSpPr/>
                <p:nvPr/>
              </p:nvSpPr>
              <p:spPr>
                <a:xfrm>
                  <a:off x="13277088" y="7818120"/>
                  <a:ext cx="192024" cy="164592"/>
                </a:xfrm>
                <a:prstGeom prst="rect">
                  <a:avLst/>
                </a:prstGeom>
                <a:solidFill>
                  <a:srgbClr val="F9DCD6"/>
                </a:solidFill>
                <a:ln w="5943" cap="flat">
                  <a:solidFill>
                    <a:srgbClr val="13121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2" name="Path"/>
                <p:cNvSpPr/>
                <p:nvPr/>
              </p:nvSpPr>
              <p:spPr>
                <a:xfrm>
                  <a:off x="13240512" y="8019288"/>
                  <a:ext cx="228600" cy="3657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000" h="4000">
                      <a:moveTo>
                        <a:pt x="4000" y="4000"/>
                      </a:moveTo>
                      <a:lnTo>
                        <a:pt x="25000" y="4000"/>
                      </a:lnTo>
                      <a:lnTo>
                        <a:pt x="210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E88C"/>
                </a:solidFill>
                <a:ln w="5943" cap="flat">
                  <a:solidFill>
                    <a:srgbClr val="13121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3" name="Path"/>
                <p:cNvSpPr/>
                <p:nvPr/>
              </p:nvSpPr>
              <p:spPr>
                <a:xfrm>
                  <a:off x="13240512" y="8019288"/>
                  <a:ext cx="36576" cy="2011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000" h="22000">
                      <a:moveTo>
                        <a:pt x="0" y="0"/>
                      </a:moveTo>
                      <a:lnTo>
                        <a:pt x="4000" y="4000"/>
                      </a:lnTo>
                      <a:lnTo>
                        <a:pt x="4000" y="22000"/>
                      </a:lnTo>
                      <a:lnTo>
                        <a:pt x="0" y="18000"/>
                      </a:lnTo>
                      <a:close/>
                    </a:path>
                  </a:pathLst>
                </a:custGeom>
                <a:solidFill>
                  <a:srgbClr val="D6B542"/>
                </a:solidFill>
                <a:ln w="5943" cap="flat">
                  <a:solidFill>
                    <a:srgbClr val="13121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4" name="Rect"/>
                <p:cNvSpPr/>
                <p:nvPr/>
              </p:nvSpPr>
              <p:spPr>
                <a:xfrm>
                  <a:off x="13277088" y="8055864"/>
                  <a:ext cx="192024" cy="164592"/>
                </a:xfrm>
                <a:prstGeom prst="rect">
                  <a:avLst/>
                </a:prstGeom>
                <a:solidFill>
                  <a:srgbClr val="FFDC65"/>
                </a:solidFill>
                <a:ln w="5943" cap="flat">
                  <a:solidFill>
                    <a:srgbClr val="13121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5" name="Rect"/>
                <p:cNvSpPr/>
                <p:nvPr/>
              </p:nvSpPr>
              <p:spPr>
                <a:xfrm>
                  <a:off x="13350240" y="8238744"/>
                  <a:ext cx="33833" cy="33833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6" name="Rect"/>
                <p:cNvSpPr/>
                <p:nvPr/>
              </p:nvSpPr>
              <p:spPr>
                <a:xfrm>
                  <a:off x="13350240" y="8311896"/>
                  <a:ext cx="33833" cy="33833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7" name="Path"/>
                <p:cNvSpPr/>
                <p:nvPr/>
              </p:nvSpPr>
              <p:spPr>
                <a:xfrm>
                  <a:off x="13240512" y="8357616"/>
                  <a:ext cx="228600" cy="3657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5000" h="4000">
                      <a:moveTo>
                        <a:pt x="4000" y="4000"/>
                      </a:moveTo>
                      <a:lnTo>
                        <a:pt x="25000" y="4000"/>
                      </a:lnTo>
                      <a:lnTo>
                        <a:pt x="210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ABBFC"/>
                </a:solidFill>
                <a:ln w="5943" cap="flat">
                  <a:solidFill>
                    <a:srgbClr val="13121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8" name="Path"/>
                <p:cNvSpPr/>
                <p:nvPr/>
              </p:nvSpPr>
              <p:spPr>
                <a:xfrm>
                  <a:off x="13240512" y="8357616"/>
                  <a:ext cx="36576" cy="2011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000" h="22000">
                      <a:moveTo>
                        <a:pt x="0" y="0"/>
                      </a:moveTo>
                      <a:lnTo>
                        <a:pt x="4000" y="4000"/>
                      </a:lnTo>
                      <a:lnTo>
                        <a:pt x="4000" y="22000"/>
                      </a:lnTo>
                      <a:lnTo>
                        <a:pt x="0" y="18000"/>
                      </a:lnTo>
                      <a:close/>
                    </a:path>
                  </a:pathLst>
                </a:custGeom>
                <a:solidFill>
                  <a:srgbClr val="9A84D4"/>
                </a:solidFill>
                <a:ln w="5943" cap="flat">
                  <a:solidFill>
                    <a:srgbClr val="13121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169" name="Rect"/>
                <p:cNvSpPr/>
                <p:nvPr/>
              </p:nvSpPr>
              <p:spPr>
                <a:xfrm>
                  <a:off x="13277088" y="8394192"/>
                  <a:ext cx="192024" cy="164592"/>
                </a:xfrm>
                <a:prstGeom prst="rect">
                  <a:avLst/>
                </a:prstGeom>
                <a:solidFill>
                  <a:srgbClr val="BAA8F5"/>
                </a:solidFill>
                <a:ln w="5943" cap="flat">
                  <a:solidFill>
                    <a:srgbClr val="13121A"/>
                  </a:solidFill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170" name="Rect"/>
              <p:cNvSpPr/>
              <p:nvPr/>
            </p:nvSpPr>
            <p:spPr>
              <a:xfrm>
                <a:off x="13935456" y="6839712"/>
                <a:ext cx="612648" cy="393192"/>
              </a:xfrm>
              <a:prstGeom prst="rect">
                <a:avLst/>
              </a:prstGeom>
              <a:solidFill>
                <a:srgbClr val="526D37"/>
              </a:solidFill>
              <a:ln w="7315" cap="flat">
                <a:solidFill>
                  <a:srgbClr val="324C23"/>
                </a:solidFill>
                <a:round/>
              </a:ln>
              <a:effectLst>
                <a:outerShdw blurRad="41148" dist="37934" dir="4477424" algn="ctr" rotWithShape="0">
                  <a:srgbClr val="5896BA">
                    <a:alpha val="40000"/>
                  </a:srgb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1" name="Rect"/>
              <p:cNvSpPr/>
              <p:nvPr/>
            </p:nvSpPr>
            <p:spPr>
              <a:xfrm>
                <a:off x="13951001" y="6855257"/>
                <a:ext cx="581558" cy="362102"/>
              </a:xfrm>
              <a:prstGeom prst="rect">
                <a:avLst/>
              </a:prstGeom>
              <a:noFill/>
              <a:ln w="6858" cap="flat">
                <a:solidFill>
                  <a:srgbClr val="BCD0A7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2" name="Rect"/>
              <p:cNvSpPr/>
              <p:nvPr/>
            </p:nvSpPr>
            <p:spPr>
              <a:xfrm>
                <a:off x="13977518" y="6881774"/>
                <a:ext cx="528523" cy="309067"/>
              </a:xfrm>
              <a:prstGeom prst="rect">
                <a:avLst/>
              </a:prstGeom>
              <a:solidFill>
                <a:srgbClr val="FEFAEE"/>
              </a:solidFill>
              <a:ln w="6858" cap="flat">
                <a:solidFill>
                  <a:srgbClr val="7D9070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3" name="M"/>
              <p:cNvSpPr txBox="1"/>
              <p:nvPr/>
            </p:nvSpPr>
            <p:spPr>
              <a:xfrm>
                <a:off x="13953744" y="6891467"/>
                <a:ext cx="576072" cy="261518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84" b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rPr>
                  <a:t>M</a:t>
                </a:r>
              </a:p>
            </p:txBody>
          </p:sp>
          <p:sp>
            <p:nvSpPr>
              <p:cNvPr id="1174" name="Fusion"/>
              <p:cNvSpPr txBox="1"/>
              <p:nvPr/>
            </p:nvSpPr>
            <p:spPr>
              <a:xfrm>
                <a:off x="13284017" y="8897112"/>
                <a:ext cx="973693" cy="38039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304" b="1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Fusion</a:t>
                </a:r>
              </a:p>
            </p:txBody>
          </p:sp>
        </p:grpSp>
        <p:grpSp>
          <p:nvGrpSpPr>
            <p:cNvPr id="1175" name="Application outputs"/>
            <p:cNvGrpSpPr/>
            <p:nvPr/>
          </p:nvGrpSpPr>
          <p:grpSpPr>
            <a:xfrm>
              <a:off x="7982712" y="9326880"/>
              <a:ext cx="7644384" cy="1115568"/>
              <a:chOff x="7982712" y="9326880"/>
              <a:chExt cx="7644384" cy="1115568"/>
            </a:xfrm>
          </p:grpSpPr>
          <p:sp>
            <p:nvSpPr>
              <p:cNvPr id="1176" name="Rect"/>
              <p:cNvSpPr/>
              <p:nvPr/>
            </p:nvSpPr>
            <p:spPr>
              <a:xfrm>
                <a:off x="7982712" y="9326880"/>
                <a:ext cx="7644384" cy="1115568"/>
              </a:xfrm>
              <a:prstGeom prst="rect">
                <a:avLst/>
              </a:prstGeom>
              <a:noFill/>
              <a:ln w="28346" cap="flat">
                <a:solidFill>
                  <a:srgbClr val="000000"/>
                </a:solidFill>
                <a:custDash>
                  <a:ds d="106451" sp="545161"/>
                </a:custDash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7" name="Rect"/>
              <p:cNvSpPr/>
              <p:nvPr/>
            </p:nvSpPr>
            <p:spPr>
              <a:xfrm>
                <a:off x="8092440" y="9509760"/>
                <a:ext cx="1965960" cy="822960"/>
              </a:xfrm>
              <a:prstGeom prst="rect">
                <a:avLst/>
              </a:prstGeom>
              <a:solidFill>
                <a:srgbClr val="F1E8C9"/>
              </a:solidFill>
              <a:ln w="6400" cap="flat">
                <a:solidFill>
                  <a:srgbClr val="D8CEB7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8" name="Pattern"/>
              <p:cNvSpPr txBox="1"/>
              <p:nvPr/>
            </p:nvSpPr>
            <p:spPr>
              <a:xfrm>
                <a:off x="8540210" y="9564624"/>
                <a:ext cx="1070420" cy="38039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304" b="1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Pattern</a:t>
                </a:r>
              </a:p>
            </p:txBody>
          </p:sp>
          <p:sp>
            <p:nvSpPr>
              <p:cNvPr id="1179" name="classification"/>
              <p:cNvSpPr txBox="1"/>
              <p:nvPr/>
            </p:nvSpPr>
            <p:spPr>
              <a:xfrm>
                <a:off x="8206811" y="9866376"/>
                <a:ext cx="1737217" cy="38039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304" b="1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classification</a:t>
                </a:r>
              </a:p>
            </p:txBody>
          </p:sp>
          <p:sp>
            <p:nvSpPr>
              <p:cNvPr id="1180" name="Rect"/>
              <p:cNvSpPr/>
              <p:nvPr/>
            </p:nvSpPr>
            <p:spPr>
              <a:xfrm>
                <a:off x="10323576" y="9509760"/>
                <a:ext cx="1965960" cy="822960"/>
              </a:xfrm>
              <a:prstGeom prst="rect">
                <a:avLst/>
              </a:prstGeom>
              <a:solidFill>
                <a:srgbClr val="F1E8C9"/>
              </a:solidFill>
              <a:ln w="6400" cap="flat">
                <a:solidFill>
                  <a:srgbClr val="D8CEB7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1" name="Image"/>
              <p:cNvSpPr txBox="1"/>
              <p:nvPr/>
            </p:nvSpPr>
            <p:spPr>
              <a:xfrm>
                <a:off x="10852499" y="9564624"/>
                <a:ext cx="908114" cy="38039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304" b="1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Image</a:t>
                </a:r>
              </a:p>
            </p:txBody>
          </p:sp>
          <p:sp>
            <p:nvSpPr>
              <p:cNvPr id="1182" name="classification"/>
              <p:cNvSpPr txBox="1"/>
              <p:nvPr/>
            </p:nvSpPr>
            <p:spPr>
              <a:xfrm>
                <a:off x="10437947" y="9866376"/>
                <a:ext cx="1737217" cy="38039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304" b="1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classification</a:t>
                </a:r>
              </a:p>
            </p:txBody>
          </p:sp>
          <p:sp>
            <p:nvSpPr>
              <p:cNvPr id="1183" name="Rect"/>
              <p:cNvSpPr/>
              <p:nvPr/>
            </p:nvSpPr>
            <p:spPr>
              <a:xfrm>
                <a:off x="12545568" y="9509760"/>
                <a:ext cx="2944368" cy="822960"/>
              </a:xfrm>
              <a:prstGeom prst="rect">
                <a:avLst/>
              </a:prstGeom>
              <a:solidFill>
                <a:srgbClr val="F1E8C9"/>
              </a:solidFill>
              <a:ln w="6400" cap="flat">
                <a:solidFill>
                  <a:srgbClr val="D8CEB7"/>
                </a:solidFill>
                <a:round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4" name="Low- light image"/>
              <p:cNvSpPr txBox="1"/>
              <p:nvPr/>
            </p:nvSpPr>
            <p:spPr>
              <a:xfrm>
                <a:off x="12897183" y="9564624"/>
                <a:ext cx="2241137" cy="38039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304" b="1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Low- light image</a:t>
                </a:r>
              </a:p>
            </p:txBody>
          </p:sp>
          <p:sp>
            <p:nvSpPr>
              <p:cNvPr id="1185" name="enhancement"/>
              <p:cNvSpPr txBox="1"/>
              <p:nvPr/>
            </p:nvSpPr>
            <p:spPr>
              <a:xfrm>
                <a:off x="13124783" y="9866376"/>
                <a:ext cx="1785938" cy="380390"/>
              </a:xfrm>
              <a:prstGeom prst="rect">
                <a:avLst/>
              </a:prstGeom>
              <a:noFill/>
            </p:spPr>
            <p:txBody>
              <a:bodyPr wrap="none" lIns="0" rIns="0" t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304" b="1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enhancement</a:t>
                </a: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A Dynamic Learning Strategy for Dempster-Shafer Theory with Applications in Classification and Enhancement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928848" cy="10570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Dynamic Learning Strategy for Dempster–Shafer Theory</dc:title>
  <dc:subject>Editable reconstruction of the supplied diagram</dc:subject>
  <dc:creator/>
  <cp:keywords>editable, vector, Dempster-Shafer, diagram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