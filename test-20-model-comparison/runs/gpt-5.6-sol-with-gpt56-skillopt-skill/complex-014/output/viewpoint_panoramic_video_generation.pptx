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1887200" cy="64833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50" y="6350"/>
            <a:ext cx="11874500" cy="6470650"/>
          </a:xfrm>
          <a:prstGeom prst="roundRect">
            <a:avLst>
              <a:gd name="adj" fmla="val 4612"/>
            </a:avLst>
          </a:prstGeom>
          <a:solidFill>
            <a:srgbClr val="FAF7F2"/>
          </a:solidFill>
          <a:ln w="16510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58800" y="215900"/>
            <a:ext cx="5683250" cy="2705100"/>
          </a:xfrm>
          <a:prstGeom prst="roundRect">
            <a:avLst>
              <a:gd name="adj" fmla="val 5633"/>
            </a:avLst>
          </a:prstGeom>
          <a:solidFill>
            <a:srgbClr val="DFEAF6"/>
          </a:solidFill>
          <a:ln w="11430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43050" y="355600"/>
            <a:ext cx="774700" cy="774700"/>
          </a:xfrm>
          <a:prstGeom prst="rect">
            <a:avLst/>
          </a:prstGeom>
          <a:solidFill>
            <a:srgbClr val="D8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11300" y="323850"/>
            <a:ext cx="774700" cy="774700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81050" y="1136650"/>
            <a:ext cx="3067050" cy="768350"/>
          </a:xfrm>
          <a:prstGeom prst="rect">
            <a:avLst/>
          </a:prstGeom>
          <a:solidFill>
            <a:srgbClr val="D8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300" y="1104900"/>
            <a:ext cx="3067050" cy="768350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49400" y="1898650"/>
            <a:ext cx="768350" cy="768350"/>
          </a:xfrm>
          <a:prstGeom prst="rect">
            <a:avLst/>
          </a:prstGeom>
          <a:solidFill>
            <a:srgbClr val="D8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17650" y="1866900"/>
            <a:ext cx="768350" cy="768350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kyf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260350"/>
            <a:ext cx="774700" cy="774700"/>
          </a:xfrm>
          <a:prstGeom prst="rect">
            <a:avLst/>
          </a:prstGeom>
          <a:effectLst/>
        </p:spPr>
      </p:pic>
      <p:pic>
        <p:nvPicPr>
          <p:cNvPr id="11" name="Picture 10" descr="panoram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" y="1035050"/>
            <a:ext cx="3067050" cy="768350"/>
          </a:xfrm>
          <a:prstGeom prst="rect">
            <a:avLst/>
          </a:prstGeom>
          <a:effectLst/>
        </p:spPr>
      </p:pic>
      <p:pic>
        <p:nvPicPr>
          <p:cNvPr id="12" name="Picture 11" descr="groundfa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6850" y="1803400"/>
            <a:ext cx="768350" cy="768350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2927350" y="234950"/>
            <a:ext cx="1333500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90909"/>
                </a:solidFill>
                <a:latin typeface="Liberation Sans"/>
              </a:rPr>
              <a:t>CubeMap</a:t>
            </a:r>
          </a:p>
        </p:txBody>
      </p:sp>
      <p:sp>
        <p:nvSpPr>
          <p:cNvPr id="14" name="Freeform 13"/>
          <p:cNvSpPr/>
          <p:nvPr/>
        </p:nvSpPr>
        <p:spPr>
          <a:xfrm>
            <a:off x="1466850" y="1035050"/>
            <a:ext cx="768350" cy="768350"/>
          </a:xfrm>
          <a:custGeom>
            <a:avLst/>
            <a:gdLst/>
            <a:ahLst/>
            <a:cxnLst/>
            <a:rect l="l" t="t" r="r" b="b"/>
            <a:pathLst>
              <a:path w="121" h="121">
                <a:moveTo>
                  <a:pt x="0" y="0"/>
                </a:moveTo>
                <a:lnTo>
                  <a:pt x="121" y="0"/>
                </a:lnTo>
                <a:lnTo>
                  <a:pt x="121" y="121"/>
                </a:lnTo>
                <a:lnTo>
                  <a:pt x="0" y="121"/>
                </a:lnTo>
                <a:close/>
              </a:path>
            </a:pathLst>
          </a:custGeom>
          <a:noFill/>
          <a:ln w="13970">
            <a:solidFill>
              <a:srgbClr val="FF1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016000" y="622300"/>
            <a:ext cx="1612900" cy="1562100"/>
          </a:xfrm>
          <a:custGeom>
            <a:avLst/>
            <a:gdLst/>
            <a:ahLst/>
            <a:cxnLst/>
            <a:rect l="l" t="t" r="r" b="b"/>
            <a:pathLst>
              <a:path w="254" h="246">
                <a:moveTo>
                  <a:pt x="132" y="0"/>
                </a:moveTo>
                <a:lnTo>
                  <a:pt x="254" y="126"/>
                </a:lnTo>
                <a:lnTo>
                  <a:pt x="132" y="246"/>
                </a:lnTo>
                <a:lnTo>
                  <a:pt x="0" y="132"/>
                </a:lnTo>
                <a:lnTo>
                  <a:pt x="132" y="0"/>
                </a:lnTo>
              </a:path>
            </a:pathLst>
          </a:custGeom>
          <a:noFill/>
          <a:ln w="12700">
            <a:solidFill>
              <a:srgbClr val="FF161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466850" y="622300"/>
            <a:ext cx="768350" cy="412750"/>
          </a:xfrm>
          <a:custGeom>
            <a:avLst/>
            <a:gdLst/>
            <a:ahLst/>
            <a:cxnLst/>
            <a:rect l="l" t="t" r="r" b="b"/>
            <a:pathLst>
              <a:path w="121" h="65">
                <a:moveTo>
                  <a:pt x="0" y="65"/>
                </a:moveTo>
                <a:lnTo>
                  <a:pt x="61" y="0"/>
                </a:lnTo>
                <a:lnTo>
                  <a:pt x="121" y="65"/>
                </a:lnTo>
              </a:path>
            </a:pathLst>
          </a:custGeom>
          <a:noFill/>
          <a:ln w="12700">
            <a:solidFill>
              <a:srgbClr val="FF161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1466850" y="1803400"/>
            <a:ext cx="768350" cy="381000"/>
          </a:xfrm>
          <a:custGeom>
            <a:avLst/>
            <a:gdLst/>
            <a:ahLst/>
            <a:cxnLst/>
            <a:rect l="l" t="t" r="r" b="b"/>
            <a:pathLst>
              <a:path w="121" h="60">
                <a:moveTo>
                  <a:pt x="0" y="0"/>
                </a:moveTo>
                <a:lnTo>
                  <a:pt x="61" y="60"/>
                </a:lnTo>
                <a:lnTo>
                  <a:pt x="121" y="0"/>
                </a:lnTo>
              </a:path>
            </a:pathLst>
          </a:custGeom>
          <a:noFill/>
          <a:ln w="12700">
            <a:solidFill>
              <a:srgbClr val="FF161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39900" y="1263650"/>
            <a:ext cx="241300" cy="279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90909"/>
                </a:solidFill>
                <a:latin typeface="Liberation Sans"/>
              </a:rP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533400"/>
            <a:ext cx="717550" cy="279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90909"/>
                </a:solidFill>
                <a:latin typeface="Liberation Sans"/>
              </a:rPr>
              <a:t>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950" y="825500"/>
            <a:ext cx="19685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2A700"/>
                </a:solidFill>
                <a:latin typeface="Liberation Sans"/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" y="825500"/>
            <a:ext cx="215900" cy="190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090909"/>
                </a:solidFill>
                <a:latin typeface="Liberation San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1900" y="800100"/>
            <a:ext cx="285750" cy="215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28D8D"/>
                </a:solidFill>
                <a:latin typeface="Liberation Sans"/>
              </a:rPr>
              <a:t>r*</a:t>
            </a:r>
          </a:p>
        </p:txBody>
      </p:sp>
      <p:sp>
        <p:nvSpPr>
          <p:cNvPr id="23" name="Freeform 22"/>
          <p:cNvSpPr/>
          <p:nvPr/>
        </p:nvSpPr>
        <p:spPr>
          <a:xfrm>
            <a:off x="1358900" y="755650"/>
            <a:ext cx="171450" cy="279400"/>
          </a:xfrm>
          <a:custGeom>
            <a:avLst/>
            <a:gdLst/>
            <a:ahLst/>
            <a:cxnLst/>
            <a:rect l="l" t="t" r="r" b="b"/>
            <a:pathLst>
              <a:path w="27" h="44">
                <a:moveTo>
                  <a:pt x="0" y="0"/>
                </a:moveTo>
                <a:lnTo>
                  <a:pt x="27" y="44"/>
                </a:lnTo>
              </a:path>
            </a:pathLst>
          </a:custGeom>
          <a:noFill/>
          <a:ln w="10160">
            <a:solidFill>
              <a:srgbClr val="173158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222500" y="736600"/>
            <a:ext cx="146050" cy="279400"/>
          </a:xfrm>
          <a:custGeom>
            <a:avLst/>
            <a:gdLst/>
            <a:ahLst/>
            <a:cxnLst/>
            <a:rect l="l" t="t" r="r" b="b"/>
            <a:pathLst>
              <a:path w="23" h="44">
                <a:moveTo>
                  <a:pt x="23" y="0"/>
                </a:moveTo>
                <a:lnTo>
                  <a:pt x="0" y="44"/>
                </a:lnTo>
              </a:path>
            </a:pathLst>
          </a:custGeom>
          <a:noFill/>
          <a:ln w="10160">
            <a:solidFill>
              <a:srgbClr val="173158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365250" y="749300"/>
            <a:ext cx="241300" cy="190500"/>
          </a:xfrm>
          <a:custGeom>
            <a:avLst/>
            <a:gdLst/>
            <a:ahLst/>
            <a:cxnLst/>
            <a:rect l="l" t="t" r="r" b="b"/>
            <a:pathLst>
              <a:path w="38" h="30">
                <a:moveTo>
                  <a:pt x="0" y="0"/>
                </a:moveTo>
                <a:lnTo>
                  <a:pt x="38" y="0"/>
                </a:lnTo>
                <a:lnTo>
                  <a:pt x="26" y="30"/>
                </a:lnTo>
              </a:path>
            </a:pathLst>
          </a:custGeom>
          <a:noFill/>
          <a:ln w="8890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139950" y="736600"/>
            <a:ext cx="228600" cy="196850"/>
          </a:xfrm>
          <a:custGeom>
            <a:avLst/>
            <a:gdLst/>
            <a:ahLst/>
            <a:cxnLst/>
            <a:rect l="l" t="t" r="r" b="b"/>
            <a:pathLst>
              <a:path w="36" h="31">
                <a:moveTo>
                  <a:pt x="36" y="0"/>
                </a:moveTo>
                <a:lnTo>
                  <a:pt x="0" y="3"/>
                </a:lnTo>
                <a:lnTo>
                  <a:pt x="15" y="31"/>
                </a:lnTo>
              </a:path>
            </a:pathLst>
          </a:custGeom>
          <a:noFill/>
          <a:ln w="8890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2882900" y="1676400"/>
            <a:ext cx="133350" cy="361950"/>
          </a:xfrm>
          <a:custGeom>
            <a:avLst/>
            <a:gdLst/>
            <a:ahLst/>
            <a:cxnLst/>
            <a:rect l="l" t="t" r="r" b="b"/>
            <a:pathLst>
              <a:path w="21" h="57">
                <a:moveTo>
                  <a:pt x="20" y="0"/>
                </a:moveTo>
                <a:lnTo>
                  <a:pt x="21" y="39"/>
                </a:lnTo>
                <a:lnTo>
                  <a:pt x="11" y="57"/>
                </a:lnTo>
                <a:lnTo>
                  <a:pt x="0" y="41"/>
                </a:lnTo>
                <a:lnTo>
                  <a:pt x="0" y="27"/>
                </a:lnTo>
              </a:path>
            </a:pathLst>
          </a:custGeom>
          <a:noFill/>
          <a:ln w="10160">
            <a:solidFill>
              <a:srgbClr val="43AE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301750" y="1752600"/>
            <a:ext cx="736600" cy="495300"/>
          </a:xfrm>
          <a:custGeom>
            <a:avLst/>
            <a:gdLst/>
            <a:ahLst/>
            <a:cxnLst/>
            <a:rect l="l" t="t" r="r" b="b"/>
            <a:pathLst>
              <a:path w="116" h="78">
                <a:moveTo>
                  <a:pt x="116" y="11"/>
                </a:moveTo>
                <a:lnTo>
                  <a:pt x="99" y="27"/>
                </a:lnTo>
                <a:lnTo>
                  <a:pt x="87" y="53"/>
                </a:lnTo>
                <a:lnTo>
                  <a:pt x="73" y="78"/>
                </a:lnTo>
                <a:lnTo>
                  <a:pt x="52" y="72"/>
                </a:lnTo>
                <a:lnTo>
                  <a:pt x="37" y="53"/>
                </a:lnTo>
                <a:lnTo>
                  <a:pt x="16" y="39"/>
                </a:lnTo>
                <a:lnTo>
                  <a:pt x="0" y="16"/>
                </a:lnTo>
                <a:lnTo>
                  <a:pt x="1" y="0"/>
                </a:lnTo>
              </a:path>
            </a:pathLst>
          </a:custGeom>
          <a:noFill/>
          <a:ln w="8890">
            <a:solidFill>
              <a:srgbClr val="43AE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550" y="1930400"/>
            <a:ext cx="57785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79D33B"/>
                </a:solidFill>
                <a:latin typeface="Latin Modern Math"/>
              </a:rPr>
              <a:t>√2 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3550" y="1943100"/>
            <a:ext cx="311150" cy="2476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79D33B"/>
                </a:solidFill>
                <a:latin typeface="Latin Modern Math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9200" y="1530350"/>
            <a:ext cx="3714750" cy="1168400"/>
          </a:xfrm>
          <a:prstGeom prst="rect">
            <a:avLst/>
          </a:prstGeom>
          <a:solidFill>
            <a:srgbClr val="D8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57450" y="1498600"/>
            <a:ext cx="3714750" cy="1168400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panoram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950" y="1422400"/>
            <a:ext cx="3714750" cy="1168400"/>
          </a:xfrm>
          <a:prstGeom prst="rect">
            <a:avLst/>
          </a:prstGeom>
          <a:effectLst/>
        </p:spPr>
      </p:pic>
      <p:sp>
        <p:nvSpPr>
          <p:cNvPr id="34" name="Freeform 33"/>
          <p:cNvSpPr/>
          <p:nvPr/>
        </p:nvSpPr>
        <p:spPr>
          <a:xfrm>
            <a:off x="3829050" y="952500"/>
            <a:ext cx="895350" cy="1257300"/>
          </a:xfrm>
          <a:custGeom>
            <a:avLst/>
            <a:gdLst/>
            <a:ahLst/>
            <a:cxnLst/>
            <a:rect l="l" t="t" r="r" b="b"/>
            <a:pathLst>
              <a:path w="141" h="198">
                <a:moveTo>
                  <a:pt x="0" y="0"/>
                </a:moveTo>
                <a:lnTo>
                  <a:pt x="141" y="0"/>
                </a:lnTo>
                <a:lnTo>
                  <a:pt x="141" y="198"/>
                </a:lnTo>
                <a:lnTo>
                  <a:pt x="0" y="198"/>
                </a:lnTo>
              </a:path>
            </a:pathLst>
          </a:custGeom>
          <a:noFill/>
          <a:ln w="12700">
            <a:solidFill>
              <a:srgbClr val="FF161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505200" y="1187450"/>
            <a:ext cx="1543050" cy="1016000"/>
          </a:xfrm>
          <a:custGeom>
            <a:avLst/>
            <a:gdLst/>
            <a:ahLst/>
            <a:cxnLst/>
            <a:rect l="l" t="t" r="r" b="b"/>
            <a:pathLst>
              <a:path w="243" h="160">
                <a:moveTo>
                  <a:pt x="121" y="0"/>
                </a:moveTo>
                <a:lnTo>
                  <a:pt x="243" y="80"/>
                </a:lnTo>
                <a:lnTo>
                  <a:pt x="121" y="160"/>
                </a:lnTo>
                <a:lnTo>
                  <a:pt x="0" y="80"/>
                </a:lnTo>
                <a:lnTo>
                  <a:pt x="121" y="0"/>
                </a:lnTo>
              </a:path>
            </a:pathLst>
          </a:custGeom>
          <a:noFill/>
          <a:ln w="12700">
            <a:solidFill>
              <a:srgbClr val="FF161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829050" y="1187450"/>
            <a:ext cx="895350" cy="831850"/>
          </a:xfrm>
          <a:custGeom>
            <a:avLst/>
            <a:gdLst/>
            <a:ahLst/>
            <a:cxnLst/>
            <a:rect l="l" t="t" r="r" b="b"/>
            <a:pathLst>
              <a:path w="141" h="131">
                <a:moveTo>
                  <a:pt x="0" y="0"/>
                </a:moveTo>
                <a:lnTo>
                  <a:pt x="141" y="0"/>
                </a:lnTo>
                <a:lnTo>
                  <a:pt x="141" y="131"/>
                </a:lnTo>
              </a:path>
            </a:pathLst>
          </a:custGeom>
          <a:noFill/>
          <a:ln w="13335">
            <a:solidFill>
              <a:srgbClr val="FF1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829050" y="1187450"/>
            <a:ext cx="0" cy="831850"/>
          </a:xfrm>
          <a:custGeom>
            <a:avLst/>
            <a:gdLst/>
            <a:ahLst/>
            <a:cxnLst/>
            <a:rect l="l" t="t" r="r" b="b"/>
            <a:pathLst>
              <a:path w="0" h="131">
                <a:moveTo>
                  <a:pt x="0" y="0"/>
                </a:moveTo>
                <a:lnTo>
                  <a:pt x="0" y="131"/>
                </a:lnTo>
              </a:path>
            </a:pathLst>
          </a:custGeom>
          <a:noFill/>
          <a:ln w="13335">
            <a:solidFill>
              <a:srgbClr val="FF1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302000" y="1041400"/>
            <a:ext cx="527050" cy="146050"/>
          </a:xfrm>
          <a:custGeom>
            <a:avLst/>
            <a:gdLst/>
            <a:ahLst/>
            <a:cxnLst/>
            <a:rect l="l" t="t" r="r" b="b"/>
            <a:pathLst>
              <a:path w="83" h="23">
                <a:moveTo>
                  <a:pt x="83" y="23"/>
                </a:moveTo>
                <a:lnTo>
                  <a:pt x="65" y="9"/>
                </a:lnTo>
                <a:lnTo>
                  <a:pt x="25" y="0"/>
                </a:lnTo>
                <a:lnTo>
                  <a:pt x="0" y="2"/>
                </a:lnTo>
              </a:path>
            </a:pathLst>
          </a:custGeom>
          <a:noFill/>
          <a:ln w="12700">
            <a:solidFill>
              <a:srgbClr val="FF1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724400" y="971550"/>
            <a:ext cx="127000" cy="215900"/>
          </a:xfrm>
          <a:custGeom>
            <a:avLst/>
            <a:gdLst/>
            <a:ahLst/>
            <a:cxnLst/>
            <a:rect l="l" t="t" r="r" b="b"/>
            <a:pathLst>
              <a:path w="20" h="34">
                <a:moveTo>
                  <a:pt x="0" y="34"/>
                </a:moveTo>
                <a:lnTo>
                  <a:pt x="15" y="19"/>
                </a:lnTo>
                <a:lnTo>
                  <a:pt x="20" y="0"/>
                </a:lnTo>
              </a:path>
            </a:pathLst>
          </a:custGeom>
          <a:noFill/>
          <a:ln w="12700">
            <a:solidFill>
              <a:srgbClr val="FF1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40200" y="1454150"/>
            <a:ext cx="3175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90909"/>
                </a:solidFill>
                <a:latin typeface="Liberation Sans"/>
              </a:rPr>
              <a:t>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84750" y="876300"/>
            <a:ext cx="7937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90909"/>
                </a:solidFill>
                <a:latin typeface="Liberation Sans"/>
              </a:rPr>
              <a:t>project</a:t>
            </a:r>
          </a:p>
        </p:txBody>
      </p:sp>
      <p:sp>
        <p:nvSpPr>
          <p:cNvPr id="42" name="Freeform 41"/>
          <p:cNvSpPr/>
          <p:nvPr/>
        </p:nvSpPr>
        <p:spPr>
          <a:xfrm>
            <a:off x="4800600" y="914400"/>
            <a:ext cx="69850" cy="234950"/>
          </a:xfrm>
          <a:custGeom>
            <a:avLst/>
            <a:gdLst/>
            <a:ahLst/>
            <a:cxnLst/>
            <a:rect l="l" t="t" r="r" b="b"/>
            <a:pathLst>
              <a:path w="11" h="37">
                <a:moveTo>
                  <a:pt x="11" y="0"/>
                </a:moveTo>
                <a:lnTo>
                  <a:pt x="0" y="13"/>
                </a:lnTo>
                <a:lnTo>
                  <a:pt x="5" y="37"/>
                </a:lnTo>
              </a:path>
            </a:pathLst>
          </a:custGeom>
          <a:noFill/>
          <a:ln w="10160">
            <a:solidFill>
              <a:srgbClr val="173158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90900" y="2667000"/>
            <a:ext cx="2184400" cy="254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90909"/>
                </a:solidFill>
                <a:latin typeface="Liberation Sans"/>
              </a:rPr>
              <a:t>Equirectangular Map</a:t>
            </a:r>
          </a:p>
        </p:txBody>
      </p:sp>
      <p:sp>
        <p:nvSpPr>
          <p:cNvPr id="44" name="Freeform 43"/>
          <p:cNvSpPr/>
          <p:nvPr/>
        </p:nvSpPr>
        <p:spPr>
          <a:xfrm>
            <a:off x="1206500" y="234950"/>
            <a:ext cx="4521200" cy="2673350"/>
          </a:xfrm>
          <a:custGeom>
            <a:avLst/>
            <a:gdLst/>
            <a:ahLst/>
            <a:cxnLst/>
            <a:rect l="l" t="t" r="r" b="b"/>
            <a:pathLst>
              <a:path w="712" h="421">
                <a:moveTo>
                  <a:pt x="0" y="421"/>
                </a:moveTo>
                <a:lnTo>
                  <a:pt x="712" y="0"/>
                </a:lnTo>
              </a:path>
            </a:pathLst>
          </a:custGeom>
          <a:noFill/>
          <a:ln w="16510">
            <a:solidFill>
              <a:srgbClr val="0909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1314450" y="234950"/>
            <a:ext cx="4521200" cy="2673350"/>
          </a:xfrm>
          <a:custGeom>
            <a:avLst/>
            <a:gdLst/>
            <a:ahLst/>
            <a:cxnLst/>
            <a:rect l="l" t="t" r="r" b="b"/>
            <a:pathLst>
              <a:path w="712" h="421">
                <a:moveTo>
                  <a:pt x="0" y="421"/>
                </a:moveTo>
                <a:lnTo>
                  <a:pt x="712" y="0"/>
                </a:lnTo>
              </a:path>
            </a:pathLst>
          </a:custGeom>
          <a:noFill/>
          <a:ln w="16510">
            <a:solidFill>
              <a:srgbClr val="0909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6864350" y="901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0" y="56"/>
                </a:lnTo>
                <a:close/>
              </a:path>
            </a:pathLst>
          </a:custGeom>
          <a:solidFill>
            <a:srgbClr val="BBD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6864350" y="901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56" y="0"/>
                </a:moveTo>
                <a:lnTo>
                  <a:pt x="56" y="56"/>
                </a:lnTo>
                <a:lnTo>
                  <a:pt x="0" y="56"/>
                </a:lnTo>
                <a:close/>
              </a:path>
            </a:pathLst>
          </a:custGeom>
          <a:solidFill>
            <a:srgbClr val="FFF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 rot="18900000">
            <a:off x="6864350" y="901700"/>
            <a:ext cx="355600" cy="35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90909"/>
                </a:solidFill>
                <a:latin typeface="Liberation Sans"/>
              </a:rPr>
              <a:t>U</a:t>
            </a:r>
          </a:p>
        </p:txBody>
      </p:sp>
      <p:sp>
        <p:nvSpPr>
          <p:cNvPr id="49" name="Freeform 48"/>
          <p:cNvSpPr/>
          <p:nvPr/>
        </p:nvSpPr>
        <p:spPr>
          <a:xfrm>
            <a:off x="7219950" y="901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56" y="5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7219950" y="901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0" y="56"/>
                </a:lnTo>
                <a:lnTo>
                  <a:pt x="56" y="5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 rot="18900000">
            <a:off x="7219950" y="901700"/>
            <a:ext cx="355600" cy="35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90909"/>
                </a:solidFill>
                <a:latin typeface="Liberation Sans"/>
              </a:rPr>
              <a:t>L</a:t>
            </a:r>
          </a:p>
        </p:txBody>
      </p:sp>
      <p:sp>
        <p:nvSpPr>
          <p:cNvPr id="52" name="Freeform 51"/>
          <p:cNvSpPr/>
          <p:nvPr/>
        </p:nvSpPr>
        <p:spPr>
          <a:xfrm>
            <a:off x="7575550" y="901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0" y="56"/>
                </a:lnTo>
                <a:close/>
              </a:path>
            </a:pathLst>
          </a:custGeom>
          <a:solidFill>
            <a:srgbClr val="DAE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7575550" y="901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56" y="0"/>
                </a:moveTo>
                <a:lnTo>
                  <a:pt x="56" y="56"/>
                </a:lnTo>
                <a:lnTo>
                  <a:pt x="0" y="56"/>
                </a:lnTo>
                <a:close/>
              </a:path>
            </a:pathLst>
          </a:custGeom>
          <a:solidFill>
            <a:srgbClr val="FFF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 rot="18900000">
            <a:off x="7575550" y="901700"/>
            <a:ext cx="355600" cy="35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90909"/>
                </a:solidFill>
                <a:latin typeface="Liberation Sans"/>
              </a:rPr>
              <a:t>F</a:t>
            </a:r>
          </a:p>
        </p:txBody>
      </p:sp>
      <p:sp>
        <p:nvSpPr>
          <p:cNvPr id="55" name="Freeform 54"/>
          <p:cNvSpPr/>
          <p:nvPr/>
        </p:nvSpPr>
        <p:spPr>
          <a:xfrm>
            <a:off x="7931150" y="901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56" y="5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7931150" y="901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0" y="56"/>
                </a:lnTo>
                <a:lnTo>
                  <a:pt x="56" y="5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 rot="18900000">
            <a:off x="7931150" y="901700"/>
            <a:ext cx="355600" cy="35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90909"/>
                </a:solidFill>
                <a:latin typeface="Liberation Sans"/>
              </a:rPr>
              <a:t>U</a:t>
            </a:r>
          </a:p>
        </p:txBody>
      </p:sp>
      <p:sp>
        <p:nvSpPr>
          <p:cNvPr id="58" name="Freeform 57"/>
          <p:cNvSpPr/>
          <p:nvPr/>
        </p:nvSpPr>
        <p:spPr>
          <a:xfrm>
            <a:off x="6864350" y="12573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56" y="56"/>
                </a:lnTo>
                <a:close/>
              </a:path>
            </a:pathLst>
          </a:custGeom>
          <a:solidFill>
            <a:srgbClr val="FAC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6864350" y="12573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0" y="56"/>
                </a:lnTo>
                <a:lnTo>
                  <a:pt x="56" y="5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 rot="18900000">
            <a:off x="6864350" y="1257300"/>
            <a:ext cx="355600" cy="35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90909"/>
                </a:solidFill>
                <a:latin typeface="Liberation Sans"/>
              </a:rPr>
              <a:t>B</a:t>
            </a:r>
          </a:p>
        </p:txBody>
      </p:sp>
      <p:sp>
        <p:nvSpPr>
          <p:cNvPr id="61" name="Freeform 60"/>
          <p:cNvSpPr/>
          <p:nvPr/>
        </p:nvSpPr>
        <p:spPr>
          <a:xfrm>
            <a:off x="7219950" y="12573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0" y="5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7219950" y="12573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56" y="0"/>
                </a:moveTo>
                <a:lnTo>
                  <a:pt x="56" y="56"/>
                </a:lnTo>
                <a:lnTo>
                  <a:pt x="0" y="56"/>
                </a:lnTo>
                <a:close/>
              </a:path>
            </a:pathLst>
          </a:custGeom>
          <a:solidFill>
            <a:srgbClr val="FFF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7575550" y="12573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56" y="56"/>
                </a:lnTo>
                <a:close/>
              </a:path>
            </a:pathLst>
          </a:custGeom>
          <a:solidFill>
            <a:srgbClr val="FBE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7575550" y="12573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0" y="56"/>
                </a:lnTo>
                <a:lnTo>
                  <a:pt x="56" y="5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575550" y="1257300"/>
            <a:ext cx="355600" cy="35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90909"/>
                </a:solidFill>
                <a:latin typeface="Liberation Sans"/>
              </a:rPr>
              <a:t>D</a:t>
            </a:r>
          </a:p>
        </p:txBody>
      </p:sp>
      <p:sp>
        <p:nvSpPr>
          <p:cNvPr id="66" name="Freeform 65"/>
          <p:cNvSpPr/>
          <p:nvPr/>
        </p:nvSpPr>
        <p:spPr>
          <a:xfrm>
            <a:off x="7931150" y="12573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0" y="56"/>
                </a:lnTo>
                <a:close/>
              </a:path>
            </a:pathLst>
          </a:custGeom>
          <a:solidFill>
            <a:srgbClr val="DAE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7931150" y="12573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56" y="0"/>
                </a:moveTo>
                <a:lnTo>
                  <a:pt x="56" y="56"/>
                </a:lnTo>
                <a:lnTo>
                  <a:pt x="0" y="56"/>
                </a:lnTo>
                <a:close/>
              </a:path>
            </a:pathLst>
          </a:custGeom>
          <a:solidFill>
            <a:srgbClr val="FFF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 rot="2100000">
            <a:off x="7931150" y="1257300"/>
            <a:ext cx="355600" cy="35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90909"/>
                </a:solidFill>
                <a:latin typeface="Liberation Sans"/>
              </a:rPr>
              <a:t>R</a:t>
            </a:r>
          </a:p>
        </p:txBody>
      </p:sp>
      <p:sp>
        <p:nvSpPr>
          <p:cNvPr id="69" name="Freeform 68"/>
          <p:cNvSpPr/>
          <p:nvPr/>
        </p:nvSpPr>
        <p:spPr>
          <a:xfrm>
            <a:off x="6864350" y="161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0" y="5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6864350" y="161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56" y="0"/>
                </a:moveTo>
                <a:lnTo>
                  <a:pt x="56" y="56"/>
                </a:lnTo>
                <a:lnTo>
                  <a:pt x="0" y="56"/>
                </a:lnTo>
                <a:close/>
              </a:path>
            </a:pathLst>
          </a:custGeom>
          <a:solidFill>
            <a:srgbClr val="FFF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 rot="18900000">
            <a:off x="6864350" y="1612900"/>
            <a:ext cx="355600" cy="35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90909"/>
                </a:solidFill>
                <a:latin typeface="Liberation Sans"/>
              </a:rPr>
              <a:t>L</a:t>
            </a:r>
          </a:p>
        </p:txBody>
      </p:sp>
      <p:sp>
        <p:nvSpPr>
          <p:cNvPr id="72" name="Freeform 71"/>
          <p:cNvSpPr/>
          <p:nvPr/>
        </p:nvSpPr>
        <p:spPr>
          <a:xfrm>
            <a:off x="7219950" y="161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56" y="56"/>
                </a:lnTo>
                <a:close/>
              </a:path>
            </a:pathLst>
          </a:custGeom>
          <a:solidFill>
            <a:srgbClr val="FAC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Freeform 72"/>
          <p:cNvSpPr/>
          <p:nvPr/>
        </p:nvSpPr>
        <p:spPr>
          <a:xfrm>
            <a:off x="7219950" y="161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0" y="56"/>
                </a:lnTo>
                <a:lnTo>
                  <a:pt x="56" y="5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 rot="2400000">
            <a:off x="7219950" y="1612900"/>
            <a:ext cx="355600" cy="35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90909"/>
                </a:solidFill>
                <a:latin typeface="Liberation Sans"/>
              </a:rPr>
              <a:t>B</a:t>
            </a:r>
          </a:p>
        </p:txBody>
      </p:sp>
      <p:sp>
        <p:nvSpPr>
          <p:cNvPr id="75" name="Freeform 74"/>
          <p:cNvSpPr/>
          <p:nvPr/>
        </p:nvSpPr>
        <p:spPr>
          <a:xfrm>
            <a:off x="7575550" y="161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0" y="5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7575550" y="161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56" y="0"/>
                </a:moveTo>
                <a:lnTo>
                  <a:pt x="56" y="56"/>
                </a:lnTo>
                <a:lnTo>
                  <a:pt x="0" y="56"/>
                </a:lnTo>
                <a:close/>
              </a:path>
            </a:pathLst>
          </a:custGeom>
          <a:solidFill>
            <a:srgbClr val="FFF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7931150" y="161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56" y="56"/>
                </a:lnTo>
                <a:close/>
              </a:path>
            </a:pathLst>
          </a:custGeom>
          <a:solidFill>
            <a:srgbClr val="DAE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7931150" y="16129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0" y="56"/>
                </a:lnTo>
                <a:lnTo>
                  <a:pt x="56" y="5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 rot="2100000">
            <a:off x="7931150" y="1612900"/>
            <a:ext cx="355600" cy="35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90909"/>
                </a:solidFill>
                <a:latin typeface="Liberation Sans"/>
              </a:rPr>
              <a:t>F</a:t>
            </a:r>
          </a:p>
        </p:txBody>
      </p:sp>
      <p:sp>
        <p:nvSpPr>
          <p:cNvPr id="80" name="Freeform 79"/>
          <p:cNvSpPr/>
          <p:nvPr/>
        </p:nvSpPr>
        <p:spPr>
          <a:xfrm>
            <a:off x="686435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56" y="56"/>
                </a:lnTo>
                <a:close/>
              </a:path>
            </a:pathLst>
          </a:custGeom>
          <a:solidFill>
            <a:srgbClr val="BBD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686435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0" y="56"/>
                </a:lnTo>
                <a:lnTo>
                  <a:pt x="56" y="5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 rot="18900000">
            <a:off x="6864350" y="1968500"/>
            <a:ext cx="355600" cy="35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90909"/>
                </a:solidFill>
                <a:latin typeface="Liberation Sans"/>
              </a:rPr>
              <a:t>U</a:t>
            </a:r>
          </a:p>
        </p:txBody>
      </p:sp>
      <p:sp>
        <p:nvSpPr>
          <p:cNvPr id="83" name="Freeform 82"/>
          <p:cNvSpPr/>
          <p:nvPr/>
        </p:nvSpPr>
        <p:spPr>
          <a:xfrm>
            <a:off x="721995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0" y="5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721995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56" y="0"/>
                </a:moveTo>
                <a:lnTo>
                  <a:pt x="56" y="56"/>
                </a:lnTo>
                <a:lnTo>
                  <a:pt x="0" y="56"/>
                </a:lnTo>
                <a:close/>
              </a:path>
            </a:pathLst>
          </a:custGeom>
          <a:solidFill>
            <a:srgbClr val="FFF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 rot="2100000">
            <a:off x="7219950" y="1968500"/>
            <a:ext cx="355600" cy="35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90909"/>
                </a:solidFill>
                <a:latin typeface="Liberation Sans"/>
              </a:rPr>
              <a:t>R</a:t>
            </a:r>
          </a:p>
        </p:txBody>
      </p:sp>
      <p:sp>
        <p:nvSpPr>
          <p:cNvPr id="86" name="Freeform 85"/>
          <p:cNvSpPr/>
          <p:nvPr/>
        </p:nvSpPr>
        <p:spPr>
          <a:xfrm>
            <a:off x="757555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56" y="56"/>
                </a:lnTo>
                <a:close/>
              </a:path>
            </a:pathLst>
          </a:custGeom>
          <a:solidFill>
            <a:srgbClr val="FAC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757555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0" y="56"/>
                </a:lnTo>
                <a:lnTo>
                  <a:pt x="56" y="5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 rot="2100000">
            <a:off x="7575550" y="1968500"/>
            <a:ext cx="355600" cy="35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90909"/>
                </a:solidFill>
                <a:latin typeface="Liberation Sans"/>
              </a:rPr>
              <a:t>B</a:t>
            </a:r>
          </a:p>
        </p:txBody>
      </p:sp>
      <p:sp>
        <p:nvSpPr>
          <p:cNvPr id="89" name="Freeform 88"/>
          <p:cNvSpPr/>
          <p:nvPr/>
        </p:nvSpPr>
        <p:spPr>
          <a:xfrm>
            <a:off x="793115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0" y="0"/>
                </a:moveTo>
                <a:lnTo>
                  <a:pt x="56" y="0"/>
                </a:lnTo>
                <a:lnTo>
                  <a:pt x="0" y="56"/>
                </a:lnTo>
                <a:close/>
              </a:path>
            </a:pathLst>
          </a:custGeom>
          <a:solidFill>
            <a:srgbClr val="BBD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7931150" y="196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6" h="56">
                <a:moveTo>
                  <a:pt x="56" y="0"/>
                </a:moveTo>
                <a:lnTo>
                  <a:pt x="56" y="56"/>
                </a:lnTo>
                <a:lnTo>
                  <a:pt x="0" y="56"/>
                </a:lnTo>
                <a:close/>
              </a:path>
            </a:pathLst>
          </a:custGeom>
          <a:solidFill>
            <a:srgbClr val="FFF8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 rot="18900000">
            <a:off x="7931150" y="1968500"/>
            <a:ext cx="355600" cy="35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090909"/>
                </a:solidFill>
                <a:latin typeface="Liberation Sans"/>
              </a:rPr>
              <a:t>U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864350" y="901700"/>
            <a:ext cx="1422400" cy="1422400"/>
          </a:xfrm>
          <a:prstGeom prst="rect">
            <a:avLst/>
          </a:prstGeom>
          <a:noFill/>
          <a:ln w="6350">
            <a:solidFill>
              <a:srgbClr val="BFC4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6807200" y="857250"/>
            <a:ext cx="406400" cy="406400"/>
          </a:xfrm>
          <a:prstGeom prst="ellipse">
            <a:avLst/>
          </a:prstGeom>
          <a:solidFill>
            <a:srgbClr val="BBD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7975600" y="857250"/>
            <a:ext cx="406400" cy="406400"/>
          </a:xfrm>
          <a:prstGeom prst="ellipse">
            <a:avLst/>
          </a:prstGeom>
          <a:solidFill>
            <a:srgbClr val="BBD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6807200" y="2012950"/>
            <a:ext cx="406400" cy="406400"/>
          </a:xfrm>
          <a:prstGeom prst="ellipse">
            <a:avLst/>
          </a:prstGeom>
          <a:solidFill>
            <a:srgbClr val="BBD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7975600" y="2012950"/>
            <a:ext cx="406400" cy="406400"/>
          </a:xfrm>
          <a:prstGeom prst="ellipse">
            <a:avLst/>
          </a:prstGeom>
          <a:solidFill>
            <a:srgbClr val="BBD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6718300" y="971550"/>
            <a:ext cx="88900" cy="120650"/>
          </a:xfrm>
          <a:custGeom>
            <a:avLst/>
            <a:gdLst/>
            <a:ahLst/>
            <a:cxnLst/>
            <a:rect l="l" t="t" r="r" b="b"/>
            <a:pathLst>
              <a:path w="14" h="19">
                <a:moveTo>
                  <a:pt x="14" y="18"/>
                </a:moveTo>
                <a:lnTo>
                  <a:pt x="0" y="19"/>
                </a:lnTo>
                <a:lnTo>
                  <a:pt x="10" y="0"/>
                </a:lnTo>
              </a:path>
            </a:pathLst>
          </a:custGeom>
          <a:noFill/>
          <a:ln w="7937">
            <a:solidFill>
              <a:srgbClr val="173158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7016750" y="75565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21" h="24">
                <a:moveTo>
                  <a:pt x="0" y="13"/>
                </a:moveTo>
                <a:lnTo>
                  <a:pt x="19" y="0"/>
                </a:lnTo>
                <a:lnTo>
                  <a:pt x="21" y="24"/>
                </a:lnTo>
              </a:path>
            </a:pathLst>
          </a:custGeom>
          <a:noFill/>
          <a:ln w="7937">
            <a:solidFill>
              <a:srgbClr val="173158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8286750" y="958850"/>
            <a:ext cx="133350" cy="127000"/>
          </a:xfrm>
          <a:custGeom>
            <a:avLst/>
            <a:gdLst/>
            <a:ahLst/>
            <a:cxnLst/>
            <a:rect l="l" t="t" r="r" b="b"/>
            <a:pathLst>
              <a:path w="21" h="20">
                <a:moveTo>
                  <a:pt x="0" y="17"/>
                </a:moveTo>
                <a:lnTo>
                  <a:pt x="21" y="20"/>
                </a:lnTo>
                <a:lnTo>
                  <a:pt x="6" y="0"/>
                </a:lnTo>
              </a:path>
            </a:pathLst>
          </a:custGeom>
          <a:noFill/>
          <a:ln w="7937">
            <a:solidFill>
              <a:srgbClr val="173158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Freeform 99"/>
          <p:cNvSpPr/>
          <p:nvPr/>
        </p:nvSpPr>
        <p:spPr>
          <a:xfrm>
            <a:off x="8026400" y="742950"/>
            <a:ext cx="127000" cy="120650"/>
          </a:xfrm>
          <a:custGeom>
            <a:avLst/>
            <a:gdLst/>
            <a:ahLst/>
            <a:cxnLst/>
            <a:rect l="l" t="t" r="r" b="b"/>
            <a:pathLst>
              <a:path w="20" h="19">
                <a:moveTo>
                  <a:pt x="6" y="15"/>
                </a:moveTo>
                <a:lnTo>
                  <a:pt x="0" y="0"/>
                </a:lnTo>
                <a:lnTo>
                  <a:pt x="20" y="19"/>
                </a:lnTo>
              </a:path>
            </a:pathLst>
          </a:custGeom>
          <a:noFill/>
          <a:ln w="7937">
            <a:solidFill>
              <a:srgbClr val="173158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6711950" y="2038350"/>
            <a:ext cx="88900" cy="146050"/>
          </a:xfrm>
          <a:custGeom>
            <a:avLst/>
            <a:gdLst/>
            <a:ahLst/>
            <a:cxnLst/>
            <a:rect l="l" t="t" r="r" b="b"/>
            <a:pathLst>
              <a:path w="14" h="23">
                <a:moveTo>
                  <a:pt x="14" y="5"/>
                </a:moveTo>
                <a:lnTo>
                  <a:pt x="0" y="0"/>
                </a:lnTo>
                <a:lnTo>
                  <a:pt x="10" y="23"/>
                </a:lnTo>
              </a:path>
            </a:pathLst>
          </a:custGeom>
          <a:noFill/>
          <a:ln w="7937">
            <a:solidFill>
              <a:srgbClr val="173158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7016750" y="2286000"/>
            <a:ext cx="120650" cy="152400"/>
          </a:xfrm>
          <a:custGeom>
            <a:avLst/>
            <a:gdLst/>
            <a:ahLst/>
            <a:cxnLst/>
            <a:rect l="l" t="t" r="r" b="b"/>
            <a:pathLst>
              <a:path w="19" h="24">
                <a:moveTo>
                  <a:pt x="0" y="12"/>
                </a:moveTo>
                <a:lnTo>
                  <a:pt x="18" y="24"/>
                </a:lnTo>
                <a:lnTo>
                  <a:pt x="19" y="0"/>
                </a:lnTo>
              </a:path>
            </a:pathLst>
          </a:custGeom>
          <a:noFill/>
          <a:ln w="7937">
            <a:solidFill>
              <a:srgbClr val="173158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Freeform 102"/>
          <p:cNvSpPr/>
          <p:nvPr/>
        </p:nvSpPr>
        <p:spPr>
          <a:xfrm>
            <a:off x="8280400" y="2038350"/>
            <a:ext cx="146050" cy="146050"/>
          </a:xfrm>
          <a:custGeom>
            <a:avLst/>
            <a:gdLst/>
            <a:ahLst/>
            <a:cxnLst/>
            <a:rect l="l" t="t" r="r" b="b"/>
            <a:pathLst>
              <a:path w="23" h="23">
                <a:moveTo>
                  <a:pt x="0" y="5"/>
                </a:moveTo>
                <a:lnTo>
                  <a:pt x="23" y="0"/>
                </a:lnTo>
                <a:lnTo>
                  <a:pt x="8" y="23"/>
                </a:lnTo>
              </a:path>
            </a:pathLst>
          </a:custGeom>
          <a:noFill/>
          <a:ln w="7937">
            <a:solidFill>
              <a:srgbClr val="173158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Freeform 103"/>
          <p:cNvSpPr/>
          <p:nvPr/>
        </p:nvSpPr>
        <p:spPr>
          <a:xfrm>
            <a:off x="8032750" y="2305050"/>
            <a:ext cx="120650" cy="146050"/>
          </a:xfrm>
          <a:custGeom>
            <a:avLst/>
            <a:gdLst/>
            <a:ahLst/>
            <a:cxnLst/>
            <a:rect l="l" t="t" r="r" b="b"/>
            <a:pathLst>
              <a:path w="19" h="23">
                <a:moveTo>
                  <a:pt x="6" y="9"/>
                </a:moveTo>
                <a:lnTo>
                  <a:pt x="0" y="23"/>
                </a:lnTo>
                <a:lnTo>
                  <a:pt x="19" y="0"/>
                </a:lnTo>
              </a:path>
            </a:pathLst>
          </a:custGeom>
          <a:noFill/>
          <a:ln w="7937">
            <a:solidFill>
              <a:srgbClr val="173158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575550" y="901700"/>
            <a:ext cx="711200" cy="704850"/>
          </a:xfrm>
          <a:prstGeom prst="rect">
            <a:avLst/>
          </a:prstGeom>
          <a:noFill/>
          <a:ln w="12700">
            <a:solidFill>
              <a:srgbClr val="FF161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Freeform 105"/>
          <p:cNvSpPr/>
          <p:nvPr/>
        </p:nvSpPr>
        <p:spPr>
          <a:xfrm>
            <a:off x="7575550" y="89535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112" h="112">
                <a:moveTo>
                  <a:pt x="56" y="0"/>
                </a:moveTo>
                <a:lnTo>
                  <a:pt x="112" y="56"/>
                </a:lnTo>
                <a:lnTo>
                  <a:pt x="56" y="112"/>
                </a:lnTo>
                <a:lnTo>
                  <a:pt x="0" y="56"/>
                </a:lnTo>
                <a:close/>
              </a:path>
            </a:pathLst>
          </a:custGeom>
          <a:noFill/>
          <a:ln w="12700">
            <a:solidFill>
              <a:srgbClr val="FF1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435850" y="1524000"/>
            <a:ext cx="228600" cy="158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90909"/>
                </a:solidFill>
                <a:latin typeface="Liberation Sans"/>
              </a:rPr>
              <a:t>D</a:t>
            </a:r>
          </a:p>
        </p:txBody>
      </p:sp>
      <p:sp>
        <p:nvSpPr>
          <p:cNvPr id="108" name="Freeform 107"/>
          <p:cNvSpPr/>
          <p:nvPr/>
        </p:nvSpPr>
        <p:spPr>
          <a:xfrm>
            <a:off x="6540500" y="2419350"/>
            <a:ext cx="2057400" cy="241300"/>
          </a:xfrm>
          <a:custGeom>
            <a:avLst/>
            <a:gdLst/>
            <a:ahLst/>
            <a:cxnLst/>
            <a:rect l="l" t="t" r="r" b="b"/>
            <a:pathLst>
              <a:path w="324" h="38">
                <a:moveTo>
                  <a:pt x="0" y="10"/>
                </a:moveTo>
                <a:lnTo>
                  <a:pt x="310" y="10"/>
                </a:lnTo>
                <a:lnTo>
                  <a:pt x="310" y="0"/>
                </a:lnTo>
                <a:lnTo>
                  <a:pt x="324" y="19"/>
                </a:lnTo>
                <a:lnTo>
                  <a:pt x="310" y="38"/>
                </a:lnTo>
                <a:lnTo>
                  <a:pt x="310" y="26"/>
                </a:lnTo>
                <a:lnTo>
                  <a:pt x="0" y="26"/>
                </a:lnTo>
                <a:close/>
              </a:path>
            </a:pathLst>
          </a:custGeom>
          <a:solidFill>
            <a:srgbClr val="FAF7F2"/>
          </a:solidFill>
          <a:ln w="11430">
            <a:solidFill>
              <a:srgbClr val="0909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99300" y="2622550"/>
            <a:ext cx="84455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90909"/>
                </a:solidFill>
                <a:latin typeface="Liberation Sans"/>
              </a:rPr>
              <a:t>remap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921750" y="393700"/>
            <a:ext cx="2482850" cy="2489200"/>
          </a:xfrm>
          <a:prstGeom prst="rect">
            <a:avLst/>
          </a:prstGeom>
          <a:solidFill>
            <a:srgbClr val="D8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890000" y="361950"/>
            <a:ext cx="2482850" cy="2489200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viewma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1100" y="247650"/>
            <a:ext cx="2482850" cy="2489200"/>
          </a:xfrm>
          <a:prstGeom prst="rect">
            <a:avLst/>
          </a:prstGeom>
          <a:effectLst/>
        </p:spPr>
      </p:pic>
      <p:sp>
        <p:nvSpPr>
          <p:cNvPr id="113" name="Rectangle 112"/>
          <p:cNvSpPr/>
          <p:nvPr/>
        </p:nvSpPr>
        <p:spPr>
          <a:xfrm>
            <a:off x="10058400" y="247650"/>
            <a:ext cx="1219200" cy="1244600"/>
          </a:xfrm>
          <a:prstGeom prst="rect">
            <a:avLst/>
          </a:prstGeom>
          <a:noFill/>
          <a:ln w="12700">
            <a:solidFill>
              <a:srgbClr val="FF161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10064750" y="247650"/>
            <a:ext cx="1219200" cy="1244600"/>
          </a:xfrm>
          <a:custGeom>
            <a:avLst/>
            <a:gdLst/>
            <a:ahLst/>
            <a:cxnLst/>
            <a:rect l="l" t="t" r="r" b="b"/>
            <a:pathLst>
              <a:path w="192" h="196">
                <a:moveTo>
                  <a:pt x="96" y="0"/>
                </a:moveTo>
                <a:lnTo>
                  <a:pt x="192" y="98"/>
                </a:lnTo>
                <a:lnTo>
                  <a:pt x="96" y="196"/>
                </a:lnTo>
                <a:lnTo>
                  <a:pt x="0" y="98"/>
                </a:lnTo>
                <a:close/>
              </a:path>
            </a:pathLst>
          </a:custGeom>
          <a:noFill/>
          <a:ln w="17145">
            <a:solidFill>
              <a:srgbClr val="FF1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 rot="18900000">
            <a:off x="10464800" y="654050"/>
            <a:ext cx="444500" cy="412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90909"/>
                </a:solidFill>
                <a:latin typeface="DejaVu Sans"/>
              </a:rPr>
              <a:t>F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226550" y="2781300"/>
            <a:ext cx="162560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90909"/>
                </a:solidFill>
                <a:latin typeface="Liberation Sans"/>
              </a:rPr>
              <a:t>ViewPoint Map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69850" y="3105150"/>
            <a:ext cx="11753850" cy="0"/>
          </a:xfrm>
          <a:custGeom>
            <a:avLst/>
            <a:gdLst/>
            <a:ahLst/>
            <a:cxnLst/>
            <a:rect l="l" t="t" r="r" b="b"/>
            <a:pathLst>
              <a:path w="1851" h="0">
                <a:moveTo>
                  <a:pt x="0" y="0"/>
                </a:moveTo>
                <a:lnTo>
                  <a:pt x="1851" y="0"/>
                </a:lnTo>
              </a:path>
            </a:pathLst>
          </a:custGeom>
          <a:noFill/>
          <a:ln w="17780">
            <a:solidFill>
              <a:srgbClr val="09090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8" name="Picture 117" descr="input_pl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700" y="3333750"/>
            <a:ext cx="2889250" cy="666750"/>
          </a:xfrm>
          <a:prstGeom prst="rect">
            <a:avLst/>
          </a:prstGeom>
          <a:effectLst/>
        </p:spPr>
      </p:pic>
      <p:sp>
        <p:nvSpPr>
          <p:cNvPr id="119" name="TextBox 118"/>
          <p:cNvSpPr txBox="1"/>
          <p:nvPr/>
        </p:nvSpPr>
        <p:spPr>
          <a:xfrm>
            <a:off x="1238250" y="3975100"/>
            <a:ext cx="95250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90909"/>
                </a:solidFill>
                <a:latin typeface="Liberation Sans"/>
              </a:rPr>
              <a:t>Input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921000" y="3346450"/>
            <a:ext cx="984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90909"/>
                </a:solidFill>
                <a:latin typeface="Liberation Sans"/>
              </a:rPr>
              <a:t>add noise</a:t>
            </a:r>
          </a:p>
        </p:txBody>
      </p:sp>
      <p:sp>
        <p:nvSpPr>
          <p:cNvPr id="121" name="Freeform 120"/>
          <p:cNvSpPr/>
          <p:nvPr/>
        </p:nvSpPr>
        <p:spPr>
          <a:xfrm>
            <a:off x="304800" y="4464050"/>
            <a:ext cx="2889250" cy="628650"/>
          </a:xfrm>
          <a:custGeom>
            <a:avLst/>
            <a:gdLst/>
            <a:ahLst/>
            <a:cxnLst/>
            <a:rect l="l" t="t" r="r" b="b"/>
            <a:pathLst>
              <a:path w="455" h="99">
                <a:moveTo>
                  <a:pt x="42" y="0"/>
                </a:moveTo>
                <a:lnTo>
                  <a:pt x="365" y="0"/>
                </a:lnTo>
                <a:lnTo>
                  <a:pt x="455" y="99"/>
                </a:lnTo>
                <a:lnTo>
                  <a:pt x="0" y="99"/>
                </a:lnTo>
                <a:close/>
              </a:path>
            </a:pathLst>
          </a:custGeom>
          <a:solidFill>
            <a:srgbClr val="D9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79400" y="4438650"/>
            <a:ext cx="2895600" cy="628650"/>
          </a:xfrm>
          <a:custGeom>
            <a:avLst/>
            <a:gdLst/>
            <a:ahLst/>
            <a:cxnLst/>
            <a:rect l="l" t="t" r="r" b="b"/>
            <a:pathLst>
              <a:path w="456" h="99">
                <a:moveTo>
                  <a:pt x="42" y="0"/>
                </a:moveTo>
                <a:lnTo>
                  <a:pt x="366" y="0"/>
                </a:lnTo>
                <a:lnTo>
                  <a:pt x="456" y="99"/>
                </a:lnTo>
                <a:lnTo>
                  <a:pt x="0" y="99"/>
                </a:lnTo>
                <a:close/>
              </a:path>
            </a:pathLst>
          </a:custGeom>
          <a:solidFill>
            <a:srgbClr val="EC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260350" y="4413250"/>
            <a:ext cx="2889250" cy="628650"/>
          </a:xfrm>
          <a:custGeom>
            <a:avLst/>
            <a:gdLst/>
            <a:ahLst/>
            <a:cxnLst/>
            <a:rect l="l" t="t" r="r" b="b"/>
            <a:pathLst>
              <a:path w="455" h="99">
                <a:moveTo>
                  <a:pt x="42" y="0"/>
                </a:moveTo>
                <a:lnTo>
                  <a:pt x="365" y="0"/>
                </a:lnTo>
                <a:lnTo>
                  <a:pt x="455" y="99"/>
                </a:lnTo>
                <a:lnTo>
                  <a:pt x="0" y="99"/>
                </a:lnTo>
                <a:close/>
              </a:path>
            </a:pathLst>
          </a:custGeom>
          <a:solidFill>
            <a:srgbClr val="020202"/>
          </a:solidFill>
          <a:ln w="698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4" name="Picture 123" descr="mini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420000">
            <a:off x="1682750" y="4470400"/>
            <a:ext cx="1047750" cy="349250"/>
          </a:xfrm>
          <a:prstGeom prst="rect">
            <a:avLst/>
          </a:prstGeom>
          <a:effectLst/>
        </p:spPr>
      </p:pic>
      <p:sp>
        <p:nvSpPr>
          <p:cNvPr id="125" name="TextBox 124"/>
          <p:cNvSpPr txBox="1"/>
          <p:nvPr/>
        </p:nvSpPr>
        <p:spPr>
          <a:xfrm>
            <a:off x="158750" y="5041900"/>
            <a:ext cx="314325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90909"/>
                </a:solidFill>
                <a:latin typeface="Liberation Sans"/>
              </a:rPr>
              <a:t>Projected Input Perspective Video</a:t>
            </a:r>
          </a:p>
        </p:txBody>
      </p:sp>
      <p:sp>
        <p:nvSpPr>
          <p:cNvPr id="126" name="Freeform 125"/>
          <p:cNvSpPr/>
          <p:nvPr/>
        </p:nvSpPr>
        <p:spPr>
          <a:xfrm>
            <a:off x="247650" y="5486400"/>
            <a:ext cx="2876550" cy="628650"/>
          </a:xfrm>
          <a:custGeom>
            <a:avLst/>
            <a:gdLst/>
            <a:ahLst/>
            <a:cxnLst/>
            <a:rect l="l" t="t" r="r" b="b"/>
            <a:pathLst>
              <a:path w="453" h="99">
                <a:moveTo>
                  <a:pt x="45" y="0"/>
                </a:moveTo>
                <a:lnTo>
                  <a:pt x="370" y="0"/>
                </a:lnTo>
                <a:lnTo>
                  <a:pt x="453" y="99"/>
                </a:lnTo>
                <a:lnTo>
                  <a:pt x="0" y="99"/>
                </a:lnTo>
                <a:close/>
              </a:path>
            </a:pathLst>
          </a:custGeom>
          <a:solidFill>
            <a:srgbClr val="050505"/>
          </a:solidFill>
          <a:ln w="698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1733550" y="5410200"/>
            <a:ext cx="1054100" cy="368300"/>
          </a:xfrm>
          <a:custGeom>
            <a:avLst/>
            <a:gdLst/>
            <a:ahLst/>
            <a:cxnLst/>
            <a:rect l="l" t="t" r="r" b="b"/>
            <a:pathLst>
              <a:path w="166" h="58">
                <a:moveTo>
                  <a:pt x="83" y="0"/>
                </a:moveTo>
                <a:lnTo>
                  <a:pt x="166" y="29"/>
                </a:lnTo>
                <a:lnTo>
                  <a:pt x="83" y="58"/>
                </a:lnTo>
                <a:lnTo>
                  <a:pt x="0" y="29"/>
                </a:lnTo>
                <a:close/>
              </a:path>
            </a:pathLst>
          </a:custGeom>
          <a:solidFill>
            <a:srgbClr val="FFFFFF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358900" y="6121400"/>
            <a:ext cx="82550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90909"/>
                </a:solidFill>
                <a:latin typeface="Liberation Sans"/>
              </a:rPr>
              <a:t>Mask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406900" y="3333750"/>
            <a:ext cx="4826000" cy="2781300"/>
          </a:xfrm>
          <a:prstGeom prst="roundRect">
            <a:avLst>
              <a:gd name="adj" fmla="val 9132"/>
            </a:avLst>
          </a:prstGeom>
          <a:solidFill>
            <a:srgbClr val="FFF8E3"/>
          </a:solidFill>
          <a:ln w="12700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4527550" y="3460750"/>
            <a:ext cx="1638300" cy="2463800"/>
          </a:xfrm>
          <a:prstGeom prst="roundRect">
            <a:avLst>
              <a:gd name="adj" fmla="val 12015"/>
            </a:avLst>
          </a:prstGeom>
          <a:solidFill>
            <a:srgbClr val="FDE9CC"/>
          </a:solidFill>
          <a:ln w="12700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6350000" y="3460750"/>
            <a:ext cx="2755900" cy="2463800"/>
          </a:xfrm>
          <a:prstGeom prst="roundRect">
            <a:avLst>
              <a:gd name="adj" fmla="val 10051"/>
            </a:avLst>
          </a:prstGeom>
          <a:solidFill>
            <a:srgbClr val="E8F0EE"/>
          </a:solidFill>
          <a:ln w="12700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718050" y="3486150"/>
            <a:ext cx="125095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90909"/>
                </a:solidFill>
                <a:latin typeface="Liberation Sans"/>
              </a:rPr>
              <a:t>Pano Attention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775450" y="3486150"/>
            <a:ext cx="196850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90909"/>
                </a:solidFill>
                <a:latin typeface="Liberation Sans"/>
              </a:rPr>
              <a:t>Perspective Attention</a:t>
            </a:r>
          </a:p>
        </p:txBody>
      </p:sp>
      <p:sp>
        <p:nvSpPr>
          <p:cNvPr id="134" name="Freeform 133"/>
          <p:cNvSpPr/>
          <p:nvPr/>
        </p:nvSpPr>
        <p:spPr>
          <a:xfrm>
            <a:off x="3206750" y="3759200"/>
            <a:ext cx="431800" cy="2012950"/>
          </a:xfrm>
          <a:custGeom>
            <a:avLst/>
            <a:gdLst/>
            <a:ahLst/>
            <a:cxnLst/>
            <a:rect l="l" t="t" r="r" b="b"/>
            <a:pathLst>
              <a:path w="68" h="317">
                <a:moveTo>
                  <a:pt x="0" y="0"/>
                </a:moveTo>
                <a:lnTo>
                  <a:pt x="40" y="1"/>
                </a:lnTo>
                <a:lnTo>
                  <a:pt x="66" y="6"/>
                </a:lnTo>
                <a:lnTo>
                  <a:pt x="68" y="17"/>
                </a:lnTo>
                <a:lnTo>
                  <a:pt x="68" y="137"/>
                </a:lnTo>
                <a:lnTo>
                  <a:pt x="68" y="157"/>
                </a:lnTo>
                <a:lnTo>
                  <a:pt x="68" y="283"/>
                </a:lnTo>
                <a:lnTo>
                  <a:pt x="66" y="310"/>
                </a:lnTo>
                <a:lnTo>
                  <a:pt x="41" y="316"/>
                </a:lnTo>
                <a:lnTo>
                  <a:pt x="0" y="317"/>
                </a:lnTo>
              </a:path>
            </a:pathLst>
          </a:custGeom>
          <a:noFill/>
          <a:ln w="17780">
            <a:solidFill>
              <a:srgbClr val="0909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3238500" y="4762500"/>
            <a:ext cx="1447800" cy="0"/>
          </a:xfrm>
          <a:custGeom>
            <a:avLst/>
            <a:gdLst/>
            <a:ahLst/>
            <a:cxnLst/>
            <a:rect l="l" t="t" r="r" b="b"/>
            <a:pathLst>
              <a:path w="228" h="0">
                <a:moveTo>
                  <a:pt x="0" y="0"/>
                </a:moveTo>
                <a:lnTo>
                  <a:pt x="228" y="0"/>
                </a:lnTo>
              </a:path>
            </a:pathLst>
          </a:custGeom>
          <a:noFill/>
          <a:ln w="17780">
            <a:solidFill>
              <a:srgbClr val="090909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638550" y="4470400"/>
            <a:ext cx="806450" cy="298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090909"/>
                </a:solidFill>
                <a:latin typeface="Liberation Sans"/>
              </a:rPr>
              <a:t>concat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724400" y="4483100"/>
            <a:ext cx="558800" cy="558800"/>
          </a:xfrm>
          <a:prstGeom prst="rect">
            <a:avLst/>
          </a:prstGeom>
          <a:solidFill>
            <a:srgbClr val="FFFFFF"/>
          </a:solidFill>
          <a:ln w="9525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4724400" y="4483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" h="44">
                <a:moveTo>
                  <a:pt x="0" y="0"/>
                </a:moveTo>
                <a:lnTo>
                  <a:pt x="44" y="0"/>
                </a:lnTo>
                <a:lnTo>
                  <a:pt x="44" y="44"/>
                </a:lnTo>
                <a:close/>
              </a:path>
            </a:pathLst>
          </a:custGeom>
          <a:solidFill>
            <a:srgbClr val="BBD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5003800" y="4483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" h="44">
                <a:moveTo>
                  <a:pt x="0" y="0"/>
                </a:moveTo>
                <a:lnTo>
                  <a:pt x="44" y="0"/>
                </a:lnTo>
                <a:lnTo>
                  <a:pt x="44" y="44"/>
                </a:lnTo>
                <a:close/>
              </a:path>
            </a:pathLst>
          </a:custGeom>
          <a:solidFill>
            <a:srgbClr val="DAE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4724400" y="4762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" h="44">
                <a:moveTo>
                  <a:pt x="0" y="0"/>
                </a:moveTo>
                <a:lnTo>
                  <a:pt x="0" y="44"/>
                </a:lnTo>
                <a:lnTo>
                  <a:pt x="44" y="44"/>
                </a:lnTo>
                <a:close/>
              </a:path>
            </a:pathLst>
          </a:custGeom>
          <a:solidFill>
            <a:srgbClr val="FAC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5003800" y="47625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44" h="44">
                <a:moveTo>
                  <a:pt x="44" y="0"/>
                </a:moveTo>
                <a:lnTo>
                  <a:pt x="44" y="44"/>
                </a:lnTo>
                <a:lnTo>
                  <a:pt x="0" y="44"/>
                </a:lnTo>
                <a:close/>
              </a:path>
            </a:pathLst>
          </a:custGeom>
          <a:solidFill>
            <a:srgbClr val="FBE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4806950" y="456565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62" h="62">
                <a:moveTo>
                  <a:pt x="31" y="0"/>
                </a:moveTo>
                <a:lnTo>
                  <a:pt x="62" y="31"/>
                </a:lnTo>
                <a:lnTo>
                  <a:pt x="31" y="62"/>
                </a:lnTo>
                <a:lnTo>
                  <a:pt x="0" y="31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 rot="18900000">
            <a:off x="4724400" y="4483100"/>
            <a:ext cx="558800" cy="55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16" b="0" i="0">
                <a:solidFill>
                  <a:srgbClr val="090909"/>
                </a:solidFill>
                <a:latin typeface="DejaVu Sans"/>
              </a:rPr>
              <a:t>L</a:t>
            </a:r>
          </a:p>
        </p:txBody>
      </p:sp>
      <p:sp>
        <p:nvSpPr>
          <p:cNvPr id="144" name="TextBox 143"/>
          <p:cNvSpPr txBox="1"/>
          <p:nvPr/>
        </p:nvSpPr>
        <p:spPr>
          <a:xfrm rot="18900000">
            <a:off x="4978400" y="4483100"/>
            <a:ext cx="304800" cy="279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90909"/>
                </a:solidFill>
                <a:latin typeface="Liberation Sans"/>
              </a:rPr>
              <a:t>F</a:t>
            </a:r>
          </a:p>
        </p:txBody>
      </p:sp>
      <p:sp>
        <p:nvSpPr>
          <p:cNvPr id="145" name="TextBox 144"/>
          <p:cNvSpPr txBox="1"/>
          <p:nvPr/>
        </p:nvSpPr>
        <p:spPr>
          <a:xfrm rot="2700000">
            <a:off x="4724400" y="4762500"/>
            <a:ext cx="285750" cy="279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90909"/>
                </a:solidFill>
                <a:latin typeface="Liberation Sans"/>
              </a:rPr>
              <a:t>B</a:t>
            </a:r>
          </a:p>
        </p:txBody>
      </p:sp>
      <p:sp>
        <p:nvSpPr>
          <p:cNvPr id="146" name="TextBox 145"/>
          <p:cNvSpPr txBox="1"/>
          <p:nvPr/>
        </p:nvSpPr>
        <p:spPr>
          <a:xfrm rot="2100000">
            <a:off x="4997450" y="4762500"/>
            <a:ext cx="285750" cy="279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090909"/>
                </a:solidFill>
                <a:latin typeface="Liberation Sans"/>
              </a:rPr>
              <a:t>R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327650" y="3810000"/>
            <a:ext cx="698500" cy="1828800"/>
          </a:xfrm>
          <a:prstGeom prst="roundRect">
            <a:avLst>
              <a:gd name="adj" fmla="val 10909"/>
            </a:avLst>
          </a:prstGeom>
          <a:solidFill>
            <a:srgbClr val="C7E4B5"/>
          </a:solidFill>
          <a:ln w="12700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397500" y="4356100"/>
            <a:ext cx="565150" cy="749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90909"/>
                </a:solidFill>
                <a:latin typeface="Liberation Sans"/>
              </a:rPr>
              <a:t>Attn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90909"/>
                </a:solidFill>
                <a:latin typeface="Liberation Sans"/>
              </a:rPr>
              <a:t>Block</a:t>
            </a:r>
          </a:p>
        </p:txBody>
      </p:sp>
      <p:sp>
        <p:nvSpPr>
          <p:cNvPr id="149" name="Freeform 148"/>
          <p:cNvSpPr/>
          <p:nvPr/>
        </p:nvSpPr>
        <p:spPr>
          <a:xfrm>
            <a:off x="6045200" y="4756150"/>
            <a:ext cx="793750" cy="0"/>
          </a:xfrm>
          <a:custGeom>
            <a:avLst/>
            <a:gdLst/>
            <a:ahLst/>
            <a:cxnLst/>
            <a:rect l="l" t="t" r="r" b="b"/>
            <a:pathLst>
              <a:path w="125" h="0">
                <a:moveTo>
                  <a:pt x="0" y="0"/>
                </a:moveTo>
                <a:lnTo>
                  <a:pt x="125" y="0"/>
                </a:lnTo>
              </a:path>
            </a:pathLst>
          </a:custGeom>
          <a:noFill/>
          <a:ln w="17780">
            <a:solidFill>
              <a:srgbClr val="0909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502400" y="3898900"/>
            <a:ext cx="273050" cy="273050"/>
          </a:xfrm>
          <a:prstGeom prst="rect">
            <a:avLst/>
          </a:prstGeom>
          <a:solidFill>
            <a:srgbClr val="FFFFFF"/>
          </a:solidFill>
          <a:ln w="9525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Freeform 150"/>
          <p:cNvSpPr/>
          <p:nvPr/>
        </p:nvSpPr>
        <p:spPr>
          <a:xfrm>
            <a:off x="6502400" y="38989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0"/>
                </a:moveTo>
                <a:lnTo>
                  <a:pt x="22" y="0"/>
                </a:lnTo>
                <a:lnTo>
                  <a:pt x="22" y="22"/>
                </a:lnTo>
                <a:close/>
              </a:path>
            </a:pathLst>
          </a:custGeom>
          <a:solidFill>
            <a:srgbClr val="BBD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Freeform 151"/>
          <p:cNvSpPr/>
          <p:nvPr/>
        </p:nvSpPr>
        <p:spPr>
          <a:xfrm>
            <a:off x="6642100" y="3898900"/>
            <a:ext cx="133350" cy="139700"/>
          </a:xfrm>
          <a:custGeom>
            <a:avLst/>
            <a:gdLst/>
            <a:ahLst/>
            <a:cxnLst/>
            <a:rect l="l" t="t" r="r" b="b"/>
            <a:pathLst>
              <a:path w="21" h="22">
                <a:moveTo>
                  <a:pt x="0" y="0"/>
                </a:moveTo>
                <a:lnTo>
                  <a:pt x="21" y="0"/>
                </a:lnTo>
                <a:lnTo>
                  <a:pt x="21" y="22"/>
                </a:lnTo>
                <a:close/>
              </a:path>
            </a:pathLst>
          </a:custGeom>
          <a:solidFill>
            <a:srgbClr val="DAE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Freeform 152"/>
          <p:cNvSpPr/>
          <p:nvPr/>
        </p:nvSpPr>
        <p:spPr>
          <a:xfrm>
            <a:off x="6502400" y="4038600"/>
            <a:ext cx="139700" cy="133350"/>
          </a:xfrm>
          <a:custGeom>
            <a:avLst/>
            <a:gdLst/>
            <a:ahLst/>
            <a:cxnLst/>
            <a:rect l="l" t="t" r="r" b="b"/>
            <a:pathLst>
              <a:path w="22" h="21">
                <a:moveTo>
                  <a:pt x="0" y="0"/>
                </a:moveTo>
                <a:lnTo>
                  <a:pt x="0" y="21"/>
                </a:lnTo>
                <a:lnTo>
                  <a:pt x="22" y="21"/>
                </a:lnTo>
                <a:close/>
              </a:path>
            </a:pathLst>
          </a:custGeom>
          <a:solidFill>
            <a:srgbClr val="FAC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6642100" y="40386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" h="21">
                <a:moveTo>
                  <a:pt x="21" y="0"/>
                </a:moveTo>
                <a:lnTo>
                  <a:pt x="21" y="21"/>
                </a:lnTo>
                <a:lnTo>
                  <a:pt x="0" y="21"/>
                </a:lnTo>
                <a:close/>
              </a:path>
            </a:pathLst>
          </a:custGeom>
          <a:solidFill>
            <a:srgbClr val="FBE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6540500" y="3937000"/>
            <a:ext cx="196850" cy="196850"/>
          </a:xfrm>
          <a:custGeom>
            <a:avLst/>
            <a:gdLst/>
            <a:ahLst/>
            <a:cxnLst/>
            <a:rect l="l" t="t" r="r" b="b"/>
            <a:pathLst>
              <a:path w="31" h="31">
                <a:moveTo>
                  <a:pt x="16" y="0"/>
                </a:moveTo>
                <a:lnTo>
                  <a:pt x="31" y="16"/>
                </a:lnTo>
                <a:lnTo>
                  <a:pt x="16" y="31"/>
                </a:lnTo>
                <a:lnTo>
                  <a:pt x="0" y="1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 rot="18900000">
            <a:off x="6502400" y="3898900"/>
            <a:ext cx="27305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8" b="0" i="0">
                <a:solidFill>
                  <a:srgbClr val="090909"/>
                </a:solidFill>
                <a:latin typeface="DejaVu Sans"/>
              </a:rPr>
              <a:t>L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502400" y="4368800"/>
            <a:ext cx="273050" cy="273050"/>
          </a:xfrm>
          <a:prstGeom prst="rect">
            <a:avLst/>
          </a:prstGeom>
          <a:solidFill>
            <a:srgbClr val="FFFFFF"/>
          </a:solidFill>
          <a:ln w="9525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6502400" y="43688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0"/>
                </a:moveTo>
                <a:lnTo>
                  <a:pt x="22" y="0"/>
                </a:lnTo>
                <a:lnTo>
                  <a:pt x="22" y="22"/>
                </a:lnTo>
                <a:close/>
              </a:path>
            </a:pathLst>
          </a:custGeom>
          <a:solidFill>
            <a:srgbClr val="BBD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6642100" y="4368800"/>
            <a:ext cx="133350" cy="139700"/>
          </a:xfrm>
          <a:custGeom>
            <a:avLst/>
            <a:gdLst/>
            <a:ahLst/>
            <a:cxnLst/>
            <a:rect l="l" t="t" r="r" b="b"/>
            <a:pathLst>
              <a:path w="21" h="22">
                <a:moveTo>
                  <a:pt x="0" y="0"/>
                </a:moveTo>
                <a:lnTo>
                  <a:pt x="21" y="0"/>
                </a:lnTo>
                <a:lnTo>
                  <a:pt x="21" y="22"/>
                </a:lnTo>
                <a:close/>
              </a:path>
            </a:pathLst>
          </a:custGeom>
          <a:solidFill>
            <a:srgbClr val="DAE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6502400" y="4508500"/>
            <a:ext cx="139700" cy="133350"/>
          </a:xfrm>
          <a:custGeom>
            <a:avLst/>
            <a:gdLst/>
            <a:ahLst/>
            <a:cxnLst/>
            <a:rect l="l" t="t" r="r" b="b"/>
            <a:pathLst>
              <a:path w="22" h="21">
                <a:moveTo>
                  <a:pt x="0" y="0"/>
                </a:moveTo>
                <a:lnTo>
                  <a:pt x="0" y="21"/>
                </a:lnTo>
                <a:lnTo>
                  <a:pt x="22" y="21"/>
                </a:lnTo>
                <a:close/>
              </a:path>
            </a:pathLst>
          </a:custGeom>
          <a:solidFill>
            <a:srgbClr val="FAC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6642100" y="45085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" h="21">
                <a:moveTo>
                  <a:pt x="21" y="0"/>
                </a:moveTo>
                <a:lnTo>
                  <a:pt x="21" y="21"/>
                </a:lnTo>
                <a:lnTo>
                  <a:pt x="0" y="21"/>
                </a:lnTo>
                <a:close/>
              </a:path>
            </a:pathLst>
          </a:custGeom>
          <a:solidFill>
            <a:srgbClr val="FBE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6540500" y="4406900"/>
            <a:ext cx="196850" cy="196850"/>
          </a:xfrm>
          <a:custGeom>
            <a:avLst/>
            <a:gdLst/>
            <a:ahLst/>
            <a:cxnLst/>
            <a:rect l="l" t="t" r="r" b="b"/>
            <a:pathLst>
              <a:path w="31" h="31">
                <a:moveTo>
                  <a:pt x="16" y="0"/>
                </a:moveTo>
                <a:lnTo>
                  <a:pt x="31" y="16"/>
                </a:lnTo>
                <a:lnTo>
                  <a:pt x="16" y="31"/>
                </a:lnTo>
                <a:lnTo>
                  <a:pt x="0" y="1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 rot="18900000">
            <a:off x="6502400" y="4368800"/>
            <a:ext cx="27305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8" b="0" i="0">
                <a:solidFill>
                  <a:srgbClr val="090909"/>
                </a:solidFill>
                <a:latin typeface="DejaVu Sans"/>
              </a:rPr>
              <a:t>F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502400" y="4845050"/>
            <a:ext cx="273050" cy="273050"/>
          </a:xfrm>
          <a:prstGeom prst="rect">
            <a:avLst/>
          </a:prstGeom>
          <a:solidFill>
            <a:srgbClr val="FFFFFF"/>
          </a:solidFill>
          <a:ln w="9525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Freeform 164"/>
          <p:cNvSpPr/>
          <p:nvPr/>
        </p:nvSpPr>
        <p:spPr>
          <a:xfrm>
            <a:off x="6502400" y="4845050"/>
            <a:ext cx="139700" cy="133350"/>
          </a:xfrm>
          <a:custGeom>
            <a:avLst/>
            <a:gdLst/>
            <a:ahLst/>
            <a:cxnLst/>
            <a:rect l="l" t="t" r="r" b="b"/>
            <a:pathLst>
              <a:path w="22" h="21">
                <a:moveTo>
                  <a:pt x="0" y="0"/>
                </a:moveTo>
                <a:lnTo>
                  <a:pt x="22" y="0"/>
                </a:lnTo>
                <a:lnTo>
                  <a:pt x="22" y="21"/>
                </a:lnTo>
                <a:close/>
              </a:path>
            </a:pathLst>
          </a:custGeom>
          <a:solidFill>
            <a:srgbClr val="BBD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Freeform 165"/>
          <p:cNvSpPr/>
          <p:nvPr/>
        </p:nvSpPr>
        <p:spPr>
          <a:xfrm>
            <a:off x="6642100" y="484505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" h="21">
                <a:moveTo>
                  <a:pt x="0" y="0"/>
                </a:moveTo>
                <a:lnTo>
                  <a:pt x="21" y="0"/>
                </a:lnTo>
                <a:lnTo>
                  <a:pt x="21" y="21"/>
                </a:lnTo>
                <a:close/>
              </a:path>
            </a:pathLst>
          </a:custGeom>
          <a:solidFill>
            <a:srgbClr val="DAE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Freeform 166"/>
          <p:cNvSpPr/>
          <p:nvPr/>
        </p:nvSpPr>
        <p:spPr>
          <a:xfrm>
            <a:off x="6502400" y="49784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0"/>
                </a:moveTo>
                <a:lnTo>
                  <a:pt x="0" y="22"/>
                </a:lnTo>
                <a:lnTo>
                  <a:pt x="22" y="22"/>
                </a:lnTo>
                <a:close/>
              </a:path>
            </a:pathLst>
          </a:custGeom>
          <a:solidFill>
            <a:srgbClr val="FAC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6642100" y="4978400"/>
            <a:ext cx="133350" cy="139700"/>
          </a:xfrm>
          <a:custGeom>
            <a:avLst/>
            <a:gdLst/>
            <a:ahLst/>
            <a:cxnLst/>
            <a:rect l="l" t="t" r="r" b="b"/>
            <a:pathLst>
              <a:path w="21" h="22">
                <a:moveTo>
                  <a:pt x="21" y="0"/>
                </a:moveTo>
                <a:lnTo>
                  <a:pt x="21" y="22"/>
                </a:lnTo>
                <a:lnTo>
                  <a:pt x="0" y="22"/>
                </a:lnTo>
                <a:close/>
              </a:path>
            </a:pathLst>
          </a:custGeom>
          <a:solidFill>
            <a:srgbClr val="FBE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Freeform 168"/>
          <p:cNvSpPr/>
          <p:nvPr/>
        </p:nvSpPr>
        <p:spPr>
          <a:xfrm>
            <a:off x="6540500" y="4883150"/>
            <a:ext cx="196850" cy="196850"/>
          </a:xfrm>
          <a:custGeom>
            <a:avLst/>
            <a:gdLst/>
            <a:ahLst/>
            <a:cxnLst/>
            <a:rect l="l" t="t" r="r" b="b"/>
            <a:pathLst>
              <a:path w="31" h="31">
                <a:moveTo>
                  <a:pt x="16" y="0"/>
                </a:moveTo>
                <a:lnTo>
                  <a:pt x="31" y="15"/>
                </a:lnTo>
                <a:lnTo>
                  <a:pt x="16" y="31"/>
                </a:lnTo>
                <a:lnTo>
                  <a:pt x="0" y="15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 rot="2700000">
            <a:off x="6502400" y="4845050"/>
            <a:ext cx="27305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8" b="0" i="0">
                <a:solidFill>
                  <a:srgbClr val="090909"/>
                </a:solidFill>
                <a:latin typeface="DejaVu Sans"/>
              </a:rPr>
              <a:t>B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502400" y="5308600"/>
            <a:ext cx="273050" cy="273050"/>
          </a:xfrm>
          <a:prstGeom prst="rect">
            <a:avLst/>
          </a:prstGeom>
          <a:solidFill>
            <a:srgbClr val="FFFFFF"/>
          </a:solidFill>
          <a:ln w="9525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Freeform 171"/>
          <p:cNvSpPr/>
          <p:nvPr/>
        </p:nvSpPr>
        <p:spPr>
          <a:xfrm>
            <a:off x="6502400" y="5308600"/>
            <a:ext cx="139700" cy="139700"/>
          </a:xfrm>
          <a:custGeom>
            <a:avLst/>
            <a:gdLst/>
            <a:ahLst/>
            <a:cxnLst/>
            <a:rect l="l" t="t" r="r" b="b"/>
            <a:pathLst>
              <a:path w="22" h="22">
                <a:moveTo>
                  <a:pt x="0" y="0"/>
                </a:moveTo>
                <a:lnTo>
                  <a:pt x="22" y="0"/>
                </a:lnTo>
                <a:lnTo>
                  <a:pt x="22" y="22"/>
                </a:lnTo>
                <a:close/>
              </a:path>
            </a:pathLst>
          </a:custGeom>
          <a:solidFill>
            <a:srgbClr val="BBD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Freeform 172"/>
          <p:cNvSpPr/>
          <p:nvPr/>
        </p:nvSpPr>
        <p:spPr>
          <a:xfrm>
            <a:off x="6642100" y="5308600"/>
            <a:ext cx="133350" cy="139700"/>
          </a:xfrm>
          <a:custGeom>
            <a:avLst/>
            <a:gdLst/>
            <a:ahLst/>
            <a:cxnLst/>
            <a:rect l="l" t="t" r="r" b="b"/>
            <a:pathLst>
              <a:path w="21" h="22">
                <a:moveTo>
                  <a:pt x="0" y="0"/>
                </a:moveTo>
                <a:lnTo>
                  <a:pt x="21" y="0"/>
                </a:lnTo>
                <a:lnTo>
                  <a:pt x="21" y="22"/>
                </a:lnTo>
                <a:close/>
              </a:path>
            </a:pathLst>
          </a:custGeom>
          <a:solidFill>
            <a:srgbClr val="DAEC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Freeform 173"/>
          <p:cNvSpPr/>
          <p:nvPr/>
        </p:nvSpPr>
        <p:spPr>
          <a:xfrm>
            <a:off x="6502400" y="5448300"/>
            <a:ext cx="139700" cy="133350"/>
          </a:xfrm>
          <a:custGeom>
            <a:avLst/>
            <a:gdLst/>
            <a:ahLst/>
            <a:cxnLst/>
            <a:rect l="l" t="t" r="r" b="b"/>
            <a:pathLst>
              <a:path w="22" h="21">
                <a:moveTo>
                  <a:pt x="0" y="0"/>
                </a:moveTo>
                <a:lnTo>
                  <a:pt x="0" y="21"/>
                </a:lnTo>
                <a:lnTo>
                  <a:pt x="22" y="21"/>
                </a:lnTo>
                <a:close/>
              </a:path>
            </a:pathLst>
          </a:custGeom>
          <a:solidFill>
            <a:srgbClr val="FAC4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Freeform 174"/>
          <p:cNvSpPr/>
          <p:nvPr/>
        </p:nvSpPr>
        <p:spPr>
          <a:xfrm>
            <a:off x="6642100" y="544830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21" h="21">
                <a:moveTo>
                  <a:pt x="21" y="0"/>
                </a:moveTo>
                <a:lnTo>
                  <a:pt x="21" y="21"/>
                </a:lnTo>
                <a:lnTo>
                  <a:pt x="0" y="21"/>
                </a:lnTo>
                <a:close/>
              </a:path>
            </a:pathLst>
          </a:custGeom>
          <a:solidFill>
            <a:srgbClr val="FBE3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Freeform 175"/>
          <p:cNvSpPr/>
          <p:nvPr/>
        </p:nvSpPr>
        <p:spPr>
          <a:xfrm>
            <a:off x="6540500" y="5346700"/>
            <a:ext cx="196850" cy="196850"/>
          </a:xfrm>
          <a:custGeom>
            <a:avLst/>
            <a:gdLst/>
            <a:ahLst/>
            <a:cxnLst/>
            <a:rect l="l" t="t" r="r" b="b"/>
            <a:pathLst>
              <a:path w="31" h="31">
                <a:moveTo>
                  <a:pt x="16" y="0"/>
                </a:moveTo>
                <a:lnTo>
                  <a:pt x="31" y="16"/>
                </a:lnTo>
                <a:lnTo>
                  <a:pt x="16" y="31"/>
                </a:lnTo>
                <a:lnTo>
                  <a:pt x="0" y="16"/>
                </a:lnTo>
                <a:close/>
              </a:path>
            </a:pathLst>
          </a:custGeom>
          <a:solidFill>
            <a:srgbClr val="E9E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 rot="2100000">
            <a:off x="6502400" y="5308600"/>
            <a:ext cx="27305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8" b="0" i="0">
                <a:solidFill>
                  <a:srgbClr val="090909"/>
                </a:solidFill>
                <a:latin typeface="DejaVu Sans"/>
              </a:rPr>
              <a:t>R</a:t>
            </a:r>
          </a:p>
        </p:txBody>
      </p:sp>
      <p:sp>
        <p:nvSpPr>
          <p:cNvPr id="178" name="Freeform 177"/>
          <p:cNvSpPr/>
          <p:nvPr/>
        </p:nvSpPr>
        <p:spPr>
          <a:xfrm>
            <a:off x="7042150" y="3860800"/>
            <a:ext cx="1225550" cy="381000"/>
          </a:xfrm>
          <a:custGeom>
            <a:avLst/>
            <a:gdLst/>
            <a:ahLst/>
            <a:cxnLst/>
            <a:rect l="l" t="t" r="r" b="b"/>
            <a:pathLst>
              <a:path w="193" h="60">
                <a:moveTo>
                  <a:pt x="37" y="0"/>
                </a:moveTo>
                <a:lnTo>
                  <a:pt x="163" y="0"/>
                </a:lnTo>
                <a:lnTo>
                  <a:pt x="193" y="60"/>
                </a:lnTo>
                <a:lnTo>
                  <a:pt x="0" y="60"/>
                </a:lnTo>
                <a:close/>
              </a:path>
            </a:pathLst>
          </a:custGeom>
          <a:solidFill>
            <a:srgbClr val="D9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Freeform 178"/>
          <p:cNvSpPr/>
          <p:nvPr/>
        </p:nvSpPr>
        <p:spPr>
          <a:xfrm>
            <a:off x="7023100" y="3835400"/>
            <a:ext cx="1231900" cy="381000"/>
          </a:xfrm>
          <a:custGeom>
            <a:avLst/>
            <a:gdLst/>
            <a:ahLst/>
            <a:cxnLst/>
            <a:rect l="l" t="t" r="r" b="b"/>
            <a:pathLst>
              <a:path w="194" h="60">
                <a:moveTo>
                  <a:pt x="38" y="0"/>
                </a:moveTo>
                <a:lnTo>
                  <a:pt x="164" y="0"/>
                </a:lnTo>
                <a:lnTo>
                  <a:pt x="194" y="60"/>
                </a:lnTo>
                <a:lnTo>
                  <a:pt x="0" y="60"/>
                </a:lnTo>
                <a:close/>
              </a:path>
            </a:pathLst>
          </a:custGeom>
          <a:solidFill>
            <a:srgbClr val="EC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0" name="Picture 179" descr="mini_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3816350"/>
            <a:ext cx="1225550" cy="381000"/>
          </a:xfrm>
          <a:prstGeom prst="rect">
            <a:avLst/>
          </a:prstGeom>
          <a:effectLst/>
        </p:spPr>
      </p:pic>
      <p:sp>
        <p:nvSpPr>
          <p:cNvPr id="181" name="Freeform 180"/>
          <p:cNvSpPr/>
          <p:nvPr/>
        </p:nvSpPr>
        <p:spPr>
          <a:xfrm>
            <a:off x="7042150" y="4298950"/>
            <a:ext cx="1225550" cy="381000"/>
          </a:xfrm>
          <a:custGeom>
            <a:avLst/>
            <a:gdLst/>
            <a:ahLst/>
            <a:cxnLst/>
            <a:rect l="l" t="t" r="r" b="b"/>
            <a:pathLst>
              <a:path w="193" h="60">
                <a:moveTo>
                  <a:pt x="37" y="0"/>
                </a:moveTo>
                <a:lnTo>
                  <a:pt x="163" y="0"/>
                </a:lnTo>
                <a:lnTo>
                  <a:pt x="193" y="60"/>
                </a:lnTo>
                <a:lnTo>
                  <a:pt x="0" y="60"/>
                </a:lnTo>
                <a:close/>
              </a:path>
            </a:pathLst>
          </a:custGeom>
          <a:solidFill>
            <a:srgbClr val="D9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Freeform 181"/>
          <p:cNvSpPr/>
          <p:nvPr/>
        </p:nvSpPr>
        <p:spPr>
          <a:xfrm>
            <a:off x="7023100" y="4279900"/>
            <a:ext cx="1231900" cy="381000"/>
          </a:xfrm>
          <a:custGeom>
            <a:avLst/>
            <a:gdLst/>
            <a:ahLst/>
            <a:cxnLst/>
            <a:rect l="l" t="t" r="r" b="b"/>
            <a:pathLst>
              <a:path w="194" h="60">
                <a:moveTo>
                  <a:pt x="38" y="0"/>
                </a:moveTo>
                <a:lnTo>
                  <a:pt x="164" y="0"/>
                </a:lnTo>
                <a:lnTo>
                  <a:pt x="194" y="60"/>
                </a:lnTo>
                <a:lnTo>
                  <a:pt x="0" y="60"/>
                </a:lnTo>
                <a:close/>
              </a:path>
            </a:pathLst>
          </a:custGeom>
          <a:solidFill>
            <a:srgbClr val="EC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3" name="Picture 182" descr="mini_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0400" y="4254500"/>
            <a:ext cx="1225550" cy="381000"/>
          </a:xfrm>
          <a:prstGeom prst="rect">
            <a:avLst/>
          </a:prstGeom>
          <a:effectLst/>
        </p:spPr>
      </p:pic>
      <p:sp>
        <p:nvSpPr>
          <p:cNvPr id="184" name="Freeform 183"/>
          <p:cNvSpPr/>
          <p:nvPr/>
        </p:nvSpPr>
        <p:spPr>
          <a:xfrm>
            <a:off x="7042150" y="4927600"/>
            <a:ext cx="1225550" cy="381000"/>
          </a:xfrm>
          <a:custGeom>
            <a:avLst/>
            <a:gdLst/>
            <a:ahLst/>
            <a:cxnLst/>
            <a:rect l="l" t="t" r="r" b="b"/>
            <a:pathLst>
              <a:path w="193" h="60">
                <a:moveTo>
                  <a:pt x="37" y="0"/>
                </a:moveTo>
                <a:lnTo>
                  <a:pt x="163" y="0"/>
                </a:lnTo>
                <a:lnTo>
                  <a:pt x="193" y="60"/>
                </a:lnTo>
                <a:lnTo>
                  <a:pt x="0" y="60"/>
                </a:lnTo>
                <a:close/>
              </a:path>
            </a:pathLst>
          </a:custGeom>
          <a:solidFill>
            <a:srgbClr val="D9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Freeform 184"/>
          <p:cNvSpPr/>
          <p:nvPr/>
        </p:nvSpPr>
        <p:spPr>
          <a:xfrm>
            <a:off x="7023100" y="4902200"/>
            <a:ext cx="1231900" cy="381000"/>
          </a:xfrm>
          <a:custGeom>
            <a:avLst/>
            <a:gdLst/>
            <a:ahLst/>
            <a:cxnLst/>
            <a:rect l="l" t="t" r="r" b="b"/>
            <a:pathLst>
              <a:path w="194" h="60">
                <a:moveTo>
                  <a:pt x="38" y="0"/>
                </a:moveTo>
                <a:lnTo>
                  <a:pt x="164" y="0"/>
                </a:lnTo>
                <a:lnTo>
                  <a:pt x="194" y="60"/>
                </a:lnTo>
                <a:lnTo>
                  <a:pt x="0" y="60"/>
                </a:lnTo>
                <a:close/>
              </a:path>
            </a:pathLst>
          </a:custGeom>
          <a:solidFill>
            <a:srgbClr val="EC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6" name="Picture 185" descr="mini_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0400" y="4883150"/>
            <a:ext cx="1225550" cy="381000"/>
          </a:xfrm>
          <a:prstGeom prst="rect">
            <a:avLst/>
          </a:prstGeom>
          <a:effectLst/>
        </p:spPr>
      </p:pic>
      <p:sp>
        <p:nvSpPr>
          <p:cNvPr id="187" name="Freeform 186"/>
          <p:cNvSpPr/>
          <p:nvPr/>
        </p:nvSpPr>
        <p:spPr>
          <a:xfrm>
            <a:off x="7042150" y="5378450"/>
            <a:ext cx="1225550" cy="381000"/>
          </a:xfrm>
          <a:custGeom>
            <a:avLst/>
            <a:gdLst/>
            <a:ahLst/>
            <a:cxnLst/>
            <a:rect l="l" t="t" r="r" b="b"/>
            <a:pathLst>
              <a:path w="193" h="60">
                <a:moveTo>
                  <a:pt x="37" y="0"/>
                </a:moveTo>
                <a:lnTo>
                  <a:pt x="163" y="0"/>
                </a:lnTo>
                <a:lnTo>
                  <a:pt x="193" y="60"/>
                </a:lnTo>
                <a:lnTo>
                  <a:pt x="0" y="60"/>
                </a:lnTo>
                <a:close/>
              </a:path>
            </a:pathLst>
          </a:custGeom>
          <a:solidFill>
            <a:srgbClr val="D9D6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Freeform 187"/>
          <p:cNvSpPr/>
          <p:nvPr/>
        </p:nvSpPr>
        <p:spPr>
          <a:xfrm>
            <a:off x="7023100" y="5359400"/>
            <a:ext cx="1231900" cy="381000"/>
          </a:xfrm>
          <a:custGeom>
            <a:avLst/>
            <a:gdLst/>
            <a:ahLst/>
            <a:cxnLst/>
            <a:rect l="l" t="t" r="r" b="b"/>
            <a:pathLst>
              <a:path w="194" h="60">
                <a:moveTo>
                  <a:pt x="38" y="0"/>
                </a:moveTo>
                <a:lnTo>
                  <a:pt x="164" y="0"/>
                </a:lnTo>
                <a:lnTo>
                  <a:pt x="194" y="60"/>
                </a:lnTo>
                <a:lnTo>
                  <a:pt x="0" y="60"/>
                </a:lnTo>
                <a:close/>
              </a:path>
            </a:pathLst>
          </a:custGeom>
          <a:solidFill>
            <a:srgbClr val="ECE9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9" name="Picture 188" descr="mini_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10400" y="5334000"/>
            <a:ext cx="1225550" cy="381000"/>
          </a:xfrm>
          <a:prstGeom prst="rect">
            <a:avLst/>
          </a:prstGeom>
          <a:effectLst/>
        </p:spPr>
      </p:pic>
      <p:sp>
        <p:nvSpPr>
          <p:cNvPr id="190" name="Freeform 189"/>
          <p:cNvSpPr/>
          <p:nvPr/>
        </p:nvSpPr>
        <p:spPr>
          <a:xfrm>
            <a:off x="6775450" y="3905250"/>
            <a:ext cx="254000" cy="127000"/>
          </a:xfrm>
          <a:custGeom>
            <a:avLst/>
            <a:gdLst/>
            <a:ahLst/>
            <a:cxnLst/>
            <a:rect l="l" t="t" r="r" b="b"/>
            <a:pathLst>
              <a:path w="40" h="20">
                <a:moveTo>
                  <a:pt x="0" y="20"/>
                </a:moveTo>
                <a:lnTo>
                  <a:pt x="13" y="6"/>
                </a:lnTo>
                <a:lnTo>
                  <a:pt x="40" y="0"/>
                </a:lnTo>
              </a:path>
            </a:pathLst>
          </a:custGeom>
          <a:noFill/>
          <a:ln w="16510">
            <a:solidFill>
              <a:srgbClr val="0909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Freeform 190"/>
          <p:cNvSpPr/>
          <p:nvPr/>
        </p:nvSpPr>
        <p:spPr>
          <a:xfrm>
            <a:off x="6775450" y="4451350"/>
            <a:ext cx="254000" cy="57150"/>
          </a:xfrm>
          <a:custGeom>
            <a:avLst/>
            <a:gdLst/>
            <a:ahLst/>
            <a:cxnLst/>
            <a:rect l="l" t="t" r="r" b="b"/>
            <a:pathLst>
              <a:path w="40" h="9">
                <a:moveTo>
                  <a:pt x="0" y="9"/>
                </a:moveTo>
                <a:lnTo>
                  <a:pt x="17" y="3"/>
                </a:lnTo>
                <a:lnTo>
                  <a:pt x="40" y="0"/>
                </a:lnTo>
              </a:path>
            </a:pathLst>
          </a:custGeom>
          <a:noFill/>
          <a:ln w="16510">
            <a:solidFill>
              <a:srgbClr val="0909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Freeform 191"/>
          <p:cNvSpPr/>
          <p:nvPr/>
        </p:nvSpPr>
        <p:spPr>
          <a:xfrm>
            <a:off x="6775450" y="4984750"/>
            <a:ext cx="254000" cy="101600"/>
          </a:xfrm>
          <a:custGeom>
            <a:avLst/>
            <a:gdLst/>
            <a:ahLst/>
            <a:cxnLst/>
            <a:rect l="l" t="t" r="r" b="b"/>
            <a:pathLst>
              <a:path w="40" h="16">
                <a:moveTo>
                  <a:pt x="0" y="0"/>
                </a:moveTo>
                <a:lnTo>
                  <a:pt x="16" y="15"/>
                </a:lnTo>
                <a:lnTo>
                  <a:pt x="40" y="16"/>
                </a:lnTo>
              </a:path>
            </a:pathLst>
          </a:custGeom>
          <a:noFill/>
          <a:ln w="16510">
            <a:solidFill>
              <a:srgbClr val="0909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Freeform 192"/>
          <p:cNvSpPr/>
          <p:nvPr/>
        </p:nvSpPr>
        <p:spPr>
          <a:xfrm>
            <a:off x="6775450" y="5448300"/>
            <a:ext cx="254000" cy="95250"/>
          </a:xfrm>
          <a:custGeom>
            <a:avLst/>
            <a:gdLst/>
            <a:ahLst/>
            <a:cxnLst/>
            <a:rect l="l" t="t" r="r" b="b"/>
            <a:pathLst>
              <a:path w="40" h="15">
                <a:moveTo>
                  <a:pt x="0" y="0"/>
                </a:moveTo>
                <a:lnTo>
                  <a:pt x="15" y="15"/>
                </a:lnTo>
                <a:lnTo>
                  <a:pt x="40" y="14"/>
                </a:lnTo>
              </a:path>
            </a:pathLst>
          </a:custGeom>
          <a:noFill/>
          <a:ln w="16510">
            <a:solidFill>
              <a:srgbClr val="0909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Freeform 193"/>
          <p:cNvSpPr/>
          <p:nvPr/>
        </p:nvSpPr>
        <p:spPr>
          <a:xfrm>
            <a:off x="8204200" y="3968750"/>
            <a:ext cx="57150" cy="0"/>
          </a:xfrm>
          <a:custGeom>
            <a:avLst/>
            <a:gdLst/>
            <a:ahLst/>
            <a:cxnLst/>
            <a:rect l="l" t="t" r="r" b="b"/>
            <a:pathLst>
              <a:path w="9" h="0">
                <a:moveTo>
                  <a:pt x="0" y="0"/>
                </a:moveTo>
                <a:lnTo>
                  <a:pt x="9" y="0"/>
                </a:lnTo>
              </a:path>
            </a:pathLst>
          </a:custGeom>
          <a:noFill/>
          <a:ln w="13970">
            <a:solidFill>
              <a:srgbClr val="090909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Freeform 194"/>
          <p:cNvSpPr/>
          <p:nvPr/>
        </p:nvSpPr>
        <p:spPr>
          <a:xfrm>
            <a:off x="8204200" y="4413250"/>
            <a:ext cx="57150" cy="0"/>
          </a:xfrm>
          <a:custGeom>
            <a:avLst/>
            <a:gdLst/>
            <a:ahLst/>
            <a:cxnLst/>
            <a:rect l="l" t="t" r="r" b="b"/>
            <a:pathLst>
              <a:path w="9" h="0">
                <a:moveTo>
                  <a:pt x="0" y="0"/>
                </a:moveTo>
                <a:lnTo>
                  <a:pt x="9" y="0"/>
                </a:lnTo>
              </a:path>
            </a:pathLst>
          </a:custGeom>
          <a:noFill/>
          <a:ln w="13970">
            <a:solidFill>
              <a:srgbClr val="090909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Freeform 195"/>
          <p:cNvSpPr/>
          <p:nvPr/>
        </p:nvSpPr>
        <p:spPr>
          <a:xfrm>
            <a:off x="8204200" y="5041900"/>
            <a:ext cx="57150" cy="0"/>
          </a:xfrm>
          <a:custGeom>
            <a:avLst/>
            <a:gdLst/>
            <a:ahLst/>
            <a:cxnLst/>
            <a:rect l="l" t="t" r="r" b="b"/>
            <a:pathLst>
              <a:path w="9" h="0">
                <a:moveTo>
                  <a:pt x="0" y="0"/>
                </a:moveTo>
                <a:lnTo>
                  <a:pt x="9" y="0"/>
                </a:lnTo>
              </a:path>
            </a:pathLst>
          </a:custGeom>
          <a:noFill/>
          <a:ln w="13970">
            <a:solidFill>
              <a:srgbClr val="090909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Freeform 196"/>
          <p:cNvSpPr/>
          <p:nvPr/>
        </p:nvSpPr>
        <p:spPr>
          <a:xfrm>
            <a:off x="8204200" y="5499100"/>
            <a:ext cx="57150" cy="0"/>
          </a:xfrm>
          <a:custGeom>
            <a:avLst/>
            <a:gdLst/>
            <a:ahLst/>
            <a:cxnLst/>
            <a:rect l="l" t="t" r="r" b="b"/>
            <a:pathLst>
              <a:path w="9" h="0">
                <a:moveTo>
                  <a:pt x="0" y="0"/>
                </a:moveTo>
                <a:lnTo>
                  <a:pt x="9" y="0"/>
                </a:lnTo>
              </a:path>
            </a:pathLst>
          </a:custGeom>
          <a:noFill/>
          <a:ln w="13970">
            <a:solidFill>
              <a:srgbClr val="090909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8280400" y="3810000"/>
            <a:ext cx="704850" cy="1841500"/>
          </a:xfrm>
          <a:prstGeom prst="roundRect">
            <a:avLst>
              <a:gd name="adj" fmla="val 10810"/>
            </a:avLst>
          </a:prstGeom>
          <a:solidFill>
            <a:srgbClr val="C7E4B5"/>
          </a:solidFill>
          <a:ln w="12700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8350250" y="4356100"/>
            <a:ext cx="565150" cy="7493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90909"/>
                </a:solidFill>
                <a:latin typeface="Liberation Sans"/>
              </a:rPr>
              <a:t>Attn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90909"/>
                </a:solidFill>
                <a:latin typeface="Liberation Sans"/>
              </a:rPr>
              <a:t>Block</a:t>
            </a:r>
          </a:p>
        </p:txBody>
      </p:sp>
      <p:sp>
        <p:nvSpPr>
          <p:cNvPr id="200" name="Freeform 199"/>
          <p:cNvSpPr/>
          <p:nvPr/>
        </p:nvSpPr>
        <p:spPr>
          <a:xfrm>
            <a:off x="9004300" y="4749800"/>
            <a:ext cx="482600" cy="0"/>
          </a:xfrm>
          <a:custGeom>
            <a:avLst/>
            <a:gdLst/>
            <a:ahLst/>
            <a:cxnLst/>
            <a:rect l="l" t="t" r="r" b="b"/>
            <a:pathLst>
              <a:path w="76" h="0">
                <a:moveTo>
                  <a:pt x="0" y="0"/>
                </a:moveTo>
                <a:lnTo>
                  <a:pt x="76" y="0"/>
                </a:lnTo>
              </a:path>
            </a:pathLst>
          </a:custGeom>
          <a:noFill/>
          <a:ln w="17780">
            <a:solidFill>
              <a:srgbClr val="090909"/>
            </a:solidFill>
            <a:tailEnd type="triangle" w="sm" len="sm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9620250" y="3797300"/>
            <a:ext cx="2057400" cy="2057400"/>
          </a:xfrm>
          <a:prstGeom prst="rect">
            <a:avLst/>
          </a:prstGeom>
          <a:solidFill>
            <a:srgbClr val="D8D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9588500" y="3765550"/>
            <a:ext cx="2057400" cy="2057400"/>
          </a:xfrm>
          <a:prstGeom prst="rect">
            <a:avLst/>
          </a:prstGeom>
          <a:solidFill>
            <a:srgbClr val="E8E4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3" name="Picture 202" descr="viewma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3250" y="3651250"/>
            <a:ext cx="2057400" cy="2057400"/>
          </a:xfrm>
          <a:prstGeom prst="rect">
            <a:avLst/>
          </a:prstGeom>
          <a:effectLst/>
        </p:spPr>
      </p:pic>
      <p:sp>
        <p:nvSpPr>
          <p:cNvPr id="204" name="TextBox 203"/>
          <p:cNvSpPr txBox="1"/>
          <p:nvPr/>
        </p:nvSpPr>
        <p:spPr>
          <a:xfrm>
            <a:off x="9848850" y="5918200"/>
            <a:ext cx="1371600" cy="317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090909"/>
                </a:solidFill>
                <a:latin typeface="Liberation Sans"/>
              </a:rPr>
              <a:t>Output</a:t>
            </a:r>
          </a:p>
        </p:txBody>
      </p:sp>
      <p:sp>
        <p:nvSpPr>
          <p:cNvPr id="205" name="Freeform 204"/>
          <p:cNvSpPr/>
          <p:nvPr/>
        </p:nvSpPr>
        <p:spPr>
          <a:xfrm>
            <a:off x="5670550" y="5645150"/>
            <a:ext cx="939800" cy="692150"/>
          </a:xfrm>
          <a:custGeom>
            <a:avLst/>
            <a:gdLst/>
            <a:ahLst/>
            <a:cxnLst/>
            <a:rect l="l" t="t" r="r" b="b"/>
            <a:pathLst>
              <a:path w="148" h="109">
                <a:moveTo>
                  <a:pt x="148" y="109"/>
                </a:moveTo>
                <a:lnTo>
                  <a:pt x="35" y="109"/>
                </a:lnTo>
                <a:lnTo>
                  <a:pt x="13" y="103"/>
                </a:lnTo>
                <a:lnTo>
                  <a:pt x="4" y="90"/>
                </a:lnTo>
                <a:lnTo>
                  <a:pt x="0" y="73"/>
                </a:lnTo>
                <a:lnTo>
                  <a:pt x="0" y="0"/>
                </a:lnTo>
              </a:path>
            </a:pathLst>
          </a:custGeom>
          <a:noFill/>
          <a:ln w="57150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Freeform 205"/>
          <p:cNvSpPr/>
          <p:nvPr/>
        </p:nvSpPr>
        <p:spPr>
          <a:xfrm>
            <a:off x="5670550" y="5645150"/>
            <a:ext cx="939800" cy="692150"/>
          </a:xfrm>
          <a:custGeom>
            <a:avLst/>
            <a:gdLst/>
            <a:ahLst/>
            <a:cxnLst/>
            <a:rect l="l" t="t" r="r" b="b"/>
            <a:pathLst>
              <a:path w="148" h="109">
                <a:moveTo>
                  <a:pt x="148" y="109"/>
                </a:moveTo>
                <a:lnTo>
                  <a:pt x="35" y="109"/>
                </a:lnTo>
                <a:lnTo>
                  <a:pt x="13" y="103"/>
                </a:lnTo>
                <a:lnTo>
                  <a:pt x="4" y="90"/>
                </a:lnTo>
                <a:lnTo>
                  <a:pt x="0" y="73"/>
                </a:lnTo>
                <a:lnTo>
                  <a:pt x="0" y="0"/>
                </a:lnTo>
              </a:path>
            </a:pathLst>
          </a:custGeom>
          <a:noFill/>
          <a:ln w="31750">
            <a:solidFill>
              <a:srgbClr val="FDB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Freeform 206"/>
          <p:cNvSpPr/>
          <p:nvPr/>
        </p:nvSpPr>
        <p:spPr>
          <a:xfrm>
            <a:off x="6610350" y="5651500"/>
            <a:ext cx="2044700" cy="685800"/>
          </a:xfrm>
          <a:custGeom>
            <a:avLst/>
            <a:gdLst/>
            <a:ahLst/>
            <a:cxnLst/>
            <a:rect l="l" t="t" r="r" b="b"/>
            <a:pathLst>
              <a:path w="322" h="108">
                <a:moveTo>
                  <a:pt x="0" y="108"/>
                </a:moveTo>
                <a:lnTo>
                  <a:pt x="287" y="108"/>
                </a:lnTo>
                <a:lnTo>
                  <a:pt x="306" y="104"/>
                </a:lnTo>
                <a:lnTo>
                  <a:pt x="318" y="92"/>
                </a:lnTo>
                <a:lnTo>
                  <a:pt x="322" y="73"/>
                </a:lnTo>
                <a:lnTo>
                  <a:pt x="322" y="0"/>
                </a:lnTo>
              </a:path>
            </a:pathLst>
          </a:custGeom>
          <a:noFill/>
          <a:ln w="57150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Freeform 207"/>
          <p:cNvSpPr/>
          <p:nvPr/>
        </p:nvSpPr>
        <p:spPr>
          <a:xfrm>
            <a:off x="6610350" y="5651500"/>
            <a:ext cx="2044700" cy="685800"/>
          </a:xfrm>
          <a:custGeom>
            <a:avLst/>
            <a:gdLst/>
            <a:ahLst/>
            <a:cxnLst/>
            <a:rect l="l" t="t" r="r" b="b"/>
            <a:pathLst>
              <a:path w="322" h="108">
                <a:moveTo>
                  <a:pt x="0" y="108"/>
                </a:moveTo>
                <a:lnTo>
                  <a:pt x="287" y="108"/>
                </a:lnTo>
                <a:lnTo>
                  <a:pt x="306" y="104"/>
                </a:lnTo>
                <a:lnTo>
                  <a:pt x="318" y="92"/>
                </a:lnTo>
                <a:lnTo>
                  <a:pt x="322" y="73"/>
                </a:lnTo>
                <a:lnTo>
                  <a:pt x="322" y="0"/>
                </a:lnTo>
              </a:path>
            </a:pathLst>
          </a:custGeom>
          <a:noFill/>
          <a:ln w="31750">
            <a:solidFill>
              <a:srgbClr val="FDB9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Freeform 208"/>
          <p:cNvSpPr/>
          <p:nvPr/>
        </p:nvSpPr>
        <p:spPr>
          <a:xfrm>
            <a:off x="5607050" y="5638800"/>
            <a:ext cx="127000" cy="279400"/>
          </a:xfrm>
          <a:custGeom>
            <a:avLst/>
            <a:gdLst/>
            <a:ahLst/>
            <a:cxnLst/>
            <a:rect l="l" t="t" r="r" b="b"/>
            <a:pathLst>
              <a:path w="20" h="44">
                <a:moveTo>
                  <a:pt x="0" y="20"/>
                </a:moveTo>
                <a:lnTo>
                  <a:pt x="10" y="0"/>
                </a:lnTo>
                <a:lnTo>
                  <a:pt x="20" y="20"/>
                </a:lnTo>
                <a:lnTo>
                  <a:pt x="15" y="20"/>
                </a:lnTo>
                <a:lnTo>
                  <a:pt x="15" y="44"/>
                </a:lnTo>
                <a:lnTo>
                  <a:pt x="5" y="44"/>
                </a:lnTo>
                <a:lnTo>
                  <a:pt x="5" y="20"/>
                </a:lnTo>
                <a:close/>
              </a:path>
            </a:pathLst>
          </a:custGeom>
          <a:solidFill>
            <a:srgbClr val="FDB968"/>
          </a:solidFill>
          <a:ln w="11430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Freeform 209"/>
          <p:cNvSpPr/>
          <p:nvPr/>
        </p:nvSpPr>
        <p:spPr>
          <a:xfrm>
            <a:off x="8591550" y="5638800"/>
            <a:ext cx="127000" cy="279400"/>
          </a:xfrm>
          <a:custGeom>
            <a:avLst/>
            <a:gdLst/>
            <a:ahLst/>
            <a:cxnLst/>
            <a:rect l="l" t="t" r="r" b="b"/>
            <a:pathLst>
              <a:path w="20" h="44">
                <a:moveTo>
                  <a:pt x="0" y="20"/>
                </a:moveTo>
                <a:lnTo>
                  <a:pt x="10" y="0"/>
                </a:lnTo>
                <a:lnTo>
                  <a:pt x="20" y="20"/>
                </a:lnTo>
                <a:lnTo>
                  <a:pt x="15" y="20"/>
                </a:lnTo>
                <a:lnTo>
                  <a:pt x="15" y="44"/>
                </a:lnTo>
                <a:lnTo>
                  <a:pt x="5" y="44"/>
                </a:lnTo>
                <a:lnTo>
                  <a:pt x="5" y="20"/>
                </a:lnTo>
                <a:close/>
              </a:path>
            </a:pathLst>
          </a:custGeom>
          <a:solidFill>
            <a:srgbClr val="FDB968"/>
          </a:solidFill>
          <a:ln w="11430">
            <a:solidFill>
              <a:srgbClr val="1731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604000" y="6223000"/>
            <a:ext cx="806450" cy="2413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6610350" y="6203950"/>
            <a:ext cx="812800" cy="273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090909"/>
                </a:solidFill>
                <a:latin typeface="Latin Modern Math"/>
              </a:rPr>
              <a:t>Prompt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712200" y="5829300"/>
            <a:ext cx="52705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090909"/>
                </a:solidFill>
                <a:latin typeface="Latin Modern Math"/>
              </a:rPr>
              <a:t>× 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ViewPoint Panoramic Video Generation with Pretrained Diffusion Model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887200" cy="6483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